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BDE8B9-550D-4D52-BABF-50122E069B74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de-DE"/>
        </a:p>
      </dgm:t>
    </dgm:pt>
    <dgm:pt modelId="{E8B239BF-F63A-4D89-B71C-FB7A4A00FC60}">
      <dgm:prSet phldrT="[Text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de-DE" dirty="0"/>
            <a:t>Event Insight</a:t>
          </a:r>
        </a:p>
      </dgm:t>
    </dgm:pt>
    <dgm:pt modelId="{FAC0FEF8-D61B-416D-97BC-4DFA199CCA54}" type="parTrans" cxnId="{F78C86AE-A77D-4668-AB73-16C4A1D41E4B}">
      <dgm:prSet/>
      <dgm:spPr/>
      <dgm:t>
        <a:bodyPr/>
        <a:lstStyle/>
        <a:p>
          <a:endParaRPr lang="de-DE"/>
        </a:p>
      </dgm:t>
    </dgm:pt>
    <dgm:pt modelId="{271FB132-BE9A-40E9-8AFB-6D9A2F544DC0}" type="sibTrans" cxnId="{F78C86AE-A77D-4668-AB73-16C4A1D41E4B}">
      <dgm:prSet/>
      <dgm:spPr/>
      <dgm:t>
        <a:bodyPr/>
        <a:lstStyle/>
        <a:p>
          <a:endParaRPr lang="de-DE"/>
        </a:p>
      </dgm:t>
    </dgm:pt>
    <dgm:pt modelId="{DCCFCC48-B44A-4305-8741-56D0E9C1B9D7}">
      <dgm:prSet phldrT="[Text]"/>
      <dgm:spPr>
        <a:solidFill>
          <a:srgbClr val="7F7F7F"/>
        </a:solidFill>
      </dgm:spPr>
      <dgm:t>
        <a:bodyPr/>
        <a:lstStyle/>
        <a:p>
          <a:r>
            <a:rPr lang="de-DE" dirty="0"/>
            <a:t>Backend</a:t>
          </a:r>
        </a:p>
      </dgm:t>
    </dgm:pt>
    <dgm:pt modelId="{6DA60FCB-B8D6-45FB-887E-8B0B96DD04AB}" type="parTrans" cxnId="{F7A15181-3D87-40AC-B2DE-ECE5817C0DE8}">
      <dgm:prSet/>
      <dgm:spPr/>
      <dgm:t>
        <a:bodyPr/>
        <a:lstStyle/>
        <a:p>
          <a:endParaRPr lang="de-DE"/>
        </a:p>
      </dgm:t>
    </dgm:pt>
    <dgm:pt modelId="{61B6DC22-9555-46B4-BCFB-384861E5460F}" type="sibTrans" cxnId="{F7A15181-3D87-40AC-B2DE-ECE5817C0DE8}">
      <dgm:prSet/>
      <dgm:spPr/>
      <dgm:t>
        <a:bodyPr/>
        <a:lstStyle/>
        <a:p>
          <a:endParaRPr lang="de-DE"/>
        </a:p>
      </dgm:t>
    </dgm:pt>
    <dgm:pt modelId="{89DC9BEB-EDE2-49AB-BC6C-1C8F9F441DC7}">
      <dgm:prSet phldrT="[Text]" custT="1"/>
      <dgm:spPr>
        <a:solidFill>
          <a:srgbClr val="C00000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700" tIns="12700" rIns="12700" bIns="127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SQL Datenbank</a:t>
          </a:r>
        </a:p>
      </dgm:t>
    </dgm:pt>
    <dgm:pt modelId="{6A46CCF8-CF45-4D8C-84BE-E770E7E0DA21}" type="parTrans" cxnId="{F90B2C67-42FA-4CDD-989C-B1D23750974A}">
      <dgm:prSet/>
      <dgm:spPr/>
      <dgm:t>
        <a:bodyPr/>
        <a:lstStyle/>
        <a:p>
          <a:endParaRPr lang="de-DE"/>
        </a:p>
      </dgm:t>
    </dgm:pt>
    <dgm:pt modelId="{7F6DFB07-C5C7-4B7D-9736-986A498F99F7}" type="sibTrans" cxnId="{F90B2C67-42FA-4CDD-989C-B1D23750974A}">
      <dgm:prSet/>
      <dgm:spPr/>
      <dgm:t>
        <a:bodyPr/>
        <a:lstStyle/>
        <a:p>
          <a:endParaRPr lang="de-DE"/>
        </a:p>
      </dgm:t>
    </dgm:pt>
    <dgm:pt modelId="{F4F1AAFC-A3F6-42D6-9104-FF39DB3BF312}">
      <dgm:prSet phldrT="[Text]"/>
      <dgm:spPr>
        <a:solidFill>
          <a:srgbClr val="7F7F7F"/>
        </a:solidFill>
      </dgm:spPr>
      <dgm:t>
        <a:bodyPr/>
        <a:lstStyle/>
        <a:p>
          <a:r>
            <a:rPr lang="de-DE" dirty="0"/>
            <a:t>Frontend</a:t>
          </a:r>
        </a:p>
      </dgm:t>
    </dgm:pt>
    <dgm:pt modelId="{4C4D169E-9286-49CD-AFE3-42B10B7B979D}" type="parTrans" cxnId="{386A39A5-4376-4D85-AC39-68DE6A2CC76B}">
      <dgm:prSet/>
      <dgm:spPr/>
      <dgm:t>
        <a:bodyPr/>
        <a:lstStyle/>
        <a:p>
          <a:endParaRPr lang="de-DE"/>
        </a:p>
      </dgm:t>
    </dgm:pt>
    <dgm:pt modelId="{4C7BD1B3-980A-4377-955D-11515F60FCE3}" type="sibTrans" cxnId="{386A39A5-4376-4D85-AC39-68DE6A2CC76B}">
      <dgm:prSet/>
      <dgm:spPr/>
      <dgm:t>
        <a:bodyPr/>
        <a:lstStyle/>
        <a:p>
          <a:endParaRPr lang="de-DE"/>
        </a:p>
      </dgm:t>
    </dgm:pt>
    <dgm:pt modelId="{E97B7BFC-8099-4B89-8E84-4EE6DB27CD79}">
      <dgm:prSet phldrT="[Text]" custT="1"/>
      <dgm:spPr>
        <a:solidFill>
          <a:srgbClr val="C00000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700" tIns="12700" rIns="12700" bIns="127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Admin-interface</a:t>
          </a:r>
        </a:p>
      </dgm:t>
    </dgm:pt>
    <dgm:pt modelId="{CA2502DD-461A-4ACB-A79C-5CCBBF1C8D6F}" type="parTrans" cxnId="{2C12404F-C6BC-46FB-8498-114063CEEB0B}">
      <dgm:prSet/>
      <dgm:spPr/>
      <dgm:t>
        <a:bodyPr/>
        <a:lstStyle/>
        <a:p>
          <a:endParaRPr lang="de-DE"/>
        </a:p>
      </dgm:t>
    </dgm:pt>
    <dgm:pt modelId="{57866EB2-EEEF-45F1-8878-8937B1F9522E}" type="sibTrans" cxnId="{2C12404F-C6BC-46FB-8498-114063CEEB0B}">
      <dgm:prSet/>
      <dgm:spPr/>
      <dgm:t>
        <a:bodyPr/>
        <a:lstStyle/>
        <a:p>
          <a:endParaRPr lang="de-DE"/>
        </a:p>
      </dgm:t>
    </dgm:pt>
    <dgm:pt modelId="{F293C214-D078-405D-97F8-EE33955E4FD5}">
      <dgm:prSet phldrT="[Text]" custT="1"/>
      <dgm:spPr>
        <a:solidFill>
          <a:srgbClr val="385723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700" tIns="12700" rIns="12700" bIns="127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Endbenutzer-interface</a:t>
          </a:r>
        </a:p>
      </dgm:t>
    </dgm:pt>
    <dgm:pt modelId="{2100C14D-F597-43A0-8C45-E34A6E73BFE9}" type="parTrans" cxnId="{5691ADF4-371B-4312-86E4-282039531EC8}">
      <dgm:prSet/>
      <dgm:spPr/>
      <dgm:t>
        <a:bodyPr/>
        <a:lstStyle/>
        <a:p>
          <a:endParaRPr lang="de-DE"/>
        </a:p>
      </dgm:t>
    </dgm:pt>
    <dgm:pt modelId="{CD57FFCE-29A9-4269-BC92-D6558FD9DFEF}" type="sibTrans" cxnId="{5691ADF4-371B-4312-86E4-282039531EC8}">
      <dgm:prSet/>
      <dgm:spPr/>
      <dgm:t>
        <a:bodyPr/>
        <a:lstStyle/>
        <a:p>
          <a:endParaRPr lang="de-DE"/>
        </a:p>
      </dgm:t>
    </dgm:pt>
    <dgm:pt modelId="{2E432497-42CB-4F2D-B630-8E0270627043}">
      <dgm:prSet custT="1"/>
      <dgm:spPr>
        <a:solidFill>
          <a:srgbClr val="385723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700" tIns="12700" rIns="12700" bIns="127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Live-</a:t>
          </a:r>
          <a:r>
            <a:rPr lang="de-AT" sz="20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Map</a:t>
          </a:r>
          <a:endParaRPr lang="de-AT" sz="2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A87BF6C0-248B-44ED-8AD3-71CBE8D4113D}" type="parTrans" cxnId="{D18CD25F-F6EB-4216-8763-9FB2F0B3A778}">
      <dgm:prSet/>
      <dgm:spPr/>
      <dgm:t>
        <a:bodyPr/>
        <a:lstStyle/>
        <a:p>
          <a:endParaRPr lang="de-AT"/>
        </a:p>
      </dgm:t>
    </dgm:pt>
    <dgm:pt modelId="{984112BB-203F-4A68-85CD-CA45109D411A}" type="sibTrans" cxnId="{D18CD25F-F6EB-4216-8763-9FB2F0B3A778}">
      <dgm:prSet/>
      <dgm:spPr/>
      <dgm:t>
        <a:bodyPr/>
        <a:lstStyle/>
        <a:p>
          <a:endParaRPr lang="de-AT"/>
        </a:p>
      </dgm:t>
    </dgm:pt>
    <dgm:pt modelId="{46207DF2-FDC9-413B-A1FE-C148F408F3B1}">
      <dgm:prSet custT="1"/>
      <dgm:spPr>
        <a:solidFill>
          <a:srgbClr val="385723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700" tIns="12700" rIns="12700" bIns="127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Ergebnis-tabelle</a:t>
          </a:r>
        </a:p>
      </dgm:t>
    </dgm:pt>
    <dgm:pt modelId="{234CD666-F4A6-498E-9AC6-0C7629FBA011}" type="parTrans" cxnId="{44CCB57C-C35B-4587-99A4-1055E0C1BCAC}">
      <dgm:prSet/>
      <dgm:spPr/>
      <dgm:t>
        <a:bodyPr/>
        <a:lstStyle/>
        <a:p>
          <a:endParaRPr lang="de-AT"/>
        </a:p>
      </dgm:t>
    </dgm:pt>
    <dgm:pt modelId="{4D937CB6-4E1D-4D80-A3A5-640F9ED37389}" type="sibTrans" cxnId="{44CCB57C-C35B-4587-99A4-1055E0C1BCAC}">
      <dgm:prSet/>
      <dgm:spPr/>
      <dgm:t>
        <a:bodyPr/>
        <a:lstStyle/>
        <a:p>
          <a:endParaRPr lang="de-AT"/>
        </a:p>
      </dgm:t>
    </dgm:pt>
    <dgm:pt modelId="{22C208A6-B91F-477B-9DC7-9B99CB0A27D6}">
      <dgm:prSet custT="1"/>
      <dgm:spPr>
        <a:solidFill>
          <a:srgbClr val="C00000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700" tIns="12700" rIns="12700" bIns="127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6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Datenupload und  -verwaltung</a:t>
          </a:r>
        </a:p>
      </dgm:t>
    </dgm:pt>
    <dgm:pt modelId="{28B2F4FF-A3B1-4268-BD40-5EB903220CAF}" type="parTrans" cxnId="{8FD83AA9-BF08-4484-8343-38FFA0E08910}">
      <dgm:prSet/>
      <dgm:spPr/>
      <dgm:t>
        <a:bodyPr/>
        <a:lstStyle/>
        <a:p>
          <a:endParaRPr lang="de-AT"/>
        </a:p>
      </dgm:t>
    </dgm:pt>
    <dgm:pt modelId="{28FDB986-360E-40E5-BB1A-B2980E36D06C}" type="sibTrans" cxnId="{8FD83AA9-BF08-4484-8343-38FFA0E08910}">
      <dgm:prSet/>
      <dgm:spPr/>
      <dgm:t>
        <a:bodyPr/>
        <a:lstStyle/>
        <a:p>
          <a:endParaRPr lang="de-AT"/>
        </a:p>
      </dgm:t>
    </dgm:pt>
    <dgm:pt modelId="{19CB8544-7D92-4D7A-9B97-1C8A33073F87}">
      <dgm:prSet/>
      <dgm:spPr>
        <a:solidFill>
          <a:srgbClr val="385723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2700" tIns="12700" rIns="12700" bIns="12700" numCol="1" spcCol="1270" anchor="ctr" anchorCtr="0"/>
        <a:lstStyle/>
        <a:p>
          <a:pPr>
            <a:buNone/>
          </a:pPr>
          <a:r>
            <a:rPr lang="de-AT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API Abfragungen</a:t>
          </a:r>
          <a:endParaRPr lang="de-AT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6D9E8D05-B564-46EA-A93D-86D6A262B65A}" type="parTrans" cxnId="{97F3FA5A-1CAA-4914-8E64-33898F317F2B}">
      <dgm:prSet/>
      <dgm:spPr/>
      <dgm:t>
        <a:bodyPr/>
        <a:lstStyle/>
        <a:p>
          <a:endParaRPr lang="de-AT"/>
        </a:p>
      </dgm:t>
    </dgm:pt>
    <dgm:pt modelId="{C64C391F-27CE-4DEC-9FA3-A34CCEB22CF0}" type="sibTrans" cxnId="{97F3FA5A-1CAA-4914-8E64-33898F317F2B}">
      <dgm:prSet/>
      <dgm:spPr/>
      <dgm:t>
        <a:bodyPr/>
        <a:lstStyle/>
        <a:p>
          <a:endParaRPr lang="de-AT"/>
        </a:p>
      </dgm:t>
    </dgm:pt>
    <dgm:pt modelId="{25BD0A79-1F32-4AAD-B428-D802AD0239FE}" type="pres">
      <dgm:prSet presAssocID="{DFBDE8B9-550D-4D52-BABF-50122E069B7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F1E20FF-DC6A-4DC0-B2EC-7B5B0DAD0937}" type="pres">
      <dgm:prSet presAssocID="{E8B239BF-F63A-4D89-B71C-FB7A4A00FC60}" presName="hierRoot1" presStyleCnt="0">
        <dgm:presLayoutVars>
          <dgm:hierBranch/>
        </dgm:presLayoutVars>
      </dgm:prSet>
      <dgm:spPr/>
    </dgm:pt>
    <dgm:pt modelId="{6575CE95-D8CC-49BC-A627-44457F6DF7DB}" type="pres">
      <dgm:prSet presAssocID="{E8B239BF-F63A-4D89-B71C-FB7A4A00FC60}" presName="rootComposite1" presStyleCnt="0"/>
      <dgm:spPr/>
    </dgm:pt>
    <dgm:pt modelId="{0C47CFBA-88B8-4F56-992F-A4E59072B624}" type="pres">
      <dgm:prSet presAssocID="{E8B239BF-F63A-4D89-B71C-FB7A4A00FC60}" presName="rootText1" presStyleLbl="node0" presStyleIdx="0" presStyleCnt="1" custScaleX="80630">
        <dgm:presLayoutVars>
          <dgm:chPref val="3"/>
        </dgm:presLayoutVars>
      </dgm:prSet>
      <dgm:spPr/>
    </dgm:pt>
    <dgm:pt modelId="{B53A53B2-89E0-495E-BBA8-9F8E2E5360F8}" type="pres">
      <dgm:prSet presAssocID="{E8B239BF-F63A-4D89-B71C-FB7A4A00FC60}" presName="rootConnector1" presStyleLbl="node1" presStyleIdx="0" presStyleCnt="0"/>
      <dgm:spPr/>
    </dgm:pt>
    <dgm:pt modelId="{5BE0A11C-AE22-4178-83F8-844F87F25041}" type="pres">
      <dgm:prSet presAssocID="{E8B239BF-F63A-4D89-B71C-FB7A4A00FC60}" presName="hierChild2" presStyleCnt="0"/>
      <dgm:spPr/>
    </dgm:pt>
    <dgm:pt modelId="{B524E19D-E309-4332-B5D4-D61DF02E0139}" type="pres">
      <dgm:prSet presAssocID="{4C4D169E-9286-49CD-AFE3-42B10B7B979D}" presName="Name35" presStyleLbl="parChTrans1D2" presStyleIdx="0" presStyleCnt="2"/>
      <dgm:spPr/>
    </dgm:pt>
    <dgm:pt modelId="{6A93014A-F551-41E4-A8A3-BCF7482B0953}" type="pres">
      <dgm:prSet presAssocID="{F4F1AAFC-A3F6-42D6-9104-FF39DB3BF312}" presName="hierRoot2" presStyleCnt="0">
        <dgm:presLayoutVars>
          <dgm:hierBranch val="init"/>
        </dgm:presLayoutVars>
      </dgm:prSet>
      <dgm:spPr/>
    </dgm:pt>
    <dgm:pt modelId="{43A4AC10-627C-46F5-851A-0C6F820FD98D}" type="pres">
      <dgm:prSet presAssocID="{F4F1AAFC-A3F6-42D6-9104-FF39DB3BF312}" presName="rootComposite" presStyleCnt="0"/>
      <dgm:spPr/>
    </dgm:pt>
    <dgm:pt modelId="{00BCCF13-1B06-40E9-B22B-4F43FA9BC7C5}" type="pres">
      <dgm:prSet presAssocID="{F4F1AAFC-A3F6-42D6-9104-FF39DB3BF312}" presName="rootText" presStyleLbl="node2" presStyleIdx="0" presStyleCnt="2">
        <dgm:presLayoutVars>
          <dgm:chPref val="3"/>
        </dgm:presLayoutVars>
      </dgm:prSet>
      <dgm:spPr/>
    </dgm:pt>
    <dgm:pt modelId="{6F395964-0ED6-4ACB-BA0F-CCE5688CAED6}" type="pres">
      <dgm:prSet presAssocID="{F4F1AAFC-A3F6-42D6-9104-FF39DB3BF312}" presName="rootConnector" presStyleLbl="node2" presStyleIdx="0" presStyleCnt="2"/>
      <dgm:spPr/>
    </dgm:pt>
    <dgm:pt modelId="{6B258997-A41F-44C1-8CF1-36E6479FA5E3}" type="pres">
      <dgm:prSet presAssocID="{F4F1AAFC-A3F6-42D6-9104-FF39DB3BF312}" presName="hierChild4" presStyleCnt="0"/>
      <dgm:spPr/>
    </dgm:pt>
    <dgm:pt modelId="{69833840-CA87-4131-8CC1-BC6454D3EBD2}" type="pres">
      <dgm:prSet presAssocID="{2100C14D-F597-43A0-8C45-E34A6E73BFE9}" presName="Name37" presStyleLbl="parChTrans1D3" presStyleIdx="0" presStyleCnt="3"/>
      <dgm:spPr/>
    </dgm:pt>
    <dgm:pt modelId="{5704D6F6-F30A-4DCF-B8CD-D87461A23BF2}" type="pres">
      <dgm:prSet presAssocID="{F293C214-D078-405D-97F8-EE33955E4FD5}" presName="hierRoot2" presStyleCnt="0">
        <dgm:presLayoutVars>
          <dgm:hierBranch val="init"/>
        </dgm:presLayoutVars>
      </dgm:prSet>
      <dgm:spPr/>
    </dgm:pt>
    <dgm:pt modelId="{64CD2334-4F90-457E-ACB8-18A47BDEDC1A}" type="pres">
      <dgm:prSet presAssocID="{F293C214-D078-405D-97F8-EE33955E4FD5}" presName="rootComposite" presStyleCnt="0"/>
      <dgm:spPr/>
    </dgm:pt>
    <dgm:pt modelId="{A5C4FB22-D09D-4C7F-97C7-0E487E58F668}" type="pres">
      <dgm:prSet presAssocID="{F293C214-D078-405D-97F8-EE33955E4FD5}" presName="rootText" presStyleLbl="node3" presStyleIdx="0" presStyleCnt="3">
        <dgm:presLayoutVars>
          <dgm:chPref val="3"/>
        </dgm:presLayoutVars>
      </dgm:prSet>
      <dgm:spPr>
        <a:xfrm>
          <a:off x="1126561" y="3427771"/>
          <a:ext cx="1609196" cy="804598"/>
        </a:xfrm>
        <a:prstGeom prst="rect">
          <a:avLst/>
        </a:prstGeom>
      </dgm:spPr>
    </dgm:pt>
    <dgm:pt modelId="{C1236FC4-271C-4B35-905A-9F009DA55EC6}" type="pres">
      <dgm:prSet presAssocID="{F293C214-D078-405D-97F8-EE33955E4FD5}" presName="rootConnector" presStyleLbl="node3" presStyleIdx="0" presStyleCnt="3"/>
      <dgm:spPr/>
    </dgm:pt>
    <dgm:pt modelId="{1C89D4AA-0DAE-4572-B9D6-224697885961}" type="pres">
      <dgm:prSet presAssocID="{F293C214-D078-405D-97F8-EE33955E4FD5}" presName="hierChild4" presStyleCnt="0"/>
      <dgm:spPr/>
    </dgm:pt>
    <dgm:pt modelId="{19A06AD5-E4F0-4B7C-9D3A-4A14BBEF9CEA}" type="pres">
      <dgm:prSet presAssocID="{A87BF6C0-248B-44ED-8AD3-71CBE8D4113D}" presName="Name37" presStyleLbl="parChTrans1D4" presStyleIdx="0" presStyleCnt="4"/>
      <dgm:spPr/>
    </dgm:pt>
    <dgm:pt modelId="{21688C4A-7A86-41E1-A770-EC53449F9F6B}" type="pres">
      <dgm:prSet presAssocID="{2E432497-42CB-4F2D-B630-8E0270627043}" presName="hierRoot2" presStyleCnt="0">
        <dgm:presLayoutVars>
          <dgm:hierBranch val="init"/>
        </dgm:presLayoutVars>
      </dgm:prSet>
      <dgm:spPr/>
    </dgm:pt>
    <dgm:pt modelId="{EA3CEF9E-BBDE-4E23-A7EF-BF313927F679}" type="pres">
      <dgm:prSet presAssocID="{2E432497-42CB-4F2D-B630-8E0270627043}" presName="rootComposite" presStyleCnt="0"/>
      <dgm:spPr/>
    </dgm:pt>
    <dgm:pt modelId="{DF7A9734-E1B3-41D6-AEAD-FBF05133C09F}" type="pres">
      <dgm:prSet presAssocID="{2E432497-42CB-4F2D-B630-8E0270627043}" presName="rootText" presStyleLbl="node4" presStyleIdx="0" presStyleCnt="4">
        <dgm:presLayoutVars>
          <dgm:chPref val="3"/>
        </dgm:presLayoutVars>
      </dgm:prSet>
      <dgm:spPr>
        <a:xfrm>
          <a:off x="400492" y="3417447"/>
          <a:ext cx="1586753" cy="793376"/>
        </a:xfrm>
        <a:prstGeom prst="rect">
          <a:avLst/>
        </a:prstGeom>
      </dgm:spPr>
    </dgm:pt>
    <dgm:pt modelId="{DBE4D6FF-FC0D-4F59-987C-22CBFA428337}" type="pres">
      <dgm:prSet presAssocID="{2E432497-42CB-4F2D-B630-8E0270627043}" presName="rootConnector" presStyleLbl="node4" presStyleIdx="0" presStyleCnt="4"/>
      <dgm:spPr/>
    </dgm:pt>
    <dgm:pt modelId="{70D9163E-BB6B-4D5D-9B11-712E70945AFA}" type="pres">
      <dgm:prSet presAssocID="{2E432497-42CB-4F2D-B630-8E0270627043}" presName="hierChild4" presStyleCnt="0"/>
      <dgm:spPr/>
    </dgm:pt>
    <dgm:pt modelId="{6C811E8A-DDD8-430A-8372-8DBDFA02A1DB}" type="pres">
      <dgm:prSet presAssocID="{2E432497-42CB-4F2D-B630-8E0270627043}" presName="hierChild5" presStyleCnt="0"/>
      <dgm:spPr/>
    </dgm:pt>
    <dgm:pt modelId="{16BAAD26-5AFD-4BDA-B6C6-57B816DF487E}" type="pres">
      <dgm:prSet presAssocID="{234CD666-F4A6-498E-9AC6-0C7629FBA011}" presName="Name37" presStyleLbl="parChTrans1D4" presStyleIdx="1" presStyleCnt="4"/>
      <dgm:spPr/>
    </dgm:pt>
    <dgm:pt modelId="{10A7F7B9-7AA9-45EB-8AD5-ED3414FBBF3B}" type="pres">
      <dgm:prSet presAssocID="{46207DF2-FDC9-413B-A1FE-C148F408F3B1}" presName="hierRoot2" presStyleCnt="0">
        <dgm:presLayoutVars>
          <dgm:hierBranch val="init"/>
        </dgm:presLayoutVars>
      </dgm:prSet>
      <dgm:spPr/>
    </dgm:pt>
    <dgm:pt modelId="{18DB17F9-AD1E-44AA-A7F5-7AABBA0167C4}" type="pres">
      <dgm:prSet presAssocID="{46207DF2-FDC9-413B-A1FE-C148F408F3B1}" presName="rootComposite" presStyleCnt="0"/>
      <dgm:spPr/>
    </dgm:pt>
    <dgm:pt modelId="{5E574A26-C24B-4C35-871C-97520BD2642C}" type="pres">
      <dgm:prSet presAssocID="{46207DF2-FDC9-413B-A1FE-C148F408F3B1}" presName="rootText" presStyleLbl="node4" presStyleIdx="1" presStyleCnt="4">
        <dgm:presLayoutVars>
          <dgm:chPref val="3"/>
        </dgm:presLayoutVars>
      </dgm:prSet>
      <dgm:spPr>
        <a:xfrm>
          <a:off x="400492" y="4544042"/>
          <a:ext cx="1586753" cy="793376"/>
        </a:xfrm>
        <a:prstGeom prst="rect">
          <a:avLst/>
        </a:prstGeom>
      </dgm:spPr>
    </dgm:pt>
    <dgm:pt modelId="{F9431FC1-1341-49C4-830E-32D265E6DC48}" type="pres">
      <dgm:prSet presAssocID="{46207DF2-FDC9-413B-A1FE-C148F408F3B1}" presName="rootConnector" presStyleLbl="node4" presStyleIdx="1" presStyleCnt="4"/>
      <dgm:spPr/>
    </dgm:pt>
    <dgm:pt modelId="{54F5BF25-EBB4-4E2C-B628-3C76BF9336CD}" type="pres">
      <dgm:prSet presAssocID="{46207DF2-FDC9-413B-A1FE-C148F408F3B1}" presName="hierChild4" presStyleCnt="0"/>
      <dgm:spPr/>
    </dgm:pt>
    <dgm:pt modelId="{A27C5799-F4DA-4125-84D0-F44121918509}" type="pres">
      <dgm:prSet presAssocID="{46207DF2-FDC9-413B-A1FE-C148F408F3B1}" presName="hierChild5" presStyleCnt="0"/>
      <dgm:spPr/>
    </dgm:pt>
    <dgm:pt modelId="{344F784D-F91E-4C4C-A5FE-58FA57BD4866}" type="pres">
      <dgm:prSet presAssocID="{6D9E8D05-B564-46EA-A93D-86D6A262B65A}" presName="Name37" presStyleLbl="parChTrans1D4" presStyleIdx="2" presStyleCnt="4"/>
      <dgm:spPr/>
    </dgm:pt>
    <dgm:pt modelId="{1D8F983D-9D49-4207-B70F-A8DF8324A3CD}" type="pres">
      <dgm:prSet presAssocID="{19CB8544-7D92-4D7A-9B97-1C8A33073F87}" presName="hierRoot2" presStyleCnt="0">
        <dgm:presLayoutVars>
          <dgm:hierBranch val="init"/>
        </dgm:presLayoutVars>
      </dgm:prSet>
      <dgm:spPr/>
    </dgm:pt>
    <dgm:pt modelId="{C51A8639-FC32-4BB4-BFA4-79CAD5D72622}" type="pres">
      <dgm:prSet presAssocID="{19CB8544-7D92-4D7A-9B97-1C8A33073F87}" presName="rootComposite" presStyleCnt="0"/>
      <dgm:spPr/>
    </dgm:pt>
    <dgm:pt modelId="{7DAC83BD-F21C-4EBB-B118-46C435BA4BD2}" type="pres">
      <dgm:prSet presAssocID="{19CB8544-7D92-4D7A-9B97-1C8A33073F87}" presName="rootText" presStyleLbl="node4" presStyleIdx="2" presStyleCnt="4">
        <dgm:presLayoutVars>
          <dgm:chPref val="3"/>
        </dgm:presLayoutVars>
      </dgm:prSet>
      <dgm:spPr>
        <a:prstGeom prst="rect">
          <a:avLst/>
        </a:prstGeom>
      </dgm:spPr>
    </dgm:pt>
    <dgm:pt modelId="{A6088960-61BA-4FE1-B9AF-98C2620CF119}" type="pres">
      <dgm:prSet presAssocID="{19CB8544-7D92-4D7A-9B97-1C8A33073F87}" presName="rootConnector" presStyleLbl="node4" presStyleIdx="2" presStyleCnt="4"/>
      <dgm:spPr/>
    </dgm:pt>
    <dgm:pt modelId="{93D8FCFE-4F5C-472D-BB72-4A57CD069C3D}" type="pres">
      <dgm:prSet presAssocID="{19CB8544-7D92-4D7A-9B97-1C8A33073F87}" presName="hierChild4" presStyleCnt="0"/>
      <dgm:spPr/>
    </dgm:pt>
    <dgm:pt modelId="{184A5688-FC85-4E28-B979-24667C5013A9}" type="pres">
      <dgm:prSet presAssocID="{19CB8544-7D92-4D7A-9B97-1C8A33073F87}" presName="hierChild5" presStyleCnt="0"/>
      <dgm:spPr/>
    </dgm:pt>
    <dgm:pt modelId="{9508A8C0-E60C-4224-B5FA-279102608BC0}" type="pres">
      <dgm:prSet presAssocID="{F293C214-D078-405D-97F8-EE33955E4FD5}" presName="hierChild5" presStyleCnt="0"/>
      <dgm:spPr/>
    </dgm:pt>
    <dgm:pt modelId="{59A1F2DD-5656-4F28-B130-B704E31CB40A}" type="pres">
      <dgm:prSet presAssocID="{CA2502DD-461A-4ACB-A79C-5CCBBF1C8D6F}" presName="Name37" presStyleLbl="parChTrans1D3" presStyleIdx="1" presStyleCnt="3"/>
      <dgm:spPr/>
    </dgm:pt>
    <dgm:pt modelId="{5057FA51-3FD1-466C-B641-5D69F267D8D6}" type="pres">
      <dgm:prSet presAssocID="{E97B7BFC-8099-4B89-8E84-4EE6DB27CD79}" presName="hierRoot2" presStyleCnt="0">
        <dgm:presLayoutVars>
          <dgm:hierBranch val="init"/>
        </dgm:presLayoutVars>
      </dgm:prSet>
      <dgm:spPr/>
    </dgm:pt>
    <dgm:pt modelId="{2596ECE3-F5DB-46F8-A18F-F8A46EBA038E}" type="pres">
      <dgm:prSet presAssocID="{E97B7BFC-8099-4B89-8E84-4EE6DB27CD79}" presName="rootComposite" presStyleCnt="0"/>
      <dgm:spPr/>
    </dgm:pt>
    <dgm:pt modelId="{985036BD-E970-4047-B7F3-1660303EA5BD}" type="pres">
      <dgm:prSet presAssocID="{E97B7BFC-8099-4B89-8E84-4EE6DB27CD79}" presName="rootText" presStyleLbl="node3" presStyleIdx="1" presStyleCnt="3">
        <dgm:presLayoutVars>
          <dgm:chPref val="3"/>
        </dgm:presLayoutVars>
      </dgm:prSet>
      <dgm:spPr>
        <a:xfrm>
          <a:off x="1126561" y="4570301"/>
          <a:ext cx="1609196" cy="804598"/>
        </a:xfrm>
        <a:prstGeom prst="rect">
          <a:avLst/>
        </a:prstGeom>
      </dgm:spPr>
    </dgm:pt>
    <dgm:pt modelId="{D9AC81AD-95A3-4DC4-BB9D-EB57BC8ACFF2}" type="pres">
      <dgm:prSet presAssocID="{E97B7BFC-8099-4B89-8E84-4EE6DB27CD79}" presName="rootConnector" presStyleLbl="node3" presStyleIdx="1" presStyleCnt="3"/>
      <dgm:spPr/>
    </dgm:pt>
    <dgm:pt modelId="{2B2E6D87-FEE3-4881-B659-4B1DF09FD9E3}" type="pres">
      <dgm:prSet presAssocID="{E97B7BFC-8099-4B89-8E84-4EE6DB27CD79}" presName="hierChild4" presStyleCnt="0"/>
      <dgm:spPr/>
    </dgm:pt>
    <dgm:pt modelId="{6F01B79E-0017-4F1C-BF85-B16D5A456E6D}" type="pres">
      <dgm:prSet presAssocID="{28B2F4FF-A3B1-4268-BD40-5EB903220CAF}" presName="Name37" presStyleLbl="parChTrans1D4" presStyleIdx="3" presStyleCnt="4"/>
      <dgm:spPr/>
    </dgm:pt>
    <dgm:pt modelId="{D1CA440C-2196-4826-A090-46A9123A866B}" type="pres">
      <dgm:prSet presAssocID="{22C208A6-B91F-477B-9DC7-9B99CB0A27D6}" presName="hierRoot2" presStyleCnt="0">
        <dgm:presLayoutVars>
          <dgm:hierBranch val="init"/>
        </dgm:presLayoutVars>
      </dgm:prSet>
      <dgm:spPr/>
    </dgm:pt>
    <dgm:pt modelId="{1297D0CA-78FB-4035-880A-F3F598B50B70}" type="pres">
      <dgm:prSet presAssocID="{22C208A6-B91F-477B-9DC7-9B99CB0A27D6}" presName="rootComposite" presStyleCnt="0"/>
      <dgm:spPr/>
    </dgm:pt>
    <dgm:pt modelId="{E33BB72C-2710-49A8-BDF1-77F87193FD96}" type="pres">
      <dgm:prSet presAssocID="{22C208A6-B91F-477B-9DC7-9B99CB0A27D6}" presName="rootText" presStyleLbl="node4" presStyleIdx="3" presStyleCnt="4">
        <dgm:presLayoutVars>
          <dgm:chPref val="3"/>
        </dgm:presLayoutVars>
      </dgm:prSet>
      <dgm:spPr>
        <a:xfrm>
          <a:off x="2320464" y="3417447"/>
          <a:ext cx="1586753" cy="793376"/>
        </a:xfrm>
        <a:prstGeom prst="rect">
          <a:avLst/>
        </a:prstGeom>
      </dgm:spPr>
    </dgm:pt>
    <dgm:pt modelId="{06C0C273-506A-41EC-957F-C5C9C8AB75F5}" type="pres">
      <dgm:prSet presAssocID="{22C208A6-B91F-477B-9DC7-9B99CB0A27D6}" presName="rootConnector" presStyleLbl="node4" presStyleIdx="3" presStyleCnt="4"/>
      <dgm:spPr/>
    </dgm:pt>
    <dgm:pt modelId="{B6BA7411-E9C7-4F34-97C8-5E01E48D489A}" type="pres">
      <dgm:prSet presAssocID="{22C208A6-B91F-477B-9DC7-9B99CB0A27D6}" presName="hierChild4" presStyleCnt="0"/>
      <dgm:spPr/>
    </dgm:pt>
    <dgm:pt modelId="{FEB45101-CF4D-4D93-9379-1290030CAC5A}" type="pres">
      <dgm:prSet presAssocID="{22C208A6-B91F-477B-9DC7-9B99CB0A27D6}" presName="hierChild5" presStyleCnt="0"/>
      <dgm:spPr/>
    </dgm:pt>
    <dgm:pt modelId="{6346FE46-3344-4B13-9391-530ADDC88A66}" type="pres">
      <dgm:prSet presAssocID="{E97B7BFC-8099-4B89-8E84-4EE6DB27CD79}" presName="hierChild5" presStyleCnt="0"/>
      <dgm:spPr/>
    </dgm:pt>
    <dgm:pt modelId="{F9E962C0-97F4-41A9-B13C-E895F9B4A4B4}" type="pres">
      <dgm:prSet presAssocID="{F4F1AAFC-A3F6-42D6-9104-FF39DB3BF312}" presName="hierChild5" presStyleCnt="0"/>
      <dgm:spPr/>
    </dgm:pt>
    <dgm:pt modelId="{5937BF4A-EE47-4795-9077-FF0BF307F0C2}" type="pres">
      <dgm:prSet presAssocID="{6DA60FCB-B8D6-45FB-887E-8B0B96DD04AB}" presName="Name35" presStyleLbl="parChTrans1D2" presStyleIdx="1" presStyleCnt="2"/>
      <dgm:spPr/>
    </dgm:pt>
    <dgm:pt modelId="{7E20BE70-CCD9-406B-812A-BF7CE57376DE}" type="pres">
      <dgm:prSet presAssocID="{DCCFCC48-B44A-4305-8741-56D0E9C1B9D7}" presName="hierRoot2" presStyleCnt="0">
        <dgm:presLayoutVars>
          <dgm:hierBranch val="init"/>
        </dgm:presLayoutVars>
      </dgm:prSet>
      <dgm:spPr/>
    </dgm:pt>
    <dgm:pt modelId="{94293B0D-9AFB-44CF-9C35-A0CC55575059}" type="pres">
      <dgm:prSet presAssocID="{DCCFCC48-B44A-4305-8741-56D0E9C1B9D7}" presName="rootComposite" presStyleCnt="0"/>
      <dgm:spPr/>
    </dgm:pt>
    <dgm:pt modelId="{4C6A3443-17A5-4833-A40B-A2A884330776}" type="pres">
      <dgm:prSet presAssocID="{DCCFCC48-B44A-4305-8741-56D0E9C1B9D7}" presName="rootText" presStyleLbl="node2" presStyleIdx="1" presStyleCnt="2">
        <dgm:presLayoutVars>
          <dgm:chPref val="3"/>
        </dgm:presLayoutVars>
      </dgm:prSet>
      <dgm:spPr/>
    </dgm:pt>
    <dgm:pt modelId="{C48CD5DC-CC55-46EA-9157-C436E9F741B7}" type="pres">
      <dgm:prSet presAssocID="{DCCFCC48-B44A-4305-8741-56D0E9C1B9D7}" presName="rootConnector" presStyleLbl="node2" presStyleIdx="1" presStyleCnt="2"/>
      <dgm:spPr/>
    </dgm:pt>
    <dgm:pt modelId="{15A29B72-7AC4-47F9-9B74-6735A4463268}" type="pres">
      <dgm:prSet presAssocID="{DCCFCC48-B44A-4305-8741-56D0E9C1B9D7}" presName="hierChild4" presStyleCnt="0"/>
      <dgm:spPr/>
    </dgm:pt>
    <dgm:pt modelId="{95B5155B-B8C5-40BE-A16D-5803D0522601}" type="pres">
      <dgm:prSet presAssocID="{6A46CCF8-CF45-4D8C-84BE-E770E7E0DA21}" presName="Name37" presStyleLbl="parChTrans1D3" presStyleIdx="2" presStyleCnt="3"/>
      <dgm:spPr/>
    </dgm:pt>
    <dgm:pt modelId="{96DF44D9-4FBE-4C1C-A5B2-34656A1AEF7A}" type="pres">
      <dgm:prSet presAssocID="{89DC9BEB-EDE2-49AB-BC6C-1C8F9F441DC7}" presName="hierRoot2" presStyleCnt="0">
        <dgm:presLayoutVars>
          <dgm:hierBranch val="init"/>
        </dgm:presLayoutVars>
      </dgm:prSet>
      <dgm:spPr/>
    </dgm:pt>
    <dgm:pt modelId="{7CAA581E-3B9B-47A1-B530-7636E282041D}" type="pres">
      <dgm:prSet presAssocID="{89DC9BEB-EDE2-49AB-BC6C-1C8F9F441DC7}" presName="rootComposite" presStyleCnt="0"/>
      <dgm:spPr/>
    </dgm:pt>
    <dgm:pt modelId="{1E3B39D5-DD3E-4F30-9E53-7B509FF4843C}" type="pres">
      <dgm:prSet presAssocID="{89DC9BEB-EDE2-49AB-BC6C-1C8F9F441DC7}" presName="rootText" presStyleLbl="node3" presStyleIdx="2" presStyleCnt="3">
        <dgm:presLayoutVars>
          <dgm:chPref val="3"/>
        </dgm:presLayoutVars>
      </dgm:prSet>
      <dgm:spPr>
        <a:xfrm>
          <a:off x="3073689" y="2285241"/>
          <a:ext cx="1609196" cy="804598"/>
        </a:xfrm>
        <a:prstGeom prst="rect">
          <a:avLst/>
        </a:prstGeom>
      </dgm:spPr>
    </dgm:pt>
    <dgm:pt modelId="{F0A7C6CD-257D-4BE0-87D9-725BB60B5BAA}" type="pres">
      <dgm:prSet presAssocID="{89DC9BEB-EDE2-49AB-BC6C-1C8F9F441DC7}" presName="rootConnector" presStyleLbl="node3" presStyleIdx="2" presStyleCnt="3"/>
      <dgm:spPr/>
    </dgm:pt>
    <dgm:pt modelId="{AB96F5A3-A4D2-43F8-AB3E-6B7E4A6DD214}" type="pres">
      <dgm:prSet presAssocID="{89DC9BEB-EDE2-49AB-BC6C-1C8F9F441DC7}" presName="hierChild4" presStyleCnt="0"/>
      <dgm:spPr/>
    </dgm:pt>
    <dgm:pt modelId="{35D3CB2D-AAD9-40CF-8C97-D7B848DB3BD0}" type="pres">
      <dgm:prSet presAssocID="{89DC9BEB-EDE2-49AB-BC6C-1C8F9F441DC7}" presName="hierChild5" presStyleCnt="0"/>
      <dgm:spPr/>
    </dgm:pt>
    <dgm:pt modelId="{7E618E6C-BF03-4A0B-8C07-9AA4ACB34FF8}" type="pres">
      <dgm:prSet presAssocID="{DCCFCC48-B44A-4305-8741-56D0E9C1B9D7}" presName="hierChild5" presStyleCnt="0"/>
      <dgm:spPr/>
    </dgm:pt>
    <dgm:pt modelId="{FEA4B9CB-2545-4C82-A9AC-394DE1751DFF}" type="pres">
      <dgm:prSet presAssocID="{E8B239BF-F63A-4D89-B71C-FB7A4A00FC60}" presName="hierChild3" presStyleCnt="0"/>
      <dgm:spPr/>
    </dgm:pt>
  </dgm:ptLst>
  <dgm:cxnLst>
    <dgm:cxn modelId="{B7DB461C-8E23-46DE-8D68-3110ACEDFF4A}" type="presOf" srcId="{DFBDE8B9-550D-4D52-BABF-50122E069B74}" destId="{25BD0A79-1F32-4AAD-B428-D802AD0239FE}" srcOrd="0" destOrd="0" presId="urn:microsoft.com/office/officeart/2005/8/layout/orgChart1"/>
    <dgm:cxn modelId="{B4C6011F-80E9-43C1-AF8D-2DAC35E467A7}" type="presOf" srcId="{46207DF2-FDC9-413B-A1FE-C148F408F3B1}" destId="{F9431FC1-1341-49C4-830E-32D265E6DC48}" srcOrd="1" destOrd="0" presId="urn:microsoft.com/office/officeart/2005/8/layout/orgChart1"/>
    <dgm:cxn modelId="{B70CD520-60E4-420C-BE25-13C5DF34444B}" type="presOf" srcId="{E97B7BFC-8099-4B89-8E84-4EE6DB27CD79}" destId="{985036BD-E970-4047-B7F3-1660303EA5BD}" srcOrd="0" destOrd="0" presId="urn:microsoft.com/office/officeart/2005/8/layout/orgChart1"/>
    <dgm:cxn modelId="{152B102B-BAA7-4F36-B3BA-09C46FF9A585}" type="presOf" srcId="{E8B239BF-F63A-4D89-B71C-FB7A4A00FC60}" destId="{B53A53B2-89E0-495E-BBA8-9F8E2E5360F8}" srcOrd="1" destOrd="0" presId="urn:microsoft.com/office/officeart/2005/8/layout/orgChart1"/>
    <dgm:cxn modelId="{BDED0634-1464-46F0-8280-3A529A3BAD12}" type="presOf" srcId="{22C208A6-B91F-477B-9DC7-9B99CB0A27D6}" destId="{06C0C273-506A-41EC-957F-C5C9C8AB75F5}" srcOrd="1" destOrd="0" presId="urn:microsoft.com/office/officeart/2005/8/layout/orgChart1"/>
    <dgm:cxn modelId="{D94F5837-5D14-424F-8E9C-64BBBBE8B6EB}" type="presOf" srcId="{22C208A6-B91F-477B-9DC7-9B99CB0A27D6}" destId="{E33BB72C-2710-49A8-BDF1-77F87193FD96}" srcOrd="0" destOrd="0" presId="urn:microsoft.com/office/officeart/2005/8/layout/orgChart1"/>
    <dgm:cxn modelId="{4E65875E-F2E3-48B7-8C2D-C6DE027DB285}" type="presOf" srcId="{E8B239BF-F63A-4D89-B71C-FB7A4A00FC60}" destId="{0C47CFBA-88B8-4F56-992F-A4E59072B624}" srcOrd="0" destOrd="0" presId="urn:microsoft.com/office/officeart/2005/8/layout/orgChart1"/>
    <dgm:cxn modelId="{D18CD25F-F6EB-4216-8763-9FB2F0B3A778}" srcId="{F293C214-D078-405D-97F8-EE33955E4FD5}" destId="{2E432497-42CB-4F2D-B630-8E0270627043}" srcOrd="0" destOrd="0" parTransId="{A87BF6C0-248B-44ED-8AD3-71CBE8D4113D}" sibTransId="{984112BB-203F-4A68-85CD-CA45109D411A}"/>
    <dgm:cxn modelId="{A17AB765-8E91-48BA-9B57-0BBE6F3F732E}" type="presOf" srcId="{6A46CCF8-CF45-4D8C-84BE-E770E7E0DA21}" destId="{95B5155B-B8C5-40BE-A16D-5803D0522601}" srcOrd="0" destOrd="0" presId="urn:microsoft.com/office/officeart/2005/8/layout/orgChart1"/>
    <dgm:cxn modelId="{F90B2C67-42FA-4CDD-989C-B1D23750974A}" srcId="{DCCFCC48-B44A-4305-8741-56D0E9C1B9D7}" destId="{89DC9BEB-EDE2-49AB-BC6C-1C8F9F441DC7}" srcOrd="0" destOrd="0" parTransId="{6A46CCF8-CF45-4D8C-84BE-E770E7E0DA21}" sibTransId="{7F6DFB07-C5C7-4B7D-9736-986A498F99F7}"/>
    <dgm:cxn modelId="{83516068-1465-411B-B1F3-90CAEC3C21A3}" type="presOf" srcId="{F4F1AAFC-A3F6-42D6-9104-FF39DB3BF312}" destId="{6F395964-0ED6-4ACB-BA0F-CCE5688CAED6}" srcOrd="1" destOrd="0" presId="urn:microsoft.com/office/officeart/2005/8/layout/orgChart1"/>
    <dgm:cxn modelId="{B08D9C49-10F9-4D05-B5E8-6F01245A45FB}" type="presOf" srcId="{F4F1AAFC-A3F6-42D6-9104-FF39DB3BF312}" destId="{00BCCF13-1B06-40E9-B22B-4F43FA9BC7C5}" srcOrd="0" destOrd="0" presId="urn:microsoft.com/office/officeart/2005/8/layout/orgChart1"/>
    <dgm:cxn modelId="{2C12404F-C6BC-46FB-8498-114063CEEB0B}" srcId="{F4F1AAFC-A3F6-42D6-9104-FF39DB3BF312}" destId="{E97B7BFC-8099-4B89-8E84-4EE6DB27CD79}" srcOrd="1" destOrd="0" parTransId="{CA2502DD-461A-4ACB-A79C-5CCBBF1C8D6F}" sibTransId="{57866EB2-EEEF-45F1-8878-8937B1F9522E}"/>
    <dgm:cxn modelId="{1ABF8C51-59D2-4458-AC23-8F1C9B0793FF}" type="presOf" srcId="{F293C214-D078-405D-97F8-EE33955E4FD5}" destId="{A5C4FB22-D09D-4C7F-97C7-0E487E58F668}" srcOrd="0" destOrd="0" presId="urn:microsoft.com/office/officeart/2005/8/layout/orgChart1"/>
    <dgm:cxn modelId="{0529E755-462C-46F5-84BF-30F325EA3DCF}" type="presOf" srcId="{DCCFCC48-B44A-4305-8741-56D0E9C1B9D7}" destId="{4C6A3443-17A5-4833-A40B-A2A884330776}" srcOrd="0" destOrd="0" presId="urn:microsoft.com/office/officeart/2005/8/layout/orgChart1"/>
    <dgm:cxn modelId="{9F17F676-93D6-465D-9FDF-C9D630D7D62F}" type="presOf" srcId="{A87BF6C0-248B-44ED-8AD3-71CBE8D4113D}" destId="{19A06AD5-E4F0-4B7C-9D3A-4A14BBEF9CEA}" srcOrd="0" destOrd="0" presId="urn:microsoft.com/office/officeart/2005/8/layout/orgChart1"/>
    <dgm:cxn modelId="{0D30A378-37F6-4C7D-89F9-8916AE0E38F8}" type="presOf" srcId="{234CD666-F4A6-498E-9AC6-0C7629FBA011}" destId="{16BAAD26-5AFD-4BDA-B6C6-57B816DF487E}" srcOrd="0" destOrd="0" presId="urn:microsoft.com/office/officeart/2005/8/layout/orgChart1"/>
    <dgm:cxn modelId="{97F3FA5A-1CAA-4914-8E64-33898F317F2B}" srcId="{F293C214-D078-405D-97F8-EE33955E4FD5}" destId="{19CB8544-7D92-4D7A-9B97-1C8A33073F87}" srcOrd="2" destOrd="0" parTransId="{6D9E8D05-B564-46EA-A93D-86D6A262B65A}" sibTransId="{C64C391F-27CE-4DEC-9FA3-A34CCEB22CF0}"/>
    <dgm:cxn modelId="{44CCB57C-C35B-4587-99A4-1055E0C1BCAC}" srcId="{F293C214-D078-405D-97F8-EE33955E4FD5}" destId="{46207DF2-FDC9-413B-A1FE-C148F408F3B1}" srcOrd="1" destOrd="0" parTransId="{234CD666-F4A6-498E-9AC6-0C7629FBA011}" sibTransId="{4D937CB6-4E1D-4D80-A3A5-640F9ED37389}"/>
    <dgm:cxn modelId="{355DE47C-DF3B-4A05-B19F-67D073CEF95C}" type="presOf" srcId="{46207DF2-FDC9-413B-A1FE-C148F408F3B1}" destId="{5E574A26-C24B-4C35-871C-97520BD2642C}" srcOrd="0" destOrd="0" presId="urn:microsoft.com/office/officeart/2005/8/layout/orgChart1"/>
    <dgm:cxn modelId="{F7A15181-3D87-40AC-B2DE-ECE5817C0DE8}" srcId="{E8B239BF-F63A-4D89-B71C-FB7A4A00FC60}" destId="{DCCFCC48-B44A-4305-8741-56D0E9C1B9D7}" srcOrd="1" destOrd="0" parTransId="{6DA60FCB-B8D6-45FB-887E-8B0B96DD04AB}" sibTransId="{61B6DC22-9555-46B4-BCFB-384861E5460F}"/>
    <dgm:cxn modelId="{14CE8091-6628-49EF-B009-5F5A5F568910}" type="presOf" srcId="{89DC9BEB-EDE2-49AB-BC6C-1C8F9F441DC7}" destId="{F0A7C6CD-257D-4BE0-87D9-725BB60B5BAA}" srcOrd="1" destOrd="0" presId="urn:microsoft.com/office/officeart/2005/8/layout/orgChart1"/>
    <dgm:cxn modelId="{4788AE95-4FF6-4A83-87A8-46FB00DAFD9E}" type="presOf" srcId="{2E432497-42CB-4F2D-B630-8E0270627043}" destId="{DBE4D6FF-FC0D-4F59-987C-22CBFA428337}" srcOrd="1" destOrd="0" presId="urn:microsoft.com/office/officeart/2005/8/layout/orgChart1"/>
    <dgm:cxn modelId="{0E432A9C-D7D4-464B-8292-655619919989}" type="presOf" srcId="{19CB8544-7D92-4D7A-9B97-1C8A33073F87}" destId="{A6088960-61BA-4FE1-B9AF-98C2620CF119}" srcOrd="1" destOrd="0" presId="urn:microsoft.com/office/officeart/2005/8/layout/orgChart1"/>
    <dgm:cxn modelId="{386A39A5-4376-4D85-AC39-68DE6A2CC76B}" srcId="{E8B239BF-F63A-4D89-B71C-FB7A4A00FC60}" destId="{F4F1AAFC-A3F6-42D6-9104-FF39DB3BF312}" srcOrd="0" destOrd="0" parTransId="{4C4D169E-9286-49CD-AFE3-42B10B7B979D}" sibTransId="{4C7BD1B3-980A-4377-955D-11515F60FCE3}"/>
    <dgm:cxn modelId="{8FD83AA9-BF08-4484-8343-38FFA0E08910}" srcId="{E97B7BFC-8099-4B89-8E84-4EE6DB27CD79}" destId="{22C208A6-B91F-477B-9DC7-9B99CB0A27D6}" srcOrd="0" destOrd="0" parTransId="{28B2F4FF-A3B1-4268-BD40-5EB903220CAF}" sibTransId="{28FDB986-360E-40E5-BB1A-B2980E36D06C}"/>
    <dgm:cxn modelId="{F78C86AE-A77D-4668-AB73-16C4A1D41E4B}" srcId="{DFBDE8B9-550D-4D52-BABF-50122E069B74}" destId="{E8B239BF-F63A-4D89-B71C-FB7A4A00FC60}" srcOrd="0" destOrd="0" parTransId="{FAC0FEF8-D61B-416D-97BC-4DFA199CCA54}" sibTransId="{271FB132-BE9A-40E9-8AFB-6D9A2F544DC0}"/>
    <dgm:cxn modelId="{AF1DB8B9-25F9-46EF-BB7F-ACE89D5CB4E7}" type="presOf" srcId="{F293C214-D078-405D-97F8-EE33955E4FD5}" destId="{C1236FC4-271C-4B35-905A-9F009DA55EC6}" srcOrd="1" destOrd="0" presId="urn:microsoft.com/office/officeart/2005/8/layout/orgChart1"/>
    <dgm:cxn modelId="{179E1BBB-5DC8-41E1-AB83-030AE87F6CE4}" type="presOf" srcId="{2100C14D-F597-43A0-8C45-E34A6E73BFE9}" destId="{69833840-CA87-4131-8CC1-BC6454D3EBD2}" srcOrd="0" destOrd="0" presId="urn:microsoft.com/office/officeart/2005/8/layout/orgChart1"/>
    <dgm:cxn modelId="{898440C5-D41D-4509-B785-71CD48E4296F}" type="presOf" srcId="{28B2F4FF-A3B1-4268-BD40-5EB903220CAF}" destId="{6F01B79E-0017-4F1C-BF85-B16D5A456E6D}" srcOrd="0" destOrd="0" presId="urn:microsoft.com/office/officeart/2005/8/layout/orgChart1"/>
    <dgm:cxn modelId="{A039EAC6-28AB-4D27-A054-482FD6513A7A}" type="presOf" srcId="{E97B7BFC-8099-4B89-8E84-4EE6DB27CD79}" destId="{D9AC81AD-95A3-4DC4-BB9D-EB57BC8ACFF2}" srcOrd="1" destOrd="0" presId="urn:microsoft.com/office/officeart/2005/8/layout/orgChart1"/>
    <dgm:cxn modelId="{E285F5CA-598F-4DA3-B2CF-8F0815EBB9FA}" type="presOf" srcId="{6DA60FCB-B8D6-45FB-887E-8B0B96DD04AB}" destId="{5937BF4A-EE47-4795-9077-FF0BF307F0C2}" srcOrd="0" destOrd="0" presId="urn:microsoft.com/office/officeart/2005/8/layout/orgChart1"/>
    <dgm:cxn modelId="{B36C8DCD-0414-4F40-9F4D-E48CB618745B}" type="presOf" srcId="{CA2502DD-461A-4ACB-A79C-5CCBBF1C8D6F}" destId="{59A1F2DD-5656-4F28-B130-B704E31CB40A}" srcOrd="0" destOrd="0" presId="urn:microsoft.com/office/officeart/2005/8/layout/orgChart1"/>
    <dgm:cxn modelId="{D8F062D4-7877-4F6E-8ABF-436C245FA7FF}" type="presOf" srcId="{4C4D169E-9286-49CD-AFE3-42B10B7B979D}" destId="{B524E19D-E309-4332-B5D4-D61DF02E0139}" srcOrd="0" destOrd="0" presId="urn:microsoft.com/office/officeart/2005/8/layout/orgChart1"/>
    <dgm:cxn modelId="{64BBC3D9-EDBD-4754-97F2-5F12B26CA86A}" type="presOf" srcId="{89DC9BEB-EDE2-49AB-BC6C-1C8F9F441DC7}" destId="{1E3B39D5-DD3E-4F30-9E53-7B509FF4843C}" srcOrd="0" destOrd="0" presId="urn:microsoft.com/office/officeart/2005/8/layout/orgChart1"/>
    <dgm:cxn modelId="{F2BBC1DB-D2E0-487E-8078-2DB3BD78256C}" type="presOf" srcId="{6D9E8D05-B564-46EA-A93D-86D6A262B65A}" destId="{344F784D-F91E-4C4C-A5FE-58FA57BD4866}" srcOrd="0" destOrd="0" presId="urn:microsoft.com/office/officeart/2005/8/layout/orgChart1"/>
    <dgm:cxn modelId="{A1DE6EE0-117F-400A-8D51-2B4077DFB713}" type="presOf" srcId="{19CB8544-7D92-4D7A-9B97-1C8A33073F87}" destId="{7DAC83BD-F21C-4EBB-B118-46C435BA4BD2}" srcOrd="0" destOrd="0" presId="urn:microsoft.com/office/officeart/2005/8/layout/orgChart1"/>
    <dgm:cxn modelId="{5CA6B6F3-9A39-4444-A2EE-C155A15CE106}" type="presOf" srcId="{DCCFCC48-B44A-4305-8741-56D0E9C1B9D7}" destId="{C48CD5DC-CC55-46EA-9157-C436E9F741B7}" srcOrd="1" destOrd="0" presId="urn:microsoft.com/office/officeart/2005/8/layout/orgChart1"/>
    <dgm:cxn modelId="{5691ADF4-371B-4312-86E4-282039531EC8}" srcId="{F4F1AAFC-A3F6-42D6-9104-FF39DB3BF312}" destId="{F293C214-D078-405D-97F8-EE33955E4FD5}" srcOrd="0" destOrd="0" parTransId="{2100C14D-F597-43A0-8C45-E34A6E73BFE9}" sibTransId="{CD57FFCE-29A9-4269-BC92-D6558FD9DFEF}"/>
    <dgm:cxn modelId="{3408A3FF-F98C-4473-B6E2-DDDBAED2C0FA}" type="presOf" srcId="{2E432497-42CB-4F2D-B630-8E0270627043}" destId="{DF7A9734-E1B3-41D6-AEAD-FBF05133C09F}" srcOrd="0" destOrd="0" presId="urn:microsoft.com/office/officeart/2005/8/layout/orgChart1"/>
    <dgm:cxn modelId="{D3AB7899-ADED-4450-B81D-9284CB453644}" type="presParOf" srcId="{25BD0A79-1F32-4AAD-B428-D802AD0239FE}" destId="{1F1E20FF-DC6A-4DC0-B2EC-7B5B0DAD0937}" srcOrd="0" destOrd="0" presId="urn:microsoft.com/office/officeart/2005/8/layout/orgChart1"/>
    <dgm:cxn modelId="{C47029BD-4618-4B94-B3A1-C5608985E05B}" type="presParOf" srcId="{1F1E20FF-DC6A-4DC0-B2EC-7B5B0DAD0937}" destId="{6575CE95-D8CC-49BC-A627-44457F6DF7DB}" srcOrd="0" destOrd="0" presId="urn:microsoft.com/office/officeart/2005/8/layout/orgChart1"/>
    <dgm:cxn modelId="{7AF33238-47CC-4536-9A02-B8EA7F01618E}" type="presParOf" srcId="{6575CE95-D8CC-49BC-A627-44457F6DF7DB}" destId="{0C47CFBA-88B8-4F56-992F-A4E59072B624}" srcOrd="0" destOrd="0" presId="urn:microsoft.com/office/officeart/2005/8/layout/orgChart1"/>
    <dgm:cxn modelId="{6C0C4200-3D9C-4D54-89DB-0792789B3404}" type="presParOf" srcId="{6575CE95-D8CC-49BC-A627-44457F6DF7DB}" destId="{B53A53B2-89E0-495E-BBA8-9F8E2E5360F8}" srcOrd="1" destOrd="0" presId="urn:microsoft.com/office/officeart/2005/8/layout/orgChart1"/>
    <dgm:cxn modelId="{6FD846BB-E00E-4E1E-B64D-AD583A3338A0}" type="presParOf" srcId="{1F1E20FF-DC6A-4DC0-B2EC-7B5B0DAD0937}" destId="{5BE0A11C-AE22-4178-83F8-844F87F25041}" srcOrd="1" destOrd="0" presId="urn:microsoft.com/office/officeart/2005/8/layout/orgChart1"/>
    <dgm:cxn modelId="{CB86CAEA-877D-4F1A-BDCC-95F54683F006}" type="presParOf" srcId="{5BE0A11C-AE22-4178-83F8-844F87F25041}" destId="{B524E19D-E309-4332-B5D4-D61DF02E0139}" srcOrd="0" destOrd="0" presId="urn:microsoft.com/office/officeart/2005/8/layout/orgChart1"/>
    <dgm:cxn modelId="{2B57FE8C-1547-4B4D-88EA-4D14697BE086}" type="presParOf" srcId="{5BE0A11C-AE22-4178-83F8-844F87F25041}" destId="{6A93014A-F551-41E4-A8A3-BCF7482B0953}" srcOrd="1" destOrd="0" presId="urn:microsoft.com/office/officeart/2005/8/layout/orgChart1"/>
    <dgm:cxn modelId="{82CD71B4-636B-44D0-805F-DDAE06422DAD}" type="presParOf" srcId="{6A93014A-F551-41E4-A8A3-BCF7482B0953}" destId="{43A4AC10-627C-46F5-851A-0C6F820FD98D}" srcOrd="0" destOrd="0" presId="urn:microsoft.com/office/officeart/2005/8/layout/orgChart1"/>
    <dgm:cxn modelId="{F78CFE7D-E64F-4CD7-B307-7BB3386801C0}" type="presParOf" srcId="{43A4AC10-627C-46F5-851A-0C6F820FD98D}" destId="{00BCCF13-1B06-40E9-B22B-4F43FA9BC7C5}" srcOrd="0" destOrd="0" presId="urn:microsoft.com/office/officeart/2005/8/layout/orgChart1"/>
    <dgm:cxn modelId="{F45372C3-11F4-4DF0-A09D-59E60D0619F4}" type="presParOf" srcId="{43A4AC10-627C-46F5-851A-0C6F820FD98D}" destId="{6F395964-0ED6-4ACB-BA0F-CCE5688CAED6}" srcOrd="1" destOrd="0" presId="urn:microsoft.com/office/officeart/2005/8/layout/orgChart1"/>
    <dgm:cxn modelId="{C35332A9-F4B4-4249-94A1-22562A389BF4}" type="presParOf" srcId="{6A93014A-F551-41E4-A8A3-BCF7482B0953}" destId="{6B258997-A41F-44C1-8CF1-36E6479FA5E3}" srcOrd="1" destOrd="0" presId="urn:microsoft.com/office/officeart/2005/8/layout/orgChart1"/>
    <dgm:cxn modelId="{326B87DF-BDFA-4BA2-A87A-9892F583FC3A}" type="presParOf" srcId="{6B258997-A41F-44C1-8CF1-36E6479FA5E3}" destId="{69833840-CA87-4131-8CC1-BC6454D3EBD2}" srcOrd="0" destOrd="0" presId="urn:microsoft.com/office/officeart/2005/8/layout/orgChart1"/>
    <dgm:cxn modelId="{69AE0965-2B3F-47CB-9739-D5D91C954670}" type="presParOf" srcId="{6B258997-A41F-44C1-8CF1-36E6479FA5E3}" destId="{5704D6F6-F30A-4DCF-B8CD-D87461A23BF2}" srcOrd="1" destOrd="0" presId="urn:microsoft.com/office/officeart/2005/8/layout/orgChart1"/>
    <dgm:cxn modelId="{2EA10EB4-73D4-462C-94B5-B4E7F0363580}" type="presParOf" srcId="{5704D6F6-F30A-4DCF-B8CD-D87461A23BF2}" destId="{64CD2334-4F90-457E-ACB8-18A47BDEDC1A}" srcOrd="0" destOrd="0" presId="urn:microsoft.com/office/officeart/2005/8/layout/orgChart1"/>
    <dgm:cxn modelId="{8CACA988-57A9-4C99-BBB3-FB136874533D}" type="presParOf" srcId="{64CD2334-4F90-457E-ACB8-18A47BDEDC1A}" destId="{A5C4FB22-D09D-4C7F-97C7-0E487E58F668}" srcOrd="0" destOrd="0" presId="urn:microsoft.com/office/officeart/2005/8/layout/orgChart1"/>
    <dgm:cxn modelId="{FD5C0D22-E1C4-431A-9559-21B14899AB1F}" type="presParOf" srcId="{64CD2334-4F90-457E-ACB8-18A47BDEDC1A}" destId="{C1236FC4-271C-4B35-905A-9F009DA55EC6}" srcOrd="1" destOrd="0" presId="urn:microsoft.com/office/officeart/2005/8/layout/orgChart1"/>
    <dgm:cxn modelId="{1EBC4C5C-A543-425E-BF87-8A8C743114D6}" type="presParOf" srcId="{5704D6F6-F30A-4DCF-B8CD-D87461A23BF2}" destId="{1C89D4AA-0DAE-4572-B9D6-224697885961}" srcOrd="1" destOrd="0" presId="urn:microsoft.com/office/officeart/2005/8/layout/orgChart1"/>
    <dgm:cxn modelId="{155FA717-DD38-4977-B326-5415B57FD370}" type="presParOf" srcId="{1C89D4AA-0DAE-4572-B9D6-224697885961}" destId="{19A06AD5-E4F0-4B7C-9D3A-4A14BBEF9CEA}" srcOrd="0" destOrd="0" presId="urn:microsoft.com/office/officeart/2005/8/layout/orgChart1"/>
    <dgm:cxn modelId="{47F95B6F-6A83-4A74-AAC5-EEB96448FBA8}" type="presParOf" srcId="{1C89D4AA-0DAE-4572-B9D6-224697885961}" destId="{21688C4A-7A86-41E1-A770-EC53449F9F6B}" srcOrd="1" destOrd="0" presId="urn:microsoft.com/office/officeart/2005/8/layout/orgChart1"/>
    <dgm:cxn modelId="{157D8936-9C08-4E2F-BA79-74BEC9B8BB71}" type="presParOf" srcId="{21688C4A-7A86-41E1-A770-EC53449F9F6B}" destId="{EA3CEF9E-BBDE-4E23-A7EF-BF313927F679}" srcOrd="0" destOrd="0" presId="urn:microsoft.com/office/officeart/2005/8/layout/orgChart1"/>
    <dgm:cxn modelId="{6A334420-3B46-4081-9843-1B7BCAAB5A47}" type="presParOf" srcId="{EA3CEF9E-BBDE-4E23-A7EF-BF313927F679}" destId="{DF7A9734-E1B3-41D6-AEAD-FBF05133C09F}" srcOrd="0" destOrd="0" presId="urn:microsoft.com/office/officeart/2005/8/layout/orgChart1"/>
    <dgm:cxn modelId="{5E27750A-9057-4443-A497-D40EB2A2346A}" type="presParOf" srcId="{EA3CEF9E-BBDE-4E23-A7EF-BF313927F679}" destId="{DBE4D6FF-FC0D-4F59-987C-22CBFA428337}" srcOrd="1" destOrd="0" presId="urn:microsoft.com/office/officeart/2005/8/layout/orgChart1"/>
    <dgm:cxn modelId="{E544937E-DFE5-4FD5-8213-DB08F635AC52}" type="presParOf" srcId="{21688C4A-7A86-41E1-A770-EC53449F9F6B}" destId="{70D9163E-BB6B-4D5D-9B11-712E70945AFA}" srcOrd="1" destOrd="0" presId="urn:microsoft.com/office/officeart/2005/8/layout/orgChart1"/>
    <dgm:cxn modelId="{5B5EFA28-73E0-454B-8523-053F5E216BED}" type="presParOf" srcId="{21688C4A-7A86-41E1-A770-EC53449F9F6B}" destId="{6C811E8A-DDD8-430A-8372-8DBDFA02A1DB}" srcOrd="2" destOrd="0" presId="urn:microsoft.com/office/officeart/2005/8/layout/orgChart1"/>
    <dgm:cxn modelId="{78EC1E4B-AE99-473E-B815-FB974BE3B114}" type="presParOf" srcId="{1C89D4AA-0DAE-4572-B9D6-224697885961}" destId="{16BAAD26-5AFD-4BDA-B6C6-57B816DF487E}" srcOrd="2" destOrd="0" presId="urn:microsoft.com/office/officeart/2005/8/layout/orgChart1"/>
    <dgm:cxn modelId="{6AEAB787-6A74-4557-9A3E-3C1099DF41AC}" type="presParOf" srcId="{1C89D4AA-0DAE-4572-B9D6-224697885961}" destId="{10A7F7B9-7AA9-45EB-8AD5-ED3414FBBF3B}" srcOrd="3" destOrd="0" presId="urn:microsoft.com/office/officeart/2005/8/layout/orgChart1"/>
    <dgm:cxn modelId="{C308CE19-187B-4631-A0E5-E993432786BE}" type="presParOf" srcId="{10A7F7B9-7AA9-45EB-8AD5-ED3414FBBF3B}" destId="{18DB17F9-AD1E-44AA-A7F5-7AABBA0167C4}" srcOrd="0" destOrd="0" presId="urn:microsoft.com/office/officeart/2005/8/layout/orgChart1"/>
    <dgm:cxn modelId="{2A3B4A40-B9CC-4ED1-8938-1F26EF5EFBE1}" type="presParOf" srcId="{18DB17F9-AD1E-44AA-A7F5-7AABBA0167C4}" destId="{5E574A26-C24B-4C35-871C-97520BD2642C}" srcOrd="0" destOrd="0" presId="urn:microsoft.com/office/officeart/2005/8/layout/orgChart1"/>
    <dgm:cxn modelId="{06E4B0AD-BF3E-4338-9210-4137CC581990}" type="presParOf" srcId="{18DB17F9-AD1E-44AA-A7F5-7AABBA0167C4}" destId="{F9431FC1-1341-49C4-830E-32D265E6DC48}" srcOrd="1" destOrd="0" presId="urn:microsoft.com/office/officeart/2005/8/layout/orgChart1"/>
    <dgm:cxn modelId="{001F45B4-044A-485C-A63C-F9509D33B023}" type="presParOf" srcId="{10A7F7B9-7AA9-45EB-8AD5-ED3414FBBF3B}" destId="{54F5BF25-EBB4-4E2C-B628-3C76BF9336CD}" srcOrd="1" destOrd="0" presId="urn:microsoft.com/office/officeart/2005/8/layout/orgChart1"/>
    <dgm:cxn modelId="{635B5E87-4C9C-4A1F-A010-597242621A00}" type="presParOf" srcId="{10A7F7B9-7AA9-45EB-8AD5-ED3414FBBF3B}" destId="{A27C5799-F4DA-4125-84D0-F44121918509}" srcOrd="2" destOrd="0" presId="urn:microsoft.com/office/officeart/2005/8/layout/orgChart1"/>
    <dgm:cxn modelId="{694AF8E2-BFE1-4E8B-9189-AA26C7A60430}" type="presParOf" srcId="{1C89D4AA-0DAE-4572-B9D6-224697885961}" destId="{344F784D-F91E-4C4C-A5FE-58FA57BD4866}" srcOrd="4" destOrd="0" presId="urn:microsoft.com/office/officeart/2005/8/layout/orgChart1"/>
    <dgm:cxn modelId="{CB4E1278-6BA0-4391-8B6E-07873EDC765B}" type="presParOf" srcId="{1C89D4AA-0DAE-4572-B9D6-224697885961}" destId="{1D8F983D-9D49-4207-B70F-A8DF8324A3CD}" srcOrd="5" destOrd="0" presId="urn:microsoft.com/office/officeart/2005/8/layout/orgChart1"/>
    <dgm:cxn modelId="{1440E0D1-E8B7-491E-9823-13752CA2541E}" type="presParOf" srcId="{1D8F983D-9D49-4207-B70F-A8DF8324A3CD}" destId="{C51A8639-FC32-4BB4-BFA4-79CAD5D72622}" srcOrd="0" destOrd="0" presId="urn:microsoft.com/office/officeart/2005/8/layout/orgChart1"/>
    <dgm:cxn modelId="{A50CABB6-4157-443C-8AFC-855FC08A85DF}" type="presParOf" srcId="{C51A8639-FC32-4BB4-BFA4-79CAD5D72622}" destId="{7DAC83BD-F21C-4EBB-B118-46C435BA4BD2}" srcOrd="0" destOrd="0" presId="urn:microsoft.com/office/officeart/2005/8/layout/orgChart1"/>
    <dgm:cxn modelId="{8EECFAF2-6B6A-4EBC-BFAF-3D86B5C5363D}" type="presParOf" srcId="{C51A8639-FC32-4BB4-BFA4-79CAD5D72622}" destId="{A6088960-61BA-4FE1-B9AF-98C2620CF119}" srcOrd="1" destOrd="0" presId="urn:microsoft.com/office/officeart/2005/8/layout/orgChart1"/>
    <dgm:cxn modelId="{7AB2C72A-E19F-47AD-BC2D-136FBCC6546A}" type="presParOf" srcId="{1D8F983D-9D49-4207-B70F-A8DF8324A3CD}" destId="{93D8FCFE-4F5C-472D-BB72-4A57CD069C3D}" srcOrd="1" destOrd="0" presId="urn:microsoft.com/office/officeart/2005/8/layout/orgChart1"/>
    <dgm:cxn modelId="{92D2BBB9-8B6F-41C8-A0B7-B3A422254975}" type="presParOf" srcId="{1D8F983D-9D49-4207-B70F-A8DF8324A3CD}" destId="{184A5688-FC85-4E28-B979-24667C5013A9}" srcOrd="2" destOrd="0" presId="urn:microsoft.com/office/officeart/2005/8/layout/orgChart1"/>
    <dgm:cxn modelId="{2F3237CE-54FE-4B7D-80E3-290AC266F7D2}" type="presParOf" srcId="{5704D6F6-F30A-4DCF-B8CD-D87461A23BF2}" destId="{9508A8C0-E60C-4224-B5FA-279102608BC0}" srcOrd="2" destOrd="0" presId="urn:microsoft.com/office/officeart/2005/8/layout/orgChart1"/>
    <dgm:cxn modelId="{2BF17F13-9C94-4B07-B59A-B74408F37E36}" type="presParOf" srcId="{6B258997-A41F-44C1-8CF1-36E6479FA5E3}" destId="{59A1F2DD-5656-4F28-B130-B704E31CB40A}" srcOrd="2" destOrd="0" presId="urn:microsoft.com/office/officeart/2005/8/layout/orgChart1"/>
    <dgm:cxn modelId="{009EBA38-42DB-48CE-9002-C80D51D64AE0}" type="presParOf" srcId="{6B258997-A41F-44C1-8CF1-36E6479FA5E3}" destId="{5057FA51-3FD1-466C-B641-5D69F267D8D6}" srcOrd="3" destOrd="0" presId="urn:microsoft.com/office/officeart/2005/8/layout/orgChart1"/>
    <dgm:cxn modelId="{9805AC96-A664-44E4-A017-B4B27FB64CD1}" type="presParOf" srcId="{5057FA51-3FD1-466C-B641-5D69F267D8D6}" destId="{2596ECE3-F5DB-46F8-A18F-F8A46EBA038E}" srcOrd="0" destOrd="0" presId="urn:microsoft.com/office/officeart/2005/8/layout/orgChart1"/>
    <dgm:cxn modelId="{06501E16-9BC8-482E-B594-CD0C74A5787F}" type="presParOf" srcId="{2596ECE3-F5DB-46F8-A18F-F8A46EBA038E}" destId="{985036BD-E970-4047-B7F3-1660303EA5BD}" srcOrd="0" destOrd="0" presId="urn:microsoft.com/office/officeart/2005/8/layout/orgChart1"/>
    <dgm:cxn modelId="{C9B64836-E0DE-4354-87F7-199EA358DD07}" type="presParOf" srcId="{2596ECE3-F5DB-46F8-A18F-F8A46EBA038E}" destId="{D9AC81AD-95A3-4DC4-BB9D-EB57BC8ACFF2}" srcOrd="1" destOrd="0" presId="urn:microsoft.com/office/officeart/2005/8/layout/orgChart1"/>
    <dgm:cxn modelId="{318DD936-E649-496F-8907-731356FE54E6}" type="presParOf" srcId="{5057FA51-3FD1-466C-B641-5D69F267D8D6}" destId="{2B2E6D87-FEE3-4881-B659-4B1DF09FD9E3}" srcOrd="1" destOrd="0" presId="urn:microsoft.com/office/officeart/2005/8/layout/orgChart1"/>
    <dgm:cxn modelId="{AEBBF12B-6775-4054-A685-E3CD86D7516D}" type="presParOf" srcId="{2B2E6D87-FEE3-4881-B659-4B1DF09FD9E3}" destId="{6F01B79E-0017-4F1C-BF85-B16D5A456E6D}" srcOrd="0" destOrd="0" presId="urn:microsoft.com/office/officeart/2005/8/layout/orgChart1"/>
    <dgm:cxn modelId="{D9F3FFA9-32D6-45CD-8DAB-CE8D20190FC3}" type="presParOf" srcId="{2B2E6D87-FEE3-4881-B659-4B1DF09FD9E3}" destId="{D1CA440C-2196-4826-A090-46A9123A866B}" srcOrd="1" destOrd="0" presId="urn:microsoft.com/office/officeart/2005/8/layout/orgChart1"/>
    <dgm:cxn modelId="{142EBA85-F012-4427-A7C5-D97D8619287D}" type="presParOf" srcId="{D1CA440C-2196-4826-A090-46A9123A866B}" destId="{1297D0CA-78FB-4035-880A-F3F598B50B70}" srcOrd="0" destOrd="0" presId="urn:microsoft.com/office/officeart/2005/8/layout/orgChart1"/>
    <dgm:cxn modelId="{15ACAC54-0857-4E0C-9BF5-C447177C92F2}" type="presParOf" srcId="{1297D0CA-78FB-4035-880A-F3F598B50B70}" destId="{E33BB72C-2710-49A8-BDF1-77F87193FD96}" srcOrd="0" destOrd="0" presId="urn:microsoft.com/office/officeart/2005/8/layout/orgChart1"/>
    <dgm:cxn modelId="{75A5B7F4-1A7D-4EF4-B79E-8B2B3FF6AE7A}" type="presParOf" srcId="{1297D0CA-78FB-4035-880A-F3F598B50B70}" destId="{06C0C273-506A-41EC-957F-C5C9C8AB75F5}" srcOrd="1" destOrd="0" presId="urn:microsoft.com/office/officeart/2005/8/layout/orgChart1"/>
    <dgm:cxn modelId="{2941D35D-FEE3-4F1B-B468-D1F1E665671B}" type="presParOf" srcId="{D1CA440C-2196-4826-A090-46A9123A866B}" destId="{B6BA7411-E9C7-4F34-97C8-5E01E48D489A}" srcOrd="1" destOrd="0" presId="urn:microsoft.com/office/officeart/2005/8/layout/orgChart1"/>
    <dgm:cxn modelId="{0FCE6ABF-4039-49C0-969C-D8CA068C6C6C}" type="presParOf" srcId="{D1CA440C-2196-4826-A090-46A9123A866B}" destId="{FEB45101-CF4D-4D93-9379-1290030CAC5A}" srcOrd="2" destOrd="0" presId="urn:microsoft.com/office/officeart/2005/8/layout/orgChart1"/>
    <dgm:cxn modelId="{6568902A-28F4-4F15-8CF6-048477EFE82F}" type="presParOf" srcId="{5057FA51-3FD1-466C-B641-5D69F267D8D6}" destId="{6346FE46-3344-4B13-9391-530ADDC88A66}" srcOrd="2" destOrd="0" presId="urn:microsoft.com/office/officeart/2005/8/layout/orgChart1"/>
    <dgm:cxn modelId="{B880D28F-12C7-423C-9C13-635F3958A72D}" type="presParOf" srcId="{6A93014A-F551-41E4-A8A3-BCF7482B0953}" destId="{F9E962C0-97F4-41A9-B13C-E895F9B4A4B4}" srcOrd="2" destOrd="0" presId="urn:microsoft.com/office/officeart/2005/8/layout/orgChart1"/>
    <dgm:cxn modelId="{1B3116DC-CCD2-4879-B012-BDDB6EDA09C5}" type="presParOf" srcId="{5BE0A11C-AE22-4178-83F8-844F87F25041}" destId="{5937BF4A-EE47-4795-9077-FF0BF307F0C2}" srcOrd="2" destOrd="0" presId="urn:microsoft.com/office/officeart/2005/8/layout/orgChart1"/>
    <dgm:cxn modelId="{364F3720-82E5-4461-B7BA-602F109C354F}" type="presParOf" srcId="{5BE0A11C-AE22-4178-83F8-844F87F25041}" destId="{7E20BE70-CCD9-406B-812A-BF7CE57376DE}" srcOrd="3" destOrd="0" presId="urn:microsoft.com/office/officeart/2005/8/layout/orgChart1"/>
    <dgm:cxn modelId="{19291ECD-2650-47D6-A8DB-7AA54959B7A2}" type="presParOf" srcId="{7E20BE70-CCD9-406B-812A-BF7CE57376DE}" destId="{94293B0D-9AFB-44CF-9C35-A0CC55575059}" srcOrd="0" destOrd="0" presId="urn:microsoft.com/office/officeart/2005/8/layout/orgChart1"/>
    <dgm:cxn modelId="{29812C89-0306-45CB-A71D-D818F6265C88}" type="presParOf" srcId="{94293B0D-9AFB-44CF-9C35-A0CC55575059}" destId="{4C6A3443-17A5-4833-A40B-A2A884330776}" srcOrd="0" destOrd="0" presId="urn:microsoft.com/office/officeart/2005/8/layout/orgChart1"/>
    <dgm:cxn modelId="{D9639DA5-2BD4-4C09-8B52-82F17AD1A3EA}" type="presParOf" srcId="{94293B0D-9AFB-44CF-9C35-A0CC55575059}" destId="{C48CD5DC-CC55-46EA-9157-C436E9F741B7}" srcOrd="1" destOrd="0" presId="urn:microsoft.com/office/officeart/2005/8/layout/orgChart1"/>
    <dgm:cxn modelId="{17881B21-4149-40D4-ADDD-A16AA3ECC896}" type="presParOf" srcId="{7E20BE70-CCD9-406B-812A-BF7CE57376DE}" destId="{15A29B72-7AC4-47F9-9B74-6735A4463268}" srcOrd="1" destOrd="0" presId="urn:microsoft.com/office/officeart/2005/8/layout/orgChart1"/>
    <dgm:cxn modelId="{B8308008-6645-42DC-980A-0D6F9690AF55}" type="presParOf" srcId="{15A29B72-7AC4-47F9-9B74-6735A4463268}" destId="{95B5155B-B8C5-40BE-A16D-5803D0522601}" srcOrd="0" destOrd="0" presId="urn:microsoft.com/office/officeart/2005/8/layout/orgChart1"/>
    <dgm:cxn modelId="{DA4C0C82-E3A3-416C-9962-7AA8FBD529A3}" type="presParOf" srcId="{15A29B72-7AC4-47F9-9B74-6735A4463268}" destId="{96DF44D9-4FBE-4C1C-A5B2-34656A1AEF7A}" srcOrd="1" destOrd="0" presId="urn:microsoft.com/office/officeart/2005/8/layout/orgChart1"/>
    <dgm:cxn modelId="{3EDA2DBF-1CFF-42D4-B76B-C36B9097193C}" type="presParOf" srcId="{96DF44D9-4FBE-4C1C-A5B2-34656A1AEF7A}" destId="{7CAA581E-3B9B-47A1-B530-7636E282041D}" srcOrd="0" destOrd="0" presId="urn:microsoft.com/office/officeart/2005/8/layout/orgChart1"/>
    <dgm:cxn modelId="{E501360A-FF4E-4697-AE83-A3367E36A867}" type="presParOf" srcId="{7CAA581E-3B9B-47A1-B530-7636E282041D}" destId="{1E3B39D5-DD3E-4F30-9E53-7B509FF4843C}" srcOrd="0" destOrd="0" presId="urn:microsoft.com/office/officeart/2005/8/layout/orgChart1"/>
    <dgm:cxn modelId="{766E639B-CE74-4032-96C8-7D99DBE9C7EE}" type="presParOf" srcId="{7CAA581E-3B9B-47A1-B530-7636E282041D}" destId="{F0A7C6CD-257D-4BE0-87D9-725BB60B5BAA}" srcOrd="1" destOrd="0" presId="urn:microsoft.com/office/officeart/2005/8/layout/orgChart1"/>
    <dgm:cxn modelId="{34FC109B-19D2-4FB4-AEC5-BC5968136E0A}" type="presParOf" srcId="{96DF44D9-4FBE-4C1C-A5B2-34656A1AEF7A}" destId="{AB96F5A3-A4D2-43F8-AB3E-6B7E4A6DD214}" srcOrd="1" destOrd="0" presId="urn:microsoft.com/office/officeart/2005/8/layout/orgChart1"/>
    <dgm:cxn modelId="{8BEC6051-B5E7-4224-BF53-32CF0A4D5B21}" type="presParOf" srcId="{96DF44D9-4FBE-4C1C-A5B2-34656A1AEF7A}" destId="{35D3CB2D-AAD9-40CF-8C97-D7B848DB3BD0}" srcOrd="2" destOrd="0" presId="urn:microsoft.com/office/officeart/2005/8/layout/orgChart1"/>
    <dgm:cxn modelId="{2A71776F-7B63-424A-9B20-CD5F85352DCC}" type="presParOf" srcId="{7E20BE70-CCD9-406B-812A-BF7CE57376DE}" destId="{7E618E6C-BF03-4A0B-8C07-9AA4ACB34FF8}" srcOrd="2" destOrd="0" presId="urn:microsoft.com/office/officeart/2005/8/layout/orgChart1"/>
    <dgm:cxn modelId="{04262B0A-296C-4954-A196-F5B8DF9A54D1}" type="presParOf" srcId="{1F1E20FF-DC6A-4DC0-B2EC-7B5B0DAD0937}" destId="{FEA4B9CB-2545-4C82-A9AC-394DE1751DFF}" srcOrd="2" destOrd="0" presId="urn:microsoft.com/office/officeart/2005/8/layout/orgChart1"/>
  </dgm:cxnLst>
  <dgm:bg>
    <a:effectLst>
      <a:softEdge rad="0"/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5155B-B8C5-40BE-A16D-5803D0522601}">
      <dsp:nvSpPr>
        <dsp:cNvPr id="0" name=""/>
        <dsp:cNvSpPr/>
      </dsp:nvSpPr>
      <dsp:spPr>
        <a:xfrm>
          <a:off x="4419927" y="1606517"/>
          <a:ext cx="198961" cy="610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0148"/>
              </a:lnTo>
              <a:lnTo>
                <a:pt x="198961" y="61014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37BF4A-EE47-4795-9077-FF0BF307F0C2}">
      <dsp:nvSpPr>
        <dsp:cNvPr id="0" name=""/>
        <dsp:cNvSpPr/>
      </dsp:nvSpPr>
      <dsp:spPr>
        <a:xfrm>
          <a:off x="3912576" y="664766"/>
          <a:ext cx="1037915" cy="278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272"/>
              </a:lnTo>
              <a:lnTo>
                <a:pt x="1037915" y="139272"/>
              </a:lnTo>
              <a:lnTo>
                <a:pt x="1037915" y="27854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01B79E-0017-4F1C-BF85-B16D5A456E6D}">
      <dsp:nvSpPr>
        <dsp:cNvPr id="0" name=""/>
        <dsp:cNvSpPr/>
      </dsp:nvSpPr>
      <dsp:spPr>
        <a:xfrm>
          <a:off x="3146574" y="2548268"/>
          <a:ext cx="198961" cy="610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0148"/>
              </a:lnTo>
              <a:lnTo>
                <a:pt x="198961" y="61014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A1F2DD-5656-4F28-B130-B704E31CB40A}">
      <dsp:nvSpPr>
        <dsp:cNvPr id="0" name=""/>
        <dsp:cNvSpPr/>
      </dsp:nvSpPr>
      <dsp:spPr>
        <a:xfrm>
          <a:off x="2874660" y="1606517"/>
          <a:ext cx="802477" cy="278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272"/>
              </a:lnTo>
              <a:lnTo>
                <a:pt x="802477" y="139272"/>
              </a:lnTo>
              <a:lnTo>
                <a:pt x="802477" y="27854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4F784D-F91E-4C4C-A5FE-58FA57BD4866}">
      <dsp:nvSpPr>
        <dsp:cNvPr id="0" name=""/>
        <dsp:cNvSpPr/>
      </dsp:nvSpPr>
      <dsp:spPr>
        <a:xfrm>
          <a:off x="1541619" y="2548268"/>
          <a:ext cx="198961" cy="2493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3649"/>
              </a:lnTo>
              <a:lnTo>
                <a:pt x="198961" y="249364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BAAD26-5AFD-4BDA-B6C6-57B816DF487E}">
      <dsp:nvSpPr>
        <dsp:cNvPr id="0" name=""/>
        <dsp:cNvSpPr/>
      </dsp:nvSpPr>
      <dsp:spPr>
        <a:xfrm>
          <a:off x="1541619" y="2548268"/>
          <a:ext cx="198961" cy="15518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898"/>
              </a:lnTo>
              <a:lnTo>
                <a:pt x="198961" y="155189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A06AD5-E4F0-4B7C-9D3A-4A14BBEF9CEA}">
      <dsp:nvSpPr>
        <dsp:cNvPr id="0" name=""/>
        <dsp:cNvSpPr/>
      </dsp:nvSpPr>
      <dsp:spPr>
        <a:xfrm>
          <a:off x="1541619" y="2548268"/>
          <a:ext cx="198961" cy="610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0148"/>
              </a:lnTo>
              <a:lnTo>
                <a:pt x="198961" y="61014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833840-CA87-4131-8CC1-BC6454D3EBD2}">
      <dsp:nvSpPr>
        <dsp:cNvPr id="0" name=""/>
        <dsp:cNvSpPr/>
      </dsp:nvSpPr>
      <dsp:spPr>
        <a:xfrm>
          <a:off x="2072183" y="1606517"/>
          <a:ext cx="802477" cy="278545"/>
        </a:xfrm>
        <a:custGeom>
          <a:avLst/>
          <a:gdLst/>
          <a:ahLst/>
          <a:cxnLst/>
          <a:rect l="0" t="0" r="0" b="0"/>
          <a:pathLst>
            <a:path>
              <a:moveTo>
                <a:pt x="802477" y="0"/>
              </a:moveTo>
              <a:lnTo>
                <a:pt x="802477" y="139272"/>
              </a:lnTo>
              <a:lnTo>
                <a:pt x="0" y="139272"/>
              </a:lnTo>
              <a:lnTo>
                <a:pt x="0" y="27854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24E19D-E309-4332-B5D4-D61DF02E0139}">
      <dsp:nvSpPr>
        <dsp:cNvPr id="0" name=""/>
        <dsp:cNvSpPr/>
      </dsp:nvSpPr>
      <dsp:spPr>
        <a:xfrm>
          <a:off x="2874660" y="664766"/>
          <a:ext cx="1037915" cy="278545"/>
        </a:xfrm>
        <a:custGeom>
          <a:avLst/>
          <a:gdLst/>
          <a:ahLst/>
          <a:cxnLst/>
          <a:rect l="0" t="0" r="0" b="0"/>
          <a:pathLst>
            <a:path>
              <a:moveTo>
                <a:pt x="1037915" y="0"/>
              </a:moveTo>
              <a:lnTo>
                <a:pt x="1037915" y="139272"/>
              </a:lnTo>
              <a:lnTo>
                <a:pt x="0" y="139272"/>
              </a:lnTo>
              <a:lnTo>
                <a:pt x="0" y="27854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47CFBA-88B8-4F56-992F-A4E59072B624}">
      <dsp:nvSpPr>
        <dsp:cNvPr id="0" name=""/>
        <dsp:cNvSpPr/>
      </dsp:nvSpPr>
      <dsp:spPr>
        <a:xfrm>
          <a:off x="3377834" y="1562"/>
          <a:ext cx="1069483" cy="66320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Event Insight</a:t>
          </a:r>
        </a:p>
      </dsp:txBody>
      <dsp:txXfrm>
        <a:off x="3377834" y="1562"/>
        <a:ext cx="1069483" cy="663204"/>
      </dsp:txXfrm>
    </dsp:sp>
    <dsp:sp modelId="{00BCCF13-1B06-40E9-B22B-4F43FA9BC7C5}">
      <dsp:nvSpPr>
        <dsp:cNvPr id="0" name=""/>
        <dsp:cNvSpPr/>
      </dsp:nvSpPr>
      <dsp:spPr>
        <a:xfrm>
          <a:off x="2211456" y="943312"/>
          <a:ext cx="1326409" cy="663204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Frontend</a:t>
          </a:r>
        </a:p>
      </dsp:txBody>
      <dsp:txXfrm>
        <a:off x="2211456" y="943312"/>
        <a:ext cx="1326409" cy="663204"/>
      </dsp:txXfrm>
    </dsp:sp>
    <dsp:sp modelId="{A5C4FB22-D09D-4C7F-97C7-0E487E58F668}">
      <dsp:nvSpPr>
        <dsp:cNvPr id="0" name=""/>
        <dsp:cNvSpPr/>
      </dsp:nvSpPr>
      <dsp:spPr>
        <a:xfrm>
          <a:off x="1408978" y="1885063"/>
          <a:ext cx="1326409" cy="663204"/>
        </a:xfrm>
        <a:prstGeom prst="rect">
          <a:avLst/>
        </a:prstGeom>
        <a:solidFill>
          <a:srgbClr val="385723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Endbenutzer-interface</a:t>
          </a:r>
        </a:p>
      </dsp:txBody>
      <dsp:txXfrm>
        <a:off x="1408978" y="1885063"/>
        <a:ext cx="1326409" cy="663204"/>
      </dsp:txXfrm>
    </dsp:sp>
    <dsp:sp modelId="{DF7A9734-E1B3-41D6-AEAD-FBF05133C09F}">
      <dsp:nvSpPr>
        <dsp:cNvPr id="0" name=""/>
        <dsp:cNvSpPr/>
      </dsp:nvSpPr>
      <dsp:spPr>
        <a:xfrm>
          <a:off x="1740581" y="2826813"/>
          <a:ext cx="1326409" cy="663204"/>
        </a:xfrm>
        <a:prstGeom prst="rect">
          <a:avLst/>
        </a:prstGeom>
        <a:solidFill>
          <a:srgbClr val="385723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Live-</a:t>
          </a:r>
          <a:r>
            <a:rPr lang="de-AT" sz="2000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Map</a:t>
          </a:r>
          <a:endParaRPr lang="de-AT" sz="2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1740581" y="2826813"/>
        <a:ext cx="1326409" cy="663204"/>
      </dsp:txXfrm>
    </dsp:sp>
    <dsp:sp modelId="{5E574A26-C24B-4C35-871C-97520BD2642C}">
      <dsp:nvSpPr>
        <dsp:cNvPr id="0" name=""/>
        <dsp:cNvSpPr/>
      </dsp:nvSpPr>
      <dsp:spPr>
        <a:xfrm>
          <a:off x="1740581" y="3768564"/>
          <a:ext cx="1326409" cy="663204"/>
        </a:xfrm>
        <a:prstGeom prst="rect">
          <a:avLst/>
        </a:prstGeom>
        <a:solidFill>
          <a:srgbClr val="385723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Ergebnis-tabelle</a:t>
          </a:r>
        </a:p>
      </dsp:txBody>
      <dsp:txXfrm>
        <a:off x="1740581" y="3768564"/>
        <a:ext cx="1326409" cy="663204"/>
      </dsp:txXfrm>
    </dsp:sp>
    <dsp:sp modelId="{7DAC83BD-F21C-4EBB-B118-46C435BA4BD2}">
      <dsp:nvSpPr>
        <dsp:cNvPr id="0" name=""/>
        <dsp:cNvSpPr/>
      </dsp:nvSpPr>
      <dsp:spPr>
        <a:xfrm>
          <a:off x="1740581" y="4710315"/>
          <a:ext cx="1326409" cy="663204"/>
        </a:xfrm>
        <a:prstGeom prst="rect">
          <a:avLst/>
        </a:prstGeom>
        <a:solidFill>
          <a:srgbClr val="385723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API Abfragungen</a:t>
          </a:r>
          <a:endParaRPr lang="de-AT" sz="19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1740581" y="4710315"/>
        <a:ext cx="1326409" cy="663204"/>
      </dsp:txXfrm>
    </dsp:sp>
    <dsp:sp modelId="{985036BD-E970-4047-B7F3-1660303EA5BD}">
      <dsp:nvSpPr>
        <dsp:cNvPr id="0" name=""/>
        <dsp:cNvSpPr/>
      </dsp:nvSpPr>
      <dsp:spPr>
        <a:xfrm>
          <a:off x="3013933" y="1885063"/>
          <a:ext cx="1326409" cy="663204"/>
        </a:xfrm>
        <a:prstGeom prst="rect">
          <a:avLst/>
        </a:prstGeom>
        <a:solidFill>
          <a:srgbClr val="C00000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Admin-interface</a:t>
          </a:r>
        </a:p>
      </dsp:txBody>
      <dsp:txXfrm>
        <a:off x="3013933" y="1885063"/>
        <a:ext cx="1326409" cy="663204"/>
      </dsp:txXfrm>
    </dsp:sp>
    <dsp:sp modelId="{E33BB72C-2710-49A8-BDF1-77F87193FD96}">
      <dsp:nvSpPr>
        <dsp:cNvPr id="0" name=""/>
        <dsp:cNvSpPr/>
      </dsp:nvSpPr>
      <dsp:spPr>
        <a:xfrm>
          <a:off x="3345536" y="2826813"/>
          <a:ext cx="1326409" cy="663204"/>
        </a:xfrm>
        <a:prstGeom prst="rect">
          <a:avLst/>
        </a:prstGeom>
        <a:solidFill>
          <a:srgbClr val="C00000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6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Datenupload und  -verwaltung</a:t>
          </a:r>
        </a:p>
      </dsp:txBody>
      <dsp:txXfrm>
        <a:off x="3345536" y="2826813"/>
        <a:ext cx="1326409" cy="663204"/>
      </dsp:txXfrm>
    </dsp:sp>
    <dsp:sp modelId="{4C6A3443-17A5-4833-A40B-A2A884330776}">
      <dsp:nvSpPr>
        <dsp:cNvPr id="0" name=""/>
        <dsp:cNvSpPr/>
      </dsp:nvSpPr>
      <dsp:spPr>
        <a:xfrm>
          <a:off x="4287286" y="943312"/>
          <a:ext cx="1326409" cy="663204"/>
        </a:xfrm>
        <a:prstGeom prst="rect">
          <a:avLst/>
        </a:prstGeom>
        <a:solidFill>
          <a:srgbClr val="7F7F7F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Backend</a:t>
          </a:r>
        </a:p>
      </dsp:txBody>
      <dsp:txXfrm>
        <a:off x="4287286" y="943312"/>
        <a:ext cx="1326409" cy="663204"/>
      </dsp:txXfrm>
    </dsp:sp>
    <dsp:sp modelId="{1E3B39D5-DD3E-4F30-9E53-7B509FF4843C}">
      <dsp:nvSpPr>
        <dsp:cNvPr id="0" name=""/>
        <dsp:cNvSpPr/>
      </dsp:nvSpPr>
      <dsp:spPr>
        <a:xfrm>
          <a:off x="4618889" y="1885063"/>
          <a:ext cx="1326409" cy="663204"/>
        </a:xfrm>
        <a:prstGeom prst="rect">
          <a:avLst/>
        </a:prstGeom>
        <a:solidFill>
          <a:srgbClr val="C00000"/>
        </a:solidFill>
        <a:ln w="12700" cap="flat" cmpd="sng" algn="ctr">
          <a:solidFill>
            <a:srgbClr val="E7E6E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SQL Datenbank</a:t>
          </a:r>
        </a:p>
      </dsp:txBody>
      <dsp:txXfrm>
        <a:off x="4618889" y="1885063"/>
        <a:ext cx="1326409" cy="663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8B4D8-058E-4F5C-9EE5-EE27D0A93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575863-FE45-4B79-B9BE-BA988270B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343F76-2174-4698-A55C-505F2F57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F8EBE-EB13-46F2-A3C1-6091767C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00E1C0-44B3-4601-BAAD-E02FFE86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5176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C799C-FA94-47F2-8274-5612F513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CA5244-3AB7-4EEE-81F5-CA266E0C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879FB5-80DF-46C8-AADD-4846E890E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6D2ED5-08A3-4595-A1B0-E06850B5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3D74C2-4F8C-4605-913B-A2DB4B21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2927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35DEF-490B-4C0E-B153-E91BA7A6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F0F67C-B329-4956-A547-422C4188C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355A79-59FD-4BF9-AFDE-04F97B80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9B3A70-7108-445F-8758-782BB879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5FA07F-9BDE-49BE-A71B-A4968D13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8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360CA-5525-4818-A3B6-CF699839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247D3C-D239-4886-A76F-84E652363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AAE525-C186-499B-AEC4-4E74DD0C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D4173A-693F-49C6-A0E3-614BA19B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D3AE33-21E0-425B-8416-3EE588A9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6CECCD-A3CC-44ED-99C5-36B6EE62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285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04D93-F520-4194-B28F-AB2B7AEA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E4E04-9F80-439C-BB30-9EE27E79C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FB60CE-0B0D-4D52-A46C-05EA32028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CA9A8-4C7E-4469-9583-0C35CAD07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02B840-A032-479D-A6CD-E335F32EA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7083C7-0F5C-4EF1-BD60-79A65AB5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D1FCCC-EA40-41F3-B4EC-5B140DA1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11C53A4-DDC6-4662-B4F0-FDC5E0C7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2793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D711FF-7F08-4FE2-8797-1EF19E78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446D6A-414B-4A33-8B7F-211709D5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67E5AE-1BE6-472C-AEDF-EB0B47AA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E06EA2-E194-4D03-9002-21DCA813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587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7633A9-707F-4C64-B4F1-F853B9C4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32C622-102F-4AB4-A0D9-AD9B6287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0E7F31-310E-46BC-AC39-7AA6C108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6442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E00EB-D1F7-492F-AF07-7537252B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CA6F62-16E3-490D-9617-EE265A419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B38EEC-940F-4580-AC0D-544A3F365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1DADB2-8B80-473E-B348-7688EA3D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3D0414-0163-46FC-BC1D-DF5662ED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34B24A-A4B2-4733-A229-3EDE54BB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9300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2F825-67B4-4368-BE27-E2DDF8D8D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4951BA-7C16-470A-B301-4196E1503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7DCA43-1737-49B9-ABD8-2FA043210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4D40D2-6B7A-4161-A275-59E3D5C0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DC5147-D705-475C-80F3-19D4538B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87B0BF-D7F1-4D04-A585-46FF1C0D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83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DECDC-B4F2-4F7D-AD98-D5551FC3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DECE40-95A4-430C-BA05-547063B5B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E6D178-E4A5-4A92-8CC1-B74E68E5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24A9A5-62EC-44C9-A4BA-C7138208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2A8F2F-D688-494C-8618-26ECDB8C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9736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932A1F7-691F-4C90-AEDE-E8CEDF194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FBAC8E-B332-4C9C-84A1-EAB152B88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E82B13-3EFE-4308-8290-F6E1C817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2F80E7-DA21-4847-9B56-D5323946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D951B6-063F-4251-9269-3AD1A6AA8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6058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9D82EA0-1A96-4E6A-90BE-FDB78D45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648809-8B17-482F-980F-740A91410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AC48D3-6B26-49D0-99FC-ABF68E7CD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EC75F-CAAD-406A-B66F-816AB21A8466}" type="datetimeFigureOut">
              <a:rPr lang="de-AT" smtClean="0"/>
              <a:t>01.04.2025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6790-C2B0-4C9F-AB0A-74647A380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A4883D-D1C9-40CD-8850-ECE8DA767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51D75-2078-4D02-A2C7-FD805B0E385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6239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1152D90F-86AB-421F-B492-AA49ED2039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1817008"/>
              </p:ext>
            </p:extLst>
          </p:nvPr>
        </p:nvGraphicFramePr>
        <p:xfrm>
          <a:off x="1850473" y="741459"/>
          <a:ext cx="7354277" cy="5375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3FAD6F62-336C-4654-BF6A-9500DBCA169A}"/>
              </a:ext>
            </a:extLst>
          </p:cNvPr>
          <p:cNvSpPr/>
          <p:nvPr/>
        </p:nvSpPr>
        <p:spPr>
          <a:xfrm>
            <a:off x="9965726" y="3905172"/>
            <a:ext cx="1191469" cy="476250"/>
          </a:xfrm>
          <a:prstGeom prst="rect">
            <a:avLst/>
          </a:prstGeom>
          <a:solidFill>
            <a:srgbClr val="38572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dirty="0"/>
              <a:t>Sumann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1773BF7-43BB-4286-B119-2E2779735023}"/>
              </a:ext>
            </a:extLst>
          </p:cNvPr>
          <p:cNvSpPr/>
          <p:nvPr/>
        </p:nvSpPr>
        <p:spPr>
          <a:xfrm>
            <a:off x="9965726" y="4528442"/>
            <a:ext cx="1191469" cy="47625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dirty="0"/>
              <a:t>Lindner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FFF5949-232B-4A31-917A-B59683BE8AA7}"/>
              </a:ext>
            </a:extLst>
          </p:cNvPr>
          <p:cNvSpPr txBox="1"/>
          <p:nvPr/>
        </p:nvSpPr>
        <p:spPr>
          <a:xfrm>
            <a:off x="9909341" y="3492994"/>
            <a:ext cx="739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600" dirty="0"/>
              <a:t>Legende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9A0067E-D350-47D2-95BD-28EAEA1E97EE}"/>
              </a:ext>
            </a:extLst>
          </p:cNvPr>
          <p:cNvSpPr/>
          <p:nvPr/>
        </p:nvSpPr>
        <p:spPr>
          <a:xfrm>
            <a:off x="9769484" y="3478003"/>
            <a:ext cx="1583952" cy="1672837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600"/>
          </a:p>
        </p:txBody>
      </p:sp>
    </p:spTree>
    <p:extLst>
      <p:ext uri="{BB962C8B-B14F-4D97-AF65-F5344CB8AC3E}">
        <p14:creationId xmlns:p14="http://schemas.microsoft.com/office/powerpoint/2010/main" val="1074594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Breitbild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Lukas Peter Sumann (5AHEL)</dc:creator>
  <cp:lastModifiedBy>Lukas Peter Sumann (5AHEL)</cp:lastModifiedBy>
  <cp:revision>5</cp:revision>
  <dcterms:created xsi:type="dcterms:W3CDTF">2025-04-01T06:48:54Z</dcterms:created>
  <dcterms:modified xsi:type="dcterms:W3CDTF">2025-04-01T07:28:12Z</dcterms:modified>
</cp:coreProperties>
</file>