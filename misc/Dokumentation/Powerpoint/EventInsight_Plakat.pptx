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4" r:id="rId4"/>
    <p:sldMasterId id="2147483676" r:id="rId5"/>
  </p:sldMasterIdLst>
  <p:sldIdLst>
    <p:sldId id="256" r:id="rId6"/>
  </p:sldIdLst>
  <p:sldSz cx="18000663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7C9"/>
    <a:srgbClr val="3EB19B"/>
    <a:srgbClr val="4B748B"/>
    <a:srgbClr val="647A84"/>
    <a:srgbClr val="9E092E"/>
    <a:srgbClr val="AB86BB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8D142-E28A-46E9-A570-445CC05497A4}" v="152" dt="2024-11-26T00:46:38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6357" autoAdjust="0"/>
  </p:normalViewPr>
  <p:slideViewPr>
    <p:cSldViewPr snapToGrid="0">
      <p:cViewPr>
        <p:scale>
          <a:sx n="100" d="100"/>
          <a:sy n="100" d="100"/>
        </p:scale>
        <p:origin x="-4786" y="-3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1966F3-7480-BF2F-B858-468487A95E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1197" y="1197951"/>
            <a:ext cx="10800398" cy="258443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8000" spc="60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0DA7F9E1-40AB-44E9-BC7D-CAA30DCD0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1197" y="6286500"/>
            <a:ext cx="7258754" cy="54877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C9E250-C38D-055A-E994-10C5CECA29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2700" y="5753775"/>
            <a:ext cx="6896100" cy="60204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D067B70-2569-E227-B22F-B231944752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1197" y="18838625"/>
            <a:ext cx="7258754" cy="41356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14">
            <a:extLst>
              <a:ext uri="{FF2B5EF4-FFF2-40B4-BE49-F238E27FC236}">
                <a16:creationId xmlns:a16="http://schemas.microsoft.com/office/drawing/2014/main" id="{058FD078-8A63-052B-84E5-8DA3F2A40CD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810046" y="18838863"/>
            <a:ext cx="7258754" cy="41354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B4063521-836B-E485-33AD-4BD3229A2C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6613" y="23355299"/>
            <a:ext cx="7320886" cy="1419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Name 1, Name 2</a:t>
            </a:r>
          </a:p>
          <a:p>
            <a:pPr lvl="0"/>
            <a:r>
              <a:rPr lang="de-DE" dirty="0"/>
              <a:t>Betreuer</a:t>
            </a:r>
          </a:p>
          <a:p>
            <a:pPr lvl="0"/>
            <a:r>
              <a:rPr lang="de-DE" dirty="0"/>
              <a:t>Diplomarbeit, Klasse, Jahr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3268B55-2FAC-6A23-6694-EA48518BCA9C}"/>
              </a:ext>
            </a:extLst>
          </p:cNvPr>
          <p:cNvGrpSpPr/>
          <p:nvPr userDrawn="1"/>
        </p:nvGrpSpPr>
        <p:grpSpPr>
          <a:xfrm>
            <a:off x="504810" y="5043161"/>
            <a:ext cx="7213189" cy="1036315"/>
            <a:chOff x="1441197" y="5508088"/>
            <a:chExt cx="7213189" cy="1036315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05400B3-3CEF-DC97-548D-F5D706D6C33A}"/>
                </a:ext>
              </a:extLst>
            </p:cNvPr>
            <p:cNvSpPr txBox="1"/>
            <p:nvPr/>
          </p:nvSpPr>
          <p:spPr>
            <a:xfrm>
              <a:off x="2681246" y="5757951"/>
              <a:ext cx="597314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de-DE" sz="4400" spc="600" dirty="0">
                  <a:solidFill>
                    <a:srgbClr val="0C67C9"/>
                  </a:solidFill>
                  <a:latin typeface="TheSans Plain" pitchFamily="2" charset="0"/>
                </a:rPr>
                <a:t>PROJEKTIDEE</a:t>
              </a:r>
              <a:endParaRPr lang="de-DE" dirty="0">
                <a:solidFill>
                  <a:srgbClr val="0C67C9"/>
                </a:solidFill>
              </a:endParaRPr>
            </a:p>
          </p:txBody>
        </p:sp>
        <p:pic>
          <p:nvPicPr>
            <p:cNvPr id="15" name="Grafik 14" descr="Lichter an mit einfarbiger Füllung">
              <a:extLst>
                <a:ext uri="{FF2B5EF4-FFF2-40B4-BE49-F238E27FC236}">
                  <a16:creationId xmlns:a16="http://schemas.microsoft.com/office/drawing/2014/main" id="{94914993-3100-9C5D-99E0-14284E16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1197" y="5508088"/>
              <a:ext cx="1036315" cy="1036315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4FF8636-AC47-C542-9584-5C94FF4A2BD2}"/>
              </a:ext>
            </a:extLst>
          </p:cNvPr>
          <p:cNvGrpSpPr/>
          <p:nvPr userDrawn="1"/>
        </p:nvGrpSpPr>
        <p:grpSpPr>
          <a:xfrm>
            <a:off x="9728022" y="4259648"/>
            <a:ext cx="7419488" cy="1301671"/>
            <a:chOff x="9728022" y="4259648"/>
            <a:chExt cx="7419488" cy="1301671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FE8B16E-1F58-153B-E485-D9A448BCE2C7}"/>
                </a:ext>
              </a:extLst>
            </p:cNvPr>
            <p:cNvSpPr txBox="1"/>
            <p:nvPr/>
          </p:nvSpPr>
          <p:spPr>
            <a:xfrm>
              <a:off x="9728022" y="4739361"/>
              <a:ext cx="607755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de-DE" sz="4400" kern="1200" spc="600" dirty="0">
                  <a:solidFill>
                    <a:srgbClr val="0C67C9"/>
                  </a:solidFill>
                  <a:latin typeface="TheSans Plain" pitchFamily="2" charset="0"/>
                  <a:ea typeface="+mn-ea"/>
                  <a:cs typeface="+mn-cs"/>
                </a:rPr>
                <a:t>FUNKTIONSWEISE</a:t>
              </a:r>
            </a:p>
          </p:txBody>
        </p:sp>
        <p:pic>
          <p:nvPicPr>
            <p:cNvPr id="18" name="Grafik 17" descr="Zahnrad mit einfarbiger Füllung">
              <a:extLst>
                <a:ext uri="{FF2B5EF4-FFF2-40B4-BE49-F238E27FC236}">
                  <a16:creationId xmlns:a16="http://schemas.microsoft.com/office/drawing/2014/main" id="{F6CD86DC-DEFB-7F53-CF28-CF17D8566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845839" y="4259648"/>
              <a:ext cx="1301671" cy="1301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258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 bwMode="gray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01966F3-7480-BF2F-B858-468487A95E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1197" y="1197951"/>
            <a:ext cx="10800398" cy="258443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8000" spc="60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0DA7F9E1-40AB-44E9-BC7D-CAA30DCD0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1197" y="6286500"/>
            <a:ext cx="7258754" cy="54877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C9E250-C38D-055A-E994-10C5CECA29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2700" y="5753775"/>
            <a:ext cx="6896100" cy="60204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D067B70-2569-E227-B22F-B231944752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1197" y="18838625"/>
            <a:ext cx="7258754" cy="41356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14">
            <a:extLst>
              <a:ext uri="{FF2B5EF4-FFF2-40B4-BE49-F238E27FC236}">
                <a16:creationId xmlns:a16="http://schemas.microsoft.com/office/drawing/2014/main" id="{058FD078-8A63-052B-84E5-8DA3F2A40CD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810046" y="18838863"/>
            <a:ext cx="7258754" cy="41354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B4063521-836B-E485-33AD-4BD3229A2C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6613" y="23355299"/>
            <a:ext cx="7320886" cy="1419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pPr lvl="0"/>
            <a:r>
              <a:rPr lang="de-DE" dirty="0"/>
              <a:t>Name 1, Name 2</a:t>
            </a:r>
          </a:p>
          <a:p>
            <a:pPr lvl="0"/>
            <a:r>
              <a:rPr lang="de-DE" dirty="0"/>
              <a:t>Betreuer</a:t>
            </a:r>
          </a:p>
          <a:p>
            <a:pPr lvl="0"/>
            <a:r>
              <a:rPr lang="de-DE" dirty="0"/>
              <a:t>Diplomarbeit, Klasse, Jahr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3268B55-2FAC-6A23-6694-EA48518BCA9C}"/>
              </a:ext>
            </a:extLst>
          </p:cNvPr>
          <p:cNvGrpSpPr/>
          <p:nvPr userDrawn="1"/>
        </p:nvGrpSpPr>
        <p:grpSpPr>
          <a:xfrm>
            <a:off x="1441197" y="5058077"/>
            <a:ext cx="7213189" cy="1036315"/>
            <a:chOff x="1441197" y="5508088"/>
            <a:chExt cx="7213189" cy="1036315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05400B3-3CEF-DC97-548D-F5D706D6C33A}"/>
                </a:ext>
              </a:extLst>
            </p:cNvPr>
            <p:cNvSpPr txBox="1"/>
            <p:nvPr/>
          </p:nvSpPr>
          <p:spPr>
            <a:xfrm>
              <a:off x="2681246" y="5757951"/>
              <a:ext cx="597314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4400" spc="600" dirty="0">
                  <a:solidFill>
                    <a:srgbClr val="68C0ED"/>
                  </a:solidFill>
                  <a:latin typeface="TheSans Plain" pitchFamily="2" charset="0"/>
                </a:rPr>
                <a:t>PROJEKTIDEE</a:t>
              </a:r>
              <a:endParaRPr lang="de-DE" dirty="0">
                <a:solidFill>
                  <a:srgbClr val="68C0ED"/>
                </a:solidFill>
              </a:endParaRPr>
            </a:p>
          </p:txBody>
        </p:sp>
        <p:pic>
          <p:nvPicPr>
            <p:cNvPr id="15" name="Grafik 14" descr="Lichter an mit einfarbiger Füllung">
              <a:extLst>
                <a:ext uri="{FF2B5EF4-FFF2-40B4-BE49-F238E27FC236}">
                  <a16:creationId xmlns:a16="http://schemas.microsoft.com/office/drawing/2014/main" id="{94914993-3100-9C5D-99E0-14284E16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41197" y="5508088"/>
              <a:ext cx="1036315" cy="1036315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4FF8636-AC47-C542-9584-5C94FF4A2BD2}"/>
              </a:ext>
            </a:extLst>
          </p:cNvPr>
          <p:cNvGrpSpPr/>
          <p:nvPr userDrawn="1"/>
        </p:nvGrpSpPr>
        <p:grpSpPr>
          <a:xfrm>
            <a:off x="9728022" y="4259648"/>
            <a:ext cx="7419488" cy="1301671"/>
            <a:chOff x="9728022" y="4259648"/>
            <a:chExt cx="7419488" cy="1301671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FE8B16E-1F58-153B-E485-D9A448BCE2C7}"/>
                </a:ext>
              </a:extLst>
            </p:cNvPr>
            <p:cNvSpPr txBox="1"/>
            <p:nvPr/>
          </p:nvSpPr>
          <p:spPr>
            <a:xfrm>
              <a:off x="9728022" y="4739361"/>
              <a:ext cx="607755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de-DE" sz="4400" spc="600" dirty="0">
                  <a:solidFill>
                    <a:srgbClr val="68C0ED"/>
                  </a:solidFill>
                  <a:latin typeface="TheSans Plain" pitchFamily="2" charset="0"/>
                </a:rPr>
                <a:t>FUNKTIONSWEISE</a:t>
              </a:r>
              <a:endParaRPr lang="de-DE" sz="3600" dirty="0">
                <a:solidFill>
                  <a:srgbClr val="68C0ED"/>
                </a:solidFill>
              </a:endParaRPr>
            </a:p>
          </p:txBody>
        </p:sp>
        <p:pic>
          <p:nvPicPr>
            <p:cNvPr id="18" name="Grafik 17" descr="Zahnrad mit einfarbiger Füllung">
              <a:extLst>
                <a:ext uri="{FF2B5EF4-FFF2-40B4-BE49-F238E27FC236}">
                  <a16:creationId xmlns:a16="http://schemas.microsoft.com/office/drawing/2014/main" id="{F6CD86DC-DEFB-7F53-CF28-CF17D8566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845839" y="4259648"/>
              <a:ext cx="1301671" cy="1301671"/>
            </a:xfrm>
            <a:prstGeom prst="rect">
              <a:avLst/>
            </a:prstGeom>
          </p:spPr>
        </p:pic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6F301DBD-022A-CA49-08F0-C25C079352DF}"/>
              </a:ext>
            </a:extLst>
          </p:cNvPr>
          <p:cNvGrpSpPr/>
          <p:nvPr userDrawn="1"/>
        </p:nvGrpSpPr>
        <p:grpSpPr>
          <a:xfrm>
            <a:off x="1550384" y="17409788"/>
            <a:ext cx="8699760" cy="1301671"/>
            <a:chOff x="1550384" y="17910361"/>
            <a:chExt cx="8699760" cy="1301671"/>
          </a:xfrm>
        </p:grpSpPr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F93FA35-A130-1736-32D6-A5508B91ED42}"/>
                </a:ext>
              </a:extLst>
            </p:cNvPr>
            <p:cNvSpPr txBox="1"/>
            <p:nvPr/>
          </p:nvSpPr>
          <p:spPr>
            <a:xfrm>
              <a:off x="2997724" y="18258218"/>
              <a:ext cx="72524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4400" spc="600" dirty="0">
                  <a:solidFill>
                    <a:srgbClr val="68C0ED"/>
                  </a:solidFill>
                  <a:latin typeface="TheSans Plain" pitchFamily="2" charset="0"/>
                </a:rPr>
                <a:t>TECH-FACTS</a:t>
              </a:r>
              <a:endParaRPr lang="de-DE" sz="4400" dirty="0">
                <a:solidFill>
                  <a:srgbClr val="68C0ED"/>
                </a:solidFill>
              </a:endParaRPr>
            </a:p>
          </p:txBody>
        </p:sp>
        <p:pic>
          <p:nvPicPr>
            <p:cNvPr id="21" name="Grafik 20" descr="Prozessor mit einfarbiger Füllung">
              <a:extLst>
                <a:ext uri="{FF2B5EF4-FFF2-40B4-BE49-F238E27FC236}">
                  <a16:creationId xmlns:a16="http://schemas.microsoft.com/office/drawing/2014/main" id="{21540162-99DA-B6C1-EDC2-35C158059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50384" y="17910361"/>
              <a:ext cx="1301671" cy="1301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573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6">
            <a:extLst>
              <a:ext uri="{FF2B5EF4-FFF2-40B4-BE49-F238E27FC236}">
                <a16:creationId xmlns:a16="http://schemas.microsoft.com/office/drawing/2014/main" id="{3AC7468A-E4AB-E62D-067A-2C8A02D61BCA}"/>
              </a:ext>
            </a:extLst>
          </p:cNvPr>
          <p:cNvSpPr/>
          <p:nvPr userDrawn="1"/>
        </p:nvSpPr>
        <p:spPr>
          <a:xfrm rot="183665">
            <a:off x="-2552981" y="-4995012"/>
            <a:ext cx="15462113" cy="9002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0C67C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0D064D5B-BC4D-00BD-F3A0-17FD159B420D}"/>
              </a:ext>
            </a:extLst>
          </p:cNvPr>
          <p:cNvSpPr/>
          <p:nvPr userDrawn="1"/>
        </p:nvSpPr>
        <p:spPr>
          <a:xfrm rot="12981765">
            <a:off x="8622428" y="2458123"/>
            <a:ext cx="13595132" cy="12032233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5755 w 3104155"/>
              <a:gd name="connsiteY0" fmla="*/ 1582093 h 2034124"/>
              <a:gd name="connsiteX1" fmla="*/ 2224542 w 3104155"/>
              <a:gd name="connsiteY1" fmla="*/ 45 h 2034124"/>
              <a:gd name="connsiteX2" fmla="*/ 3101170 w 3104155"/>
              <a:gd name="connsiteY2" fmla="*/ 1531054 h 2034124"/>
              <a:gd name="connsiteX3" fmla="*/ 1669952 w 3104155"/>
              <a:gd name="connsiteY3" fmla="*/ 2020592 h 2034124"/>
              <a:gd name="connsiteX4" fmla="*/ 5755 w 3104155"/>
              <a:gd name="connsiteY4" fmla="*/ 1582093 h 2034124"/>
              <a:gd name="connsiteX0" fmla="*/ 6775 w 3105175"/>
              <a:gd name="connsiteY0" fmla="*/ 1360886 h 1811216"/>
              <a:gd name="connsiteX1" fmla="*/ 2276798 w 3105175"/>
              <a:gd name="connsiteY1" fmla="*/ 56 h 1811216"/>
              <a:gd name="connsiteX2" fmla="*/ 3102190 w 3105175"/>
              <a:gd name="connsiteY2" fmla="*/ 1309847 h 1811216"/>
              <a:gd name="connsiteX3" fmla="*/ 1670972 w 3105175"/>
              <a:gd name="connsiteY3" fmla="*/ 1799385 h 1811216"/>
              <a:gd name="connsiteX4" fmla="*/ 6775 w 3105175"/>
              <a:gd name="connsiteY4" fmla="*/ 1360886 h 1811216"/>
              <a:gd name="connsiteX0" fmla="*/ 6804 w 3105204"/>
              <a:gd name="connsiteY0" fmla="*/ 1481491 h 1932699"/>
              <a:gd name="connsiteX1" fmla="*/ 2278221 w 3105204"/>
              <a:gd name="connsiteY1" fmla="*/ 49 h 1932699"/>
              <a:gd name="connsiteX2" fmla="*/ 3102219 w 3105204"/>
              <a:gd name="connsiteY2" fmla="*/ 1430452 h 1932699"/>
              <a:gd name="connsiteX3" fmla="*/ 1671001 w 3105204"/>
              <a:gd name="connsiteY3" fmla="*/ 1919990 h 1932699"/>
              <a:gd name="connsiteX4" fmla="*/ 6804 w 3105204"/>
              <a:gd name="connsiteY4" fmla="*/ 1481491 h 1932699"/>
              <a:gd name="connsiteX0" fmla="*/ 5651 w 2887085"/>
              <a:gd name="connsiteY0" fmla="*/ 1481443 h 1919947"/>
              <a:gd name="connsiteX1" fmla="*/ 2277068 w 2887085"/>
              <a:gd name="connsiteY1" fmla="*/ 1 h 1919947"/>
              <a:gd name="connsiteX2" fmla="*/ 2884157 w 2887085"/>
              <a:gd name="connsiteY2" fmla="*/ 1486387 h 1919947"/>
              <a:gd name="connsiteX3" fmla="*/ 1669848 w 2887085"/>
              <a:gd name="connsiteY3" fmla="*/ 1919942 h 1919947"/>
              <a:gd name="connsiteX4" fmla="*/ 5651 w 2887085"/>
              <a:gd name="connsiteY4" fmla="*/ 1481443 h 1919947"/>
              <a:gd name="connsiteX0" fmla="*/ 5651 w 2900960"/>
              <a:gd name="connsiteY0" fmla="*/ 1481443 h 1919947"/>
              <a:gd name="connsiteX1" fmla="*/ 2277068 w 2900960"/>
              <a:gd name="connsiteY1" fmla="*/ 1 h 1919947"/>
              <a:gd name="connsiteX2" fmla="*/ 2884157 w 2900960"/>
              <a:gd name="connsiteY2" fmla="*/ 1486387 h 1919947"/>
              <a:gd name="connsiteX3" fmla="*/ 1669848 w 2900960"/>
              <a:gd name="connsiteY3" fmla="*/ 1919942 h 1919947"/>
              <a:gd name="connsiteX4" fmla="*/ 5651 w 2900960"/>
              <a:gd name="connsiteY4" fmla="*/ 1481443 h 1919947"/>
              <a:gd name="connsiteX0" fmla="*/ 5651 w 2900960"/>
              <a:gd name="connsiteY0" fmla="*/ 1481443 h 1919955"/>
              <a:gd name="connsiteX1" fmla="*/ 2277068 w 2900960"/>
              <a:gd name="connsiteY1" fmla="*/ 1 h 1919955"/>
              <a:gd name="connsiteX2" fmla="*/ 2884157 w 2900960"/>
              <a:gd name="connsiteY2" fmla="*/ 1486387 h 1919955"/>
              <a:gd name="connsiteX3" fmla="*/ 1669848 w 2900960"/>
              <a:gd name="connsiteY3" fmla="*/ 1919942 h 1919955"/>
              <a:gd name="connsiteX4" fmla="*/ 5651 w 2900960"/>
              <a:gd name="connsiteY4" fmla="*/ 1481443 h 1919955"/>
              <a:gd name="connsiteX0" fmla="*/ 5651 w 2942602"/>
              <a:gd name="connsiteY0" fmla="*/ 1481443 h 1919955"/>
              <a:gd name="connsiteX1" fmla="*/ 2277068 w 2942602"/>
              <a:gd name="connsiteY1" fmla="*/ 1 h 1919955"/>
              <a:gd name="connsiteX2" fmla="*/ 2884157 w 2942602"/>
              <a:gd name="connsiteY2" fmla="*/ 1486387 h 1919955"/>
              <a:gd name="connsiteX3" fmla="*/ 1669848 w 2942602"/>
              <a:gd name="connsiteY3" fmla="*/ 1919942 h 1919955"/>
              <a:gd name="connsiteX4" fmla="*/ 5651 w 2942602"/>
              <a:gd name="connsiteY4" fmla="*/ 1481443 h 1919955"/>
              <a:gd name="connsiteX0" fmla="*/ 5600 w 2874402"/>
              <a:gd name="connsiteY0" fmla="*/ 1481454 h 1920446"/>
              <a:gd name="connsiteX1" fmla="*/ 2277017 w 2874402"/>
              <a:gd name="connsiteY1" fmla="*/ 12 h 1920446"/>
              <a:gd name="connsiteX2" fmla="*/ 2808255 w 2874402"/>
              <a:gd name="connsiteY2" fmla="*/ 1507996 h 1920446"/>
              <a:gd name="connsiteX3" fmla="*/ 1669797 w 2874402"/>
              <a:gd name="connsiteY3" fmla="*/ 1919953 h 1920446"/>
              <a:gd name="connsiteX4" fmla="*/ 5600 w 2874402"/>
              <a:gd name="connsiteY4" fmla="*/ 1481454 h 1920446"/>
              <a:gd name="connsiteX0" fmla="*/ 6793 w 2580083"/>
              <a:gd name="connsiteY0" fmla="*/ 1484412 h 1920361"/>
              <a:gd name="connsiteX1" fmla="*/ 1988198 w 2580083"/>
              <a:gd name="connsiteY1" fmla="*/ 10 h 1920361"/>
              <a:gd name="connsiteX2" fmla="*/ 2519436 w 2580083"/>
              <a:gd name="connsiteY2" fmla="*/ 1507994 h 1920361"/>
              <a:gd name="connsiteX3" fmla="*/ 1380978 w 2580083"/>
              <a:gd name="connsiteY3" fmla="*/ 1919951 h 1920361"/>
              <a:gd name="connsiteX4" fmla="*/ 6793 w 2580083"/>
              <a:gd name="connsiteY4" fmla="*/ 1484412 h 1920361"/>
              <a:gd name="connsiteX0" fmla="*/ 481 w 2573771"/>
              <a:gd name="connsiteY0" fmla="*/ 1484412 h 1920361"/>
              <a:gd name="connsiteX1" fmla="*/ 1981886 w 2573771"/>
              <a:gd name="connsiteY1" fmla="*/ 10 h 1920361"/>
              <a:gd name="connsiteX2" fmla="*/ 2513124 w 2573771"/>
              <a:gd name="connsiteY2" fmla="*/ 1507994 h 1920361"/>
              <a:gd name="connsiteX3" fmla="*/ 1374666 w 2573771"/>
              <a:gd name="connsiteY3" fmla="*/ 1919951 h 1920361"/>
              <a:gd name="connsiteX4" fmla="*/ 481 w 2573771"/>
              <a:gd name="connsiteY4" fmla="*/ 1484412 h 1920361"/>
              <a:gd name="connsiteX0" fmla="*/ 807 w 1777842"/>
              <a:gd name="connsiteY0" fmla="*/ 1394764 h 1924328"/>
              <a:gd name="connsiteX1" fmla="*/ 1197615 w 1777842"/>
              <a:gd name="connsiteY1" fmla="*/ 256 h 1924328"/>
              <a:gd name="connsiteX2" fmla="*/ 1728853 w 1777842"/>
              <a:gd name="connsiteY2" fmla="*/ 1508240 h 1924328"/>
              <a:gd name="connsiteX3" fmla="*/ 590395 w 1777842"/>
              <a:gd name="connsiteY3" fmla="*/ 1920197 h 1924328"/>
              <a:gd name="connsiteX4" fmla="*/ 807 w 1777842"/>
              <a:gd name="connsiteY4" fmla="*/ 1394764 h 1924328"/>
              <a:gd name="connsiteX0" fmla="*/ 6746 w 1745510"/>
              <a:gd name="connsiteY0" fmla="*/ 1394768 h 2384251"/>
              <a:gd name="connsiteX1" fmla="*/ 1203554 w 1745510"/>
              <a:gd name="connsiteY1" fmla="*/ 260 h 2384251"/>
              <a:gd name="connsiteX2" fmla="*/ 1734792 w 1745510"/>
              <a:gd name="connsiteY2" fmla="*/ 1508244 h 2384251"/>
              <a:gd name="connsiteX3" fmla="*/ 763639 w 1745510"/>
              <a:gd name="connsiteY3" fmla="*/ 2383728 h 2384251"/>
              <a:gd name="connsiteX4" fmla="*/ 6746 w 1745510"/>
              <a:gd name="connsiteY4" fmla="*/ 1394768 h 2384251"/>
              <a:gd name="connsiteX0" fmla="*/ 6815 w 1782530"/>
              <a:gd name="connsiteY0" fmla="*/ 1394594 h 2383686"/>
              <a:gd name="connsiteX1" fmla="*/ 1203623 w 1782530"/>
              <a:gd name="connsiteY1" fmla="*/ 86 h 2383686"/>
              <a:gd name="connsiteX2" fmla="*/ 1772623 w 1782530"/>
              <a:gd name="connsiteY2" fmla="*/ 1332224 h 2383686"/>
              <a:gd name="connsiteX3" fmla="*/ 763708 w 1782530"/>
              <a:gd name="connsiteY3" fmla="*/ 2383554 h 2383686"/>
              <a:gd name="connsiteX4" fmla="*/ 6815 w 1782530"/>
              <a:gd name="connsiteY4" fmla="*/ 1394594 h 2383686"/>
              <a:gd name="connsiteX0" fmla="*/ 6770 w 1757900"/>
              <a:gd name="connsiteY0" fmla="*/ 1394578 h 2383647"/>
              <a:gd name="connsiteX1" fmla="*/ 1203578 w 1757900"/>
              <a:gd name="connsiteY1" fmla="*/ 70 h 2383647"/>
              <a:gd name="connsiteX2" fmla="*/ 1747468 w 1757900"/>
              <a:gd name="connsiteY2" fmla="*/ 1338151 h 2383647"/>
              <a:gd name="connsiteX3" fmla="*/ 763663 w 1757900"/>
              <a:gd name="connsiteY3" fmla="*/ 2383538 h 2383647"/>
              <a:gd name="connsiteX4" fmla="*/ 6770 w 1757900"/>
              <a:gd name="connsiteY4" fmla="*/ 1394578 h 2383647"/>
              <a:gd name="connsiteX0" fmla="*/ 8253 w 1763282"/>
              <a:gd name="connsiteY0" fmla="*/ 1369337 h 2358405"/>
              <a:gd name="connsiteX1" fmla="*/ 1257001 w 1763282"/>
              <a:gd name="connsiteY1" fmla="*/ 71 h 2358405"/>
              <a:gd name="connsiteX2" fmla="*/ 1748951 w 1763282"/>
              <a:gd name="connsiteY2" fmla="*/ 1312910 h 2358405"/>
              <a:gd name="connsiteX3" fmla="*/ 765146 w 1763282"/>
              <a:gd name="connsiteY3" fmla="*/ 2358297 h 2358405"/>
              <a:gd name="connsiteX4" fmla="*/ 8253 w 1763282"/>
              <a:gd name="connsiteY4" fmla="*/ 1369337 h 2358405"/>
              <a:gd name="connsiteX0" fmla="*/ 19183 w 1346217"/>
              <a:gd name="connsiteY0" fmla="*/ 1677669 h 2367696"/>
              <a:gd name="connsiteX1" fmla="*/ 842204 w 1346217"/>
              <a:gd name="connsiteY1" fmla="*/ 2667 h 2367696"/>
              <a:gd name="connsiteX2" fmla="*/ 1334154 w 1346217"/>
              <a:gd name="connsiteY2" fmla="*/ 1315506 h 2367696"/>
              <a:gd name="connsiteX3" fmla="*/ 350349 w 1346217"/>
              <a:gd name="connsiteY3" fmla="*/ 2360893 h 2367696"/>
              <a:gd name="connsiteX4" fmla="*/ 19183 w 1346217"/>
              <a:gd name="connsiteY4" fmla="*/ 1677669 h 2367696"/>
              <a:gd name="connsiteX0" fmla="*/ 8398 w 1330891"/>
              <a:gd name="connsiteY0" fmla="*/ 1677701 h 2440643"/>
              <a:gd name="connsiteX1" fmla="*/ 831419 w 1330891"/>
              <a:gd name="connsiteY1" fmla="*/ 2699 h 2440643"/>
              <a:gd name="connsiteX2" fmla="*/ 1323369 w 1330891"/>
              <a:gd name="connsiteY2" fmla="*/ 1315538 h 2440643"/>
              <a:gd name="connsiteX3" fmla="*/ 459647 w 1330891"/>
              <a:gd name="connsiteY3" fmla="*/ 2434728 h 2440643"/>
              <a:gd name="connsiteX4" fmla="*/ 8398 w 1330891"/>
              <a:gd name="connsiteY4" fmla="*/ 1677701 h 24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891" h="2440643">
                <a:moveTo>
                  <a:pt x="8398" y="1677701"/>
                </a:moveTo>
                <a:cubicBezTo>
                  <a:pt x="70360" y="1272363"/>
                  <a:pt x="612257" y="63060"/>
                  <a:pt x="831419" y="2699"/>
                </a:cubicBezTo>
                <a:cubicBezTo>
                  <a:pt x="1050581" y="-57662"/>
                  <a:pt x="1385331" y="910200"/>
                  <a:pt x="1323369" y="1315538"/>
                </a:cubicBezTo>
                <a:cubicBezTo>
                  <a:pt x="1261407" y="1720876"/>
                  <a:pt x="678809" y="2374368"/>
                  <a:pt x="459647" y="2434728"/>
                </a:cubicBezTo>
                <a:cubicBezTo>
                  <a:pt x="240485" y="2495089"/>
                  <a:pt x="-53564" y="2083039"/>
                  <a:pt x="8398" y="1677701"/>
                </a:cubicBezTo>
                <a:close/>
              </a:path>
            </a:pathLst>
          </a:cu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34F4711-E8A8-94D9-B53A-37DF435029EF}"/>
              </a:ext>
            </a:extLst>
          </p:cNvPr>
          <p:cNvGrpSpPr/>
          <p:nvPr userDrawn="1"/>
        </p:nvGrpSpPr>
        <p:grpSpPr>
          <a:xfrm>
            <a:off x="9840024" y="22833473"/>
            <a:ext cx="11989575" cy="5519062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AE04A6CE-2EE9-7923-E7B5-991915B00D4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0C67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8381043E-DB5E-2008-C332-795363240F3C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F9E68958-DAB3-8808-6755-E0B3C5994E94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2400" b="1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</a:t>
              </a:r>
              <a:br>
                <a:rPr lang="de-DE" sz="2400" b="1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</a:br>
              <a:r>
                <a:rPr lang="de-DE" sz="2400" b="1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Technische Informatik</a:t>
              </a:r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943E4EF3-CEAD-20FC-2561-F2F8D33192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93785" y="681401"/>
            <a:ext cx="4428933" cy="994769"/>
          </a:xfrm>
          <a:prstGeom prst="rect">
            <a:avLst/>
          </a:prstGeom>
        </p:spPr>
      </p:pic>
      <p:sp>
        <p:nvSpPr>
          <p:cNvPr id="15" name="Untertitel 2">
            <a:extLst>
              <a:ext uri="{FF2B5EF4-FFF2-40B4-BE49-F238E27FC236}">
                <a16:creationId xmlns:a16="http://schemas.microsoft.com/office/drawing/2014/main" id="{EE9FBAC8-D453-CB1D-A4CA-017A4F72E72B}"/>
              </a:ext>
            </a:extLst>
          </p:cNvPr>
          <p:cNvSpPr txBox="1">
            <a:spLocks/>
          </p:cNvSpPr>
          <p:nvPr userDrawn="1"/>
        </p:nvSpPr>
        <p:spPr>
          <a:xfrm>
            <a:off x="9000331" y="6266408"/>
            <a:ext cx="8322387" cy="2758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4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004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9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88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132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176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00220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26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307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351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DE" sz="3600" dirty="0">
              <a:latin typeface="TheSans Plain" pitchFamily="2" charset="0"/>
            </a:endParaRP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A98DBA1B-ED45-6492-CF15-5556184E5093}"/>
              </a:ext>
            </a:extLst>
          </p:cNvPr>
          <p:cNvSpPr txBox="1">
            <a:spLocks/>
          </p:cNvSpPr>
          <p:nvPr userDrawn="1"/>
        </p:nvSpPr>
        <p:spPr>
          <a:xfrm>
            <a:off x="3092555" y="24362821"/>
            <a:ext cx="7350603" cy="556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4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004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9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88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132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176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00220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26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307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351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2800" dirty="0">
              <a:solidFill>
                <a:srgbClr val="647A84"/>
              </a:solidFill>
              <a:latin typeface="TheSans Plain" pitchFamily="2" charset="0"/>
            </a:endParaRPr>
          </a:p>
        </p:txBody>
      </p:sp>
      <p:sp>
        <p:nvSpPr>
          <p:cNvPr id="26" name="Freihandform 25">
            <a:extLst>
              <a:ext uri="{FF2B5EF4-FFF2-40B4-BE49-F238E27FC236}">
                <a16:creationId xmlns:a16="http://schemas.microsoft.com/office/drawing/2014/main" id="{B1C09A3F-57CA-3C66-D612-15806F209D6D}"/>
              </a:ext>
            </a:extLst>
          </p:cNvPr>
          <p:cNvSpPr/>
          <p:nvPr userDrawn="1"/>
        </p:nvSpPr>
        <p:spPr>
          <a:xfrm rot="1800583" flipV="1">
            <a:off x="-7030182" y="-8140281"/>
            <a:ext cx="25122202" cy="13431247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noFill/>
          <a:ln w="76200">
            <a:solidFill>
              <a:srgbClr val="0C67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ADF41A7-4A43-1884-2C03-5D6BE81EAAF9}"/>
              </a:ext>
            </a:extLst>
          </p:cNvPr>
          <p:cNvSpPr txBox="1">
            <a:spLocks/>
          </p:cNvSpPr>
          <p:nvPr userDrawn="1"/>
        </p:nvSpPr>
        <p:spPr>
          <a:xfrm>
            <a:off x="10123850" y="5916039"/>
            <a:ext cx="6905672" cy="575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heSans Plain" pitchFamily="2" charset="0"/>
                <a:ea typeface="+mn-ea"/>
                <a:cs typeface="+mn-cs"/>
              </a:defRPr>
            </a:lvl1pPr>
            <a:lvl2pPr marL="1350066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50110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150154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50198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950242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50285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750329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50373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9860E6F-272F-324A-0990-8C77A14D86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54602" y="23878913"/>
            <a:ext cx="943442" cy="122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6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6">
            <a:extLst>
              <a:ext uri="{FF2B5EF4-FFF2-40B4-BE49-F238E27FC236}">
                <a16:creationId xmlns:a16="http://schemas.microsoft.com/office/drawing/2014/main" id="{3AC7468A-E4AB-E62D-067A-2C8A02D61BCA}"/>
              </a:ext>
            </a:extLst>
          </p:cNvPr>
          <p:cNvSpPr/>
          <p:nvPr userDrawn="1"/>
        </p:nvSpPr>
        <p:spPr>
          <a:xfrm rot="183665">
            <a:off x="-2552981" y="-4995012"/>
            <a:ext cx="15462113" cy="9002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68C0ED"/>
              </a:solidFill>
            </a:endParaRP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0D064D5B-BC4D-00BD-F3A0-17FD159B420D}"/>
              </a:ext>
            </a:extLst>
          </p:cNvPr>
          <p:cNvSpPr/>
          <p:nvPr userDrawn="1"/>
        </p:nvSpPr>
        <p:spPr>
          <a:xfrm rot="12981765">
            <a:off x="8622428" y="2458123"/>
            <a:ext cx="13595132" cy="12032233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5755 w 3104155"/>
              <a:gd name="connsiteY0" fmla="*/ 1582093 h 2034124"/>
              <a:gd name="connsiteX1" fmla="*/ 2224542 w 3104155"/>
              <a:gd name="connsiteY1" fmla="*/ 45 h 2034124"/>
              <a:gd name="connsiteX2" fmla="*/ 3101170 w 3104155"/>
              <a:gd name="connsiteY2" fmla="*/ 1531054 h 2034124"/>
              <a:gd name="connsiteX3" fmla="*/ 1669952 w 3104155"/>
              <a:gd name="connsiteY3" fmla="*/ 2020592 h 2034124"/>
              <a:gd name="connsiteX4" fmla="*/ 5755 w 3104155"/>
              <a:gd name="connsiteY4" fmla="*/ 1582093 h 2034124"/>
              <a:gd name="connsiteX0" fmla="*/ 6775 w 3105175"/>
              <a:gd name="connsiteY0" fmla="*/ 1360886 h 1811216"/>
              <a:gd name="connsiteX1" fmla="*/ 2276798 w 3105175"/>
              <a:gd name="connsiteY1" fmla="*/ 56 h 1811216"/>
              <a:gd name="connsiteX2" fmla="*/ 3102190 w 3105175"/>
              <a:gd name="connsiteY2" fmla="*/ 1309847 h 1811216"/>
              <a:gd name="connsiteX3" fmla="*/ 1670972 w 3105175"/>
              <a:gd name="connsiteY3" fmla="*/ 1799385 h 1811216"/>
              <a:gd name="connsiteX4" fmla="*/ 6775 w 3105175"/>
              <a:gd name="connsiteY4" fmla="*/ 1360886 h 1811216"/>
              <a:gd name="connsiteX0" fmla="*/ 6804 w 3105204"/>
              <a:gd name="connsiteY0" fmla="*/ 1481491 h 1932699"/>
              <a:gd name="connsiteX1" fmla="*/ 2278221 w 3105204"/>
              <a:gd name="connsiteY1" fmla="*/ 49 h 1932699"/>
              <a:gd name="connsiteX2" fmla="*/ 3102219 w 3105204"/>
              <a:gd name="connsiteY2" fmla="*/ 1430452 h 1932699"/>
              <a:gd name="connsiteX3" fmla="*/ 1671001 w 3105204"/>
              <a:gd name="connsiteY3" fmla="*/ 1919990 h 1932699"/>
              <a:gd name="connsiteX4" fmla="*/ 6804 w 3105204"/>
              <a:gd name="connsiteY4" fmla="*/ 1481491 h 1932699"/>
              <a:gd name="connsiteX0" fmla="*/ 5651 w 2887085"/>
              <a:gd name="connsiteY0" fmla="*/ 1481443 h 1919947"/>
              <a:gd name="connsiteX1" fmla="*/ 2277068 w 2887085"/>
              <a:gd name="connsiteY1" fmla="*/ 1 h 1919947"/>
              <a:gd name="connsiteX2" fmla="*/ 2884157 w 2887085"/>
              <a:gd name="connsiteY2" fmla="*/ 1486387 h 1919947"/>
              <a:gd name="connsiteX3" fmla="*/ 1669848 w 2887085"/>
              <a:gd name="connsiteY3" fmla="*/ 1919942 h 1919947"/>
              <a:gd name="connsiteX4" fmla="*/ 5651 w 2887085"/>
              <a:gd name="connsiteY4" fmla="*/ 1481443 h 1919947"/>
              <a:gd name="connsiteX0" fmla="*/ 5651 w 2900960"/>
              <a:gd name="connsiteY0" fmla="*/ 1481443 h 1919947"/>
              <a:gd name="connsiteX1" fmla="*/ 2277068 w 2900960"/>
              <a:gd name="connsiteY1" fmla="*/ 1 h 1919947"/>
              <a:gd name="connsiteX2" fmla="*/ 2884157 w 2900960"/>
              <a:gd name="connsiteY2" fmla="*/ 1486387 h 1919947"/>
              <a:gd name="connsiteX3" fmla="*/ 1669848 w 2900960"/>
              <a:gd name="connsiteY3" fmla="*/ 1919942 h 1919947"/>
              <a:gd name="connsiteX4" fmla="*/ 5651 w 2900960"/>
              <a:gd name="connsiteY4" fmla="*/ 1481443 h 1919947"/>
              <a:gd name="connsiteX0" fmla="*/ 5651 w 2900960"/>
              <a:gd name="connsiteY0" fmla="*/ 1481443 h 1919955"/>
              <a:gd name="connsiteX1" fmla="*/ 2277068 w 2900960"/>
              <a:gd name="connsiteY1" fmla="*/ 1 h 1919955"/>
              <a:gd name="connsiteX2" fmla="*/ 2884157 w 2900960"/>
              <a:gd name="connsiteY2" fmla="*/ 1486387 h 1919955"/>
              <a:gd name="connsiteX3" fmla="*/ 1669848 w 2900960"/>
              <a:gd name="connsiteY3" fmla="*/ 1919942 h 1919955"/>
              <a:gd name="connsiteX4" fmla="*/ 5651 w 2900960"/>
              <a:gd name="connsiteY4" fmla="*/ 1481443 h 1919955"/>
              <a:gd name="connsiteX0" fmla="*/ 5651 w 2942602"/>
              <a:gd name="connsiteY0" fmla="*/ 1481443 h 1919955"/>
              <a:gd name="connsiteX1" fmla="*/ 2277068 w 2942602"/>
              <a:gd name="connsiteY1" fmla="*/ 1 h 1919955"/>
              <a:gd name="connsiteX2" fmla="*/ 2884157 w 2942602"/>
              <a:gd name="connsiteY2" fmla="*/ 1486387 h 1919955"/>
              <a:gd name="connsiteX3" fmla="*/ 1669848 w 2942602"/>
              <a:gd name="connsiteY3" fmla="*/ 1919942 h 1919955"/>
              <a:gd name="connsiteX4" fmla="*/ 5651 w 2942602"/>
              <a:gd name="connsiteY4" fmla="*/ 1481443 h 1919955"/>
              <a:gd name="connsiteX0" fmla="*/ 5600 w 2874402"/>
              <a:gd name="connsiteY0" fmla="*/ 1481454 h 1920446"/>
              <a:gd name="connsiteX1" fmla="*/ 2277017 w 2874402"/>
              <a:gd name="connsiteY1" fmla="*/ 12 h 1920446"/>
              <a:gd name="connsiteX2" fmla="*/ 2808255 w 2874402"/>
              <a:gd name="connsiteY2" fmla="*/ 1507996 h 1920446"/>
              <a:gd name="connsiteX3" fmla="*/ 1669797 w 2874402"/>
              <a:gd name="connsiteY3" fmla="*/ 1919953 h 1920446"/>
              <a:gd name="connsiteX4" fmla="*/ 5600 w 2874402"/>
              <a:gd name="connsiteY4" fmla="*/ 1481454 h 1920446"/>
              <a:gd name="connsiteX0" fmla="*/ 6793 w 2580083"/>
              <a:gd name="connsiteY0" fmla="*/ 1484412 h 1920361"/>
              <a:gd name="connsiteX1" fmla="*/ 1988198 w 2580083"/>
              <a:gd name="connsiteY1" fmla="*/ 10 h 1920361"/>
              <a:gd name="connsiteX2" fmla="*/ 2519436 w 2580083"/>
              <a:gd name="connsiteY2" fmla="*/ 1507994 h 1920361"/>
              <a:gd name="connsiteX3" fmla="*/ 1380978 w 2580083"/>
              <a:gd name="connsiteY3" fmla="*/ 1919951 h 1920361"/>
              <a:gd name="connsiteX4" fmla="*/ 6793 w 2580083"/>
              <a:gd name="connsiteY4" fmla="*/ 1484412 h 1920361"/>
              <a:gd name="connsiteX0" fmla="*/ 481 w 2573771"/>
              <a:gd name="connsiteY0" fmla="*/ 1484412 h 1920361"/>
              <a:gd name="connsiteX1" fmla="*/ 1981886 w 2573771"/>
              <a:gd name="connsiteY1" fmla="*/ 10 h 1920361"/>
              <a:gd name="connsiteX2" fmla="*/ 2513124 w 2573771"/>
              <a:gd name="connsiteY2" fmla="*/ 1507994 h 1920361"/>
              <a:gd name="connsiteX3" fmla="*/ 1374666 w 2573771"/>
              <a:gd name="connsiteY3" fmla="*/ 1919951 h 1920361"/>
              <a:gd name="connsiteX4" fmla="*/ 481 w 2573771"/>
              <a:gd name="connsiteY4" fmla="*/ 1484412 h 1920361"/>
              <a:gd name="connsiteX0" fmla="*/ 807 w 1777842"/>
              <a:gd name="connsiteY0" fmla="*/ 1394764 h 1924328"/>
              <a:gd name="connsiteX1" fmla="*/ 1197615 w 1777842"/>
              <a:gd name="connsiteY1" fmla="*/ 256 h 1924328"/>
              <a:gd name="connsiteX2" fmla="*/ 1728853 w 1777842"/>
              <a:gd name="connsiteY2" fmla="*/ 1508240 h 1924328"/>
              <a:gd name="connsiteX3" fmla="*/ 590395 w 1777842"/>
              <a:gd name="connsiteY3" fmla="*/ 1920197 h 1924328"/>
              <a:gd name="connsiteX4" fmla="*/ 807 w 1777842"/>
              <a:gd name="connsiteY4" fmla="*/ 1394764 h 1924328"/>
              <a:gd name="connsiteX0" fmla="*/ 6746 w 1745510"/>
              <a:gd name="connsiteY0" fmla="*/ 1394768 h 2384251"/>
              <a:gd name="connsiteX1" fmla="*/ 1203554 w 1745510"/>
              <a:gd name="connsiteY1" fmla="*/ 260 h 2384251"/>
              <a:gd name="connsiteX2" fmla="*/ 1734792 w 1745510"/>
              <a:gd name="connsiteY2" fmla="*/ 1508244 h 2384251"/>
              <a:gd name="connsiteX3" fmla="*/ 763639 w 1745510"/>
              <a:gd name="connsiteY3" fmla="*/ 2383728 h 2384251"/>
              <a:gd name="connsiteX4" fmla="*/ 6746 w 1745510"/>
              <a:gd name="connsiteY4" fmla="*/ 1394768 h 2384251"/>
              <a:gd name="connsiteX0" fmla="*/ 6815 w 1782530"/>
              <a:gd name="connsiteY0" fmla="*/ 1394594 h 2383686"/>
              <a:gd name="connsiteX1" fmla="*/ 1203623 w 1782530"/>
              <a:gd name="connsiteY1" fmla="*/ 86 h 2383686"/>
              <a:gd name="connsiteX2" fmla="*/ 1772623 w 1782530"/>
              <a:gd name="connsiteY2" fmla="*/ 1332224 h 2383686"/>
              <a:gd name="connsiteX3" fmla="*/ 763708 w 1782530"/>
              <a:gd name="connsiteY3" fmla="*/ 2383554 h 2383686"/>
              <a:gd name="connsiteX4" fmla="*/ 6815 w 1782530"/>
              <a:gd name="connsiteY4" fmla="*/ 1394594 h 2383686"/>
              <a:gd name="connsiteX0" fmla="*/ 6770 w 1757900"/>
              <a:gd name="connsiteY0" fmla="*/ 1394578 h 2383647"/>
              <a:gd name="connsiteX1" fmla="*/ 1203578 w 1757900"/>
              <a:gd name="connsiteY1" fmla="*/ 70 h 2383647"/>
              <a:gd name="connsiteX2" fmla="*/ 1747468 w 1757900"/>
              <a:gd name="connsiteY2" fmla="*/ 1338151 h 2383647"/>
              <a:gd name="connsiteX3" fmla="*/ 763663 w 1757900"/>
              <a:gd name="connsiteY3" fmla="*/ 2383538 h 2383647"/>
              <a:gd name="connsiteX4" fmla="*/ 6770 w 1757900"/>
              <a:gd name="connsiteY4" fmla="*/ 1394578 h 2383647"/>
              <a:gd name="connsiteX0" fmla="*/ 8253 w 1763282"/>
              <a:gd name="connsiteY0" fmla="*/ 1369337 h 2358405"/>
              <a:gd name="connsiteX1" fmla="*/ 1257001 w 1763282"/>
              <a:gd name="connsiteY1" fmla="*/ 71 h 2358405"/>
              <a:gd name="connsiteX2" fmla="*/ 1748951 w 1763282"/>
              <a:gd name="connsiteY2" fmla="*/ 1312910 h 2358405"/>
              <a:gd name="connsiteX3" fmla="*/ 765146 w 1763282"/>
              <a:gd name="connsiteY3" fmla="*/ 2358297 h 2358405"/>
              <a:gd name="connsiteX4" fmla="*/ 8253 w 1763282"/>
              <a:gd name="connsiteY4" fmla="*/ 1369337 h 2358405"/>
              <a:gd name="connsiteX0" fmla="*/ 19183 w 1346217"/>
              <a:gd name="connsiteY0" fmla="*/ 1677669 h 2367696"/>
              <a:gd name="connsiteX1" fmla="*/ 842204 w 1346217"/>
              <a:gd name="connsiteY1" fmla="*/ 2667 h 2367696"/>
              <a:gd name="connsiteX2" fmla="*/ 1334154 w 1346217"/>
              <a:gd name="connsiteY2" fmla="*/ 1315506 h 2367696"/>
              <a:gd name="connsiteX3" fmla="*/ 350349 w 1346217"/>
              <a:gd name="connsiteY3" fmla="*/ 2360893 h 2367696"/>
              <a:gd name="connsiteX4" fmla="*/ 19183 w 1346217"/>
              <a:gd name="connsiteY4" fmla="*/ 1677669 h 2367696"/>
              <a:gd name="connsiteX0" fmla="*/ 8398 w 1330891"/>
              <a:gd name="connsiteY0" fmla="*/ 1677701 h 2440643"/>
              <a:gd name="connsiteX1" fmla="*/ 831419 w 1330891"/>
              <a:gd name="connsiteY1" fmla="*/ 2699 h 2440643"/>
              <a:gd name="connsiteX2" fmla="*/ 1323369 w 1330891"/>
              <a:gd name="connsiteY2" fmla="*/ 1315538 h 2440643"/>
              <a:gd name="connsiteX3" fmla="*/ 459647 w 1330891"/>
              <a:gd name="connsiteY3" fmla="*/ 2434728 h 2440643"/>
              <a:gd name="connsiteX4" fmla="*/ 8398 w 1330891"/>
              <a:gd name="connsiteY4" fmla="*/ 1677701 h 24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891" h="2440643">
                <a:moveTo>
                  <a:pt x="8398" y="1677701"/>
                </a:moveTo>
                <a:cubicBezTo>
                  <a:pt x="70360" y="1272363"/>
                  <a:pt x="612257" y="63060"/>
                  <a:pt x="831419" y="2699"/>
                </a:cubicBezTo>
                <a:cubicBezTo>
                  <a:pt x="1050581" y="-57662"/>
                  <a:pt x="1385331" y="910200"/>
                  <a:pt x="1323369" y="1315538"/>
                </a:cubicBezTo>
                <a:cubicBezTo>
                  <a:pt x="1261407" y="1720876"/>
                  <a:pt x="678809" y="2374368"/>
                  <a:pt x="459647" y="2434728"/>
                </a:cubicBezTo>
                <a:cubicBezTo>
                  <a:pt x="240485" y="2495089"/>
                  <a:pt x="-53564" y="2083039"/>
                  <a:pt x="8398" y="1677701"/>
                </a:cubicBezTo>
                <a:close/>
              </a:path>
            </a:pathLst>
          </a:cu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43E4EF3-CEAD-20FC-2561-F2F8D33192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93785" y="681401"/>
            <a:ext cx="4428933" cy="994769"/>
          </a:xfrm>
          <a:prstGeom prst="rect">
            <a:avLst/>
          </a:prstGeom>
        </p:spPr>
      </p:pic>
      <p:sp>
        <p:nvSpPr>
          <p:cNvPr id="15" name="Untertitel 2">
            <a:extLst>
              <a:ext uri="{FF2B5EF4-FFF2-40B4-BE49-F238E27FC236}">
                <a16:creationId xmlns:a16="http://schemas.microsoft.com/office/drawing/2014/main" id="{EE9FBAC8-D453-CB1D-A4CA-017A4F72E72B}"/>
              </a:ext>
            </a:extLst>
          </p:cNvPr>
          <p:cNvSpPr txBox="1">
            <a:spLocks/>
          </p:cNvSpPr>
          <p:nvPr userDrawn="1"/>
        </p:nvSpPr>
        <p:spPr>
          <a:xfrm>
            <a:off x="9000331" y="6266408"/>
            <a:ext cx="8322387" cy="2758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4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004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9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88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132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176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00220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26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307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351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de-DE" sz="3600" dirty="0">
              <a:latin typeface="TheSans Plain" pitchFamily="2" charset="0"/>
            </a:endParaRP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A98DBA1B-ED45-6492-CF15-5556184E5093}"/>
              </a:ext>
            </a:extLst>
          </p:cNvPr>
          <p:cNvSpPr txBox="1">
            <a:spLocks/>
          </p:cNvSpPr>
          <p:nvPr userDrawn="1"/>
        </p:nvSpPr>
        <p:spPr>
          <a:xfrm>
            <a:off x="3092555" y="24362821"/>
            <a:ext cx="7350603" cy="556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4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004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9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88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132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176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00220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26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307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351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2800" dirty="0">
              <a:solidFill>
                <a:srgbClr val="647A84"/>
              </a:solidFill>
              <a:latin typeface="TheSans Plain" pitchFamily="2" charset="0"/>
            </a:endParaRPr>
          </a:p>
        </p:txBody>
      </p:sp>
      <p:sp>
        <p:nvSpPr>
          <p:cNvPr id="26" name="Freihandform 25">
            <a:extLst>
              <a:ext uri="{FF2B5EF4-FFF2-40B4-BE49-F238E27FC236}">
                <a16:creationId xmlns:a16="http://schemas.microsoft.com/office/drawing/2014/main" id="{B1C09A3F-57CA-3C66-D612-15806F209D6D}"/>
              </a:ext>
            </a:extLst>
          </p:cNvPr>
          <p:cNvSpPr/>
          <p:nvPr userDrawn="1"/>
        </p:nvSpPr>
        <p:spPr>
          <a:xfrm rot="1800583" flipV="1">
            <a:off x="-7030182" y="-8140281"/>
            <a:ext cx="25122202" cy="13431247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ADF41A7-4A43-1884-2C03-5D6BE81EAAF9}"/>
              </a:ext>
            </a:extLst>
          </p:cNvPr>
          <p:cNvSpPr txBox="1">
            <a:spLocks/>
          </p:cNvSpPr>
          <p:nvPr userDrawn="1"/>
        </p:nvSpPr>
        <p:spPr>
          <a:xfrm>
            <a:off x="10123850" y="5916039"/>
            <a:ext cx="6905672" cy="5757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heSans Plain" pitchFamily="2" charset="0"/>
                <a:ea typeface="+mn-ea"/>
                <a:cs typeface="+mn-cs"/>
              </a:defRPr>
            </a:lvl1pPr>
            <a:lvl2pPr marL="1350066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50110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150154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050198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950242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850285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750329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650373" indent="-450022" algn="l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Char char="•"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BB5C0997-F41D-5C3E-EF3E-37D4D730ED76}"/>
              </a:ext>
            </a:extLst>
          </p:cNvPr>
          <p:cNvGrpSpPr/>
          <p:nvPr userDrawn="1"/>
        </p:nvGrpSpPr>
        <p:grpSpPr>
          <a:xfrm>
            <a:off x="9840024" y="22833473"/>
            <a:ext cx="11989575" cy="5519062"/>
            <a:chOff x="9840024" y="22833473"/>
            <a:chExt cx="11989575" cy="5519062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34F4711-E8A8-94D9-B53A-37DF435029EF}"/>
                </a:ext>
              </a:extLst>
            </p:cNvPr>
            <p:cNvGrpSpPr/>
            <p:nvPr userDrawn="1"/>
          </p:nvGrpSpPr>
          <p:grpSpPr>
            <a:xfrm>
              <a:off x="9840024" y="22833473"/>
              <a:ext cx="11989575" cy="5519062"/>
              <a:chOff x="6265416" y="5268016"/>
              <a:chExt cx="7318186" cy="3368719"/>
            </a:xfrm>
          </p:grpSpPr>
          <p:sp>
            <p:nvSpPr>
              <p:cNvPr id="10" name="Freihandform 9">
                <a:extLst>
                  <a:ext uri="{FF2B5EF4-FFF2-40B4-BE49-F238E27FC236}">
                    <a16:creationId xmlns:a16="http://schemas.microsoft.com/office/drawing/2014/main" id="{AE04A6CE-2EE9-7923-E7B5-991915B00D4F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0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68C0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8381043E-DB5E-2008-C332-795363240F3C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F9E68958-DAB3-8808-6755-E0B3C5994E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121403"/>
                <a:ext cx="2276638" cy="413983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2400" b="1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Elektrotechnik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F8E385B5-ACA6-B36A-0152-4E6CFAC1E9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635324" y="23899419"/>
              <a:ext cx="788396" cy="1020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07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brightnessContrast contrast="1000"/>
                    </a14:imgEffect>
                  </a14:imgLayer>
                </a14:imgProps>
              </a:ext>
            </a:extLst>
          </a:blip>
          <a:srcRect/>
          <a:stretch>
            <a:fillRect l="-26000" t="6000" r="-2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E39E9A8-A8F6-567F-DEF5-8C2768E24D47}"/>
              </a:ext>
            </a:extLst>
          </p:cNvPr>
          <p:cNvSpPr/>
          <p:nvPr/>
        </p:nvSpPr>
        <p:spPr>
          <a:xfrm>
            <a:off x="10172698" y="5753775"/>
            <a:ext cx="8091855" cy="3993260"/>
          </a:xfrm>
          <a:prstGeom prst="roundRect">
            <a:avLst>
              <a:gd name="adj" fmla="val 6578"/>
            </a:avLst>
          </a:prstGeom>
          <a:solidFill>
            <a:schemeClr val="bg1"/>
          </a:solidFill>
          <a:ln w="57150">
            <a:solidFill>
              <a:srgbClr val="0C6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759C040-F6F3-C2C7-E803-B2415B197812}"/>
              </a:ext>
            </a:extLst>
          </p:cNvPr>
          <p:cNvSpPr/>
          <p:nvPr/>
        </p:nvSpPr>
        <p:spPr>
          <a:xfrm>
            <a:off x="279554" y="6502854"/>
            <a:ext cx="7869346" cy="2812192"/>
          </a:xfrm>
          <a:prstGeom prst="roundRect">
            <a:avLst>
              <a:gd name="adj" fmla="val 8837"/>
            </a:avLst>
          </a:prstGeom>
          <a:solidFill>
            <a:schemeClr val="bg1"/>
          </a:solidFill>
          <a:ln w="57150">
            <a:solidFill>
              <a:srgbClr val="0C6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7AC22E5-815B-954F-90C2-613B333722EE}"/>
              </a:ext>
            </a:extLst>
          </p:cNvPr>
          <p:cNvSpPr/>
          <p:nvPr/>
        </p:nvSpPr>
        <p:spPr>
          <a:xfrm>
            <a:off x="-752408" y="11323186"/>
            <a:ext cx="8580372" cy="2812191"/>
          </a:xfrm>
          <a:prstGeom prst="roundRect">
            <a:avLst>
              <a:gd name="adj" fmla="val 9445"/>
            </a:avLst>
          </a:prstGeom>
          <a:solidFill>
            <a:schemeClr val="bg1"/>
          </a:solidFill>
          <a:ln w="57150">
            <a:solidFill>
              <a:srgbClr val="0C67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656BC83-E69F-62C2-3D9B-505F0BF39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785" y="681401"/>
            <a:ext cx="4428933" cy="994769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94A5FCFF-D392-788B-8A15-1AA17EE60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673" y="1190943"/>
            <a:ext cx="7943300" cy="1737204"/>
          </a:xfrm>
        </p:spPr>
        <p:txBody>
          <a:bodyPr anchor="ctr">
            <a:noAutofit/>
          </a:bodyPr>
          <a:lstStyle/>
          <a:p>
            <a:pPr algn="l"/>
            <a:r>
              <a:rPr lang="de-DE" sz="9600" b="1" spc="600" dirty="0">
                <a:solidFill>
                  <a:schemeClr val="bg1"/>
                </a:solidFill>
                <a:latin typeface="TheSans Plain" pitchFamily="2" charset="0"/>
              </a:rPr>
              <a:t>Event Insight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AC8B5838-689D-4AF1-9335-12175093629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520017" y="6570122"/>
            <a:ext cx="786934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Event Insight ermöglicht Veranstaltenden die Verwaltung von Rennen und die Kommunikation mit Teilnehmenden und Zusehenden. Kurzfristige Änderungen und Live-Ergebnisse werden angezeigt, und eine Karte zeigt die Positionen der Sportler und Sportlerinnen in Echtzeit.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E4B2CCF-D49A-B2FD-6F57-8C145BB9E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2699" y="5753775"/>
            <a:ext cx="7680819" cy="6020474"/>
          </a:xfrm>
        </p:spPr>
        <p:txBody>
          <a:bodyPr/>
          <a:lstStyle/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2800" dirty="0">
                <a:latin typeface="+mj-lt"/>
              </a:rPr>
              <a:t>Live-Verfolgung von Teilnehmenden während eines Rennens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2800" dirty="0">
                <a:latin typeface="+mj-lt"/>
              </a:rPr>
              <a:t>Anzeige der aktuellen Platzierungen und Zeiten in Echtzeit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2800" dirty="0">
                <a:latin typeface="+mj-lt"/>
              </a:rPr>
              <a:t>Verwaltung von den Daten der Teilnehmenden und Event-Informationen durch </a:t>
            </a:r>
            <a:r>
              <a:rPr lang="en-GB" dirty="0">
                <a:latin typeface="+mj-lt"/>
              </a:rPr>
              <a:t>Administrierende</a:t>
            </a:r>
            <a:endParaRPr lang="de-DE" sz="2800" dirty="0">
              <a:latin typeface="+mj-lt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2800" dirty="0">
                <a:latin typeface="+mj-lt"/>
              </a:rPr>
              <a:t>Integration einer interaktiven Karte zur Darstellung der Positionen der Teilnehmenden</a:t>
            </a:r>
          </a:p>
          <a:p>
            <a:endParaRPr lang="de-DE" dirty="0">
              <a:latin typeface="+mj-lt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884ACC-E97D-0A3D-4389-A5691C94BB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1" y="11396770"/>
            <a:ext cx="8382891" cy="31205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AT" dirty="0">
                <a:latin typeface="+mj-lt"/>
              </a:rPr>
              <a:t>Die Plattform wird über ein Web-Interface verwaltet. Echtzeit-Daten der Teilnehmenden werden über die </a:t>
            </a:r>
            <a:r>
              <a:rPr lang="de-AT" dirty="0" err="1">
                <a:latin typeface="+mj-lt"/>
              </a:rPr>
              <a:t>SimpleAPI</a:t>
            </a:r>
            <a:r>
              <a:rPr lang="de-AT" dirty="0">
                <a:latin typeface="+mj-lt"/>
              </a:rPr>
              <a:t> von </a:t>
            </a:r>
            <a:r>
              <a:rPr lang="de-AT" dirty="0" err="1">
                <a:latin typeface="+mj-lt"/>
              </a:rPr>
              <a:t>RaceResult</a:t>
            </a:r>
            <a:r>
              <a:rPr lang="de-AT" dirty="0">
                <a:latin typeface="+mj-lt"/>
              </a:rPr>
              <a:t> empfangen. Die interaktive Live-Karte zeigt die Positionen der Teilnehmenden in Echtzeit, während die Ergebnisliste Platzierungen und Zeiten kontinuierlich aktualisiert anzeigt.</a:t>
            </a:r>
            <a:endParaRPr lang="de-DE" dirty="0">
              <a:latin typeface="+mj-lt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E6A16C2-6953-02CD-AE4E-3C2B3072EE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23128" y="23601589"/>
            <a:ext cx="4472658" cy="1463450"/>
          </a:xfrm>
          <a:solidFill>
            <a:schemeClr val="bg1"/>
          </a:solidFill>
          <a:ln w="57150">
            <a:solidFill>
              <a:srgbClr val="0C67C9"/>
            </a:solidFill>
          </a:ln>
        </p:spPr>
        <p:txBody>
          <a:bodyPr/>
          <a:lstStyle/>
          <a:p>
            <a:pPr algn="l"/>
            <a:r>
              <a:rPr lang="de-DE" sz="2400" dirty="0">
                <a:solidFill>
                  <a:srgbClr val="647A84"/>
                </a:solidFill>
                <a:latin typeface="TheSans Plain" pitchFamily="2" charset="0"/>
              </a:rPr>
              <a:t>Maximilian Lindner, </a:t>
            </a:r>
            <a:r>
              <a:rPr lang="de-DE" dirty="0"/>
              <a:t>Lukas</a:t>
            </a:r>
            <a:r>
              <a:rPr lang="de-DE" sz="2400" dirty="0">
                <a:solidFill>
                  <a:srgbClr val="647A84"/>
                </a:solidFill>
                <a:latin typeface="TheSans Plain" pitchFamily="2" charset="0"/>
              </a:rPr>
              <a:t> Sumann</a:t>
            </a:r>
          </a:p>
          <a:p>
            <a:pPr algn="l"/>
            <a:r>
              <a:rPr lang="de-DE" sz="2400" dirty="0" err="1">
                <a:solidFill>
                  <a:srgbClr val="647A84"/>
                </a:solidFill>
                <a:latin typeface="TheSans Plain" pitchFamily="2" charset="0"/>
              </a:rPr>
              <a:t>Dipl</a:t>
            </a:r>
            <a:r>
              <a:rPr lang="de-DE" sz="2400" dirty="0">
                <a:solidFill>
                  <a:srgbClr val="647A84"/>
                </a:solidFill>
                <a:latin typeface="TheSans Plain" pitchFamily="2" charset="0"/>
              </a:rPr>
              <a:t>-Ing. </a:t>
            </a:r>
            <a:r>
              <a:rPr lang="de-DE" dirty="0"/>
              <a:t>Alexander</a:t>
            </a:r>
            <a:r>
              <a:rPr lang="de-DE" sz="2400" dirty="0">
                <a:solidFill>
                  <a:srgbClr val="647A84"/>
                </a:solidFill>
                <a:latin typeface="TheSans Plain" pitchFamily="2" charset="0"/>
              </a:rPr>
              <a:t> </a:t>
            </a:r>
            <a:r>
              <a:rPr lang="de-DE" sz="2400" dirty="0" err="1">
                <a:solidFill>
                  <a:srgbClr val="647A84"/>
                </a:solidFill>
                <a:latin typeface="TheSans Plain" pitchFamily="2" charset="0"/>
              </a:rPr>
              <a:t>Rodiga</a:t>
            </a:r>
            <a:endParaRPr lang="de-DE" sz="2400" dirty="0">
              <a:solidFill>
                <a:srgbClr val="647A84"/>
              </a:solidFill>
              <a:latin typeface="TheSans Plain" pitchFamily="2" charset="0"/>
            </a:endParaRPr>
          </a:p>
          <a:p>
            <a:pPr algn="l"/>
            <a:r>
              <a:rPr lang="de-DE" sz="2400" dirty="0">
                <a:solidFill>
                  <a:srgbClr val="647A84"/>
                </a:solidFill>
                <a:latin typeface="TheSans Plain" pitchFamily="2" charset="0"/>
              </a:rPr>
              <a:t>Diplomarbeit, 5AHEL, 2024/2</a:t>
            </a:r>
            <a:r>
              <a:rPr lang="de-DE" dirty="0"/>
              <a:t>5</a:t>
            </a:r>
            <a:endParaRPr lang="de-DE" sz="2400" dirty="0">
              <a:solidFill>
                <a:srgbClr val="647A84"/>
              </a:solidFill>
              <a:latin typeface="TheSans Plain" pitchFamily="2" charset="0"/>
            </a:endParaRPr>
          </a:p>
          <a:p>
            <a:pPr algn="l"/>
            <a:endParaRPr lang="de-DE" sz="2400" dirty="0">
              <a:solidFill>
                <a:srgbClr val="647A84"/>
              </a:solidFill>
              <a:latin typeface="TheSans Plain" pitchFamily="2" charset="0"/>
            </a:endParaRPr>
          </a:p>
          <a:p>
            <a:endParaRPr lang="de-DE" dirty="0"/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E9F88A95-A66E-B714-41FF-932D502CFB13}"/>
              </a:ext>
            </a:extLst>
          </p:cNvPr>
          <p:cNvSpPr txBox="1">
            <a:spLocks/>
          </p:cNvSpPr>
          <p:nvPr/>
        </p:nvSpPr>
        <p:spPr>
          <a:xfrm>
            <a:off x="1646370" y="24619099"/>
            <a:ext cx="7350603" cy="556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00088" rtl="0" eaLnBrk="1" latinLnBrk="0" hangingPunct="1">
              <a:lnSpc>
                <a:spcPct val="90000"/>
              </a:lnSpc>
              <a:spcBef>
                <a:spcPts val="1969"/>
              </a:spcBef>
              <a:buFont typeface="Arial" panose="020B0604020202020204" pitchFamily="34" charset="0"/>
              <a:buNone/>
              <a:defRPr sz="4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004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9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88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5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00132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176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00220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264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307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200351" indent="0" algn="ctr" defTabSz="1800088" rtl="0" eaLnBrk="1" latinLnBrk="0" hangingPunct="1">
              <a:lnSpc>
                <a:spcPct val="90000"/>
              </a:lnSpc>
              <a:spcBef>
                <a:spcPts val="984"/>
              </a:spcBef>
              <a:buFont typeface="Arial" panose="020B0604020202020204" pitchFamily="34" charset="0"/>
              <a:buNone/>
              <a:defRPr sz="3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2800" dirty="0">
              <a:solidFill>
                <a:srgbClr val="647A84"/>
              </a:solidFill>
              <a:latin typeface="TheSans Plain" pitchFamily="2" charset="0"/>
            </a:endParaRPr>
          </a:p>
        </p:txBody>
      </p:sp>
      <p:pic>
        <p:nvPicPr>
          <p:cNvPr id="1106" name="Grafik 1105">
            <a:extLst>
              <a:ext uri="{FF2B5EF4-FFF2-40B4-BE49-F238E27FC236}">
                <a16:creationId xmlns:a16="http://schemas.microsoft.com/office/drawing/2014/main" id="{1B73006D-9CCC-3BA2-0881-9B767ABF77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66841" y="23633339"/>
            <a:ext cx="1398236" cy="1398236"/>
          </a:xfrm>
          <a:prstGeom prst="rect">
            <a:avLst/>
          </a:prstGeom>
          <a:solidFill>
            <a:schemeClr val="bg1"/>
          </a:solidFill>
          <a:ln w="57150">
            <a:solidFill>
              <a:srgbClr val="0C67C9"/>
            </a:solidFill>
          </a:ln>
        </p:spPr>
      </p:pic>
      <p:pic>
        <p:nvPicPr>
          <p:cNvPr id="15" name="Grafik 14" descr="Ein Bild, das Grafiken, Symbol, Clipart, Logo enthält.&#10;&#10;Automatisch generierte Beschreibung">
            <a:extLst>
              <a:ext uri="{FF2B5EF4-FFF2-40B4-BE49-F238E27FC236}">
                <a16:creationId xmlns:a16="http://schemas.microsoft.com/office/drawing/2014/main" id="{F45D94D6-CD32-15E8-F538-389D6A3CF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340" y="521818"/>
            <a:ext cx="2864669" cy="2838318"/>
          </a:xfrm>
          <a:prstGeom prst="rect">
            <a:avLst/>
          </a:prstGeom>
        </p:spPr>
      </p:pic>
      <p:pic>
        <p:nvPicPr>
          <p:cNvPr id="11" name="Grafik 10" descr="Ein Bild, das Text, Karte, Atlas, Screenshot enthält.&#10;&#10;Automatisch generierte Beschreibung">
            <a:extLst>
              <a:ext uri="{FF2B5EF4-FFF2-40B4-BE49-F238E27FC236}">
                <a16:creationId xmlns:a16="http://schemas.microsoft.com/office/drawing/2014/main" id="{75A1192F-DCDA-458F-1FA5-9E837A166D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6983"/>
          <a:stretch/>
        </p:blipFill>
        <p:spPr>
          <a:xfrm>
            <a:off x="0" y="15567409"/>
            <a:ext cx="10963669" cy="6645522"/>
          </a:xfrm>
          <a:prstGeom prst="rect">
            <a:avLst/>
          </a:prstGeom>
          <a:solidFill>
            <a:schemeClr val="bg1"/>
          </a:solidFill>
          <a:ln w="57150">
            <a:solidFill>
              <a:srgbClr val="0C67C9"/>
            </a:solidFill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F0BEC47-E29C-4107-9027-2A9DAF11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009" y="15759688"/>
            <a:ext cx="48768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353984"/>
      </p:ext>
    </p:extLst>
  </p:cSld>
  <p:clrMapOvr>
    <a:masterClrMapping/>
  </p:clrMapOvr>
</p:sld>
</file>

<file path=ppt/theme/theme1.xml><?xml version="1.0" encoding="utf-8"?>
<a:theme xmlns:a="http://schemas.openxmlformats.org/drawingml/2006/main" name="ELT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_Poster_B2.potx" id="{58DC62B2-CA32-4521-96EA-D396B031B348}" vid="{92FB7E2D-4655-444C-8B57-BA45960395C2}"/>
    </a:ext>
  </a:extLst>
</a:theme>
</file>

<file path=ppt/theme/theme2.xml><?xml version="1.0" encoding="utf-8"?>
<a:theme xmlns:a="http://schemas.openxmlformats.org/drawingml/2006/main" name="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_Poster_B2.potx" id="{58DC62B2-CA32-4521-96EA-D396B031B348}" vid="{ADE67214-0C85-4779-A5BE-08E9C303A75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351EE62590D641ABB9E72C8C803357" ma:contentTypeVersion="18" ma:contentTypeDescription="Create a new document." ma:contentTypeScope="" ma:versionID="109865827107689255b3b18ec038d99e">
  <xsd:schema xmlns:xsd="http://www.w3.org/2001/XMLSchema" xmlns:xs="http://www.w3.org/2001/XMLSchema" xmlns:p="http://schemas.microsoft.com/office/2006/metadata/properties" xmlns:ns3="0be2931f-0faf-47b5-bf6e-2a2323130db0" xmlns:ns4="728aa5e2-c5f0-4191-963d-5b6898c885d6" targetNamespace="http://schemas.microsoft.com/office/2006/metadata/properties" ma:root="true" ma:fieldsID="d3dced57532849ca1376c184c811c67d" ns3:_="" ns4:_="">
    <xsd:import namespace="0be2931f-0faf-47b5-bf6e-2a2323130db0"/>
    <xsd:import namespace="728aa5e2-c5f0-4191-963d-5b6898c885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2931f-0faf-47b5-bf6e-2a2323130d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8aa5e2-c5f0-4191-963d-5b6898c885d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be2931f-0faf-47b5-bf6e-2a2323130db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97249-F0FB-406B-96D5-79BCD09AE1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e2931f-0faf-47b5-bf6e-2a2323130db0"/>
    <ds:schemaRef ds:uri="728aa5e2-c5f0-4191-963d-5b6898c885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2D2352-F3ED-4AB4-A8E8-56D7E4F0699A}">
  <ds:schemaRefs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728aa5e2-c5f0-4191-963d-5b6898c885d6"/>
    <ds:schemaRef ds:uri="0be2931f-0faf-47b5-bf6e-2a2323130db0"/>
  </ds:schemaRefs>
</ds:datastoreItem>
</file>

<file path=customXml/itemProps3.xml><?xml version="1.0" encoding="utf-8"?>
<ds:datastoreItem xmlns:ds="http://schemas.openxmlformats.org/officeDocument/2006/customXml" ds:itemID="{BB191124-574D-46FA-A2C0-0E1859C8E9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DA_Poster_B2</Template>
  <TotalTime>0</TotalTime>
  <Words>126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TheSans Plain</vt:lpstr>
      <vt:lpstr>Arial</vt:lpstr>
      <vt:lpstr>TheSans Plain</vt:lpstr>
      <vt:lpstr>Calibri</vt:lpstr>
      <vt:lpstr>Wingdings</vt:lpstr>
      <vt:lpstr>ELTI</vt:lpstr>
      <vt:lpstr>ET</vt:lpstr>
      <vt:lpstr>Event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Insight</dc:title>
  <dc:creator>Maximilian Wolf Lindner (5AHEL)</dc:creator>
  <cp:lastModifiedBy>Lukas Peter Sumann (5AHEL)</cp:lastModifiedBy>
  <cp:revision>35</cp:revision>
  <dcterms:created xsi:type="dcterms:W3CDTF">2024-11-24T23:24:49Z</dcterms:created>
  <dcterms:modified xsi:type="dcterms:W3CDTF">2024-12-16T15:07:28Z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0x010100EB351EE62590D641ABB9E72C8C803357</vt:lpwstr>
  </property>
</Properties>
</file>