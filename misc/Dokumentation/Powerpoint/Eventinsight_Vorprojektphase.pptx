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autoCompressPictures="0">
  <p:sldMasterIdLst>
    <p:sldMasterId id="2147483648" r:id="rId4"/>
  </p:sldMasterIdLst>
  <p:notesMasterIdLst>
    <p:notesMasterId r:id="rId12"/>
  </p:notesMasterIdLst>
  <p:sldIdLst>
    <p:sldId id="257" r:id="rId5"/>
    <p:sldId id="256" r:id="rId6"/>
    <p:sldId id="258" r:id="rId7"/>
    <p:sldId id="259" r:id="rId8"/>
    <p:sldId id="261" r:id="rId9"/>
    <p:sldId id="278" r:id="rId10"/>
    <p:sldId id="279" r:id="rId11"/>
  </p:sldIdLst>
  <p:sldSz cx="12192000" cy="6858000"/>
  <p:notesSz cx="6858000" cy="9144000"/>
  <p:embeddedFontLs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Lemon Tuesday" panose="02000506040000020004" charset="0"/>
      <p:regular r:id="rId17"/>
    </p:embeddedFont>
    <p:embeddedFont>
      <p:font typeface="THESANS PLAIN" panose="020B0604020202020204"/>
      <p:regular r:id="rId18"/>
    </p:embeddedFont>
  </p:embeddedFont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ndardabschnitt" id="{AE9B50C8-5EBC-422A-9A15-A531B37E6F6D}">
          <p14:sldIdLst>
            <p14:sldId id="257"/>
            <p14:sldId id="256"/>
            <p14:sldId id="258"/>
            <p14:sldId id="259"/>
            <p14:sldId id="261"/>
            <p14:sldId id="278"/>
            <p14:sldId id="27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EB19B"/>
    <a:srgbClr val="F07F3E"/>
    <a:srgbClr val="FDC21A"/>
    <a:srgbClr val="647A84"/>
    <a:srgbClr val="68C0ED"/>
    <a:srgbClr val="AB86BB"/>
    <a:srgbClr val="3B4858"/>
    <a:srgbClr val="8711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2921" autoAdjust="0"/>
  </p:normalViewPr>
  <p:slideViewPr>
    <p:cSldViewPr snapToGrid="0">
      <p:cViewPr varScale="1">
        <p:scale>
          <a:sx n="104" d="100"/>
          <a:sy n="104" d="100"/>
        </p:scale>
        <p:origin x="1554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7" d="100"/>
          <a:sy n="87" d="100"/>
        </p:scale>
        <p:origin x="3840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customXml" Target="../customXml/item2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font" Target="fonts/font3.fntdata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7E0F9D-EE58-AD4F-81A8-795EB4710398}" type="datetimeFigureOut">
              <a:rPr lang="de-DE" smtClean="0"/>
              <a:t>12.06.2024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491A4F-9949-BA4C-829E-3204D57F773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677113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AT" dirty="0"/>
              <a:t>Eine Website zur Visualisierung und Simplifizierung von Renndaten mit UI für Admin und Anwender. </a:t>
            </a:r>
          </a:p>
          <a:p>
            <a:endParaRPr lang="de-AT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491A4F-9949-BA4C-829E-3204D57F7733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817256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491A4F-9949-BA4C-829E-3204D57F7733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257276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491A4F-9949-BA4C-829E-3204D57F7733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571863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de-AT" sz="1800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559927-1EEC-4838-AB9F-6BAA9BED8919}" type="slidenum">
              <a:rPr lang="de-AT" smtClean="0"/>
              <a:t>6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9303965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emf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emf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7.svg"/><Relationship Id="rId7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1.emf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11.sv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1.emf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svg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502BA19-22BB-9749-A27A-7E43EF050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137DF-46F0-194D-B8E6-89251B633EEA}" type="slidenum">
              <a:rPr lang="de-DE" smtClean="0"/>
              <a:t>‹Nr.›</a:t>
            </a:fld>
            <a:endParaRPr lang="de-DE"/>
          </a:p>
        </p:txBody>
      </p:sp>
      <p:sp>
        <p:nvSpPr>
          <p:cNvPr id="7" name="Freihandform 6">
            <a:extLst>
              <a:ext uri="{FF2B5EF4-FFF2-40B4-BE49-F238E27FC236}">
                <a16:creationId xmlns:a16="http://schemas.microsoft.com/office/drawing/2014/main" id="{E4AFAA2B-DDC1-A705-5CE1-101E13B92766}"/>
              </a:ext>
            </a:extLst>
          </p:cNvPr>
          <p:cNvSpPr/>
          <p:nvPr userDrawn="1"/>
        </p:nvSpPr>
        <p:spPr>
          <a:xfrm rot="8196387">
            <a:off x="5318777" y="-1177905"/>
            <a:ext cx="4759712" cy="5169791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2630869"/>
              <a:gd name="connsiteY0" fmla="*/ 1913201 h 4484060"/>
              <a:gd name="connsiteX1" fmla="*/ 2156275 w 2630869"/>
              <a:gd name="connsiteY1" fmla="*/ 89473 h 4484060"/>
              <a:gd name="connsiteX2" fmla="*/ 2574031 w 2630869"/>
              <a:gd name="connsiteY2" fmla="*/ 2543820 h 4484060"/>
              <a:gd name="connsiteX3" fmla="*/ 2321781 w 2630869"/>
              <a:gd name="connsiteY3" fmla="*/ 4351600 h 4484060"/>
              <a:gd name="connsiteX4" fmla="*/ 51546 w 2630869"/>
              <a:gd name="connsiteY4" fmla="*/ 3542304 h 4484060"/>
              <a:gd name="connsiteX5" fmla="*/ 829312 w 2630869"/>
              <a:gd name="connsiteY5" fmla="*/ 1913201 h 4484060"/>
              <a:gd name="connsiteX0" fmla="*/ 829312 w 2634983"/>
              <a:gd name="connsiteY0" fmla="*/ 1913201 h 4484060"/>
              <a:gd name="connsiteX1" fmla="*/ 2156275 w 2634983"/>
              <a:gd name="connsiteY1" fmla="*/ 89473 h 4484060"/>
              <a:gd name="connsiteX2" fmla="*/ 2574031 w 2634983"/>
              <a:gd name="connsiteY2" fmla="*/ 2543820 h 4484060"/>
              <a:gd name="connsiteX3" fmla="*/ 2321781 w 2634983"/>
              <a:gd name="connsiteY3" fmla="*/ 4351600 h 4484060"/>
              <a:gd name="connsiteX4" fmla="*/ 51546 w 2634983"/>
              <a:gd name="connsiteY4" fmla="*/ 3542304 h 4484060"/>
              <a:gd name="connsiteX5" fmla="*/ 829312 w 2634983"/>
              <a:gd name="connsiteY5" fmla="*/ 1913201 h 4484060"/>
              <a:gd name="connsiteX0" fmla="*/ 829312 w 2634983"/>
              <a:gd name="connsiteY0" fmla="*/ 1823911 h 4394770"/>
              <a:gd name="connsiteX1" fmla="*/ 2156275 w 2634983"/>
              <a:gd name="connsiteY1" fmla="*/ 183 h 4394770"/>
              <a:gd name="connsiteX2" fmla="*/ 2574031 w 2634983"/>
              <a:gd name="connsiteY2" fmla="*/ 2454530 h 4394770"/>
              <a:gd name="connsiteX3" fmla="*/ 2321781 w 2634983"/>
              <a:gd name="connsiteY3" fmla="*/ 4262310 h 4394770"/>
              <a:gd name="connsiteX4" fmla="*/ 51546 w 2634983"/>
              <a:gd name="connsiteY4" fmla="*/ 3453014 h 4394770"/>
              <a:gd name="connsiteX5" fmla="*/ 829312 w 2634983"/>
              <a:gd name="connsiteY5" fmla="*/ 1823911 h 4394770"/>
              <a:gd name="connsiteX0" fmla="*/ 550921 w 2356592"/>
              <a:gd name="connsiteY0" fmla="*/ 1823911 h 4375660"/>
              <a:gd name="connsiteX1" fmla="*/ 1877884 w 2356592"/>
              <a:gd name="connsiteY1" fmla="*/ 183 h 4375660"/>
              <a:gd name="connsiteX2" fmla="*/ 2295640 w 2356592"/>
              <a:gd name="connsiteY2" fmla="*/ 2454530 h 4375660"/>
              <a:gd name="connsiteX3" fmla="*/ 2043390 w 2356592"/>
              <a:gd name="connsiteY3" fmla="*/ 4262310 h 4375660"/>
              <a:gd name="connsiteX4" fmla="*/ 97666 w 2356592"/>
              <a:gd name="connsiteY4" fmla="*/ 3284751 h 4375660"/>
              <a:gd name="connsiteX5" fmla="*/ 550921 w 2356592"/>
              <a:gd name="connsiteY5" fmla="*/ 1823911 h 4375660"/>
              <a:gd name="connsiteX0" fmla="*/ 1187626 w 2290887"/>
              <a:gd name="connsiteY0" fmla="*/ 1491571 h 4375718"/>
              <a:gd name="connsiteX1" fmla="*/ 1812179 w 2290887"/>
              <a:gd name="connsiteY1" fmla="*/ 241 h 4375718"/>
              <a:gd name="connsiteX2" fmla="*/ 2229935 w 2290887"/>
              <a:gd name="connsiteY2" fmla="*/ 2454588 h 4375718"/>
              <a:gd name="connsiteX3" fmla="*/ 1977685 w 2290887"/>
              <a:gd name="connsiteY3" fmla="*/ 4262368 h 4375718"/>
              <a:gd name="connsiteX4" fmla="*/ 31961 w 2290887"/>
              <a:gd name="connsiteY4" fmla="*/ 3284809 h 4375718"/>
              <a:gd name="connsiteX5" fmla="*/ 1187626 w 2290887"/>
              <a:gd name="connsiteY5" fmla="*/ 1491571 h 4375718"/>
              <a:gd name="connsiteX0" fmla="*/ 1187626 w 2290887"/>
              <a:gd name="connsiteY0" fmla="*/ 1491690 h 4375837"/>
              <a:gd name="connsiteX1" fmla="*/ 1812179 w 2290887"/>
              <a:gd name="connsiteY1" fmla="*/ 360 h 4375837"/>
              <a:gd name="connsiteX2" fmla="*/ 2229935 w 2290887"/>
              <a:gd name="connsiteY2" fmla="*/ 2454707 h 4375837"/>
              <a:gd name="connsiteX3" fmla="*/ 1977685 w 2290887"/>
              <a:gd name="connsiteY3" fmla="*/ 4262487 h 4375837"/>
              <a:gd name="connsiteX4" fmla="*/ 31961 w 2290887"/>
              <a:gd name="connsiteY4" fmla="*/ 3284928 h 4375837"/>
              <a:gd name="connsiteX5" fmla="*/ 1187626 w 2290887"/>
              <a:gd name="connsiteY5" fmla="*/ 1491690 h 4375837"/>
              <a:gd name="connsiteX0" fmla="*/ 1177700 w 2280961"/>
              <a:gd name="connsiteY0" fmla="*/ 1491690 h 4375837"/>
              <a:gd name="connsiteX1" fmla="*/ 1802253 w 2280961"/>
              <a:gd name="connsiteY1" fmla="*/ 360 h 4375837"/>
              <a:gd name="connsiteX2" fmla="*/ 2220009 w 2280961"/>
              <a:gd name="connsiteY2" fmla="*/ 2454707 h 4375837"/>
              <a:gd name="connsiteX3" fmla="*/ 1967759 w 2280961"/>
              <a:gd name="connsiteY3" fmla="*/ 4262487 h 4375837"/>
              <a:gd name="connsiteX4" fmla="*/ 22035 w 2280961"/>
              <a:gd name="connsiteY4" fmla="*/ 3284928 h 4375837"/>
              <a:gd name="connsiteX5" fmla="*/ 1177700 w 2280961"/>
              <a:gd name="connsiteY5" fmla="*/ 1491690 h 4375837"/>
              <a:gd name="connsiteX0" fmla="*/ 1177700 w 2132201"/>
              <a:gd name="connsiteY0" fmla="*/ 1491690 h 4375837"/>
              <a:gd name="connsiteX1" fmla="*/ 1802253 w 2132201"/>
              <a:gd name="connsiteY1" fmla="*/ 360 h 4375837"/>
              <a:gd name="connsiteX2" fmla="*/ 1570986 w 2132201"/>
              <a:gd name="connsiteY2" fmla="*/ 2791232 h 4375837"/>
              <a:gd name="connsiteX3" fmla="*/ 1967759 w 2132201"/>
              <a:gd name="connsiteY3" fmla="*/ 4262487 h 4375837"/>
              <a:gd name="connsiteX4" fmla="*/ 22035 w 2132201"/>
              <a:gd name="connsiteY4" fmla="*/ 3284928 h 4375837"/>
              <a:gd name="connsiteX5" fmla="*/ 1177700 w 2132201"/>
              <a:gd name="connsiteY5" fmla="*/ 1491690 h 4375837"/>
              <a:gd name="connsiteX0" fmla="*/ 1177700 w 2303877"/>
              <a:gd name="connsiteY0" fmla="*/ 654980 h 3539127"/>
              <a:gd name="connsiteX1" fmla="*/ 2105842 w 2303877"/>
              <a:gd name="connsiteY1" fmla="*/ 30327 h 3539127"/>
              <a:gd name="connsiteX2" fmla="*/ 1570986 w 2303877"/>
              <a:gd name="connsiteY2" fmla="*/ 1954522 h 3539127"/>
              <a:gd name="connsiteX3" fmla="*/ 1967759 w 2303877"/>
              <a:gd name="connsiteY3" fmla="*/ 3425777 h 3539127"/>
              <a:gd name="connsiteX4" fmla="*/ 22035 w 2303877"/>
              <a:gd name="connsiteY4" fmla="*/ 2448218 h 3539127"/>
              <a:gd name="connsiteX5" fmla="*/ 1177700 w 2303877"/>
              <a:gd name="connsiteY5" fmla="*/ 654980 h 3539127"/>
              <a:gd name="connsiteX0" fmla="*/ 1177700 w 2303877"/>
              <a:gd name="connsiteY0" fmla="*/ 811890 h 3696037"/>
              <a:gd name="connsiteX1" fmla="*/ 2105842 w 2303877"/>
              <a:gd name="connsiteY1" fmla="*/ 187237 h 3696037"/>
              <a:gd name="connsiteX2" fmla="*/ 1570986 w 2303877"/>
              <a:gd name="connsiteY2" fmla="*/ 2111432 h 3696037"/>
              <a:gd name="connsiteX3" fmla="*/ 1967759 w 2303877"/>
              <a:gd name="connsiteY3" fmla="*/ 3582687 h 3696037"/>
              <a:gd name="connsiteX4" fmla="*/ 22035 w 2303877"/>
              <a:gd name="connsiteY4" fmla="*/ 2605128 h 3696037"/>
              <a:gd name="connsiteX5" fmla="*/ 1177700 w 2303877"/>
              <a:gd name="connsiteY5" fmla="*/ 811890 h 3696037"/>
              <a:gd name="connsiteX0" fmla="*/ 1177700 w 2189200"/>
              <a:gd name="connsiteY0" fmla="*/ 811890 h 3696037"/>
              <a:gd name="connsiteX1" fmla="*/ 2105842 w 2189200"/>
              <a:gd name="connsiteY1" fmla="*/ 187237 h 3696037"/>
              <a:gd name="connsiteX2" fmla="*/ 1570986 w 2189200"/>
              <a:gd name="connsiteY2" fmla="*/ 2111432 h 3696037"/>
              <a:gd name="connsiteX3" fmla="*/ 1967759 w 2189200"/>
              <a:gd name="connsiteY3" fmla="*/ 3582687 h 3696037"/>
              <a:gd name="connsiteX4" fmla="*/ 22035 w 2189200"/>
              <a:gd name="connsiteY4" fmla="*/ 2605128 h 3696037"/>
              <a:gd name="connsiteX5" fmla="*/ 1177700 w 2189200"/>
              <a:gd name="connsiteY5" fmla="*/ 811890 h 3696037"/>
              <a:gd name="connsiteX0" fmla="*/ 1177700 w 2189200"/>
              <a:gd name="connsiteY0" fmla="*/ 743015 h 3627162"/>
              <a:gd name="connsiteX1" fmla="*/ 2105842 w 2189200"/>
              <a:gd name="connsiteY1" fmla="*/ 118362 h 3627162"/>
              <a:gd name="connsiteX2" fmla="*/ 1570986 w 2189200"/>
              <a:gd name="connsiteY2" fmla="*/ 2042557 h 3627162"/>
              <a:gd name="connsiteX3" fmla="*/ 1967759 w 2189200"/>
              <a:gd name="connsiteY3" fmla="*/ 3513812 h 3627162"/>
              <a:gd name="connsiteX4" fmla="*/ 22035 w 2189200"/>
              <a:gd name="connsiteY4" fmla="*/ 2536253 h 3627162"/>
              <a:gd name="connsiteX5" fmla="*/ 1177700 w 2189200"/>
              <a:gd name="connsiteY5" fmla="*/ 743015 h 3627162"/>
              <a:gd name="connsiteX0" fmla="*/ 1177700 w 2189200"/>
              <a:gd name="connsiteY0" fmla="*/ 695554 h 3579701"/>
              <a:gd name="connsiteX1" fmla="*/ 2105842 w 2189200"/>
              <a:gd name="connsiteY1" fmla="*/ 70901 h 3579701"/>
              <a:gd name="connsiteX2" fmla="*/ 1570986 w 2189200"/>
              <a:gd name="connsiteY2" fmla="*/ 1995096 h 3579701"/>
              <a:gd name="connsiteX3" fmla="*/ 1967759 w 2189200"/>
              <a:gd name="connsiteY3" fmla="*/ 3466351 h 3579701"/>
              <a:gd name="connsiteX4" fmla="*/ 22035 w 2189200"/>
              <a:gd name="connsiteY4" fmla="*/ 2488792 h 3579701"/>
              <a:gd name="connsiteX5" fmla="*/ 1177700 w 2189200"/>
              <a:gd name="connsiteY5" fmla="*/ 695554 h 3579701"/>
              <a:gd name="connsiteX0" fmla="*/ 1180449 w 2191949"/>
              <a:gd name="connsiteY0" fmla="*/ 695554 h 3579701"/>
              <a:gd name="connsiteX1" fmla="*/ 2108591 w 2191949"/>
              <a:gd name="connsiteY1" fmla="*/ 70901 h 3579701"/>
              <a:gd name="connsiteX2" fmla="*/ 1573735 w 2191949"/>
              <a:gd name="connsiteY2" fmla="*/ 1995096 h 3579701"/>
              <a:gd name="connsiteX3" fmla="*/ 1970508 w 2191949"/>
              <a:gd name="connsiteY3" fmla="*/ 3466351 h 3579701"/>
              <a:gd name="connsiteX4" fmla="*/ 24784 w 2191949"/>
              <a:gd name="connsiteY4" fmla="*/ 2488792 h 3579701"/>
              <a:gd name="connsiteX5" fmla="*/ 1180449 w 2191949"/>
              <a:gd name="connsiteY5" fmla="*/ 695554 h 3579701"/>
              <a:gd name="connsiteX0" fmla="*/ 1180449 w 2191949"/>
              <a:gd name="connsiteY0" fmla="*/ 688306 h 3572453"/>
              <a:gd name="connsiteX1" fmla="*/ 2108591 w 2191949"/>
              <a:gd name="connsiteY1" fmla="*/ 63653 h 3572453"/>
              <a:gd name="connsiteX2" fmla="*/ 1573735 w 2191949"/>
              <a:gd name="connsiteY2" fmla="*/ 1987848 h 3572453"/>
              <a:gd name="connsiteX3" fmla="*/ 1970508 w 2191949"/>
              <a:gd name="connsiteY3" fmla="*/ 3459103 h 3572453"/>
              <a:gd name="connsiteX4" fmla="*/ 24784 w 2191949"/>
              <a:gd name="connsiteY4" fmla="*/ 2481544 h 3572453"/>
              <a:gd name="connsiteX5" fmla="*/ 1180449 w 2191949"/>
              <a:gd name="connsiteY5" fmla="*/ 688306 h 3572453"/>
              <a:gd name="connsiteX0" fmla="*/ 1180449 w 2191949"/>
              <a:gd name="connsiteY0" fmla="*/ 683650 h 3567797"/>
              <a:gd name="connsiteX1" fmla="*/ 2108591 w 2191949"/>
              <a:gd name="connsiteY1" fmla="*/ 58997 h 3567797"/>
              <a:gd name="connsiteX2" fmla="*/ 1573735 w 2191949"/>
              <a:gd name="connsiteY2" fmla="*/ 1983192 h 3567797"/>
              <a:gd name="connsiteX3" fmla="*/ 1970508 w 2191949"/>
              <a:gd name="connsiteY3" fmla="*/ 3454447 h 3567797"/>
              <a:gd name="connsiteX4" fmla="*/ 24784 w 2191949"/>
              <a:gd name="connsiteY4" fmla="*/ 2476888 h 3567797"/>
              <a:gd name="connsiteX5" fmla="*/ 1180449 w 2191949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3164"/>
              <a:gd name="connsiteY0" fmla="*/ 683650 h 3567797"/>
              <a:gd name="connsiteX1" fmla="*/ 2108591 w 2193164"/>
              <a:gd name="connsiteY1" fmla="*/ 58997 h 3567797"/>
              <a:gd name="connsiteX2" fmla="*/ 1573735 w 2193164"/>
              <a:gd name="connsiteY2" fmla="*/ 1983192 h 3567797"/>
              <a:gd name="connsiteX3" fmla="*/ 1970508 w 2193164"/>
              <a:gd name="connsiteY3" fmla="*/ 3454447 h 3567797"/>
              <a:gd name="connsiteX4" fmla="*/ 24784 w 2193164"/>
              <a:gd name="connsiteY4" fmla="*/ 2476888 h 3567797"/>
              <a:gd name="connsiteX5" fmla="*/ 1180449 w 2193164"/>
              <a:gd name="connsiteY5" fmla="*/ 683650 h 3567797"/>
              <a:gd name="connsiteX0" fmla="*/ 1180310 w 2193025"/>
              <a:gd name="connsiteY0" fmla="*/ 683650 h 3567797"/>
              <a:gd name="connsiteX1" fmla="*/ 2108452 w 2193025"/>
              <a:gd name="connsiteY1" fmla="*/ 58997 h 3567797"/>
              <a:gd name="connsiteX2" fmla="*/ 1573596 w 2193025"/>
              <a:gd name="connsiteY2" fmla="*/ 1983192 h 3567797"/>
              <a:gd name="connsiteX3" fmla="*/ 1970369 w 2193025"/>
              <a:gd name="connsiteY3" fmla="*/ 3454447 h 3567797"/>
              <a:gd name="connsiteX4" fmla="*/ 24645 w 2193025"/>
              <a:gd name="connsiteY4" fmla="*/ 2476888 h 3567797"/>
              <a:gd name="connsiteX5" fmla="*/ 1180310 w 2193025"/>
              <a:gd name="connsiteY5" fmla="*/ 683650 h 3567797"/>
              <a:gd name="connsiteX0" fmla="*/ 1180310 w 2193025"/>
              <a:gd name="connsiteY0" fmla="*/ 693860 h 3578007"/>
              <a:gd name="connsiteX1" fmla="*/ 2108452 w 2193025"/>
              <a:gd name="connsiteY1" fmla="*/ 69207 h 3578007"/>
              <a:gd name="connsiteX2" fmla="*/ 1573596 w 2193025"/>
              <a:gd name="connsiteY2" fmla="*/ 1993402 h 3578007"/>
              <a:gd name="connsiteX3" fmla="*/ 1970369 w 2193025"/>
              <a:gd name="connsiteY3" fmla="*/ 3464657 h 3578007"/>
              <a:gd name="connsiteX4" fmla="*/ 24645 w 2193025"/>
              <a:gd name="connsiteY4" fmla="*/ 2487098 h 3578007"/>
              <a:gd name="connsiteX5" fmla="*/ 1180310 w 2193025"/>
              <a:gd name="connsiteY5" fmla="*/ 693860 h 3578007"/>
              <a:gd name="connsiteX0" fmla="*/ 1180310 w 2193025"/>
              <a:gd name="connsiteY0" fmla="*/ 693860 h 3581308"/>
              <a:gd name="connsiteX1" fmla="*/ 2108452 w 2193025"/>
              <a:gd name="connsiteY1" fmla="*/ 69207 h 3581308"/>
              <a:gd name="connsiteX2" fmla="*/ 1573596 w 2193025"/>
              <a:gd name="connsiteY2" fmla="*/ 1993402 h 3581308"/>
              <a:gd name="connsiteX3" fmla="*/ 1970369 w 2193025"/>
              <a:gd name="connsiteY3" fmla="*/ 3464657 h 3581308"/>
              <a:gd name="connsiteX4" fmla="*/ 24645 w 2193025"/>
              <a:gd name="connsiteY4" fmla="*/ 2487098 h 3581308"/>
              <a:gd name="connsiteX5" fmla="*/ 1180310 w 2193025"/>
              <a:gd name="connsiteY5" fmla="*/ 693860 h 3581308"/>
              <a:gd name="connsiteX0" fmla="*/ 1180701 w 2193416"/>
              <a:gd name="connsiteY0" fmla="*/ 693860 h 3581308"/>
              <a:gd name="connsiteX1" fmla="*/ 2108843 w 2193416"/>
              <a:gd name="connsiteY1" fmla="*/ 69207 h 3581308"/>
              <a:gd name="connsiteX2" fmla="*/ 1573987 w 2193416"/>
              <a:gd name="connsiteY2" fmla="*/ 1993402 h 3581308"/>
              <a:gd name="connsiteX3" fmla="*/ 1970760 w 2193416"/>
              <a:gd name="connsiteY3" fmla="*/ 3464657 h 3581308"/>
              <a:gd name="connsiteX4" fmla="*/ 25036 w 2193416"/>
              <a:gd name="connsiteY4" fmla="*/ 2487098 h 3581308"/>
              <a:gd name="connsiteX5" fmla="*/ 1180701 w 2193416"/>
              <a:gd name="connsiteY5" fmla="*/ 693860 h 3581308"/>
              <a:gd name="connsiteX0" fmla="*/ 928190 w 2150347"/>
              <a:gd name="connsiteY0" fmla="*/ 1084474 h 3508207"/>
              <a:gd name="connsiteX1" fmla="*/ 2108497 w 2150347"/>
              <a:gd name="connsiteY1" fmla="*/ 17094 h 3508207"/>
              <a:gd name="connsiteX2" fmla="*/ 1573641 w 2150347"/>
              <a:gd name="connsiteY2" fmla="*/ 1941289 h 3508207"/>
              <a:gd name="connsiteX3" fmla="*/ 1970414 w 2150347"/>
              <a:gd name="connsiteY3" fmla="*/ 3412544 h 3508207"/>
              <a:gd name="connsiteX4" fmla="*/ 24690 w 2150347"/>
              <a:gd name="connsiteY4" fmla="*/ 2434985 h 3508207"/>
              <a:gd name="connsiteX5" fmla="*/ 928190 w 2150347"/>
              <a:gd name="connsiteY5" fmla="*/ 1084474 h 3508207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4105 w 2214185"/>
              <a:gd name="connsiteY0" fmla="*/ 720680 h 3624865"/>
              <a:gd name="connsiteX1" fmla="*/ 1990259 w 2214185"/>
              <a:gd name="connsiteY1" fmla="*/ 56886 h 3624865"/>
              <a:gd name="connsiteX2" fmla="*/ 1628516 w 2214185"/>
              <a:gd name="connsiteY2" fmla="*/ 2052315 h 3624865"/>
              <a:gd name="connsiteX3" fmla="*/ 2025289 w 2214185"/>
              <a:gd name="connsiteY3" fmla="*/ 3523570 h 3624865"/>
              <a:gd name="connsiteX4" fmla="*/ 79565 w 2214185"/>
              <a:gd name="connsiteY4" fmla="*/ 2546011 h 3624865"/>
              <a:gd name="connsiteX5" fmla="*/ 534105 w 2214185"/>
              <a:gd name="connsiteY5" fmla="*/ 720680 h 3624865"/>
              <a:gd name="connsiteX0" fmla="*/ 534105 w 2214185"/>
              <a:gd name="connsiteY0" fmla="*/ 702134 h 3606319"/>
              <a:gd name="connsiteX1" fmla="*/ 1990259 w 2214185"/>
              <a:gd name="connsiteY1" fmla="*/ 38340 h 3606319"/>
              <a:gd name="connsiteX2" fmla="*/ 1628516 w 2214185"/>
              <a:gd name="connsiteY2" fmla="*/ 2033769 h 3606319"/>
              <a:gd name="connsiteX3" fmla="*/ 2025289 w 2214185"/>
              <a:gd name="connsiteY3" fmla="*/ 3505024 h 3606319"/>
              <a:gd name="connsiteX4" fmla="*/ 79565 w 2214185"/>
              <a:gd name="connsiteY4" fmla="*/ 2527465 h 3606319"/>
              <a:gd name="connsiteX5" fmla="*/ 534105 w 2214185"/>
              <a:gd name="connsiteY5" fmla="*/ 702134 h 3606319"/>
              <a:gd name="connsiteX0" fmla="*/ 591383 w 2201636"/>
              <a:gd name="connsiteY0" fmla="*/ 804752 h 3611345"/>
              <a:gd name="connsiteX1" fmla="*/ 1977710 w 2201636"/>
              <a:gd name="connsiteY1" fmla="*/ 44556 h 3611345"/>
              <a:gd name="connsiteX2" fmla="*/ 1615967 w 2201636"/>
              <a:gd name="connsiteY2" fmla="*/ 2039985 h 3611345"/>
              <a:gd name="connsiteX3" fmla="*/ 2012740 w 2201636"/>
              <a:gd name="connsiteY3" fmla="*/ 3511240 h 3611345"/>
              <a:gd name="connsiteX4" fmla="*/ 67016 w 2201636"/>
              <a:gd name="connsiteY4" fmla="*/ 2533681 h 3611345"/>
              <a:gd name="connsiteX5" fmla="*/ 591383 w 2201636"/>
              <a:gd name="connsiteY5" fmla="*/ 804752 h 3611345"/>
              <a:gd name="connsiteX0" fmla="*/ 621567 w 2231820"/>
              <a:gd name="connsiteY0" fmla="*/ 847596 h 3654189"/>
              <a:gd name="connsiteX1" fmla="*/ 2007894 w 2231820"/>
              <a:gd name="connsiteY1" fmla="*/ 87400 h 3654189"/>
              <a:gd name="connsiteX2" fmla="*/ 1646151 w 2231820"/>
              <a:gd name="connsiteY2" fmla="*/ 2082829 h 3654189"/>
              <a:gd name="connsiteX3" fmla="*/ 2042924 w 2231820"/>
              <a:gd name="connsiteY3" fmla="*/ 3554084 h 3654189"/>
              <a:gd name="connsiteX4" fmla="*/ 97200 w 2231820"/>
              <a:gd name="connsiteY4" fmla="*/ 2576525 h 3654189"/>
              <a:gd name="connsiteX5" fmla="*/ 621567 w 2231820"/>
              <a:gd name="connsiteY5" fmla="*/ 847596 h 36541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31820" h="3654189">
                <a:moveTo>
                  <a:pt x="621567" y="847596"/>
                </a:moveTo>
                <a:cubicBezTo>
                  <a:pt x="1178629" y="2845"/>
                  <a:pt x="1837130" y="-118472"/>
                  <a:pt x="2007894" y="87400"/>
                </a:cubicBezTo>
                <a:cubicBezTo>
                  <a:pt x="2178658" y="293272"/>
                  <a:pt x="1640313" y="1505048"/>
                  <a:pt x="1646151" y="2082829"/>
                </a:cubicBezTo>
                <a:cubicBezTo>
                  <a:pt x="1651989" y="2660610"/>
                  <a:pt x="2633224" y="3039235"/>
                  <a:pt x="2042924" y="3554084"/>
                </a:cubicBezTo>
                <a:cubicBezTo>
                  <a:pt x="1576966" y="3960484"/>
                  <a:pt x="334093" y="3027606"/>
                  <a:pt x="97200" y="2576525"/>
                </a:cubicBezTo>
                <a:cubicBezTo>
                  <a:pt x="-139693" y="2125444"/>
                  <a:pt x="64505" y="1692347"/>
                  <a:pt x="621567" y="847596"/>
                </a:cubicBezTo>
                <a:close/>
              </a:path>
            </a:pathLst>
          </a:custGeom>
          <a:solidFill>
            <a:srgbClr val="E7E7E7">
              <a:alpha val="52941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Freihandform 8">
            <a:extLst>
              <a:ext uri="{FF2B5EF4-FFF2-40B4-BE49-F238E27FC236}">
                <a16:creationId xmlns:a16="http://schemas.microsoft.com/office/drawing/2014/main" id="{D47635BE-6C94-EA79-1E7E-A16BFF0B7ABB}"/>
              </a:ext>
            </a:extLst>
          </p:cNvPr>
          <p:cNvSpPr/>
          <p:nvPr userDrawn="1"/>
        </p:nvSpPr>
        <p:spPr>
          <a:xfrm rot="12664814" flipV="1">
            <a:off x="8029177" y="301128"/>
            <a:ext cx="5610720" cy="8294818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3177410"/>
              <a:gd name="connsiteY0" fmla="*/ 1035451 h 3606310"/>
              <a:gd name="connsiteX1" fmla="*/ 3141588 w 3177410"/>
              <a:gd name="connsiteY1" fmla="*/ 152581 h 3606310"/>
              <a:gd name="connsiteX2" fmla="*/ 2574031 w 3177410"/>
              <a:gd name="connsiteY2" fmla="*/ 1666070 h 3606310"/>
              <a:gd name="connsiteX3" fmla="*/ 2321781 w 3177410"/>
              <a:gd name="connsiteY3" fmla="*/ 3473850 h 3606310"/>
              <a:gd name="connsiteX4" fmla="*/ 51546 w 3177410"/>
              <a:gd name="connsiteY4" fmla="*/ 2664554 h 3606310"/>
              <a:gd name="connsiteX5" fmla="*/ 829312 w 3177410"/>
              <a:gd name="connsiteY5" fmla="*/ 1035451 h 3606310"/>
              <a:gd name="connsiteX0" fmla="*/ 829312 w 3177410"/>
              <a:gd name="connsiteY0" fmla="*/ 1013703 h 3584562"/>
              <a:gd name="connsiteX1" fmla="*/ 3141588 w 3177410"/>
              <a:gd name="connsiteY1" fmla="*/ 130833 h 3584562"/>
              <a:gd name="connsiteX2" fmla="*/ 2574031 w 3177410"/>
              <a:gd name="connsiteY2" fmla="*/ 1644322 h 3584562"/>
              <a:gd name="connsiteX3" fmla="*/ 2321781 w 3177410"/>
              <a:gd name="connsiteY3" fmla="*/ 3452102 h 3584562"/>
              <a:gd name="connsiteX4" fmla="*/ 51546 w 3177410"/>
              <a:gd name="connsiteY4" fmla="*/ 2642806 h 3584562"/>
              <a:gd name="connsiteX5" fmla="*/ 829312 w 3177410"/>
              <a:gd name="connsiteY5" fmla="*/ 1013703 h 3584562"/>
              <a:gd name="connsiteX0" fmla="*/ 829578 w 3177676"/>
              <a:gd name="connsiteY0" fmla="*/ 1013703 h 3584562"/>
              <a:gd name="connsiteX1" fmla="*/ 3141854 w 3177676"/>
              <a:gd name="connsiteY1" fmla="*/ 130833 h 3584562"/>
              <a:gd name="connsiteX2" fmla="*/ 2574297 w 3177676"/>
              <a:gd name="connsiteY2" fmla="*/ 1644322 h 3584562"/>
              <a:gd name="connsiteX3" fmla="*/ 2322047 w 3177676"/>
              <a:gd name="connsiteY3" fmla="*/ 3452102 h 3584562"/>
              <a:gd name="connsiteX4" fmla="*/ 51812 w 3177676"/>
              <a:gd name="connsiteY4" fmla="*/ 2642806 h 3584562"/>
              <a:gd name="connsiteX5" fmla="*/ 829578 w 3177676"/>
              <a:gd name="connsiteY5" fmla="*/ 1013703 h 3584562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77676" h="3588900">
                <a:moveTo>
                  <a:pt x="829578" y="1013703"/>
                </a:moveTo>
                <a:cubicBezTo>
                  <a:pt x="1397137" y="530228"/>
                  <a:pt x="2942157" y="-328119"/>
                  <a:pt x="3141854" y="130833"/>
                </a:cubicBezTo>
                <a:cubicBezTo>
                  <a:pt x="3341551" y="589785"/>
                  <a:pt x="2644367" y="1160846"/>
                  <a:pt x="2574297" y="1644322"/>
                </a:cubicBezTo>
                <a:cubicBezTo>
                  <a:pt x="2504227" y="2127798"/>
                  <a:pt x="2788005" y="3045702"/>
                  <a:pt x="2322047" y="3452102"/>
                </a:cubicBezTo>
                <a:cubicBezTo>
                  <a:pt x="1856089" y="3858502"/>
                  <a:pt x="253064" y="3291335"/>
                  <a:pt x="51812" y="2642806"/>
                </a:cubicBezTo>
                <a:cubicBezTo>
                  <a:pt x="-149440" y="1994277"/>
                  <a:pt x="262019" y="1497178"/>
                  <a:pt x="829578" y="1013703"/>
                </a:cubicBezTo>
                <a:close/>
              </a:path>
            </a:pathLst>
          </a:custGeom>
          <a:solidFill>
            <a:srgbClr val="E7E7E7">
              <a:alpha val="52941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Freihandform 7">
            <a:extLst>
              <a:ext uri="{FF2B5EF4-FFF2-40B4-BE49-F238E27FC236}">
                <a16:creationId xmlns:a16="http://schemas.microsoft.com/office/drawing/2014/main" id="{E788BC45-8048-7B84-6229-DCDD3DE3BF4F}"/>
              </a:ext>
            </a:extLst>
          </p:cNvPr>
          <p:cNvSpPr/>
          <p:nvPr userDrawn="1"/>
        </p:nvSpPr>
        <p:spPr>
          <a:xfrm rot="18508693">
            <a:off x="1395937" y="1909603"/>
            <a:ext cx="6589168" cy="6276091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3177410"/>
              <a:gd name="connsiteY0" fmla="*/ 1035451 h 3606310"/>
              <a:gd name="connsiteX1" fmla="*/ 3141588 w 3177410"/>
              <a:gd name="connsiteY1" fmla="*/ 152581 h 3606310"/>
              <a:gd name="connsiteX2" fmla="*/ 2574031 w 3177410"/>
              <a:gd name="connsiteY2" fmla="*/ 1666070 h 3606310"/>
              <a:gd name="connsiteX3" fmla="*/ 2321781 w 3177410"/>
              <a:gd name="connsiteY3" fmla="*/ 3473850 h 3606310"/>
              <a:gd name="connsiteX4" fmla="*/ 51546 w 3177410"/>
              <a:gd name="connsiteY4" fmla="*/ 2664554 h 3606310"/>
              <a:gd name="connsiteX5" fmla="*/ 829312 w 3177410"/>
              <a:gd name="connsiteY5" fmla="*/ 1035451 h 3606310"/>
              <a:gd name="connsiteX0" fmla="*/ 829312 w 3177410"/>
              <a:gd name="connsiteY0" fmla="*/ 1013703 h 3584562"/>
              <a:gd name="connsiteX1" fmla="*/ 3141588 w 3177410"/>
              <a:gd name="connsiteY1" fmla="*/ 130833 h 3584562"/>
              <a:gd name="connsiteX2" fmla="*/ 2574031 w 3177410"/>
              <a:gd name="connsiteY2" fmla="*/ 1644322 h 3584562"/>
              <a:gd name="connsiteX3" fmla="*/ 2321781 w 3177410"/>
              <a:gd name="connsiteY3" fmla="*/ 3452102 h 3584562"/>
              <a:gd name="connsiteX4" fmla="*/ 51546 w 3177410"/>
              <a:gd name="connsiteY4" fmla="*/ 2642806 h 3584562"/>
              <a:gd name="connsiteX5" fmla="*/ 829312 w 3177410"/>
              <a:gd name="connsiteY5" fmla="*/ 1013703 h 3584562"/>
              <a:gd name="connsiteX0" fmla="*/ 829578 w 3177676"/>
              <a:gd name="connsiteY0" fmla="*/ 1013703 h 3584562"/>
              <a:gd name="connsiteX1" fmla="*/ 3141854 w 3177676"/>
              <a:gd name="connsiteY1" fmla="*/ 130833 h 3584562"/>
              <a:gd name="connsiteX2" fmla="*/ 2574297 w 3177676"/>
              <a:gd name="connsiteY2" fmla="*/ 1644322 h 3584562"/>
              <a:gd name="connsiteX3" fmla="*/ 2322047 w 3177676"/>
              <a:gd name="connsiteY3" fmla="*/ 3452102 h 3584562"/>
              <a:gd name="connsiteX4" fmla="*/ 51812 w 3177676"/>
              <a:gd name="connsiteY4" fmla="*/ 2642806 h 3584562"/>
              <a:gd name="connsiteX5" fmla="*/ 829578 w 3177676"/>
              <a:gd name="connsiteY5" fmla="*/ 1013703 h 3584562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11178 w 2672400"/>
              <a:gd name="connsiteY0" fmla="*/ 7864 h 2583061"/>
              <a:gd name="connsiteX1" fmla="*/ 1318755 w 2672400"/>
              <a:gd name="connsiteY1" fmla="*/ 1092175 h 2583061"/>
              <a:gd name="connsiteX2" fmla="*/ 2555897 w 2672400"/>
              <a:gd name="connsiteY2" fmla="*/ 638483 h 2583061"/>
              <a:gd name="connsiteX3" fmla="*/ 2303647 w 2672400"/>
              <a:gd name="connsiteY3" fmla="*/ 2446263 h 2583061"/>
              <a:gd name="connsiteX4" fmla="*/ 33412 w 2672400"/>
              <a:gd name="connsiteY4" fmla="*/ 1636967 h 2583061"/>
              <a:gd name="connsiteX5" fmla="*/ 811178 w 2672400"/>
              <a:gd name="connsiteY5" fmla="*/ 7864 h 2583061"/>
              <a:gd name="connsiteX0" fmla="*/ 811178 w 3223026"/>
              <a:gd name="connsiteY0" fmla="*/ 5596 h 2477281"/>
              <a:gd name="connsiteX1" fmla="*/ 1318755 w 3223026"/>
              <a:gd name="connsiteY1" fmla="*/ 1089907 h 2477281"/>
              <a:gd name="connsiteX2" fmla="*/ 3192488 w 3223026"/>
              <a:gd name="connsiteY2" fmla="*/ 802600 h 2477281"/>
              <a:gd name="connsiteX3" fmla="*/ 2303647 w 3223026"/>
              <a:gd name="connsiteY3" fmla="*/ 2443995 h 2477281"/>
              <a:gd name="connsiteX4" fmla="*/ 33412 w 3223026"/>
              <a:gd name="connsiteY4" fmla="*/ 1634699 h 2477281"/>
              <a:gd name="connsiteX5" fmla="*/ 811178 w 3223026"/>
              <a:gd name="connsiteY5" fmla="*/ 5596 h 2477281"/>
              <a:gd name="connsiteX0" fmla="*/ 846588 w 3330250"/>
              <a:gd name="connsiteY0" fmla="*/ 5596 h 2432711"/>
              <a:gd name="connsiteX1" fmla="*/ 1354165 w 3330250"/>
              <a:gd name="connsiteY1" fmla="*/ 1089907 h 2432711"/>
              <a:gd name="connsiteX2" fmla="*/ 3227898 w 3330250"/>
              <a:gd name="connsiteY2" fmla="*/ 802600 h 2432711"/>
              <a:gd name="connsiteX3" fmla="*/ 2761796 w 3330250"/>
              <a:gd name="connsiteY3" fmla="*/ 2409553 h 2432711"/>
              <a:gd name="connsiteX4" fmla="*/ 68822 w 3330250"/>
              <a:gd name="connsiteY4" fmla="*/ 1634699 h 2432711"/>
              <a:gd name="connsiteX5" fmla="*/ 846588 w 3330250"/>
              <a:gd name="connsiteY5" fmla="*/ 5596 h 2432711"/>
              <a:gd name="connsiteX0" fmla="*/ 846588 w 3514825"/>
              <a:gd name="connsiteY0" fmla="*/ 5596 h 2432711"/>
              <a:gd name="connsiteX1" fmla="*/ 1354165 w 3514825"/>
              <a:gd name="connsiteY1" fmla="*/ 1089907 h 2432711"/>
              <a:gd name="connsiteX2" fmla="*/ 3227898 w 3514825"/>
              <a:gd name="connsiteY2" fmla="*/ 802600 h 2432711"/>
              <a:gd name="connsiteX3" fmla="*/ 2761796 w 3514825"/>
              <a:gd name="connsiteY3" fmla="*/ 2409553 h 2432711"/>
              <a:gd name="connsiteX4" fmla="*/ 68822 w 3514825"/>
              <a:gd name="connsiteY4" fmla="*/ 1634699 h 2432711"/>
              <a:gd name="connsiteX5" fmla="*/ 846588 w 3514825"/>
              <a:gd name="connsiteY5" fmla="*/ 5596 h 2432711"/>
              <a:gd name="connsiteX0" fmla="*/ 875402 w 3543639"/>
              <a:gd name="connsiteY0" fmla="*/ 2708 h 2429823"/>
              <a:gd name="connsiteX1" fmla="*/ 1382979 w 3543639"/>
              <a:gd name="connsiteY1" fmla="*/ 1087019 h 2429823"/>
              <a:gd name="connsiteX2" fmla="*/ 3256712 w 3543639"/>
              <a:gd name="connsiteY2" fmla="*/ 799712 h 2429823"/>
              <a:gd name="connsiteX3" fmla="*/ 2790610 w 3543639"/>
              <a:gd name="connsiteY3" fmla="*/ 2406665 h 2429823"/>
              <a:gd name="connsiteX4" fmla="*/ 97636 w 3543639"/>
              <a:gd name="connsiteY4" fmla="*/ 1631811 h 2429823"/>
              <a:gd name="connsiteX5" fmla="*/ 875402 w 3543639"/>
              <a:gd name="connsiteY5" fmla="*/ 2708 h 2429823"/>
              <a:gd name="connsiteX0" fmla="*/ 1035116 w 3703353"/>
              <a:gd name="connsiteY0" fmla="*/ 3586 h 2450893"/>
              <a:gd name="connsiteX1" fmla="*/ 1542693 w 3703353"/>
              <a:gd name="connsiteY1" fmla="*/ 1087897 h 2450893"/>
              <a:gd name="connsiteX2" fmla="*/ 3416426 w 3703353"/>
              <a:gd name="connsiteY2" fmla="*/ 800590 h 2450893"/>
              <a:gd name="connsiteX3" fmla="*/ 2950324 w 3703353"/>
              <a:gd name="connsiteY3" fmla="*/ 2407543 h 2450893"/>
              <a:gd name="connsiteX4" fmla="*/ 257350 w 3703353"/>
              <a:gd name="connsiteY4" fmla="*/ 1632689 h 2450893"/>
              <a:gd name="connsiteX5" fmla="*/ 1035116 w 3703353"/>
              <a:gd name="connsiteY5" fmla="*/ 3586 h 2450893"/>
              <a:gd name="connsiteX0" fmla="*/ 991689 w 3462563"/>
              <a:gd name="connsiteY0" fmla="*/ 10605 h 2457912"/>
              <a:gd name="connsiteX1" fmla="*/ 1674106 w 3462563"/>
              <a:gd name="connsiteY1" fmla="*/ 930710 h 2457912"/>
              <a:gd name="connsiteX2" fmla="*/ 3372999 w 3462563"/>
              <a:gd name="connsiteY2" fmla="*/ 807609 h 2457912"/>
              <a:gd name="connsiteX3" fmla="*/ 2906897 w 3462563"/>
              <a:gd name="connsiteY3" fmla="*/ 2414562 h 2457912"/>
              <a:gd name="connsiteX4" fmla="*/ 213923 w 3462563"/>
              <a:gd name="connsiteY4" fmla="*/ 1639708 h 2457912"/>
              <a:gd name="connsiteX5" fmla="*/ 991689 w 3462563"/>
              <a:gd name="connsiteY5" fmla="*/ 10605 h 2457912"/>
              <a:gd name="connsiteX0" fmla="*/ 991689 w 3644113"/>
              <a:gd name="connsiteY0" fmla="*/ 10605 h 2457912"/>
              <a:gd name="connsiteX1" fmla="*/ 1674106 w 3644113"/>
              <a:gd name="connsiteY1" fmla="*/ 930710 h 2457912"/>
              <a:gd name="connsiteX2" fmla="*/ 3372999 w 3644113"/>
              <a:gd name="connsiteY2" fmla="*/ 807609 h 2457912"/>
              <a:gd name="connsiteX3" fmla="*/ 2906897 w 3644113"/>
              <a:gd name="connsiteY3" fmla="*/ 2414562 h 2457912"/>
              <a:gd name="connsiteX4" fmla="*/ 213923 w 3644113"/>
              <a:gd name="connsiteY4" fmla="*/ 1639708 h 2457912"/>
              <a:gd name="connsiteX5" fmla="*/ 991689 w 3644113"/>
              <a:gd name="connsiteY5" fmla="*/ 10605 h 2457912"/>
              <a:gd name="connsiteX0" fmla="*/ 1054352 w 3706777"/>
              <a:gd name="connsiteY0" fmla="*/ 1046 h 2448353"/>
              <a:gd name="connsiteX1" fmla="*/ 1736769 w 3706777"/>
              <a:gd name="connsiteY1" fmla="*/ 921151 h 2448353"/>
              <a:gd name="connsiteX2" fmla="*/ 3435662 w 3706777"/>
              <a:gd name="connsiteY2" fmla="*/ 798050 h 2448353"/>
              <a:gd name="connsiteX3" fmla="*/ 2969560 w 3706777"/>
              <a:gd name="connsiteY3" fmla="*/ 2405003 h 2448353"/>
              <a:gd name="connsiteX4" fmla="*/ 276586 w 3706777"/>
              <a:gd name="connsiteY4" fmla="*/ 1630149 h 2448353"/>
              <a:gd name="connsiteX5" fmla="*/ 1054352 w 3706777"/>
              <a:gd name="connsiteY5" fmla="*/ 1046 h 2448353"/>
              <a:gd name="connsiteX0" fmla="*/ 590056 w 3683836"/>
              <a:gd name="connsiteY0" fmla="*/ 1109 h 1961431"/>
              <a:gd name="connsiteX1" fmla="*/ 1713828 w 3683836"/>
              <a:gd name="connsiteY1" fmla="*/ 456838 h 1961431"/>
              <a:gd name="connsiteX2" fmla="*/ 3412721 w 3683836"/>
              <a:gd name="connsiteY2" fmla="*/ 333737 h 1961431"/>
              <a:gd name="connsiteX3" fmla="*/ 2946619 w 3683836"/>
              <a:gd name="connsiteY3" fmla="*/ 1940690 h 1961431"/>
              <a:gd name="connsiteX4" fmla="*/ 253645 w 3683836"/>
              <a:gd name="connsiteY4" fmla="*/ 1165836 h 1961431"/>
              <a:gd name="connsiteX5" fmla="*/ 590056 w 3683836"/>
              <a:gd name="connsiteY5" fmla="*/ 1109 h 1961431"/>
              <a:gd name="connsiteX0" fmla="*/ 577152 w 3670932"/>
              <a:gd name="connsiteY0" fmla="*/ 28557 h 1988879"/>
              <a:gd name="connsiteX1" fmla="*/ 1700924 w 3670932"/>
              <a:gd name="connsiteY1" fmla="*/ 484286 h 1988879"/>
              <a:gd name="connsiteX2" fmla="*/ 3399817 w 3670932"/>
              <a:gd name="connsiteY2" fmla="*/ 361185 h 1988879"/>
              <a:gd name="connsiteX3" fmla="*/ 2933715 w 3670932"/>
              <a:gd name="connsiteY3" fmla="*/ 1968138 h 1988879"/>
              <a:gd name="connsiteX4" fmla="*/ 240741 w 3670932"/>
              <a:gd name="connsiteY4" fmla="*/ 1193284 h 1988879"/>
              <a:gd name="connsiteX5" fmla="*/ 577152 w 3670932"/>
              <a:gd name="connsiteY5" fmla="*/ 28557 h 1988879"/>
              <a:gd name="connsiteX0" fmla="*/ 5660 w 3065770"/>
              <a:gd name="connsiteY0" fmla="*/ 41752 h 2084853"/>
              <a:gd name="connsiteX1" fmla="*/ 1129432 w 3065770"/>
              <a:gd name="connsiteY1" fmla="*/ 497481 h 2084853"/>
              <a:gd name="connsiteX2" fmla="*/ 2828325 w 3065770"/>
              <a:gd name="connsiteY2" fmla="*/ 374380 h 2084853"/>
              <a:gd name="connsiteX3" fmla="*/ 2362223 w 3065770"/>
              <a:gd name="connsiteY3" fmla="*/ 1981333 h 2084853"/>
              <a:gd name="connsiteX4" fmla="*/ 768571 w 3065770"/>
              <a:gd name="connsiteY4" fmla="*/ 1718703 h 2084853"/>
              <a:gd name="connsiteX5" fmla="*/ 5660 w 3065770"/>
              <a:gd name="connsiteY5" fmla="*/ 41752 h 2084853"/>
              <a:gd name="connsiteX0" fmla="*/ 12471 w 3072581"/>
              <a:gd name="connsiteY0" fmla="*/ 41752 h 2092530"/>
              <a:gd name="connsiteX1" fmla="*/ 1136243 w 3072581"/>
              <a:gd name="connsiteY1" fmla="*/ 497481 h 2092530"/>
              <a:gd name="connsiteX2" fmla="*/ 2835136 w 3072581"/>
              <a:gd name="connsiteY2" fmla="*/ 374380 h 2092530"/>
              <a:gd name="connsiteX3" fmla="*/ 2369034 w 3072581"/>
              <a:gd name="connsiteY3" fmla="*/ 1981333 h 2092530"/>
              <a:gd name="connsiteX4" fmla="*/ 775382 w 3072581"/>
              <a:gd name="connsiteY4" fmla="*/ 1718703 h 2092530"/>
              <a:gd name="connsiteX5" fmla="*/ 12471 w 3072581"/>
              <a:gd name="connsiteY5" fmla="*/ 41752 h 2092530"/>
              <a:gd name="connsiteX0" fmla="*/ 2798 w 3655173"/>
              <a:gd name="connsiteY0" fmla="*/ 869129 h 2007317"/>
              <a:gd name="connsiteX1" fmla="*/ 1718835 w 3655173"/>
              <a:gd name="connsiteY1" fmla="*/ 445136 h 2007317"/>
              <a:gd name="connsiteX2" fmla="*/ 3417728 w 3655173"/>
              <a:gd name="connsiteY2" fmla="*/ 322035 h 2007317"/>
              <a:gd name="connsiteX3" fmla="*/ 2951626 w 3655173"/>
              <a:gd name="connsiteY3" fmla="*/ 1928988 h 2007317"/>
              <a:gd name="connsiteX4" fmla="*/ 1357974 w 3655173"/>
              <a:gd name="connsiteY4" fmla="*/ 1666358 h 2007317"/>
              <a:gd name="connsiteX5" fmla="*/ 2798 w 3655173"/>
              <a:gd name="connsiteY5" fmla="*/ 869129 h 2007317"/>
              <a:gd name="connsiteX0" fmla="*/ 542 w 3652917"/>
              <a:gd name="connsiteY0" fmla="*/ 869129 h 2007318"/>
              <a:gd name="connsiteX1" fmla="*/ 1716579 w 3652917"/>
              <a:gd name="connsiteY1" fmla="*/ 445136 h 2007318"/>
              <a:gd name="connsiteX2" fmla="*/ 3415472 w 3652917"/>
              <a:gd name="connsiteY2" fmla="*/ 322035 h 2007318"/>
              <a:gd name="connsiteX3" fmla="*/ 2949370 w 3652917"/>
              <a:gd name="connsiteY3" fmla="*/ 1928988 h 2007318"/>
              <a:gd name="connsiteX4" fmla="*/ 1355718 w 3652917"/>
              <a:gd name="connsiteY4" fmla="*/ 1666358 h 2007318"/>
              <a:gd name="connsiteX5" fmla="*/ 542 w 3652917"/>
              <a:gd name="connsiteY5" fmla="*/ 869129 h 2007318"/>
              <a:gd name="connsiteX0" fmla="*/ 243 w 3639926"/>
              <a:gd name="connsiteY0" fmla="*/ 869129 h 1955507"/>
              <a:gd name="connsiteX1" fmla="*/ 1716280 w 3639926"/>
              <a:gd name="connsiteY1" fmla="*/ 445136 h 1955507"/>
              <a:gd name="connsiteX2" fmla="*/ 3415173 w 3639926"/>
              <a:gd name="connsiteY2" fmla="*/ 322035 h 1955507"/>
              <a:gd name="connsiteX3" fmla="*/ 2949071 w 3639926"/>
              <a:gd name="connsiteY3" fmla="*/ 1928988 h 1955507"/>
              <a:gd name="connsiteX4" fmla="*/ 1833458 w 3639926"/>
              <a:gd name="connsiteY4" fmla="*/ 1291535 h 1955507"/>
              <a:gd name="connsiteX5" fmla="*/ 243 w 3639926"/>
              <a:gd name="connsiteY5" fmla="*/ 869129 h 1955507"/>
              <a:gd name="connsiteX0" fmla="*/ 243 w 3639926"/>
              <a:gd name="connsiteY0" fmla="*/ 869129 h 1947022"/>
              <a:gd name="connsiteX1" fmla="*/ 1716280 w 3639926"/>
              <a:gd name="connsiteY1" fmla="*/ 445136 h 1947022"/>
              <a:gd name="connsiteX2" fmla="*/ 3415173 w 3639926"/>
              <a:gd name="connsiteY2" fmla="*/ 322035 h 1947022"/>
              <a:gd name="connsiteX3" fmla="*/ 2949071 w 3639926"/>
              <a:gd name="connsiteY3" fmla="*/ 1928988 h 1947022"/>
              <a:gd name="connsiteX4" fmla="*/ 1833458 w 3639926"/>
              <a:gd name="connsiteY4" fmla="*/ 1291535 h 1947022"/>
              <a:gd name="connsiteX5" fmla="*/ 243 w 3639926"/>
              <a:gd name="connsiteY5" fmla="*/ 869129 h 1947022"/>
              <a:gd name="connsiteX0" fmla="*/ 7345 w 3647028"/>
              <a:gd name="connsiteY0" fmla="*/ 869129 h 1947022"/>
              <a:gd name="connsiteX1" fmla="*/ 1723382 w 3647028"/>
              <a:gd name="connsiteY1" fmla="*/ 445136 h 1947022"/>
              <a:gd name="connsiteX2" fmla="*/ 3422275 w 3647028"/>
              <a:gd name="connsiteY2" fmla="*/ 322035 h 1947022"/>
              <a:gd name="connsiteX3" fmla="*/ 2956173 w 3647028"/>
              <a:gd name="connsiteY3" fmla="*/ 1928988 h 1947022"/>
              <a:gd name="connsiteX4" fmla="*/ 1840560 w 3647028"/>
              <a:gd name="connsiteY4" fmla="*/ 1291535 h 1947022"/>
              <a:gd name="connsiteX5" fmla="*/ 7345 w 3647028"/>
              <a:gd name="connsiteY5" fmla="*/ 869129 h 1947022"/>
              <a:gd name="connsiteX0" fmla="*/ 7345 w 3811052"/>
              <a:gd name="connsiteY0" fmla="*/ 869129 h 1929159"/>
              <a:gd name="connsiteX1" fmla="*/ 1723382 w 3811052"/>
              <a:gd name="connsiteY1" fmla="*/ 445136 h 1929159"/>
              <a:gd name="connsiteX2" fmla="*/ 3422275 w 3811052"/>
              <a:gd name="connsiteY2" fmla="*/ 322035 h 1929159"/>
              <a:gd name="connsiteX3" fmla="*/ 2956173 w 3811052"/>
              <a:gd name="connsiteY3" fmla="*/ 1928988 h 1929159"/>
              <a:gd name="connsiteX4" fmla="*/ 1840560 w 3811052"/>
              <a:gd name="connsiteY4" fmla="*/ 1291535 h 1929159"/>
              <a:gd name="connsiteX5" fmla="*/ 7345 w 3811052"/>
              <a:gd name="connsiteY5" fmla="*/ 869129 h 1929159"/>
              <a:gd name="connsiteX0" fmla="*/ 5264 w 3937957"/>
              <a:gd name="connsiteY0" fmla="*/ 1155023 h 1938909"/>
              <a:gd name="connsiteX1" fmla="*/ 1850286 w 3937957"/>
              <a:gd name="connsiteY1" fmla="*/ 454886 h 1938909"/>
              <a:gd name="connsiteX2" fmla="*/ 3549179 w 3937957"/>
              <a:gd name="connsiteY2" fmla="*/ 331785 h 1938909"/>
              <a:gd name="connsiteX3" fmla="*/ 3083077 w 3937957"/>
              <a:gd name="connsiteY3" fmla="*/ 1938738 h 1938909"/>
              <a:gd name="connsiteX4" fmla="*/ 1967464 w 3937957"/>
              <a:gd name="connsiteY4" fmla="*/ 1301285 h 1938909"/>
              <a:gd name="connsiteX5" fmla="*/ 5264 w 3937957"/>
              <a:gd name="connsiteY5" fmla="*/ 1155023 h 1938909"/>
              <a:gd name="connsiteX0" fmla="*/ 23607 w 3956300"/>
              <a:gd name="connsiteY0" fmla="*/ 1155023 h 1938909"/>
              <a:gd name="connsiteX1" fmla="*/ 1868629 w 3956300"/>
              <a:gd name="connsiteY1" fmla="*/ 454886 h 1938909"/>
              <a:gd name="connsiteX2" fmla="*/ 3567522 w 3956300"/>
              <a:gd name="connsiteY2" fmla="*/ 331785 h 1938909"/>
              <a:gd name="connsiteX3" fmla="*/ 3101420 w 3956300"/>
              <a:gd name="connsiteY3" fmla="*/ 1938738 h 1938909"/>
              <a:gd name="connsiteX4" fmla="*/ 1985807 w 3956300"/>
              <a:gd name="connsiteY4" fmla="*/ 1301285 h 1938909"/>
              <a:gd name="connsiteX5" fmla="*/ 23607 w 3956300"/>
              <a:gd name="connsiteY5" fmla="*/ 1155023 h 1938909"/>
              <a:gd name="connsiteX0" fmla="*/ 356 w 3775841"/>
              <a:gd name="connsiteY0" fmla="*/ 1155023 h 1975367"/>
              <a:gd name="connsiteX1" fmla="*/ 1845378 w 3775841"/>
              <a:gd name="connsiteY1" fmla="*/ 454886 h 1975367"/>
              <a:gd name="connsiteX2" fmla="*/ 3544271 w 3775841"/>
              <a:gd name="connsiteY2" fmla="*/ 331785 h 1975367"/>
              <a:gd name="connsiteX3" fmla="*/ 3078169 w 3775841"/>
              <a:gd name="connsiteY3" fmla="*/ 1938738 h 1975367"/>
              <a:gd name="connsiteX4" fmla="*/ 1700608 w 3775841"/>
              <a:gd name="connsiteY4" fmla="*/ 1432728 h 1975367"/>
              <a:gd name="connsiteX5" fmla="*/ 356 w 3775841"/>
              <a:gd name="connsiteY5" fmla="*/ 1155023 h 1975367"/>
              <a:gd name="connsiteX0" fmla="*/ 385 w 3775871"/>
              <a:gd name="connsiteY0" fmla="*/ 1155023 h 1964875"/>
              <a:gd name="connsiteX1" fmla="*/ 1845407 w 3775871"/>
              <a:gd name="connsiteY1" fmla="*/ 454886 h 1964875"/>
              <a:gd name="connsiteX2" fmla="*/ 3544300 w 3775871"/>
              <a:gd name="connsiteY2" fmla="*/ 331785 h 1964875"/>
              <a:gd name="connsiteX3" fmla="*/ 3078198 w 3775871"/>
              <a:gd name="connsiteY3" fmla="*/ 1938738 h 1964875"/>
              <a:gd name="connsiteX4" fmla="*/ 1700637 w 3775871"/>
              <a:gd name="connsiteY4" fmla="*/ 1432728 h 1964875"/>
              <a:gd name="connsiteX5" fmla="*/ 385 w 3775871"/>
              <a:gd name="connsiteY5" fmla="*/ 1155023 h 1964875"/>
              <a:gd name="connsiteX0" fmla="*/ 518 w 3310321"/>
              <a:gd name="connsiteY0" fmla="*/ 1561197 h 1986949"/>
              <a:gd name="connsiteX1" fmla="*/ 1379857 w 3310321"/>
              <a:gd name="connsiteY1" fmla="*/ 469469 h 1986949"/>
              <a:gd name="connsiteX2" fmla="*/ 3078750 w 3310321"/>
              <a:gd name="connsiteY2" fmla="*/ 346368 h 1986949"/>
              <a:gd name="connsiteX3" fmla="*/ 2612648 w 3310321"/>
              <a:gd name="connsiteY3" fmla="*/ 1953321 h 1986949"/>
              <a:gd name="connsiteX4" fmla="*/ 1235087 w 3310321"/>
              <a:gd name="connsiteY4" fmla="*/ 1447311 h 1986949"/>
              <a:gd name="connsiteX5" fmla="*/ 518 w 3310321"/>
              <a:gd name="connsiteY5" fmla="*/ 1561197 h 1986949"/>
              <a:gd name="connsiteX0" fmla="*/ 252954 w 3562757"/>
              <a:gd name="connsiteY0" fmla="*/ 1561197 h 1986950"/>
              <a:gd name="connsiteX1" fmla="*/ 1632293 w 3562757"/>
              <a:gd name="connsiteY1" fmla="*/ 469469 h 1986950"/>
              <a:gd name="connsiteX2" fmla="*/ 3331186 w 3562757"/>
              <a:gd name="connsiteY2" fmla="*/ 346368 h 1986950"/>
              <a:gd name="connsiteX3" fmla="*/ 2865084 w 3562757"/>
              <a:gd name="connsiteY3" fmla="*/ 1953321 h 1986950"/>
              <a:gd name="connsiteX4" fmla="*/ 1487523 w 3562757"/>
              <a:gd name="connsiteY4" fmla="*/ 1447311 h 1986950"/>
              <a:gd name="connsiteX5" fmla="*/ 252954 w 3562757"/>
              <a:gd name="connsiteY5" fmla="*/ 1561197 h 1986950"/>
              <a:gd name="connsiteX0" fmla="*/ 275988 w 4836894"/>
              <a:gd name="connsiteY0" fmla="*/ 1254188 h 1664972"/>
              <a:gd name="connsiteX1" fmla="*/ 1655327 w 4836894"/>
              <a:gd name="connsiteY1" fmla="*/ 162460 h 1664972"/>
              <a:gd name="connsiteX2" fmla="*/ 4715739 w 4836894"/>
              <a:gd name="connsiteY2" fmla="*/ 494988 h 1664972"/>
              <a:gd name="connsiteX3" fmla="*/ 2888118 w 4836894"/>
              <a:gd name="connsiteY3" fmla="*/ 1646312 h 1664972"/>
              <a:gd name="connsiteX4" fmla="*/ 1510557 w 4836894"/>
              <a:gd name="connsiteY4" fmla="*/ 1140302 h 1664972"/>
              <a:gd name="connsiteX5" fmla="*/ 275988 w 4836894"/>
              <a:gd name="connsiteY5" fmla="*/ 1254188 h 1664972"/>
              <a:gd name="connsiteX0" fmla="*/ 275988 w 4716813"/>
              <a:gd name="connsiteY0" fmla="*/ 1630321 h 2049242"/>
              <a:gd name="connsiteX1" fmla="*/ 1655327 w 4716813"/>
              <a:gd name="connsiteY1" fmla="*/ 538593 h 2049242"/>
              <a:gd name="connsiteX2" fmla="*/ 4715739 w 4716813"/>
              <a:gd name="connsiteY2" fmla="*/ 871121 h 2049242"/>
              <a:gd name="connsiteX3" fmla="*/ 2888118 w 4716813"/>
              <a:gd name="connsiteY3" fmla="*/ 2022445 h 2049242"/>
              <a:gd name="connsiteX4" fmla="*/ 1510557 w 4716813"/>
              <a:gd name="connsiteY4" fmla="*/ 1516435 h 2049242"/>
              <a:gd name="connsiteX5" fmla="*/ 275988 w 4716813"/>
              <a:gd name="connsiteY5" fmla="*/ 1630321 h 2049242"/>
              <a:gd name="connsiteX0" fmla="*/ 275988 w 4749030"/>
              <a:gd name="connsiteY0" fmla="*/ 1124638 h 1545870"/>
              <a:gd name="connsiteX1" fmla="*/ 1655327 w 4749030"/>
              <a:gd name="connsiteY1" fmla="*/ 32910 h 1545870"/>
              <a:gd name="connsiteX2" fmla="*/ 4715739 w 4749030"/>
              <a:gd name="connsiteY2" fmla="*/ 365438 h 1545870"/>
              <a:gd name="connsiteX3" fmla="*/ 3175706 w 4749030"/>
              <a:gd name="connsiteY3" fmla="*/ 1192854 h 1545870"/>
              <a:gd name="connsiteX4" fmla="*/ 1510557 w 4749030"/>
              <a:gd name="connsiteY4" fmla="*/ 1010752 h 1545870"/>
              <a:gd name="connsiteX5" fmla="*/ 275988 w 4749030"/>
              <a:gd name="connsiteY5" fmla="*/ 1124638 h 1545870"/>
              <a:gd name="connsiteX0" fmla="*/ 275988 w 4727950"/>
              <a:gd name="connsiteY0" fmla="*/ 1387914 h 1809146"/>
              <a:gd name="connsiteX1" fmla="*/ 1655327 w 4727950"/>
              <a:gd name="connsiteY1" fmla="*/ 296186 h 1809146"/>
              <a:gd name="connsiteX2" fmla="*/ 4715739 w 4727950"/>
              <a:gd name="connsiteY2" fmla="*/ 628714 h 1809146"/>
              <a:gd name="connsiteX3" fmla="*/ 3175706 w 4727950"/>
              <a:gd name="connsiteY3" fmla="*/ 1456130 h 1809146"/>
              <a:gd name="connsiteX4" fmla="*/ 1510557 w 4727950"/>
              <a:gd name="connsiteY4" fmla="*/ 1274028 h 1809146"/>
              <a:gd name="connsiteX5" fmla="*/ 275988 w 4727950"/>
              <a:gd name="connsiteY5" fmla="*/ 1387914 h 1809146"/>
              <a:gd name="connsiteX0" fmla="*/ 275988 w 4727950"/>
              <a:gd name="connsiteY0" fmla="*/ 1387914 h 1809146"/>
              <a:gd name="connsiteX1" fmla="*/ 1655327 w 4727950"/>
              <a:gd name="connsiteY1" fmla="*/ 296186 h 1809146"/>
              <a:gd name="connsiteX2" fmla="*/ 4715739 w 4727950"/>
              <a:gd name="connsiteY2" fmla="*/ 628714 h 1809146"/>
              <a:gd name="connsiteX3" fmla="*/ 3175706 w 4727950"/>
              <a:gd name="connsiteY3" fmla="*/ 1456130 h 1809146"/>
              <a:gd name="connsiteX4" fmla="*/ 1510557 w 4727950"/>
              <a:gd name="connsiteY4" fmla="*/ 1274028 h 1809146"/>
              <a:gd name="connsiteX5" fmla="*/ 275988 w 4727950"/>
              <a:gd name="connsiteY5" fmla="*/ 1387914 h 1809146"/>
              <a:gd name="connsiteX0" fmla="*/ 275988 w 4740315"/>
              <a:gd name="connsiteY0" fmla="*/ 1132875 h 1722803"/>
              <a:gd name="connsiteX1" fmla="*/ 1655327 w 4740315"/>
              <a:gd name="connsiteY1" fmla="*/ 41147 h 1722803"/>
              <a:gd name="connsiteX2" fmla="*/ 4715739 w 4740315"/>
              <a:gd name="connsiteY2" fmla="*/ 373675 h 1722803"/>
              <a:gd name="connsiteX3" fmla="*/ 3012343 w 4740315"/>
              <a:gd name="connsiteY3" fmla="*/ 1711656 h 1722803"/>
              <a:gd name="connsiteX4" fmla="*/ 1510557 w 4740315"/>
              <a:gd name="connsiteY4" fmla="*/ 1018989 h 1722803"/>
              <a:gd name="connsiteX5" fmla="*/ 275988 w 4740315"/>
              <a:gd name="connsiteY5" fmla="*/ 1132875 h 1722803"/>
              <a:gd name="connsiteX0" fmla="*/ 275988 w 4756119"/>
              <a:gd name="connsiteY0" fmla="*/ 1127108 h 1542684"/>
              <a:gd name="connsiteX1" fmla="*/ 1655327 w 4756119"/>
              <a:gd name="connsiteY1" fmla="*/ 35380 h 1542684"/>
              <a:gd name="connsiteX2" fmla="*/ 4715739 w 4756119"/>
              <a:gd name="connsiteY2" fmla="*/ 367908 h 1542684"/>
              <a:gd name="connsiteX3" fmla="*/ 3285074 w 4756119"/>
              <a:gd name="connsiteY3" fmla="*/ 1369029 h 1542684"/>
              <a:gd name="connsiteX4" fmla="*/ 1510557 w 4756119"/>
              <a:gd name="connsiteY4" fmla="*/ 1013222 h 1542684"/>
              <a:gd name="connsiteX5" fmla="*/ 275988 w 4756119"/>
              <a:gd name="connsiteY5" fmla="*/ 1127108 h 1542684"/>
              <a:gd name="connsiteX0" fmla="*/ 275988 w 4715923"/>
              <a:gd name="connsiteY0" fmla="*/ 1122352 h 1572226"/>
              <a:gd name="connsiteX1" fmla="*/ 1655327 w 4715923"/>
              <a:gd name="connsiteY1" fmla="*/ 30624 h 1572226"/>
              <a:gd name="connsiteX2" fmla="*/ 4715739 w 4715923"/>
              <a:gd name="connsiteY2" fmla="*/ 363152 h 1572226"/>
              <a:gd name="connsiteX3" fmla="*/ 1510557 w 4715923"/>
              <a:gd name="connsiteY3" fmla="*/ 1008466 h 1572226"/>
              <a:gd name="connsiteX4" fmla="*/ 275988 w 4715923"/>
              <a:gd name="connsiteY4" fmla="*/ 1122352 h 1572226"/>
              <a:gd name="connsiteX0" fmla="*/ 25029 w 4476010"/>
              <a:gd name="connsiteY0" fmla="*/ 1892393 h 2022034"/>
              <a:gd name="connsiteX1" fmla="*/ 2236847 w 4476010"/>
              <a:gd name="connsiteY1" fmla="*/ 11492 h 2022034"/>
              <a:gd name="connsiteX2" fmla="*/ 4464780 w 4476010"/>
              <a:gd name="connsiteY2" fmla="*/ 1133193 h 2022034"/>
              <a:gd name="connsiteX3" fmla="*/ 1259598 w 4476010"/>
              <a:gd name="connsiteY3" fmla="*/ 1778507 h 2022034"/>
              <a:gd name="connsiteX4" fmla="*/ 25029 w 4476010"/>
              <a:gd name="connsiteY4" fmla="*/ 1892393 h 2022034"/>
              <a:gd name="connsiteX0" fmla="*/ 19312 w 4468531"/>
              <a:gd name="connsiteY0" fmla="*/ 1893478 h 2350831"/>
              <a:gd name="connsiteX1" fmla="*/ 2231130 w 4468531"/>
              <a:gd name="connsiteY1" fmla="*/ 12577 h 2350831"/>
              <a:gd name="connsiteX2" fmla="*/ 4459063 w 4468531"/>
              <a:gd name="connsiteY2" fmla="*/ 1134278 h 2350831"/>
              <a:gd name="connsiteX3" fmla="*/ 2962196 w 4468531"/>
              <a:gd name="connsiteY3" fmla="*/ 2337807 h 2350831"/>
              <a:gd name="connsiteX4" fmla="*/ 1253881 w 4468531"/>
              <a:gd name="connsiteY4" fmla="*/ 1779592 h 2350831"/>
              <a:gd name="connsiteX5" fmla="*/ 19312 w 4468531"/>
              <a:gd name="connsiteY5" fmla="*/ 1893478 h 2350831"/>
              <a:gd name="connsiteX0" fmla="*/ 114931 w 4564151"/>
              <a:gd name="connsiteY0" fmla="*/ 1893478 h 2606070"/>
              <a:gd name="connsiteX1" fmla="*/ 2326749 w 4564151"/>
              <a:gd name="connsiteY1" fmla="*/ 12577 h 2606070"/>
              <a:gd name="connsiteX2" fmla="*/ 4554682 w 4564151"/>
              <a:gd name="connsiteY2" fmla="*/ 1134278 h 2606070"/>
              <a:gd name="connsiteX3" fmla="*/ 3057815 w 4564151"/>
              <a:gd name="connsiteY3" fmla="*/ 2337807 h 2606070"/>
              <a:gd name="connsiteX4" fmla="*/ 602599 w 4564151"/>
              <a:gd name="connsiteY4" fmla="*/ 2591133 h 2606070"/>
              <a:gd name="connsiteX5" fmla="*/ 114931 w 4564151"/>
              <a:gd name="connsiteY5" fmla="*/ 1893478 h 2606070"/>
              <a:gd name="connsiteX0" fmla="*/ 339436 w 4163621"/>
              <a:gd name="connsiteY0" fmla="*/ 711041 h 2677547"/>
              <a:gd name="connsiteX1" fmla="*/ 1926219 w 4163621"/>
              <a:gd name="connsiteY1" fmla="*/ 9118 h 2677547"/>
              <a:gd name="connsiteX2" fmla="*/ 4154152 w 4163621"/>
              <a:gd name="connsiteY2" fmla="*/ 1130819 h 2677547"/>
              <a:gd name="connsiteX3" fmla="*/ 2657285 w 4163621"/>
              <a:gd name="connsiteY3" fmla="*/ 2334348 h 2677547"/>
              <a:gd name="connsiteX4" fmla="*/ 202069 w 4163621"/>
              <a:gd name="connsiteY4" fmla="*/ 2587674 h 2677547"/>
              <a:gd name="connsiteX5" fmla="*/ 339436 w 4163621"/>
              <a:gd name="connsiteY5" fmla="*/ 711041 h 2677547"/>
              <a:gd name="connsiteX0" fmla="*/ 8699 w 3970251"/>
              <a:gd name="connsiteY0" fmla="*/ 2578556 h 2717756"/>
              <a:gd name="connsiteX1" fmla="*/ 1732849 w 3970251"/>
              <a:gd name="connsiteY1" fmla="*/ 0 h 2717756"/>
              <a:gd name="connsiteX2" fmla="*/ 3960782 w 3970251"/>
              <a:gd name="connsiteY2" fmla="*/ 1121701 h 2717756"/>
              <a:gd name="connsiteX3" fmla="*/ 2463915 w 3970251"/>
              <a:gd name="connsiteY3" fmla="*/ 2325230 h 2717756"/>
              <a:gd name="connsiteX4" fmla="*/ 8699 w 3970251"/>
              <a:gd name="connsiteY4" fmla="*/ 2578556 h 2717756"/>
              <a:gd name="connsiteX0" fmla="*/ 11617 w 3584652"/>
              <a:gd name="connsiteY0" fmla="*/ 1430838 h 2340009"/>
              <a:gd name="connsiteX1" fmla="*/ 1347250 w 3584652"/>
              <a:gd name="connsiteY1" fmla="*/ 2380 h 2340009"/>
              <a:gd name="connsiteX2" fmla="*/ 3575183 w 3584652"/>
              <a:gd name="connsiteY2" fmla="*/ 1124081 h 2340009"/>
              <a:gd name="connsiteX3" fmla="*/ 2078316 w 3584652"/>
              <a:gd name="connsiteY3" fmla="*/ 2327610 h 2340009"/>
              <a:gd name="connsiteX4" fmla="*/ 11617 w 3584652"/>
              <a:gd name="connsiteY4" fmla="*/ 1430838 h 2340009"/>
              <a:gd name="connsiteX0" fmla="*/ 36322 w 3609357"/>
              <a:gd name="connsiteY0" fmla="*/ 1430838 h 2532978"/>
              <a:gd name="connsiteX1" fmla="*/ 1371955 w 3609357"/>
              <a:gd name="connsiteY1" fmla="*/ 2380 h 2532978"/>
              <a:gd name="connsiteX2" fmla="*/ 3599888 w 3609357"/>
              <a:gd name="connsiteY2" fmla="*/ 1124081 h 2532978"/>
              <a:gd name="connsiteX3" fmla="*/ 2103021 w 3609357"/>
              <a:gd name="connsiteY3" fmla="*/ 2327610 h 2532978"/>
              <a:gd name="connsiteX4" fmla="*/ 36322 w 3609357"/>
              <a:gd name="connsiteY4" fmla="*/ 1430838 h 2532978"/>
              <a:gd name="connsiteX0" fmla="*/ 3580 w 3569301"/>
              <a:gd name="connsiteY0" fmla="*/ 1431089 h 2816320"/>
              <a:gd name="connsiteX1" fmla="*/ 1339213 w 3569301"/>
              <a:gd name="connsiteY1" fmla="*/ 2631 h 2816320"/>
              <a:gd name="connsiteX2" fmla="*/ 3567146 w 3569301"/>
              <a:gd name="connsiteY2" fmla="*/ 1124332 h 2816320"/>
              <a:gd name="connsiteX3" fmla="*/ 1722688 w 3569301"/>
              <a:gd name="connsiteY3" fmla="*/ 2808414 h 2816320"/>
              <a:gd name="connsiteX4" fmla="*/ 3580 w 3569301"/>
              <a:gd name="connsiteY4" fmla="*/ 1431089 h 2816320"/>
              <a:gd name="connsiteX0" fmla="*/ 3579 w 3569300"/>
              <a:gd name="connsiteY0" fmla="*/ 1431089 h 2808414"/>
              <a:gd name="connsiteX1" fmla="*/ 1339212 w 3569300"/>
              <a:gd name="connsiteY1" fmla="*/ 2631 h 2808414"/>
              <a:gd name="connsiteX2" fmla="*/ 3567145 w 3569300"/>
              <a:gd name="connsiteY2" fmla="*/ 1124332 h 2808414"/>
              <a:gd name="connsiteX3" fmla="*/ 1722687 w 3569300"/>
              <a:gd name="connsiteY3" fmla="*/ 2808414 h 2808414"/>
              <a:gd name="connsiteX4" fmla="*/ 3579 w 3569300"/>
              <a:gd name="connsiteY4" fmla="*/ 1431089 h 2808414"/>
              <a:gd name="connsiteX0" fmla="*/ 3579 w 3570402"/>
              <a:gd name="connsiteY0" fmla="*/ 1431089 h 2845664"/>
              <a:gd name="connsiteX1" fmla="*/ 1339212 w 3570402"/>
              <a:gd name="connsiteY1" fmla="*/ 2631 h 2845664"/>
              <a:gd name="connsiteX2" fmla="*/ 3567145 w 3570402"/>
              <a:gd name="connsiteY2" fmla="*/ 1124332 h 2845664"/>
              <a:gd name="connsiteX3" fmla="*/ 1722687 w 3570402"/>
              <a:gd name="connsiteY3" fmla="*/ 2808414 h 2845664"/>
              <a:gd name="connsiteX4" fmla="*/ 3579 w 3570402"/>
              <a:gd name="connsiteY4" fmla="*/ 1431089 h 2845664"/>
              <a:gd name="connsiteX0" fmla="*/ 3579 w 3571531"/>
              <a:gd name="connsiteY0" fmla="*/ 1431089 h 2809355"/>
              <a:gd name="connsiteX1" fmla="*/ 1339212 w 3571531"/>
              <a:gd name="connsiteY1" fmla="*/ 2631 h 2809355"/>
              <a:gd name="connsiteX2" fmla="*/ 3567145 w 3571531"/>
              <a:gd name="connsiteY2" fmla="*/ 1124332 h 2809355"/>
              <a:gd name="connsiteX3" fmla="*/ 1722687 w 3571531"/>
              <a:gd name="connsiteY3" fmla="*/ 2808414 h 2809355"/>
              <a:gd name="connsiteX4" fmla="*/ 3579 w 3571531"/>
              <a:gd name="connsiteY4" fmla="*/ 1431089 h 2809355"/>
              <a:gd name="connsiteX0" fmla="*/ 3579 w 3570449"/>
              <a:gd name="connsiteY0" fmla="*/ 1431089 h 2811091"/>
              <a:gd name="connsiteX1" fmla="*/ 1339212 w 3570449"/>
              <a:gd name="connsiteY1" fmla="*/ 2631 h 2811091"/>
              <a:gd name="connsiteX2" fmla="*/ 3567145 w 3570449"/>
              <a:gd name="connsiteY2" fmla="*/ 1124332 h 2811091"/>
              <a:gd name="connsiteX3" fmla="*/ 1722687 w 3570449"/>
              <a:gd name="connsiteY3" fmla="*/ 2808414 h 2811091"/>
              <a:gd name="connsiteX4" fmla="*/ 3579 w 3570449"/>
              <a:gd name="connsiteY4" fmla="*/ 1431089 h 2811091"/>
              <a:gd name="connsiteX0" fmla="*/ 9477 w 3576347"/>
              <a:gd name="connsiteY0" fmla="*/ 1454488 h 2834490"/>
              <a:gd name="connsiteX1" fmla="*/ 1345110 w 3576347"/>
              <a:gd name="connsiteY1" fmla="*/ 26030 h 2834490"/>
              <a:gd name="connsiteX2" fmla="*/ 3573043 w 3576347"/>
              <a:gd name="connsiteY2" fmla="*/ 1147731 h 2834490"/>
              <a:gd name="connsiteX3" fmla="*/ 1728585 w 3576347"/>
              <a:gd name="connsiteY3" fmla="*/ 2831813 h 2834490"/>
              <a:gd name="connsiteX4" fmla="*/ 9477 w 3576347"/>
              <a:gd name="connsiteY4" fmla="*/ 1454488 h 2834490"/>
              <a:gd name="connsiteX0" fmla="*/ 11200 w 3578070"/>
              <a:gd name="connsiteY0" fmla="*/ 1454488 h 2834490"/>
              <a:gd name="connsiteX1" fmla="*/ 1346833 w 3578070"/>
              <a:gd name="connsiteY1" fmla="*/ 26030 h 2834490"/>
              <a:gd name="connsiteX2" fmla="*/ 3574766 w 3578070"/>
              <a:gd name="connsiteY2" fmla="*/ 1147731 h 2834490"/>
              <a:gd name="connsiteX3" fmla="*/ 1730308 w 3578070"/>
              <a:gd name="connsiteY3" fmla="*/ 2831813 h 2834490"/>
              <a:gd name="connsiteX4" fmla="*/ 11200 w 3578070"/>
              <a:gd name="connsiteY4" fmla="*/ 1454488 h 2834490"/>
              <a:gd name="connsiteX0" fmla="*/ 5238 w 3394494"/>
              <a:gd name="connsiteY0" fmla="*/ 1561249 h 2815719"/>
              <a:gd name="connsiteX1" fmla="*/ 1164359 w 3394494"/>
              <a:gd name="connsiteY1" fmla="*/ 5027 h 2815719"/>
              <a:gd name="connsiteX2" fmla="*/ 3392292 w 3394494"/>
              <a:gd name="connsiteY2" fmla="*/ 1126728 h 2815719"/>
              <a:gd name="connsiteX3" fmla="*/ 1547834 w 3394494"/>
              <a:gd name="connsiteY3" fmla="*/ 2810810 h 2815719"/>
              <a:gd name="connsiteX4" fmla="*/ 5238 w 3394494"/>
              <a:gd name="connsiteY4" fmla="*/ 1561249 h 2815719"/>
              <a:gd name="connsiteX0" fmla="*/ 1714 w 3390970"/>
              <a:gd name="connsiteY0" fmla="*/ 1561249 h 2816846"/>
              <a:gd name="connsiteX1" fmla="*/ 1160835 w 3390970"/>
              <a:gd name="connsiteY1" fmla="*/ 5027 h 2816846"/>
              <a:gd name="connsiteX2" fmla="*/ 3388768 w 3390970"/>
              <a:gd name="connsiteY2" fmla="*/ 1126728 h 2816846"/>
              <a:gd name="connsiteX3" fmla="*/ 1544310 w 3390970"/>
              <a:gd name="connsiteY3" fmla="*/ 2810810 h 2816846"/>
              <a:gd name="connsiteX4" fmla="*/ 1714 w 3390970"/>
              <a:gd name="connsiteY4" fmla="*/ 1561249 h 2816846"/>
              <a:gd name="connsiteX0" fmla="*/ 1714 w 3392183"/>
              <a:gd name="connsiteY0" fmla="*/ 1561249 h 2822298"/>
              <a:gd name="connsiteX1" fmla="*/ 1160835 w 3392183"/>
              <a:gd name="connsiteY1" fmla="*/ 5027 h 2822298"/>
              <a:gd name="connsiteX2" fmla="*/ 3388768 w 3392183"/>
              <a:gd name="connsiteY2" fmla="*/ 1126728 h 2822298"/>
              <a:gd name="connsiteX3" fmla="*/ 1544310 w 3392183"/>
              <a:gd name="connsiteY3" fmla="*/ 2810810 h 2822298"/>
              <a:gd name="connsiteX4" fmla="*/ 1714 w 3392183"/>
              <a:gd name="connsiteY4" fmla="*/ 1561249 h 28222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92183" h="2822298">
                <a:moveTo>
                  <a:pt x="1714" y="1561249"/>
                </a:moveTo>
                <a:cubicBezTo>
                  <a:pt x="-37269" y="828037"/>
                  <a:pt x="596326" y="77447"/>
                  <a:pt x="1160835" y="5027"/>
                </a:cubicBezTo>
                <a:cubicBezTo>
                  <a:pt x="1725344" y="-67393"/>
                  <a:pt x="3324856" y="659098"/>
                  <a:pt x="3388768" y="1126728"/>
                </a:cubicBezTo>
                <a:cubicBezTo>
                  <a:pt x="3452680" y="1594358"/>
                  <a:pt x="2611566" y="2706535"/>
                  <a:pt x="1544310" y="2810810"/>
                </a:cubicBezTo>
                <a:cubicBezTo>
                  <a:pt x="477054" y="2915085"/>
                  <a:pt x="40697" y="2294461"/>
                  <a:pt x="1714" y="1561249"/>
                </a:cubicBezTo>
                <a:close/>
              </a:path>
            </a:pathLst>
          </a:custGeom>
          <a:solidFill>
            <a:srgbClr val="E7E7E7">
              <a:alpha val="52941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Freihandform 9">
            <a:extLst>
              <a:ext uri="{FF2B5EF4-FFF2-40B4-BE49-F238E27FC236}">
                <a16:creationId xmlns:a16="http://schemas.microsoft.com/office/drawing/2014/main" id="{1223AABF-8467-4E9F-86F5-1F1ECB8048B1}"/>
              </a:ext>
            </a:extLst>
          </p:cNvPr>
          <p:cNvSpPr/>
          <p:nvPr userDrawn="1"/>
        </p:nvSpPr>
        <p:spPr>
          <a:xfrm rot="19240800">
            <a:off x="-2200663" y="-1069579"/>
            <a:ext cx="6636396" cy="4457866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3177410"/>
              <a:gd name="connsiteY0" fmla="*/ 1035451 h 3606310"/>
              <a:gd name="connsiteX1" fmla="*/ 3141588 w 3177410"/>
              <a:gd name="connsiteY1" fmla="*/ 152581 h 3606310"/>
              <a:gd name="connsiteX2" fmla="*/ 2574031 w 3177410"/>
              <a:gd name="connsiteY2" fmla="*/ 1666070 h 3606310"/>
              <a:gd name="connsiteX3" fmla="*/ 2321781 w 3177410"/>
              <a:gd name="connsiteY3" fmla="*/ 3473850 h 3606310"/>
              <a:gd name="connsiteX4" fmla="*/ 51546 w 3177410"/>
              <a:gd name="connsiteY4" fmla="*/ 2664554 h 3606310"/>
              <a:gd name="connsiteX5" fmla="*/ 829312 w 3177410"/>
              <a:gd name="connsiteY5" fmla="*/ 1035451 h 3606310"/>
              <a:gd name="connsiteX0" fmla="*/ 829312 w 3177410"/>
              <a:gd name="connsiteY0" fmla="*/ 1013703 h 3584562"/>
              <a:gd name="connsiteX1" fmla="*/ 3141588 w 3177410"/>
              <a:gd name="connsiteY1" fmla="*/ 130833 h 3584562"/>
              <a:gd name="connsiteX2" fmla="*/ 2574031 w 3177410"/>
              <a:gd name="connsiteY2" fmla="*/ 1644322 h 3584562"/>
              <a:gd name="connsiteX3" fmla="*/ 2321781 w 3177410"/>
              <a:gd name="connsiteY3" fmla="*/ 3452102 h 3584562"/>
              <a:gd name="connsiteX4" fmla="*/ 51546 w 3177410"/>
              <a:gd name="connsiteY4" fmla="*/ 2642806 h 3584562"/>
              <a:gd name="connsiteX5" fmla="*/ 829312 w 3177410"/>
              <a:gd name="connsiteY5" fmla="*/ 1013703 h 3584562"/>
              <a:gd name="connsiteX0" fmla="*/ 829578 w 3177676"/>
              <a:gd name="connsiteY0" fmla="*/ 1013703 h 3584562"/>
              <a:gd name="connsiteX1" fmla="*/ 3141854 w 3177676"/>
              <a:gd name="connsiteY1" fmla="*/ 130833 h 3584562"/>
              <a:gd name="connsiteX2" fmla="*/ 2574297 w 3177676"/>
              <a:gd name="connsiteY2" fmla="*/ 1644322 h 3584562"/>
              <a:gd name="connsiteX3" fmla="*/ 2322047 w 3177676"/>
              <a:gd name="connsiteY3" fmla="*/ 3452102 h 3584562"/>
              <a:gd name="connsiteX4" fmla="*/ 51812 w 3177676"/>
              <a:gd name="connsiteY4" fmla="*/ 2642806 h 3584562"/>
              <a:gd name="connsiteX5" fmla="*/ 829578 w 3177676"/>
              <a:gd name="connsiteY5" fmla="*/ 1013703 h 3584562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11178 w 2672400"/>
              <a:gd name="connsiteY0" fmla="*/ 7864 h 2583061"/>
              <a:gd name="connsiteX1" fmla="*/ 1318755 w 2672400"/>
              <a:gd name="connsiteY1" fmla="*/ 1092175 h 2583061"/>
              <a:gd name="connsiteX2" fmla="*/ 2555897 w 2672400"/>
              <a:gd name="connsiteY2" fmla="*/ 638483 h 2583061"/>
              <a:gd name="connsiteX3" fmla="*/ 2303647 w 2672400"/>
              <a:gd name="connsiteY3" fmla="*/ 2446263 h 2583061"/>
              <a:gd name="connsiteX4" fmla="*/ 33412 w 2672400"/>
              <a:gd name="connsiteY4" fmla="*/ 1636967 h 2583061"/>
              <a:gd name="connsiteX5" fmla="*/ 811178 w 2672400"/>
              <a:gd name="connsiteY5" fmla="*/ 7864 h 2583061"/>
              <a:gd name="connsiteX0" fmla="*/ 811178 w 3223026"/>
              <a:gd name="connsiteY0" fmla="*/ 5596 h 2477281"/>
              <a:gd name="connsiteX1" fmla="*/ 1318755 w 3223026"/>
              <a:gd name="connsiteY1" fmla="*/ 1089907 h 2477281"/>
              <a:gd name="connsiteX2" fmla="*/ 3192488 w 3223026"/>
              <a:gd name="connsiteY2" fmla="*/ 802600 h 2477281"/>
              <a:gd name="connsiteX3" fmla="*/ 2303647 w 3223026"/>
              <a:gd name="connsiteY3" fmla="*/ 2443995 h 2477281"/>
              <a:gd name="connsiteX4" fmla="*/ 33412 w 3223026"/>
              <a:gd name="connsiteY4" fmla="*/ 1634699 h 2477281"/>
              <a:gd name="connsiteX5" fmla="*/ 811178 w 3223026"/>
              <a:gd name="connsiteY5" fmla="*/ 5596 h 2477281"/>
              <a:gd name="connsiteX0" fmla="*/ 846588 w 3330250"/>
              <a:gd name="connsiteY0" fmla="*/ 5596 h 2432711"/>
              <a:gd name="connsiteX1" fmla="*/ 1354165 w 3330250"/>
              <a:gd name="connsiteY1" fmla="*/ 1089907 h 2432711"/>
              <a:gd name="connsiteX2" fmla="*/ 3227898 w 3330250"/>
              <a:gd name="connsiteY2" fmla="*/ 802600 h 2432711"/>
              <a:gd name="connsiteX3" fmla="*/ 2761796 w 3330250"/>
              <a:gd name="connsiteY3" fmla="*/ 2409553 h 2432711"/>
              <a:gd name="connsiteX4" fmla="*/ 68822 w 3330250"/>
              <a:gd name="connsiteY4" fmla="*/ 1634699 h 2432711"/>
              <a:gd name="connsiteX5" fmla="*/ 846588 w 3330250"/>
              <a:gd name="connsiteY5" fmla="*/ 5596 h 2432711"/>
              <a:gd name="connsiteX0" fmla="*/ 846588 w 3514825"/>
              <a:gd name="connsiteY0" fmla="*/ 5596 h 2432711"/>
              <a:gd name="connsiteX1" fmla="*/ 1354165 w 3514825"/>
              <a:gd name="connsiteY1" fmla="*/ 1089907 h 2432711"/>
              <a:gd name="connsiteX2" fmla="*/ 3227898 w 3514825"/>
              <a:gd name="connsiteY2" fmla="*/ 802600 h 2432711"/>
              <a:gd name="connsiteX3" fmla="*/ 2761796 w 3514825"/>
              <a:gd name="connsiteY3" fmla="*/ 2409553 h 2432711"/>
              <a:gd name="connsiteX4" fmla="*/ 68822 w 3514825"/>
              <a:gd name="connsiteY4" fmla="*/ 1634699 h 2432711"/>
              <a:gd name="connsiteX5" fmla="*/ 846588 w 3514825"/>
              <a:gd name="connsiteY5" fmla="*/ 5596 h 2432711"/>
              <a:gd name="connsiteX0" fmla="*/ 875402 w 3543639"/>
              <a:gd name="connsiteY0" fmla="*/ 2708 h 2429823"/>
              <a:gd name="connsiteX1" fmla="*/ 1382979 w 3543639"/>
              <a:gd name="connsiteY1" fmla="*/ 1087019 h 2429823"/>
              <a:gd name="connsiteX2" fmla="*/ 3256712 w 3543639"/>
              <a:gd name="connsiteY2" fmla="*/ 799712 h 2429823"/>
              <a:gd name="connsiteX3" fmla="*/ 2790610 w 3543639"/>
              <a:gd name="connsiteY3" fmla="*/ 2406665 h 2429823"/>
              <a:gd name="connsiteX4" fmla="*/ 97636 w 3543639"/>
              <a:gd name="connsiteY4" fmla="*/ 1631811 h 2429823"/>
              <a:gd name="connsiteX5" fmla="*/ 875402 w 3543639"/>
              <a:gd name="connsiteY5" fmla="*/ 2708 h 2429823"/>
              <a:gd name="connsiteX0" fmla="*/ 1035116 w 3703353"/>
              <a:gd name="connsiteY0" fmla="*/ 3586 h 2450893"/>
              <a:gd name="connsiteX1" fmla="*/ 1542693 w 3703353"/>
              <a:gd name="connsiteY1" fmla="*/ 1087897 h 2450893"/>
              <a:gd name="connsiteX2" fmla="*/ 3416426 w 3703353"/>
              <a:gd name="connsiteY2" fmla="*/ 800590 h 2450893"/>
              <a:gd name="connsiteX3" fmla="*/ 2950324 w 3703353"/>
              <a:gd name="connsiteY3" fmla="*/ 2407543 h 2450893"/>
              <a:gd name="connsiteX4" fmla="*/ 257350 w 3703353"/>
              <a:gd name="connsiteY4" fmla="*/ 1632689 h 2450893"/>
              <a:gd name="connsiteX5" fmla="*/ 1035116 w 3703353"/>
              <a:gd name="connsiteY5" fmla="*/ 3586 h 2450893"/>
              <a:gd name="connsiteX0" fmla="*/ 991689 w 3462563"/>
              <a:gd name="connsiteY0" fmla="*/ 10605 h 2457912"/>
              <a:gd name="connsiteX1" fmla="*/ 1674106 w 3462563"/>
              <a:gd name="connsiteY1" fmla="*/ 930710 h 2457912"/>
              <a:gd name="connsiteX2" fmla="*/ 3372999 w 3462563"/>
              <a:gd name="connsiteY2" fmla="*/ 807609 h 2457912"/>
              <a:gd name="connsiteX3" fmla="*/ 2906897 w 3462563"/>
              <a:gd name="connsiteY3" fmla="*/ 2414562 h 2457912"/>
              <a:gd name="connsiteX4" fmla="*/ 213923 w 3462563"/>
              <a:gd name="connsiteY4" fmla="*/ 1639708 h 2457912"/>
              <a:gd name="connsiteX5" fmla="*/ 991689 w 3462563"/>
              <a:gd name="connsiteY5" fmla="*/ 10605 h 2457912"/>
              <a:gd name="connsiteX0" fmla="*/ 991689 w 3644113"/>
              <a:gd name="connsiteY0" fmla="*/ 10605 h 2457912"/>
              <a:gd name="connsiteX1" fmla="*/ 1674106 w 3644113"/>
              <a:gd name="connsiteY1" fmla="*/ 930710 h 2457912"/>
              <a:gd name="connsiteX2" fmla="*/ 3372999 w 3644113"/>
              <a:gd name="connsiteY2" fmla="*/ 807609 h 2457912"/>
              <a:gd name="connsiteX3" fmla="*/ 2906897 w 3644113"/>
              <a:gd name="connsiteY3" fmla="*/ 2414562 h 2457912"/>
              <a:gd name="connsiteX4" fmla="*/ 213923 w 3644113"/>
              <a:gd name="connsiteY4" fmla="*/ 1639708 h 2457912"/>
              <a:gd name="connsiteX5" fmla="*/ 991689 w 3644113"/>
              <a:gd name="connsiteY5" fmla="*/ 10605 h 2457912"/>
              <a:gd name="connsiteX0" fmla="*/ 1054352 w 3706777"/>
              <a:gd name="connsiteY0" fmla="*/ 1046 h 2448353"/>
              <a:gd name="connsiteX1" fmla="*/ 1736769 w 3706777"/>
              <a:gd name="connsiteY1" fmla="*/ 921151 h 2448353"/>
              <a:gd name="connsiteX2" fmla="*/ 3435662 w 3706777"/>
              <a:gd name="connsiteY2" fmla="*/ 798050 h 2448353"/>
              <a:gd name="connsiteX3" fmla="*/ 2969560 w 3706777"/>
              <a:gd name="connsiteY3" fmla="*/ 2405003 h 2448353"/>
              <a:gd name="connsiteX4" fmla="*/ 276586 w 3706777"/>
              <a:gd name="connsiteY4" fmla="*/ 1630149 h 2448353"/>
              <a:gd name="connsiteX5" fmla="*/ 1054352 w 3706777"/>
              <a:gd name="connsiteY5" fmla="*/ 1046 h 2448353"/>
              <a:gd name="connsiteX0" fmla="*/ 590056 w 3683836"/>
              <a:gd name="connsiteY0" fmla="*/ 1109 h 1961431"/>
              <a:gd name="connsiteX1" fmla="*/ 1713828 w 3683836"/>
              <a:gd name="connsiteY1" fmla="*/ 456838 h 1961431"/>
              <a:gd name="connsiteX2" fmla="*/ 3412721 w 3683836"/>
              <a:gd name="connsiteY2" fmla="*/ 333737 h 1961431"/>
              <a:gd name="connsiteX3" fmla="*/ 2946619 w 3683836"/>
              <a:gd name="connsiteY3" fmla="*/ 1940690 h 1961431"/>
              <a:gd name="connsiteX4" fmla="*/ 253645 w 3683836"/>
              <a:gd name="connsiteY4" fmla="*/ 1165836 h 1961431"/>
              <a:gd name="connsiteX5" fmla="*/ 590056 w 3683836"/>
              <a:gd name="connsiteY5" fmla="*/ 1109 h 1961431"/>
              <a:gd name="connsiteX0" fmla="*/ 577152 w 3670932"/>
              <a:gd name="connsiteY0" fmla="*/ 28557 h 1988879"/>
              <a:gd name="connsiteX1" fmla="*/ 1700924 w 3670932"/>
              <a:gd name="connsiteY1" fmla="*/ 484286 h 1988879"/>
              <a:gd name="connsiteX2" fmla="*/ 3399817 w 3670932"/>
              <a:gd name="connsiteY2" fmla="*/ 361185 h 1988879"/>
              <a:gd name="connsiteX3" fmla="*/ 2933715 w 3670932"/>
              <a:gd name="connsiteY3" fmla="*/ 1968138 h 1988879"/>
              <a:gd name="connsiteX4" fmla="*/ 240741 w 3670932"/>
              <a:gd name="connsiteY4" fmla="*/ 1193284 h 1988879"/>
              <a:gd name="connsiteX5" fmla="*/ 577152 w 3670932"/>
              <a:gd name="connsiteY5" fmla="*/ 28557 h 1988879"/>
              <a:gd name="connsiteX0" fmla="*/ 5660 w 3065770"/>
              <a:gd name="connsiteY0" fmla="*/ 41752 h 2084853"/>
              <a:gd name="connsiteX1" fmla="*/ 1129432 w 3065770"/>
              <a:gd name="connsiteY1" fmla="*/ 497481 h 2084853"/>
              <a:gd name="connsiteX2" fmla="*/ 2828325 w 3065770"/>
              <a:gd name="connsiteY2" fmla="*/ 374380 h 2084853"/>
              <a:gd name="connsiteX3" fmla="*/ 2362223 w 3065770"/>
              <a:gd name="connsiteY3" fmla="*/ 1981333 h 2084853"/>
              <a:gd name="connsiteX4" fmla="*/ 768571 w 3065770"/>
              <a:gd name="connsiteY4" fmla="*/ 1718703 h 2084853"/>
              <a:gd name="connsiteX5" fmla="*/ 5660 w 3065770"/>
              <a:gd name="connsiteY5" fmla="*/ 41752 h 2084853"/>
              <a:gd name="connsiteX0" fmla="*/ 12471 w 3072581"/>
              <a:gd name="connsiteY0" fmla="*/ 41752 h 2092530"/>
              <a:gd name="connsiteX1" fmla="*/ 1136243 w 3072581"/>
              <a:gd name="connsiteY1" fmla="*/ 497481 h 2092530"/>
              <a:gd name="connsiteX2" fmla="*/ 2835136 w 3072581"/>
              <a:gd name="connsiteY2" fmla="*/ 374380 h 2092530"/>
              <a:gd name="connsiteX3" fmla="*/ 2369034 w 3072581"/>
              <a:gd name="connsiteY3" fmla="*/ 1981333 h 2092530"/>
              <a:gd name="connsiteX4" fmla="*/ 775382 w 3072581"/>
              <a:gd name="connsiteY4" fmla="*/ 1718703 h 2092530"/>
              <a:gd name="connsiteX5" fmla="*/ 12471 w 3072581"/>
              <a:gd name="connsiteY5" fmla="*/ 41752 h 2092530"/>
              <a:gd name="connsiteX0" fmla="*/ 2798 w 3655173"/>
              <a:gd name="connsiteY0" fmla="*/ 869129 h 2007317"/>
              <a:gd name="connsiteX1" fmla="*/ 1718835 w 3655173"/>
              <a:gd name="connsiteY1" fmla="*/ 445136 h 2007317"/>
              <a:gd name="connsiteX2" fmla="*/ 3417728 w 3655173"/>
              <a:gd name="connsiteY2" fmla="*/ 322035 h 2007317"/>
              <a:gd name="connsiteX3" fmla="*/ 2951626 w 3655173"/>
              <a:gd name="connsiteY3" fmla="*/ 1928988 h 2007317"/>
              <a:gd name="connsiteX4" fmla="*/ 1357974 w 3655173"/>
              <a:gd name="connsiteY4" fmla="*/ 1666358 h 2007317"/>
              <a:gd name="connsiteX5" fmla="*/ 2798 w 3655173"/>
              <a:gd name="connsiteY5" fmla="*/ 869129 h 2007317"/>
              <a:gd name="connsiteX0" fmla="*/ 542 w 3652917"/>
              <a:gd name="connsiteY0" fmla="*/ 869129 h 2007318"/>
              <a:gd name="connsiteX1" fmla="*/ 1716579 w 3652917"/>
              <a:gd name="connsiteY1" fmla="*/ 445136 h 2007318"/>
              <a:gd name="connsiteX2" fmla="*/ 3415472 w 3652917"/>
              <a:gd name="connsiteY2" fmla="*/ 322035 h 2007318"/>
              <a:gd name="connsiteX3" fmla="*/ 2949370 w 3652917"/>
              <a:gd name="connsiteY3" fmla="*/ 1928988 h 2007318"/>
              <a:gd name="connsiteX4" fmla="*/ 1355718 w 3652917"/>
              <a:gd name="connsiteY4" fmla="*/ 1666358 h 2007318"/>
              <a:gd name="connsiteX5" fmla="*/ 542 w 3652917"/>
              <a:gd name="connsiteY5" fmla="*/ 869129 h 2007318"/>
              <a:gd name="connsiteX0" fmla="*/ 243 w 3639926"/>
              <a:gd name="connsiteY0" fmla="*/ 869129 h 1955507"/>
              <a:gd name="connsiteX1" fmla="*/ 1716280 w 3639926"/>
              <a:gd name="connsiteY1" fmla="*/ 445136 h 1955507"/>
              <a:gd name="connsiteX2" fmla="*/ 3415173 w 3639926"/>
              <a:gd name="connsiteY2" fmla="*/ 322035 h 1955507"/>
              <a:gd name="connsiteX3" fmla="*/ 2949071 w 3639926"/>
              <a:gd name="connsiteY3" fmla="*/ 1928988 h 1955507"/>
              <a:gd name="connsiteX4" fmla="*/ 1833458 w 3639926"/>
              <a:gd name="connsiteY4" fmla="*/ 1291535 h 1955507"/>
              <a:gd name="connsiteX5" fmla="*/ 243 w 3639926"/>
              <a:gd name="connsiteY5" fmla="*/ 869129 h 1955507"/>
              <a:gd name="connsiteX0" fmla="*/ 243 w 3639926"/>
              <a:gd name="connsiteY0" fmla="*/ 869129 h 1947022"/>
              <a:gd name="connsiteX1" fmla="*/ 1716280 w 3639926"/>
              <a:gd name="connsiteY1" fmla="*/ 445136 h 1947022"/>
              <a:gd name="connsiteX2" fmla="*/ 3415173 w 3639926"/>
              <a:gd name="connsiteY2" fmla="*/ 322035 h 1947022"/>
              <a:gd name="connsiteX3" fmla="*/ 2949071 w 3639926"/>
              <a:gd name="connsiteY3" fmla="*/ 1928988 h 1947022"/>
              <a:gd name="connsiteX4" fmla="*/ 1833458 w 3639926"/>
              <a:gd name="connsiteY4" fmla="*/ 1291535 h 1947022"/>
              <a:gd name="connsiteX5" fmla="*/ 243 w 3639926"/>
              <a:gd name="connsiteY5" fmla="*/ 869129 h 1947022"/>
              <a:gd name="connsiteX0" fmla="*/ 7345 w 3647028"/>
              <a:gd name="connsiteY0" fmla="*/ 869129 h 1947022"/>
              <a:gd name="connsiteX1" fmla="*/ 1723382 w 3647028"/>
              <a:gd name="connsiteY1" fmla="*/ 445136 h 1947022"/>
              <a:gd name="connsiteX2" fmla="*/ 3422275 w 3647028"/>
              <a:gd name="connsiteY2" fmla="*/ 322035 h 1947022"/>
              <a:gd name="connsiteX3" fmla="*/ 2956173 w 3647028"/>
              <a:gd name="connsiteY3" fmla="*/ 1928988 h 1947022"/>
              <a:gd name="connsiteX4" fmla="*/ 1840560 w 3647028"/>
              <a:gd name="connsiteY4" fmla="*/ 1291535 h 1947022"/>
              <a:gd name="connsiteX5" fmla="*/ 7345 w 3647028"/>
              <a:gd name="connsiteY5" fmla="*/ 869129 h 1947022"/>
              <a:gd name="connsiteX0" fmla="*/ 7345 w 3811052"/>
              <a:gd name="connsiteY0" fmla="*/ 869129 h 1929159"/>
              <a:gd name="connsiteX1" fmla="*/ 1723382 w 3811052"/>
              <a:gd name="connsiteY1" fmla="*/ 445136 h 1929159"/>
              <a:gd name="connsiteX2" fmla="*/ 3422275 w 3811052"/>
              <a:gd name="connsiteY2" fmla="*/ 322035 h 1929159"/>
              <a:gd name="connsiteX3" fmla="*/ 2956173 w 3811052"/>
              <a:gd name="connsiteY3" fmla="*/ 1928988 h 1929159"/>
              <a:gd name="connsiteX4" fmla="*/ 1840560 w 3811052"/>
              <a:gd name="connsiteY4" fmla="*/ 1291535 h 1929159"/>
              <a:gd name="connsiteX5" fmla="*/ 7345 w 3811052"/>
              <a:gd name="connsiteY5" fmla="*/ 869129 h 1929159"/>
              <a:gd name="connsiteX0" fmla="*/ 5264 w 3937957"/>
              <a:gd name="connsiteY0" fmla="*/ 1155023 h 1938909"/>
              <a:gd name="connsiteX1" fmla="*/ 1850286 w 3937957"/>
              <a:gd name="connsiteY1" fmla="*/ 454886 h 1938909"/>
              <a:gd name="connsiteX2" fmla="*/ 3549179 w 3937957"/>
              <a:gd name="connsiteY2" fmla="*/ 331785 h 1938909"/>
              <a:gd name="connsiteX3" fmla="*/ 3083077 w 3937957"/>
              <a:gd name="connsiteY3" fmla="*/ 1938738 h 1938909"/>
              <a:gd name="connsiteX4" fmla="*/ 1967464 w 3937957"/>
              <a:gd name="connsiteY4" fmla="*/ 1301285 h 1938909"/>
              <a:gd name="connsiteX5" fmla="*/ 5264 w 3937957"/>
              <a:gd name="connsiteY5" fmla="*/ 1155023 h 1938909"/>
              <a:gd name="connsiteX0" fmla="*/ 23607 w 3956300"/>
              <a:gd name="connsiteY0" fmla="*/ 1155023 h 1938909"/>
              <a:gd name="connsiteX1" fmla="*/ 1868629 w 3956300"/>
              <a:gd name="connsiteY1" fmla="*/ 454886 h 1938909"/>
              <a:gd name="connsiteX2" fmla="*/ 3567522 w 3956300"/>
              <a:gd name="connsiteY2" fmla="*/ 331785 h 1938909"/>
              <a:gd name="connsiteX3" fmla="*/ 3101420 w 3956300"/>
              <a:gd name="connsiteY3" fmla="*/ 1938738 h 1938909"/>
              <a:gd name="connsiteX4" fmla="*/ 1985807 w 3956300"/>
              <a:gd name="connsiteY4" fmla="*/ 1301285 h 1938909"/>
              <a:gd name="connsiteX5" fmla="*/ 23607 w 3956300"/>
              <a:gd name="connsiteY5" fmla="*/ 1155023 h 1938909"/>
              <a:gd name="connsiteX0" fmla="*/ 356 w 3775841"/>
              <a:gd name="connsiteY0" fmla="*/ 1155023 h 1975367"/>
              <a:gd name="connsiteX1" fmla="*/ 1845378 w 3775841"/>
              <a:gd name="connsiteY1" fmla="*/ 454886 h 1975367"/>
              <a:gd name="connsiteX2" fmla="*/ 3544271 w 3775841"/>
              <a:gd name="connsiteY2" fmla="*/ 331785 h 1975367"/>
              <a:gd name="connsiteX3" fmla="*/ 3078169 w 3775841"/>
              <a:gd name="connsiteY3" fmla="*/ 1938738 h 1975367"/>
              <a:gd name="connsiteX4" fmla="*/ 1700608 w 3775841"/>
              <a:gd name="connsiteY4" fmla="*/ 1432728 h 1975367"/>
              <a:gd name="connsiteX5" fmla="*/ 356 w 3775841"/>
              <a:gd name="connsiteY5" fmla="*/ 1155023 h 1975367"/>
              <a:gd name="connsiteX0" fmla="*/ 385 w 3775871"/>
              <a:gd name="connsiteY0" fmla="*/ 1155023 h 1964875"/>
              <a:gd name="connsiteX1" fmla="*/ 1845407 w 3775871"/>
              <a:gd name="connsiteY1" fmla="*/ 454886 h 1964875"/>
              <a:gd name="connsiteX2" fmla="*/ 3544300 w 3775871"/>
              <a:gd name="connsiteY2" fmla="*/ 331785 h 1964875"/>
              <a:gd name="connsiteX3" fmla="*/ 3078198 w 3775871"/>
              <a:gd name="connsiteY3" fmla="*/ 1938738 h 1964875"/>
              <a:gd name="connsiteX4" fmla="*/ 1700637 w 3775871"/>
              <a:gd name="connsiteY4" fmla="*/ 1432728 h 1964875"/>
              <a:gd name="connsiteX5" fmla="*/ 385 w 3775871"/>
              <a:gd name="connsiteY5" fmla="*/ 1155023 h 1964875"/>
              <a:gd name="connsiteX0" fmla="*/ 518 w 3310321"/>
              <a:gd name="connsiteY0" fmla="*/ 1561197 h 1986949"/>
              <a:gd name="connsiteX1" fmla="*/ 1379857 w 3310321"/>
              <a:gd name="connsiteY1" fmla="*/ 469469 h 1986949"/>
              <a:gd name="connsiteX2" fmla="*/ 3078750 w 3310321"/>
              <a:gd name="connsiteY2" fmla="*/ 346368 h 1986949"/>
              <a:gd name="connsiteX3" fmla="*/ 2612648 w 3310321"/>
              <a:gd name="connsiteY3" fmla="*/ 1953321 h 1986949"/>
              <a:gd name="connsiteX4" fmla="*/ 1235087 w 3310321"/>
              <a:gd name="connsiteY4" fmla="*/ 1447311 h 1986949"/>
              <a:gd name="connsiteX5" fmla="*/ 518 w 3310321"/>
              <a:gd name="connsiteY5" fmla="*/ 1561197 h 1986949"/>
              <a:gd name="connsiteX0" fmla="*/ 252954 w 3562757"/>
              <a:gd name="connsiteY0" fmla="*/ 1561197 h 1986950"/>
              <a:gd name="connsiteX1" fmla="*/ 1632293 w 3562757"/>
              <a:gd name="connsiteY1" fmla="*/ 469469 h 1986950"/>
              <a:gd name="connsiteX2" fmla="*/ 3331186 w 3562757"/>
              <a:gd name="connsiteY2" fmla="*/ 346368 h 1986950"/>
              <a:gd name="connsiteX3" fmla="*/ 2865084 w 3562757"/>
              <a:gd name="connsiteY3" fmla="*/ 1953321 h 1986950"/>
              <a:gd name="connsiteX4" fmla="*/ 1487523 w 3562757"/>
              <a:gd name="connsiteY4" fmla="*/ 1447311 h 1986950"/>
              <a:gd name="connsiteX5" fmla="*/ 252954 w 3562757"/>
              <a:gd name="connsiteY5" fmla="*/ 1561197 h 1986950"/>
              <a:gd name="connsiteX0" fmla="*/ 275988 w 4836894"/>
              <a:gd name="connsiteY0" fmla="*/ 1254188 h 1664972"/>
              <a:gd name="connsiteX1" fmla="*/ 1655327 w 4836894"/>
              <a:gd name="connsiteY1" fmla="*/ 162460 h 1664972"/>
              <a:gd name="connsiteX2" fmla="*/ 4715739 w 4836894"/>
              <a:gd name="connsiteY2" fmla="*/ 494988 h 1664972"/>
              <a:gd name="connsiteX3" fmla="*/ 2888118 w 4836894"/>
              <a:gd name="connsiteY3" fmla="*/ 1646312 h 1664972"/>
              <a:gd name="connsiteX4" fmla="*/ 1510557 w 4836894"/>
              <a:gd name="connsiteY4" fmla="*/ 1140302 h 1664972"/>
              <a:gd name="connsiteX5" fmla="*/ 275988 w 4836894"/>
              <a:gd name="connsiteY5" fmla="*/ 1254188 h 1664972"/>
              <a:gd name="connsiteX0" fmla="*/ 275988 w 4716813"/>
              <a:gd name="connsiteY0" fmla="*/ 1630321 h 2049242"/>
              <a:gd name="connsiteX1" fmla="*/ 1655327 w 4716813"/>
              <a:gd name="connsiteY1" fmla="*/ 538593 h 2049242"/>
              <a:gd name="connsiteX2" fmla="*/ 4715739 w 4716813"/>
              <a:gd name="connsiteY2" fmla="*/ 871121 h 2049242"/>
              <a:gd name="connsiteX3" fmla="*/ 2888118 w 4716813"/>
              <a:gd name="connsiteY3" fmla="*/ 2022445 h 2049242"/>
              <a:gd name="connsiteX4" fmla="*/ 1510557 w 4716813"/>
              <a:gd name="connsiteY4" fmla="*/ 1516435 h 2049242"/>
              <a:gd name="connsiteX5" fmla="*/ 275988 w 4716813"/>
              <a:gd name="connsiteY5" fmla="*/ 1630321 h 2049242"/>
              <a:gd name="connsiteX0" fmla="*/ 275988 w 4749030"/>
              <a:gd name="connsiteY0" fmla="*/ 1124638 h 1545870"/>
              <a:gd name="connsiteX1" fmla="*/ 1655327 w 4749030"/>
              <a:gd name="connsiteY1" fmla="*/ 32910 h 1545870"/>
              <a:gd name="connsiteX2" fmla="*/ 4715739 w 4749030"/>
              <a:gd name="connsiteY2" fmla="*/ 365438 h 1545870"/>
              <a:gd name="connsiteX3" fmla="*/ 3175706 w 4749030"/>
              <a:gd name="connsiteY3" fmla="*/ 1192854 h 1545870"/>
              <a:gd name="connsiteX4" fmla="*/ 1510557 w 4749030"/>
              <a:gd name="connsiteY4" fmla="*/ 1010752 h 1545870"/>
              <a:gd name="connsiteX5" fmla="*/ 275988 w 4749030"/>
              <a:gd name="connsiteY5" fmla="*/ 1124638 h 1545870"/>
              <a:gd name="connsiteX0" fmla="*/ 275988 w 4727950"/>
              <a:gd name="connsiteY0" fmla="*/ 1387914 h 1809146"/>
              <a:gd name="connsiteX1" fmla="*/ 1655327 w 4727950"/>
              <a:gd name="connsiteY1" fmla="*/ 296186 h 1809146"/>
              <a:gd name="connsiteX2" fmla="*/ 4715739 w 4727950"/>
              <a:gd name="connsiteY2" fmla="*/ 628714 h 1809146"/>
              <a:gd name="connsiteX3" fmla="*/ 3175706 w 4727950"/>
              <a:gd name="connsiteY3" fmla="*/ 1456130 h 1809146"/>
              <a:gd name="connsiteX4" fmla="*/ 1510557 w 4727950"/>
              <a:gd name="connsiteY4" fmla="*/ 1274028 h 1809146"/>
              <a:gd name="connsiteX5" fmla="*/ 275988 w 4727950"/>
              <a:gd name="connsiteY5" fmla="*/ 1387914 h 1809146"/>
              <a:gd name="connsiteX0" fmla="*/ 275988 w 4727950"/>
              <a:gd name="connsiteY0" fmla="*/ 1387914 h 1809146"/>
              <a:gd name="connsiteX1" fmla="*/ 1655327 w 4727950"/>
              <a:gd name="connsiteY1" fmla="*/ 296186 h 1809146"/>
              <a:gd name="connsiteX2" fmla="*/ 4715739 w 4727950"/>
              <a:gd name="connsiteY2" fmla="*/ 628714 h 1809146"/>
              <a:gd name="connsiteX3" fmla="*/ 3175706 w 4727950"/>
              <a:gd name="connsiteY3" fmla="*/ 1456130 h 1809146"/>
              <a:gd name="connsiteX4" fmla="*/ 1510557 w 4727950"/>
              <a:gd name="connsiteY4" fmla="*/ 1274028 h 1809146"/>
              <a:gd name="connsiteX5" fmla="*/ 275988 w 4727950"/>
              <a:gd name="connsiteY5" fmla="*/ 1387914 h 1809146"/>
              <a:gd name="connsiteX0" fmla="*/ 275988 w 4740315"/>
              <a:gd name="connsiteY0" fmla="*/ 1132875 h 1722803"/>
              <a:gd name="connsiteX1" fmla="*/ 1655327 w 4740315"/>
              <a:gd name="connsiteY1" fmla="*/ 41147 h 1722803"/>
              <a:gd name="connsiteX2" fmla="*/ 4715739 w 4740315"/>
              <a:gd name="connsiteY2" fmla="*/ 373675 h 1722803"/>
              <a:gd name="connsiteX3" fmla="*/ 3012343 w 4740315"/>
              <a:gd name="connsiteY3" fmla="*/ 1711656 h 1722803"/>
              <a:gd name="connsiteX4" fmla="*/ 1510557 w 4740315"/>
              <a:gd name="connsiteY4" fmla="*/ 1018989 h 1722803"/>
              <a:gd name="connsiteX5" fmla="*/ 275988 w 4740315"/>
              <a:gd name="connsiteY5" fmla="*/ 1132875 h 1722803"/>
              <a:gd name="connsiteX0" fmla="*/ 275988 w 4756119"/>
              <a:gd name="connsiteY0" fmla="*/ 1127108 h 1542684"/>
              <a:gd name="connsiteX1" fmla="*/ 1655327 w 4756119"/>
              <a:gd name="connsiteY1" fmla="*/ 35380 h 1542684"/>
              <a:gd name="connsiteX2" fmla="*/ 4715739 w 4756119"/>
              <a:gd name="connsiteY2" fmla="*/ 367908 h 1542684"/>
              <a:gd name="connsiteX3" fmla="*/ 3285074 w 4756119"/>
              <a:gd name="connsiteY3" fmla="*/ 1369029 h 1542684"/>
              <a:gd name="connsiteX4" fmla="*/ 1510557 w 4756119"/>
              <a:gd name="connsiteY4" fmla="*/ 1013222 h 1542684"/>
              <a:gd name="connsiteX5" fmla="*/ 275988 w 4756119"/>
              <a:gd name="connsiteY5" fmla="*/ 1127108 h 1542684"/>
              <a:gd name="connsiteX0" fmla="*/ 275988 w 4715923"/>
              <a:gd name="connsiteY0" fmla="*/ 1122352 h 1572226"/>
              <a:gd name="connsiteX1" fmla="*/ 1655327 w 4715923"/>
              <a:gd name="connsiteY1" fmla="*/ 30624 h 1572226"/>
              <a:gd name="connsiteX2" fmla="*/ 4715739 w 4715923"/>
              <a:gd name="connsiteY2" fmla="*/ 363152 h 1572226"/>
              <a:gd name="connsiteX3" fmla="*/ 1510557 w 4715923"/>
              <a:gd name="connsiteY3" fmla="*/ 1008466 h 1572226"/>
              <a:gd name="connsiteX4" fmla="*/ 275988 w 4715923"/>
              <a:gd name="connsiteY4" fmla="*/ 1122352 h 1572226"/>
              <a:gd name="connsiteX0" fmla="*/ 25029 w 4476010"/>
              <a:gd name="connsiteY0" fmla="*/ 1892393 h 2022034"/>
              <a:gd name="connsiteX1" fmla="*/ 2236847 w 4476010"/>
              <a:gd name="connsiteY1" fmla="*/ 11492 h 2022034"/>
              <a:gd name="connsiteX2" fmla="*/ 4464780 w 4476010"/>
              <a:gd name="connsiteY2" fmla="*/ 1133193 h 2022034"/>
              <a:gd name="connsiteX3" fmla="*/ 1259598 w 4476010"/>
              <a:gd name="connsiteY3" fmla="*/ 1778507 h 2022034"/>
              <a:gd name="connsiteX4" fmla="*/ 25029 w 4476010"/>
              <a:gd name="connsiteY4" fmla="*/ 1892393 h 2022034"/>
              <a:gd name="connsiteX0" fmla="*/ 19312 w 4468531"/>
              <a:gd name="connsiteY0" fmla="*/ 1893478 h 2350831"/>
              <a:gd name="connsiteX1" fmla="*/ 2231130 w 4468531"/>
              <a:gd name="connsiteY1" fmla="*/ 12577 h 2350831"/>
              <a:gd name="connsiteX2" fmla="*/ 4459063 w 4468531"/>
              <a:gd name="connsiteY2" fmla="*/ 1134278 h 2350831"/>
              <a:gd name="connsiteX3" fmla="*/ 2962196 w 4468531"/>
              <a:gd name="connsiteY3" fmla="*/ 2337807 h 2350831"/>
              <a:gd name="connsiteX4" fmla="*/ 1253881 w 4468531"/>
              <a:gd name="connsiteY4" fmla="*/ 1779592 h 2350831"/>
              <a:gd name="connsiteX5" fmla="*/ 19312 w 4468531"/>
              <a:gd name="connsiteY5" fmla="*/ 1893478 h 2350831"/>
              <a:gd name="connsiteX0" fmla="*/ 114931 w 4564151"/>
              <a:gd name="connsiteY0" fmla="*/ 1893478 h 2606070"/>
              <a:gd name="connsiteX1" fmla="*/ 2326749 w 4564151"/>
              <a:gd name="connsiteY1" fmla="*/ 12577 h 2606070"/>
              <a:gd name="connsiteX2" fmla="*/ 4554682 w 4564151"/>
              <a:gd name="connsiteY2" fmla="*/ 1134278 h 2606070"/>
              <a:gd name="connsiteX3" fmla="*/ 3057815 w 4564151"/>
              <a:gd name="connsiteY3" fmla="*/ 2337807 h 2606070"/>
              <a:gd name="connsiteX4" fmla="*/ 602599 w 4564151"/>
              <a:gd name="connsiteY4" fmla="*/ 2591133 h 2606070"/>
              <a:gd name="connsiteX5" fmla="*/ 114931 w 4564151"/>
              <a:gd name="connsiteY5" fmla="*/ 1893478 h 2606070"/>
              <a:gd name="connsiteX0" fmla="*/ 339436 w 4163621"/>
              <a:gd name="connsiteY0" fmla="*/ 711041 h 2677547"/>
              <a:gd name="connsiteX1" fmla="*/ 1926219 w 4163621"/>
              <a:gd name="connsiteY1" fmla="*/ 9118 h 2677547"/>
              <a:gd name="connsiteX2" fmla="*/ 4154152 w 4163621"/>
              <a:gd name="connsiteY2" fmla="*/ 1130819 h 2677547"/>
              <a:gd name="connsiteX3" fmla="*/ 2657285 w 4163621"/>
              <a:gd name="connsiteY3" fmla="*/ 2334348 h 2677547"/>
              <a:gd name="connsiteX4" fmla="*/ 202069 w 4163621"/>
              <a:gd name="connsiteY4" fmla="*/ 2587674 h 2677547"/>
              <a:gd name="connsiteX5" fmla="*/ 339436 w 4163621"/>
              <a:gd name="connsiteY5" fmla="*/ 711041 h 2677547"/>
              <a:gd name="connsiteX0" fmla="*/ 8699 w 3970251"/>
              <a:gd name="connsiteY0" fmla="*/ 2578556 h 2717756"/>
              <a:gd name="connsiteX1" fmla="*/ 1732849 w 3970251"/>
              <a:gd name="connsiteY1" fmla="*/ 0 h 2717756"/>
              <a:gd name="connsiteX2" fmla="*/ 3960782 w 3970251"/>
              <a:gd name="connsiteY2" fmla="*/ 1121701 h 2717756"/>
              <a:gd name="connsiteX3" fmla="*/ 2463915 w 3970251"/>
              <a:gd name="connsiteY3" fmla="*/ 2325230 h 2717756"/>
              <a:gd name="connsiteX4" fmla="*/ 8699 w 3970251"/>
              <a:gd name="connsiteY4" fmla="*/ 2578556 h 2717756"/>
              <a:gd name="connsiteX0" fmla="*/ 11617 w 3584652"/>
              <a:gd name="connsiteY0" fmla="*/ 1430838 h 2340009"/>
              <a:gd name="connsiteX1" fmla="*/ 1347250 w 3584652"/>
              <a:gd name="connsiteY1" fmla="*/ 2380 h 2340009"/>
              <a:gd name="connsiteX2" fmla="*/ 3575183 w 3584652"/>
              <a:gd name="connsiteY2" fmla="*/ 1124081 h 2340009"/>
              <a:gd name="connsiteX3" fmla="*/ 2078316 w 3584652"/>
              <a:gd name="connsiteY3" fmla="*/ 2327610 h 2340009"/>
              <a:gd name="connsiteX4" fmla="*/ 11617 w 3584652"/>
              <a:gd name="connsiteY4" fmla="*/ 1430838 h 2340009"/>
              <a:gd name="connsiteX0" fmla="*/ 36322 w 3609357"/>
              <a:gd name="connsiteY0" fmla="*/ 1430838 h 2532978"/>
              <a:gd name="connsiteX1" fmla="*/ 1371955 w 3609357"/>
              <a:gd name="connsiteY1" fmla="*/ 2380 h 2532978"/>
              <a:gd name="connsiteX2" fmla="*/ 3599888 w 3609357"/>
              <a:gd name="connsiteY2" fmla="*/ 1124081 h 2532978"/>
              <a:gd name="connsiteX3" fmla="*/ 2103021 w 3609357"/>
              <a:gd name="connsiteY3" fmla="*/ 2327610 h 2532978"/>
              <a:gd name="connsiteX4" fmla="*/ 36322 w 3609357"/>
              <a:gd name="connsiteY4" fmla="*/ 1430838 h 2532978"/>
              <a:gd name="connsiteX0" fmla="*/ 3580 w 3569301"/>
              <a:gd name="connsiteY0" fmla="*/ 1431089 h 2816320"/>
              <a:gd name="connsiteX1" fmla="*/ 1339213 w 3569301"/>
              <a:gd name="connsiteY1" fmla="*/ 2631 h 2816320"/>
              <a:gd name="connsiteX2" fmla="*/ 3567146 w 3569301"/>
              <a:gd name="connsiteY2" fmla="*/ 1124332 h 2816320"/>
              <a:gd name="connsiteX3" fmla="*/ 1722688 w 3569301"/>
              <a:gd name="connsiteY3" fmla="*/ 2808414 h 2816320"/>
              <a:gd name="connsiteX4" fmla="*/ 3580 w 3569301"/>
              <a:gd name="connsiteY4" fmla="*/ 1431089 h 2816320"/>
              <a:gd name="connsiteX0" fmla="*/ 3579 w 3569300"/>
              <a:gd name="connsiteY0" fmla="*/ 1431089 h 2808414"/>
              <a:gd name="connsiteX1" fmla="*/ 1339212 w 3569300"/>
              <a:gd name="connsiteY1" fmla="*/ 2631 h 2808414"/>
              <a:gd name="connsiteX2" fmla="*/ 3567145 w 3569300"/>
              <a:gd name="connsiteY2" fmla="*/ 1124332 h 2808414"/>
              <a:gd name="connsiteX3" fmla="*/ 1722687 w 3569300"/>
              <a:gd name="connsiteY3" fmla="*/ 2808414 h 2808414"/>
              <a:gd name="connsiteX4" fmla="*/ 3579 w 3569300"/>
              <a:gd name="connsiteY4" fmla="*/ 1431089 h 2808414"/>
              <a:gd name="connsiteX0" fmla="*/ 3579 w 3570402"/>
              <a:gd name="connsiteY0" fmla="*/ 1431089 h 2845664"/>
              <a:gd name="connsiteX1" fmla="*/ 1339212 w 3570402"/>
              <a:gd name="connsiteY1" fmla="*/ 2631 h 2845664"/>
              <a:gd name="connsiteX2" fmla="*/ 3567145 w 3570402"/>
              <a:gd name="connsiteY2" fmla="*/ 1124332 h 2845664"/>
              <a:gd name="connsiteX3" fmla="*/ 1722687 w 3570402"/>
              <a:gd name="connsiteY3" fmla="*/ 2808414 h 2845664"/>
              <a:gd name="connsiteX4" fmla="*/ 3579 w 3570402"/>
              <a:gd name="connsiteY4" fmla="*/ 1431089 h 2845664"/>
              <a:gd name="connsiteX0" fmla="*/ 3579 w 3571531"/>
              <a:gd name="connsiteY0" fmla="*/ 1431089 h 2809355"/>
              <a:gd name="connsiteX1" fmla="*/ 1339212 w 3571531"/>
              <a:gd name="connsiteY1" fmla="*/ 2631 h 2809355"/>
              <a:gd name="connsiteX2" fmla="*/ 3567145 w 3571531"/>
              <a:gd name="connsiteY2" fmla="*/ 1124332 h 2809355"/>
              <a:gd name="connsiteX3" fmla="*/ 1722687 w 3571531"/>
              <a:gd name="connsiteY3" fmla="*/ 2808414 h 2809355"/>
              <a:gd name="connsiteX4" fmla="*/ 3579 w 3571531"/>
              <a:gd name="connsiteY4" fmla="*/ 1431089 h 2809355"/>
              <a:gd name="connsiteX0" fmla="*/ 3579 w 3570449"/>
              <a:gd name="connsiteY0" fmla="*/ 1431089 h 2811091"/>
              <a:gd name="connsiteX1" fmla="*/ 1339212 w 3570449"/>
              <a:gd name="connsiteY1" fmla="*/ 2631 h 2811091"/>
              <a:gd name="connsiteX2" fmla="*/ 3567145 w 3570449"/>
              <a:gd name="connsiteY2" fmla="*/ 1124332 h 2811091"/>
              <a:gd name="connsiteX3" fmla="*/ 1722687 w 3570449"/>
              <a:gd name="connsiteY3" fmla="*/ 2808414 h 2811091"/>
              <a:gd name="connsiteX4" fmla="*/ 3579 w 3570449"/>
              <a:gd name="connsiteY4" fmla="*/ 1431089 h 2811091"/>
              <a:gd name="connsiteX0" fmla="*/ 9477 w 3576347"/>
              <a:gd name="connsiteY0" fmla="*/ 1454488 h 2834490"/>
              <a:gd name="connsiteX1" fmla="*/ 1345110 w 3576347"/>
              <a:gd name="connsiteY1" fmla="*/ 26030 h 2834490"/>
              <a:gd name="connsiteX2" fmla="*/ 3573043 w 3576347"/>
              <a:gd name="connsiteY2" fmla="*/ 1147731 h 2834490"/>
              <a:gd name="connsiteX3" fmla="*/ 1728585 w 3576347"/>
              <a:gd name="connsiteY3" fmla="*/ 2831813 h 2834490"/>
              <a:gd name="connsiteX4" fmla="*/ 9477 w 3576347"/>
              <a:gd name="connsiteY4" fmla="*/ 1454488 h 2834490"/>
              <a:gd name="connsiteX0" fmla="*/ 11200 w 3578070"/>
              <a:gd name="connsiteY0" fmla="*/ 1454488 h 2834490"/>
              <a:gd name="connsiteX1" fmla="*/ 1346833 w 3578070"/>
              <a:gd name="connsiteY1" fmla="*/ 26030 h 2834490"/>
              <a:gd name="connsiteX2" fmla="*/ 3574766 w 3578070"/>
              <a:gd name="connsiteY2" fmla="*/ 1147731 h 2834490"/>
              <a:gd name="connsiteX3" fmla="*/ 1730308 w 3578070"/>
              <a:gd name="connsiteY3" fmla="*/ 2831813 h 2834490"/>
              <a:gd name="connsiteX4" fmla="*/ 11200 w 3578070"/>
              <a:gd name="connsiteY4" fmla="*/ 1454488 h 2834490"/>
              <a:gd name="connsiteX0" fmla="*/ 5238 w 3394494"/>
              <a:gd name="connsiteY0" fmla="*/ 1561249 h 2815719"/>
              <a:gd name="connsiteX1" fmla="*/ 1164359 w 3394494"/>
              <a:gd name="connsiteY1" fmla="*/ 5027 h 2815719"/>
              <a:gd name="connsiteX2" fmla="*/ 3392292 w 3394494"/>
              <a:gd name="connsiteY2" fmla="*/ 1126728 h 2815719"/>
              <a:gd name="connsiteX3" fmla="*/ 1547834 w 3394494"/>
              <a:gd name="connsiteY3" fmla="*/ 2810810 h 2815719"/>
              <a:gd name="connsiteX4" fmla="*/ 5238 w 3394494"/>
              <a:gd name="connsiteY4" fmla="*/ 1561249 h 2815719"/>
              <a:gd name="connsiteX0" fmla="*/ 1714 w 3390970"/>
              <a:gd name="connsiteY0" fmla="*/ 1561249 h 2816846"/>
              <a:gd name="connsiteX1" fmla="*/ 1160835 w 3390970"/>
              <a:gd name="connsiteY1" fmla="*/ 5027 h 2816846"/>
              <a:gd name="connsiteX2" fmla="*/ 3388768 w 3390970"/>
              <a:gd name="connsiteY2" fmla="*/ 1126728 h 2816846"/>
              <a:gd name="connsiteX3" fmla="*/ 1544310 w 3390970"/>
              <a:gd name="connsiteY3" fmla="*/ 2810810 h 2816846"/>
              <a:gd name="connsiteX4" fmla="*/ 1714 w 3390970"/>
              <a:gd name="connsiteY4" fmla="*/ 1561249 h 2816846"/>
              <a:gd name="connsiteX0" fmla="*/ 1714 w 3392183"/>
              <a:gd name="connsiteY0" fmla="*/ 1561249 h 2822298"/>
              <a:gd name="connsiteX1" fmla="*/ 1160835 w 3392183"/>
              <a:gd name="connsiteY1" fmla="*/ 5027 h 2822298"/>
              <a:gd name="connsiteX2" fmla="*/ 3388768 w 3392183"/>
              <a:gd name="connsiteY2" fmla="*/ 1126728 h 2822298"/>
              <a:gd name="connsiteX3" fmla="*/ 1544310 w 3392183"/>
              <a:gd name="connsiteY3" fmla="*/ 2810810 h 2822298"/>
              <a:gd name="connsiteX4" fmla="*/ 1714 w 3392183"/>
              <a:gd name="connsiteY4" fmla="*/ 1561249 h 2822298"/>
              <a:gd name="connsiteX0" fmla="*/ 1599 w 3099681"/>
              <a:gd name="connsiteY0" fmla="*/ 1556274 h 2805936"/>
              <a:gd name="connsiteX1" fmla="*/ 1160720 w 3099681"/>
              <a:gd name="connsiteY1" fmla="*/ 52 h 2805936"/>
              <a:gd name="connsiteX2" fmla="*/ 3097014 w 3099681"/>
              <a:gd name="connsiteY2" fmla="*/ 1505235 h 2805936"/>
              <a:gd name="connsiteX3" fmla="*/ 1544195 w 3099681"/>
              <a:gd name="connsiteY3" fmla="*/ 2805835 h 2805936"/>
              <a:gd name="connsiteX4" fmla="*/ 1599 w 3099681"/>
              <a:gd name="connsiteY4" fmla="*/ 1556274 h 2805936"/>
              <a:gd name="connsiteX0" fmla="*/ 1599 w 3098266"/>
              <a:gd name="connsiteY0" fmla="*/ 1556274 h 2805936"/>
              <a:gd name="connsiteX1" fmla="*/ 1160720 w 3098266"/>
              <a:gd name="connsiteY1" fmla="*/ 52 h 2805936"/>
              <a:gd name="connsiteX2" fmla="*/ 3097014 w 3098266"/>
              <a:gd name="connsiteY2" fmla="*/ 1505235 h 2805936"/>
              <a:gd name="connsiteX3" fmla="*/ 1544195 w 3098266"/>
              <a:gd name="connsiteY3" fmla="*/ 2805835 h 2805936"/>
              <a:gd name="connsiteX4" fmla="*/ 1599 w 3098266"/>
              <a:gd name="connsiteY4" fmla="*/ 1556274 h 2805936"/>
              <a:gd name="connsiteX0" fmla="*/ 6698 w 3107113"/>
              <a:gd name="connsiteY0" fmla="*/ 1556268 h 1995204"/>
              <a:gd name="connsiteX1" fmla="*/ 1165819 w 3107113"/>
              <a:gd name="connsiteY1" fmla="*/ 46 h 1995204"/>
              <a:gd name="connsiteX2" fmla="*/ 3102113 w 3107113"/>
              <a:gd name="connsiteY2" fmla="*/ 1505229 h 1995204"/>
              <a:gd name="connsiteX3" fmla="*/ 1670895 w 3107113"/>
              <a:gd name="connsiteY3" fmla="*/ 1994767 h 1995204"/>
              <a:gd name="connsiteX4" fmla="*/ 6698 w 3107113"/>
              <a:gd name="connsiteY4" fmla="*/ 1556268 h 1995204"/>
              <a:gd name="connsiteX0" fmla="*/ 6698 w 3107610"/>
              <a:gd name="connsiteY0" fmla="*/ 1556268 h 2094159"/>
              <a:gd name="connsiteX1" fmla="*/ 1165819 w 3107610"/>
              <a:gd name="connsiteY1" fmla="*/ 46 h 2094159"/>
              <a:gd name="connsiteX2" fmla="*/ 3102113 w 3107610"/>
              <a:gd name="connsiteY2" fmla="*/ 1505229 h 2094159"/>
              <a:gd name="connsiteX3" fmla="*/ 1670895 w 3107610"/>
              <a:gd name="connsiteY3" fmla="*/ 1994767 h 2094159"/>
              <a:gd name="connsiteX4" fmla="*/ 6698 w 3107610"/>
              <a:gd name="connsiteY4" fmla="*/ 1556268 h 2094159"/>
              <a:gd name="connsiteX0" fmla="*/ 6698 w 3108326"/>
              <a:gd name="connsiteY0" fmla="*/ 1556268 h 2032117"/>
              <a:gd name="connsiteX1" fmla="*/ 1165819 w 3108326"/>
              <a:gd name="connsiteY1" fmla="*/ 46 h 2032117"/>
              <a:gd name="connsiteX2" fmla="*/ 3102113 w 3108326"/>
              <a:gd name="connsiteY2" fmla="*/ 1505229 h 2032117"/>
              <a:gd name="connsiteX3" fmla="*/ 1670895 w 3108326"/>
              <a:gd name="connsiteY3" fmla="*/ 1994767 h 2032117"/>
              <a:gd name="connsiteX4" fmla="*/ 6698 w 3108326"/>
              <a:gd name="connsiteY4" fmla="*/ 1556268 h 2032117"/>
              <a:gd name="connsiteX0" fmla="*/ 2700 w 3101149"/>
              <a:gd name="connsiteY0" fmla="*/ 1588985 h 2065259"/>
              <a:gd name="connsiteX1" fmla="*/ 1324169 w 3101149"/>
              <a:gd name="connsiteY1" fmla="*/ 44 h 2065259"/>
              <a:gd name="connsiteX2" fmla="*/ 3098115 w 3101149"/>
              <a:gd name="connsiteY2" fmla="*/ 1537946 h 2065259"/>
              <a:gd name="connsiteX3" fmla="*/ 1666897 w 3101149"/>
              <a:gd name="connsiteY3" fmla="*/ 2027484 h 2065259"/>
              <a:gd name="connsiteX4" fmla="*/ 2700 w 3101149"/>
              <a:gd name="connsiteY4" fmla="*/ 1588985 h 2065259"/>
              <a:gd name="connsiteX0" fmla="*/ 2700 w 3100106"/>
              <a:gd name="connsiteY0" fmla="*/ 1588985 h 2163738"/>
              <a:gd name="connsiteX1" fmla="*/ 1324169 w 3100106"/>
              <a:gd name="connsiteY1" fmla="*/ 44 h 2163738"/>
              <a:gd name="connsiteX2" fmla="*/ 3098115 w 3100106"/>
              <a:gd name="connsiteY2" fmla="*/ 1537946 h 2163738"/>
              <a:gd name="connsiteX3" fmla="*/ 1666897 w 3100106"/>
              <a:gd name="connsiteY3" fmla="*/ 2027484 h 2163738"/>
              <a:gd name="connsiteX4" fmla="*/ 2700 w 3100106"/>
              <a:gd name="connsiteY4" fmla="*/ 1588985 h 2163738"/>
              <a:gd name="connsiteX0" fmla="*/ 2700 w 3100834"/>
              <a:gd name="connsiteY0" fmla="*/ 1588985 h 2056082"/>
              <a:gd name="connsiteX1" fmla="*/ 1324169 w 3100834"/>
              <a:gd name="connsiteY1" fmla="*/ 44 h 2056082"/>
              <a:gd name="connsiteX2" fmla="*/ 3098115 w 3100834"/>
              <a:gd name="connsiteY2" fmla="*/ 1537946 h 2056082"/>
              <a:gd name="connsiteX3" fmla="*/ 1666897 w 3100834"/>
              <a:gd name="connsiteY3" fmla="*/ 2027484 h 2056082"/>
              <a:gd name="connsiteX4" fmla="*/ 2700 w 3100834"/>
              <a:gd name="connsiteY4" fmla="*/ 1588985 h 2056082"/>
              <a:gd name="connsiteX0" fmla="*/ 2700 w 3101100"/>
              <a:gd name="connsiteY0" fmla="*/ 1588985 h 2041075"/>
              <a:gd name="connsiteX1" fmla="*/ 1324169 w 3101100"/>
              <a:gd name="connsiteY1" fmla="*/ 44 h 2041075"/>
              <a:gd name="connsiteX2" fmla="*/ 3098115 w 3101100"/>
              <a:gd name="connsiteY2" fmla="*/ 1537946 h 2041075"/>
              <a:gd name="connsiteX3" fmla="*/ 1666897 w 3101100"/>
              <a:gd name="connsiteY3" fmla="*/ 2027484 h 2041075"/>
              <a:gd name="connsiteX4" fmla="*/ 2700 w 3101100"/>
              <a:gd name="connsiteY4" fmla="*/ 1588985 h 2041075"/>
              <a:gd name="connsiteX0" fmla="*/ 2700 w 3101100"/>
              <a:gd name="connsiteY0" fmla="*/ 1588985 h 2041075"/>
              <a:gd name="connsiteX1" fmla="*/ 1324169 w 3101100"/>
              <a:gd name="connsiteY1" fmla="*/ 44 h 2041075"/>
              <a:gd name="connsiteX2" fmla="*/ 3098115 w 3101100"/>
              <a:gd name="connsiteY2" fmla="*/ 1537946 h 2041075"/>
              <a:gd name="connsiteX3" fmla="*/ 1666897 w 3101100"/>
              <a:gd name="connsiteY3" fmla="*/ 2027484 h 2041075"/>
              <a:gd name="connsiteX4" fmla="*/ 2700 w 3101100"/>
              <a:gd name="connsiteY4" fmla="*/ 1588985 h 2041075"/>
              <a:gd name="connsiteX0" fmla="*/ 2700 w 3101100"/>
              <a:gd name="connsiteY0" fmla="*/ 1588985 h 2041075"/>
              <a:gd name="connsiteX1" fmla="*/ 1324169 w 3101100"/>
              <a:gd name="connsiteY1" fmla="*/ 44 h 2041075"/>
              <a:gd name="connsiteX2" fmla="*/ 3098115 w 3101100"/>
              <a:gd name="connsiteY2" fmla="*/ 1537946 h 2041075"/>
              <a:gd name="connsiteX3" fmla="*/ 1666897 w 3101100"/>
              <a:gd name="connsiteY3" fmla="*/ 2027484 h 2041075"/>
              <a:gd name="connsiteX4" fmla="*/ 2700 w 3101100"/>
              <a:gd name="connsiteY4" fmla="*/ 1588985 h 2041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01100" h="2041075">
                <a:moveTo>
                  <a:pt x="2700" y="1588985"/>
                </a:moveTo>
                <a:cubicBezTo>
                  <a:pt x="-54421" y="1251078"/>
                  <a:pt x="808267" y="8550"/>
                  <a:pt x="1324169" y="44"/>
                </a:cubicBezTo>
                <a:cubicBezTo>
                  <a:pt x="1840071" y="-8462"/>
                  <a:pt x="3040994" y="1200039"/>
                  <a:pt x="3098115" y="1537946"/>
                </a:cubicBezTo>
                <a:cubicBezTo>
                  <a:pt x="3155236" y="1875853"/>
                  <a:pt x="2382291" y="1963492"/>
                  <a:pt x="1666897" y="2027484"/>
                </a:cubicBezTo>
                <a:cubicBezTo>
                  <a:pt x="951503" y="2091476"/>
                  <a:pt x="59821" y="1926892"/>
                  <a:pt x="2700" y="1588985"/>
                </a:cubicBezTo>
                <a:close/>
              </a:path>
            </a:pathLst>
          </a:custGeom>
          <a:solidFill>
            <a:srgbClr val="E7E7E7">
              <a:alpha val="52941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Freihandform 13">
            <a:extLst>
              <a:ext uri="{FF2B5EF4-FFF2-40B4-BE49-F238E27FC236}">
                <a16:creationId xmlns:a16="http://schemas.microsoft.com/office/drawing/2014/main" id="{4B41898A-F8F9-4A92-44E7-C6856EDDF897}"/>
              </a:ext>
            </a:extLst>
          </p:cNvPr>
          <p:cNvSpPr/>
          <p:nvPr userDrawn="1"/>
        </p:nvSpPr>
        <p:spPr>
          <a:xfrm rot="18508693">
            <a:off x="-3000138" y="-4312823"/>
            <a:ext cx="6589168" cy="6276091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3177410"/>
              <a:gd name="connsiteY0" fmla="*/ 1035451 h 3606310"/>
              <a:gd name="connsiteX1" fmla="*/ 3141588 w 3177410"/>
              <a:gd name="connsiteY1" fmla="*/ 152581 h 3606310"/>
              <a:gd name="connsiteX2" fmla="*/ 2574031 w 3177410"/>
              <a:gd name="connsiteY2" fmla="*/ 1666070 h 3606310"/>
              <a:gd name="connsiteX3" fmla="*/ 2321781 w 3177410"/>
              <a:gd name="connsiteY3" fmla="*/ 3473850 h 3606310"/>
              <a:gd name="connsiteX4" fmla="*/ 51546 w 3177410"/>
              <a:gd name="connsiteY4" fmla="*/ 2664554 h 3606310"/>
              <a:gd name="connsiteX5" fmla="*/ 829312 w 3177410"/>
              <a:gd name="connsiteY5" fmla="*/ 1035451 h 3606310"/>
              <a:gd name="connsiteX0" fmla="*/ 829312 w 3177410"/>
              <a:gd name="connsiteY0" fmla="*/ 1013703 h 3584562"/>
              <a:gd name="connsiteX1" fmla="*/ 3141588 w 3177410"/>
              <a:gd name="connsiteY1" fmla="*/ 130833 h 3584562"/>
              <a:gd name="connsiteX2" fmla="*/ 2574031 w 3177410"/>
              <a:gd name="connsiteY2" fmla="*/ 1644322 h 3584562"/>
              <a:gd name="connsiteX3" fmla="*/ 2321781 w 3177410"/>
              <a:gd name="connsiteY3" fmla="*/ 3452102 h 3584562"/>
              <a:gd name="connsiteX4" fmla="*/ 51546 w 3177410"/>
              <a:gd name="connsiteY4" fmla="*/ 2642806 h 3584562"/>
              <a:gd name="connsiteX5" fmla="*/ 829312 w 3177410"/>
              <a:gd name="connsiteY5" fmla="*/ 1013703 h 3584562"/>
              <a:gd name="connsiteX0" fmla="*/ 829578 w 3177676"/>
              <a:gd name="connsiteY0" fmla="*/ 1013703 h 3584562"/>
              <a:gd name="connsiteX1" fmla="*/ 3141854 w 3177676"/>
              <a:gd name="connsiteY1" fmla="*/ 130833 h 3584562"/>
              <a:gd name="connsiteX2" fmla="*/ 2574297 w 3177676"/>
              <a:gd name="connsiteY2" fmla="*/ 1644322 h 3584562"/>
              <a:gd name="connsiteX3" fmla="*/ 2322047 w 3177676"/>
              <a:gd name="connsiteY3" fmla="*/ 3452102 h 3584562"/>
              <a:gd name="connsiteX4" fmla="*/ 51812 w 3177676"/>
              <a:gd name="connsiteY4" fmla="*/ 2642806 h 3584562"/>
              <a:gd name="connsiteX5" fmla="*/ 829578 w 3177676"/>
              <a:gd name="connsiteY5" fmla="*/ 1013703 h 3584562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11178 w 2672400"/>
              <a:gd name="connsiteY0" fmla="*/ 7864 h 2583061"/>
              <a:gd name="connsiteX1" fmla="*/ 1318755 w 2672400"/>
              <a:gd name="connsiteY1" fmla="*/ 1092175 h 2583061"/>
              <a:gd name="connsiteX2" fmla="*/ 2555897 w 2672400"/>
              <a:gd name="connsiteY2" fmla="*/ 638483 h 2583061"/>
              <a:gd name="connsiteX3" fmla="*/ 2303647 w 2672400"/>
              <a:gd name="connsiteY3" fmla="*/ 2446263 h 2583061"/>
              <a:gd name="connsiteX4" fmla="*/ 33412 w 2672400"/>
              <a:gd name="connsiteY4" fmla="*/ 1636967 h 2583061"/>
              <a:gd name="connsiteX5" fmla="*/ 811178 w 2672400"/>
              <a:gd name="connsiteY5" fmla="*/ 7864 h 2583061"/>
              <a:gd name="connsiteX0" fmla="*/ 811178 w 3223026"/>
              <a:gd name="connsiteY0" fmla="*/ 5596 h 2477281"/>
              <a:gd name="connsiteX1" fmla="*/ 1318755 w 3223026"/>
              <a:gd name="connsiteY1" fmla="*/ 1089907 h 2477281"/>
              <a:gd name="connsiteX2" fmla="*/ 3192488 w 3223026"/>
              <a:gd name="connsiteY2" fmla="*/ 802600 h 2477281"/>
              <a:gd name="connsiteX3" fmla="*/ 2303647 w 3223026"/>
              <a:gd name="connsiteY3" fmla="*/ 2443995 h 2477281"/>
              <a:gd name="connsiteX4" fmla="*/ 33412 w 3223026"/>
              <a:gd name="connsiteY4" fmla="*/ 1634699 h 2477281"/>
              <a:gd name="connsiteX5" fmla="*/ 811178 w 3223026"/>
              <a:gd name="connsiteY5" fmla="*/ 5596 h 2477281"/>
              <a:gd name="connsiteX0" fmla="*/ 846588 w 3330250"/>
              <a:gd name="connsiteY0" fmla="*/ 5596 h 2432711"/>
              <a:gd name="connsiteX1" fmla="*/ 1354165 w 3330250"/>
              <a:gd name="connsiteY1" fmla="*/ 1089907 h 2432711"/>
              <a:gd name="connsiteX2" fmla="*/ 3227898 w 3330250"/>
              <a:gd name="connsiteY2" fmla="*/ 802600 h 2432711"/>
              <a:gd name="connsiteX3" fmla="*/ 2761796 w 3330250"/>
              <a:gd name="connsiteY3" fmla="*/ 2409553 h 2432711"/>
              <a:gd name="connsiteX4" fmla="*/ 68822 w 3330250"/>
              <a:gd name="connsiteY4" fmla="*/ 1634699 h 2432711"/>
              <a:gd name="connsiteX5" fmla="*/ 846588 w 3330250"/>
              <a:gd name="connsiteY5" fmla="*/ 5596 h 2432711"/>
              <a:gd name="connsiteX0" fmla="*/ 846588 w 3514825"/>
              <a:gd name="connsiteY0" fmla="*/ 5596 h 2432711"/>
              <a:gd name="connsiteX1" fmla="*/ 1354165 w 3514825"/>
              <a:gd name="connsiteY1" fmla="*/ 1089907 h 2432711"/>
              <a:gd name="connsiteX2" fmla="*/ 3227898 w 3514825"/>
              <a:gd name="connsiteY2" fmla="*/ 802600 h 2432711"/>
              <a:gd name="connsiteX3" fmla="*/ 2761796 w 3514825"/>
              <a:gd name="connsiteY3" fmla="*/ 2409553 h 2432711"/>
              <a:gd name="connsiteX4" fmla="*/ 68822 w 3514825"/>
              <a:gd name="connsiteY4" fmla="*/ 1634699 h 2432711"/>
              <a:gd name="connsiteX5" fmla="*/ 846588 w 3514825"/>
              <a:gd name="connsiteY5" fmla="*/ 5596 h 2432711"/>
              <a:gd name="connsiteX0" fmla="*/ 875402 w 3543639"/>
              <a:gd name="connsiteY0" fmla="*/ 2708 h 2429823"/>
              <a:gd name="connsiteX1" fmla="*/ 1382979 w 3543639"/>
              <a:gd name="connsiteY1" fmla="*/ 1087019 h 2429823"/>
              <a:gd name="connsiteX2" fmla="*/ 3256712 w 3543639"/>
              <a:gd name="connsiteY2" fmla="*/ 799712 h 2429823"/>
              <a:gd name="connsiteX3" fmla="*/ 2790610 w 3543639"/>
              <a:gd name="connsiteY3" fmla="*/ 2406665 h 2429823"/>
              <a:gd name="connsiteX4" fmla="*/ 97636 w 3543639"/>
              <a:gd name="connsiteY4" fmla="*/ 1631811 h 2429823"/>
              <a:gd name="connsiteX5" fmla="*/ 875402 w 3543639"/>
              <a:gd name="connsiteY5" fmla="*/ 2708 h 2429823"/>
              <a:gd name="connsiteX0" fmla="*/ 1035116 w 3703353"/>
              <a:gd name="connsiteY0" fmla="*/ 3586 h 2450893"/>
              <a:gd name="connsiteX1" fmla="*/ 1542693 w 3703353"/>
              <a:gd name="connsiteY1" fmla="*/ 1087897 h 2450893"/>
              <a:gd name="connsiteX2" fmla="*/ 3416426 w 3703353"/>
              <a:gd name="connsiteY2" fmla="*/ 800590 h 2450893"/>
              <a:gd name="connsiteX3" fmla="*/ 2950324 w 3703353"/>
              <a:gd name="connsiteY3" fmla="*/ 2407543 h 2450893"/>
              <a:gd name="connsiteX4" fmla="*/ 257350 w 3703353"/>
              <a:gd name="connsiteY4" fmla="*/ 1632689 h 2450893"/>
              <a:gd name="connsiteX5" fmla="*/ 1035116 w 3703353"/>
              <a:gd name="connsiteY5" fmla="*/ 3586 h 2450893"/>
              <a:gd name="connsiteX0" fmla="*/ 991689 w 3462563"/>
              <a:gd name="connsiteY0" fmla="*/ 10605 h 2457912"/>
              <a:gd name="connsiteX1" fmla="*/ 1674106 w 3462563"/>
              <a:gd name="connsiteY1" fmla="*/ 930710 h 2457912"/>
              <a:gd name="connsiteX2" fmla="*/ 3372999 w 3462563"/>
              <a:gd name="connsiteY2" fmla="*/ 807609 h 2457912"/>
              <a:gd name="connsiteX3" fmla="*/ 2906897 w 3462563"/>
              <a:gd name="connsiteY3" fmla="*/ 2414562 h 2457912"/>
              <a:gd name="connsiteX4" fmla="*/ 213923 w 3462563"/>
              <a:gd name="connsiteY4" fmla="*/ 1639708 h 2457912"/>
              <a:gd name="connsiteX5" fmla="*/ 991689 w 3462563"/>
              <a:gd name="connsiteY5" fmla="*/ 10605 h 2457912"/>
              <a:gd name="connsiteX0" fmla="*/ 991689 w 3644113"/>
              <a:gd name="connsiteY0" fmla="*/ 10605 h 2457912"/>
              <a:gd name="connsiteX1" fmla="*/ 1674106 w 3644113"/>
              <a:gd name="connsiteY1" fmla="*/ 930710 h 2457912"/>
              <a:gd name="connsiteX2" fmla="*/ 3372999 w 3644113"/>
              <a:gd name="connsiteY2" fmla="*/ 807609 h 2457912"/>
              <a:gd name="connsiteX3" fmla="*/ 2906897 w 3644113"/>
              <a:gd name="connsiteY3" fmla="*/ 2414562 h 2457912"/>
              <a:gd name="connsiteX4" fmla="*/ 213923 w 3644113"/>
              <a:gd name="connsiteY4" fmla="*/ 1639708 h 2457912"/>
              <a:gd name="connsiteX5" fmla="*/ 991689 w 3644113"/>
              <a:gd name="connsiteY5" fmla="*/ 10605 h 2457912"/>
              <a:gd name="connsiteX0" fmla="*/ 1054352 w 3706777"/>
              <a:gd name="connsiteY0" fmla="*/ 1046 h 2448353"/>
              <a:gd name="connsiteX1" fmla="*/ 1736769 w 3706777"/>
              <a:gd name="connsiteY1" fmla="*/ 921151 h 2448353"/>
              <a:gd name="connsiteX2" fmla="*/ 3435662 w 3706777"/>
              <a:gd name="connsiteY2" fmla="*/ 798050 h 2448353"/>
              <a:gd name="connsiteX3" fmla="*/ 2969560 w 3706777"/>
              <a:gd name="connsiteY3" fmla="*/ 2405003 h 2448353"/>
              <a:gd name="connsiteX4" fmla="*/ 276586 w 3706777"/>
              <a:gd name="connsiteY4" fmla="*/ 1630149 h 2448353"/>
              <a:gd name="connsiteX5" fmla="*/ 1054352 w 3706777"/>
              <a:gd name="connsiteY5" fmla="*/ 1046 h 2448353"/>
              <a:gd name="connsiteX0" fmla="*/ 590056 w 3683836"/>
              <a:gd name="connsiteY0" fmla="*/ 1109 h 1961431"/>
              <a:gd name="connsiteX1" fmla="*/ 1713828 w 3683836"/>
              <a:gd name="connsiteY1" fmla="*/ 456838 h 1961431"/>
              <a:gd name="connsiteX2" fmla="*/ 3412721 w 3683836"/>
              <a:gd name="connsiteY2" fmla="*/ 333737 h 1961431"/>
              <a:gd name="connsiteX3" fmla="*/ 2946619 w 3683836"/>
              <a:gd name="connsiteY3" fmla="*/ 1940690 h 1961431"/>
              <a:gd name="connsiteX4" fmla="*/ 253645 w 3683836"/>
              <a:gd name="connsiteY4" fmla="*/ 1165836 h 1961431"/>
              <a:gd name="connsiteX5" fmla="*/ 590056 w 3683836"/>
              <a:gd name="connsiteY5" fmla="*/ 1109 h 1961431"/>
              <a:gd name="connsiteX0" fmla="*/ 577152 w 3670932"/>
              <a:gd name="connsiteY0" fmla="*/ 28557 h 1988879"/>
              <a:gd name="connsiteX1" fmla="*/ 1700924 w 3670932"/>
              <a:gd name="connsiteY1" fmla="*/ 484286 h 1988879"/>
              <a:gd name="connsiteX2" fmla="*/ 3399817 w 3670932"/>
              <a:gd name="connsiteY2" fmla="*/ 361185 h 1988879"/>
              <a:gd name="connsiteX3" fmla="*/ 2933715 w 3670932"/>
              <a:gd name="connsiteY3" fmla="*/ 1968138 h 1988879"/>
              <a:gd name="connsiteX4" fmla="*/ 240741 w 3670932"/>
              <a:gd name="connsiteY4" fmla="*/ 1193284 h 1988879"/>
              <a:gd name="connsiteX5" fmla="*/ 577152 w 3670932"/>
              <a:gd name="connsiteY5" fmla="*/ 28557 h 1988879"/>
              <a:gd name="connsiteX0" fmla="*/ 5660 w 3065770"/>
              <a:gd name="connsiteY0" fmla="*/ 41752 h 2084853"/>
              <a:gd name="connsiteX1" fmla="*/ 1129432 w 3065770"/>
              <a:gd name="connsiteY1" fmla="*/ 497481 h 2084853"/>
              <a:gd name="connsiteX2" fmla="*/ 2828325 w 3065770"/>
              <a:gd name="connsiteY2" fmla="*/ 374380 h 2084853"/>
              <a:gd name="connsiteX3" fmla="*/ 2362223 w 3065770"/>
              <a:gd name="connsiteY3" fmla="*/ 1981333 h 2084853"/>
              <a:gd name="connsiteX4" fmla="*/ 768571 w 3065770"/>
              <a:gd name="connsiteY4" fmla="*/ 1718703 h 2084853"/>
              <a:gd name="connsiteX5" fmla="*/ 5660 w 3065770"/>
              <a:gd name="connsiteY5" fmla="*/ 41752 h 2084853"/>
              <a:gd name="connsiteX0" fmla="*/ 12471 w 3072581"/>
              <a:gd name="connsiteY0" fmla="*/ 41752 h 2092530"/>
              <a:gd name="connsiteX1" fmla="*/ 1136243 w 3072581"/>
              <a:gd name="connsiteY1" fmla="*/ 497481 h 2092530"/>
              <a:gd name="connsiteX2" fmla="*/ 2835136 w 3072581"/>
              <a:gd name="connsiteY2" fmla="*/ 374380 h 2092530"/>
              <a:gd name="connsiteX3" fmla="*/ 2369034 w 3072581"/>
              <a:gd name="connsiteY3" fmla="*/ 1981333 h 2092530"/>
              <a:gd name="connsiteX4" fmla="*/ 775382 w 3072581"/>
              <a:gd name="connsiteY4" fmla="*/ 1718703 h 2092530"/>
              <a:gd name="connsiteX5" fmla="*/ 12471 w 3072581"/>
              <a:gd name="connsiteY5" fmla="*/ 41752 h 2092530"/>
              <a:gd name="connsiteX0" fmla="*/ 2798 w 3655173"/>
              <a:gd name="connsiteY0" fmla="*/ 869129 h 2007317"/>
              <a:gd name="connsiteX1" fmla="*/ 1718835 w 3655173"/>
              <a:gd name="connsiteY1" fmla="*/ 445136 h 2007317"/>
              <a:gd name="connsiteX2" fmla="*/ 3417728 w 3655173"/>
              <a:gd name="connsiteY2" fmla="*/ 322035 h 2007317"/>
              <a:gd name="connsiteX3" fmla="*/ 2951626 w 3655173"/>
              <a:gd name="connsiteY3" fmla="*/ 1928988 h 2007317"/>
              <a:gd name="connsiteX4" fmla="*/ 1357974 w 3655173"/>
              <a:gd name="connsiteY4" fmla="*/ 1666358 h 2007317"/>
              <a:gd name="connsiteX5" fmla="*/ 2798 w 3655173"/>
              <a:gd name="connsiteY5" fmla="*/ 869129 h 2007317"/>
              <a:gd name="connsiteX0" fmla="*/ 542 w 3652917"/>
              <a:gd name="connsiteY0" fmla="*/ 869129 h 2007318"/>
              <a:gd name="connsiteX1" fmla="*/ 1716579 w 3652917"/>
              <a:gd name="connsiteY1" fmla="*/ 445136 h 2007318"/>
              <a:gd name="connsiteX2" fmla="*/ 3415472 w 3652917"/>
              <a:gd name="connsiteY2" fmla="*/ 322035 h 2007318"/>
              <a:gd name="connsiteX3" fmla="*/ 2949370 w 3652917"/>
              <a:gd name="connsiteY3" fmla="*/ 1928988 h 2007318"/>
              <a:gd name="connsiteX4" fmla="*/ 1355718 w 3652917"/>
              <a:gd name="connsiteY4" fmla="*/ 1666358 h 2007318"/>
              <a:gd name="connsiteX5" fmla="*/ 542 w 3652917"/>
              <a:gd name="connsiteY5" fmla="*/ 869129 h 2007318"/>
              <a:gd name="connsiteX0" fmla="*/ 243 w 3639926"/>
              <a:gd name="connsiteY0" fmla="*/ 869129 h 1955507"/>
              <a:gd name="connsiteX1" fmla="*/ 1716280 w 3639926"/>
              <a:gd name="connsiteY1" fmla="*/ 445136 h 1955507"/>
              <a:gd name="connsiteX2" fmla="*/ 3415173 w 3639926"/>
              <a:gd name="connsiteY2" fmla="*/ 322035 h 1955507"/>
              <a:gd name="connsiteX3" fmla="*/ 2949071 w 3639926"/>
              <a:gd name="connsiteY3" fmla="*/ 1928988 h 1955507"/>
              <a:gd name="connsiteX4" fmla="*/ 1833458 w 3639926"/>
              <a:gd name="connsiteY4" fmla="*/ 1291535 h 1955507"/>
              <a:gd name="connsiteX5" fmla="*/ 243 w 3639926"/>
              <a:gd name="connsiteY5" fmla="*/ 869129 h 1955507"/>
              <a:gd name="connsiteX0" fmla="*/ 243 w 3639926"/>
              <a:gd name="connsiteY0" fmla="*/ 869129 h 1947022"/>
              <a:gd name="connsiteX1" fmla="*/ 1716280 w 3639926"/>
              <a:gd name="connsiteY1" fmla="*/ 445136 h 1947022"/>
              <a:gd name="connsiteX2" fmla="*/ 3415173 w 3639926"/>
              <a:gd name="connsiteY2" fmla="*/ 322035 h 1947022"/>
              <a:gd name="connsiteX3" fmla="*/ 2949071 w 3639926"/>
              <a:gd name="connsiteY3" fmla="*/ 1928988 h 1947022"/>
              <a:gd name="connsiteX4" fmla="*/ 1833458 w 3639926"/>
              <a:gd name="connsiteY4" fmla="*/ 1291535 h 1947022"/>
              <a:gd name="connsiteX5" fmla="*/ 243 w 3639926"/>
              <a:gd name="connsiteY5" fmla="*/ 869129 h 1947022"/>
              <a:gd name="connsiteX0" fmla="*/ 7345 w 3647028"/>
              <a:gd name="connsiteY0" fmla="*/ 869129 h 1947022"/>
              <a:gd name="connsiteX1" fmla="*/ 1723382 w 3647028"/>
              <a:gd name="connsiteY1" fmla="*/ 445136 h 1947022"/>
              <a:gd name="connsiteX2" fmla="*/ 3422275 w 3647028"/>
              <a:gd name="connsiteY2" fmla="*/ 322035 h 1947022"/>
              <a:gd name="connsiteX3" fmla="*/ 2956173 w 3647028"/>
              <a:gd name="connsiteY3" fmla="*/ 1928988 h 1947022"/>
              <a:gd name="connsiteX4" fmla="*/ 1840560 w 3647028"/>
              <a:gd name="connsiteY4" fmla="*/ 1291535 h 1947022"/>
              <a:gd name="connsiteX5" fmla="*/ 7345 w 3647028"/>
              <a:gd name="connsiteY5" fmla="*/ 869129 h 1947022"/>
              <a:gd name="connsiteX0" fmla="*/ 7345 w 3811052"/>
              <a:gd name="connsiteY0" fmla="*/ 869129 h 1929159"/>
              <a:gd name="connsiteX1" fmla="*/ 1723382 w 3811052"/>
              <a:gd name="connsiteY1" fmla="*/ 445136 h 1929159"/>
              <a:gd name="connsiteX2" fmla="*/ 3422275 w 3811052"/>
              <a:gd name="connsiteY2" fmla="*/ 322035 h 1929159"/>
              <a:gd name="connsiteX3" fmla="*/ 2956173 w 3811052"/>
              <a:gd name="connsiteY3" fmla="*/ 1928988 h 1929159"/>
              <a:gd name="connsiteX4" fmla="*/ 1840560 w 3811052"/>
              <a:gd name="connsiteY4" fmla="*/ 1291535 h 1929159"/>
              <a:gd name="connsiteX5" fmla="*/ 7345 w 3811052"/>
              <a:gd name="connsiteY5" fmla="*/ 869129 h 1929159"/>
              <a:gd name="connsiteX0" fmla="*/ 5264 w 3937957"/>
              <a:gd name="connsiteY0" fmla="*/ 1155023 h 1938909"/>
              <a:gd name="connsiteX1" fmla="*/ 1850286 w 3937957"/>
              <a:gd name="connsiteY1" fmla="*/ 454886 h 1938909"/>
              <a:gd name="connsiteX2" fmla="*/ 3549179 w 3937957"/>
              <a:gd name="connsiteY2" fmla="*/ 331785 h 1938909"/>
              <a:gd name="connsiteX3" fmla="*/ 3083077 w 3937957"/>
              <a:gd name="connsiteY3" fmla="*/ 1938738 h 1938909"/>
              <a:gd name="connsiteX4" fmla="*/ 1967464 w 3937957"/>
              <a:gd name="connsiteY4" fmla="*/ 1301285 h 1938909"/>
              <a:gd name="connsiteX5" fmla="*/ 5264 w 3937957"/>
              <a:gd name="connsiteY5" fmla="*/ 1155023 h 1938909"/>
              <a:gd name="connsiteX0" fmla="*/ 23607 w 3956300"/>
              <a:gd name="connsiteY0" fmla="*/ 1155023 h 1938909"/>
              <a:gd name="connsiteX1" fmla="*/ 1868629 w 3956300"/>
              <a:gd name="connsiteY1" fmla="*/ 454886 h 1938909"/>
              <a:gd name="connsiteX2" fmla="*/ 3567522 w 3956300"/>
              <a:gd name="connsiteY2" fmla="*/ 331785 h 1938909"/>
              <a:gd name="connsiteX3" fmla="*/ 3101420 w 3956300"/>
              <a:gd name="connsiteY3" fmla="*/ 1938738 h 1938909"/>
              <a:gd name="connsiteX4" fmla="*/ 1985807 w 3956300"/>
              <a:gd name="connsiteY4" fmla="*/ 1301285 h 1938909"/>
              <a:gd name="connsiteX5" fmla="*/ 23607 w 3956300"/>
              <a:gd name="connsiteY5" fmla="*/ 1155023 h 1938909"/>
              <a:gd name="connsiteX0" fmla="*/ 356 w 3775841"/>
              <a:gd name="connsiteY0" fmla="*/ 1155023 h 1975367"/>
              <a:gd name="connsiteX1" fmla="*/ 1845378 w 3775841"/>
              <a:gd name="connsiteY1" fmla="*/ 454886 h 1975367"/>
              <a:gd name="connsiteX2" fmla="*/ 3544271 w 3775841"/>
              <a:gd name="connsiteY2" fmla="*/ 331785 h 1975367"/>
              <a:gd name="connsiteX3" fmla="*/ 3078169 w 3775841"/>
              <a:gd name="connsiteY3" fmla="*/ 1938738 h 1975367"/>
              <a:gd name="connsiteX4" fmla="*/ 1700608 w 3775841"/>
              <a:gd name="connsiteY4" fmla="*/ 1432728 h 1975367"/>
              <a:gd name="connsiteX5" fmla="*/ 356 w 3775841"/>
              <a:gd name="connsiteY5" fmla="*/ 1155023 h 1975367"/>
              <a:gd name="connsiteX0" fmla="*/ 385 w 3775871"/>
              <a:gd name="connsiteY0" fmla="*/ 1155023 h 1964875"/>
              <a:gd name="connsiteX1" fmla="*/ 1845407 w 3775871"/>
              <a:gd name="connsiteY1" fmla="*/ 454886 h 1964875"/>
              <a:gd name="connsiteX2" fmla="*/ 3544300 w 3775871"/>
              <a:gd name="connsiteY2" fmla="*/ 331785 h 1964875"/>
              <a:gd name="connsiteX3" fmla="*/ 3078198 w 3775871"/>
              <a:gd name="connsiteY3" fmla="*/ 1938738 h 1964875"/>
              <a:gd name="connsiteX4" fmla="*/ 1700637 w 3775871"/>
              <a:gd name="connsiteY4" fmla="*/ 1432728 h 1964875"/>
              <a:gd name="connsiteX5" fmla="*/ 385 w 3775871"/>
              <a:gd name="connsiteY5" fmla="*/ 1155023 h 1964875"/>
              <a:gd name="connsiteX0" fmla="*/ 518 w 3310321"/>
              <a:gd name="connsiteY0" fmla="*/ 1561197 h 1986949"/>
              <a:gd name="connsiteX1" fmla="*/ 1379857 w 3310321"/>
              <a:gd name="connsiteY1" fmla="*/ 469469 h 1986949"/>
              <a:gd name="connsiteX2" fmla="*/ 3078750 w 3310321"/>
              <a:gd name="connsiteY2" fmla="*/ 346368 h 1986949"/>
              <a:gd name="connsiteX3" fmla="*/ 2612648 w 3310321"/>
              <a:gd name="connsiteY3" fmla="*/ 1953321 h 1986949"/>
              <a:gd name="connsiteX4" fmla="*/ 1235087 w 3310321"/>
              <a:gd name="connsiteY4" fmla="*/ 1447311 h 1986949"/>
              <a:gd name="connsiteX5" fmla="*/ 518 w 3310321"/>
              <a:gd name="connsiteY5" fmla="*/ 1561197 h 1986949"/>
              <a:gd name="connsiteX0" fmla="*/ 252954 w 3562757"/>
              <a:gd name="connsiteY0" fmla="*/ 1561197 h 1986950"/>
              <a:gd name="connsiteX1" fmla="*/ 1632293 w 3562757"/>
              <a:gd name="connsiteY1" fmla="*/ 469469 h 1986950"/>
              <a:gd name="connsiteX2" fmla="*/ 3331186 w 3562757"/>
              <a:gd name="connsiteY2" fmla="*/ 346368 h 1986950"/>
              <a:gd name="connsiteX3" fmla="*/ 2865084 w 3562757"/>
              <a:gd name="connsiteY3" fmla="*/ 1953321 h 1986950"/>
              <a:gd name="connsiteX4" fmla="*/ 1487523 w 3562757"/>
              <a:gd name="connsiteY4" fmla="*/ 1447311 h 1986950"/>
              <a:gd name="connsiteX5" fmla="*/ 252954 w 3562757"/>
              <a:gd name="connsiteY5" fmla="*/ 1561197 h 1986950"/>
              <a:gd name="connsiteX0" fmla="*/ 275988 w 4836894"/>
              <a:gd name="connsiteY0" fmla="*/ 1254188 h 1664972"/>
              <a:gd name="connsiteX1" fmla="*/ 1655327 w 4836894"/>
              <a:gd name="connsiteY1" fmla="*/ 162460 h 1664972"/>
              <a:gd name="connsiteX2" fmla="*/ 4715739 w 4836894"/>
              <a:gd name="connsiteY2" fmla="*/ 494988 h 1664972"/>
              <a:gd name="connsiteX3" fmla="*/ 2888118 w 4836894"/>
              <a:gd name="connsiteY3" fmla="*/ 1646312 h 1664972"/>
              <a:gd name="connsiteX4" fmla="*/ 1510557 w 4836894"/>
              <a:gd name="connsiteY4" fmla="*/ 1140302 h 1664972"/>
              <a:gd name="connsiteX5" fmla="*/ 275988 w 4836894"/>
              <a:gd name="connsiteY5" fmla="*/ 1254188 h 1664972"/>
              <a:gd name="connsiteX0" fmla="*/ 275988 w 4716813"/>
              <a:gd name="connsiteY0" fmla="*/ 1630321 h 2049242"/>
              <a:gd name="connsiteX1" fmla="*/ 1655327 w 4716813"/>
              <a:gd name="connsiteY1" fmla="*/ 538593 h 2049242"/>
              <a:gd name="connsiteX2" fmla="*/ 4715739 w 4716813"/>
              <a:gd name="connsiteY2" fmla="*/ 871121 h 2049242"/>
              <a:gd name="connsiteX3" fmla="*/ 2888118 w 4716813"/>
              <a:gd name="connsiteY3" fmla="*/ 2022445 h 2049242"/>
              <a:gd name="connsiteX4" fmla="*/ 1510557 w 4716813"/>
              <a:gd name="connsiteY4" fmla="*/ 1516435 h 2049242"/>
              <a:gd name="connsiteX5" fmla="*/ 275988 w 4716813"/>
              <a:gd name="connsiteY5" fmla="*/ 1630321 h 2049242"/>
              <a:gd name="connsiteX0" fmla="*/ 275988 w 4749030"/>
              <a:gd name="connsiteY0" fmla="*/ 1124638 h 1545870"/>
              <a:gd name="connsiteX1" fmla="*/ 1655327 w 4749030"/>
              <a:gd name="connsiteY1" fmla="*/ 32910 h 1545870"/>
              <a:gd name="connsiteX2" fmla="*/ 4715739 w 4749030"/>
              <a:gd name="connsiteY2" fmla="*/ 365438 h 1545870"/>
              <a:gd name="connsiteX3" fmla="*/ 3175706 w 4749030"/>
              <a:gd name="connsiteY3" fmla="*/ 1192854 h 1545870"/>
              <a:gd name="connsiteX4" fmla="*/ 1510557 w 4749030"/>
              <a:gd name="connsiteY4" fmla="*/ 1010752 h 1545870"/>
              <a:gd name="connsiteX5" fmla="*/ 275988 w 4749030"/>
              <a:gd name="connsiteY5" fmla="*/ 1124638 h 1545870"/>
              <a:gd name="connsiteX0" fmla="*/ 275988 w 4727950"/>
              <a:gd name="connsiteY0" fmla="*/ 1387914 h 1809146"/>
              <a:gd name="connsiteX1" fmla="*/ 1655327 w 4727950"/>
              <a:gd name="connsiteY1" fmla="*/ 296186 h 1809146"/>
              <a:gd name="connsiteX2" fmla="*/ 4715739 w 4727950"/>
              <a:gd name="connsiteY2" fmla="*/ 628714 h 1809146"/>
              <a:gd name="connsiteX3" fmla="*/ 3175706 w 4727950"/>
              <a:gd name="connsiteY3" fmla="*/ 1456130 h 1809146"/>
              <a:gd name="connsiteX4" fmla="*/ 1510557 w 4727950"/>
              <a:gd name="connsiteY4" fmla="*/ 1274028 h 1809146"/>
              <a:gd name="connsiteX5" fmla="*/ 275988 w 4727950"/>
              <a:gd name="connsiteY5" fmla="*/ 1387914 h 1809146"/>
              <a:gd name="connsiteX0" fmla="*/ 275988 w 4727950"/>
              <a:gd name="connsiteY0" fmla="*/ 1387914 h 1809146"/>
              <a:gd name="connsiteX1" fmla="*/ 1655327 w 4727950"/>
              <a:gd name="connsiteY1" fmla="*/ 296186 h 1809146"/>
              <a:gd name="connsiteX2" fmla="*/ 4715739 w 4727950"/>
              <a:gd name="connsiteY2" fmla="*/ 628714 h 1809146"/>
              <a:gd name="connsiteX3" fmla="*/ 3175706 w 4727950"/>
              <a:gd name="connsiteY3" fmla="*/ 1456130 h 1809146"/>
              <a:gd name="connsiteX4" fmla="*/ 1510557 w 4727950"/>
              <a:gd name="connsiteY4" fmla="*/ 1274028 h 1809146"/>
              <a:gd name="connsiteX5" fmla="*/ 275988 w 4727950"/>
              <a:gd name="connsiteY5" fmla="*/ 1387914 h 1809146"/>
              <a:gd name="connsiteX0" fmla="*/ 275988 w 4740315"/>
              <a:gd name="connsiteY0" fmla="*/ 1132875 h 1722803"/>
              <a:gd name="connsiteX1" fmla="*/ 1655327 w 4740315"/>
              <a:gd name="connsiteY1" fmla="*/ 41147 h 1722803"/>
              <a:gd name="connsiteX2" fmla="*/ 4715739 w 4740315"/>
              <a:gd name="connsiteY2" fmla="*/ 373675 h 1722803"/>
              <a:gd name="connsiteX3" fmla="*/ 3012343 w 4740315"/>
              <a:gd name="connsiteY3" fmla="*/ 1711656 h 1722803"/>
              <a:gd name="connsiteX4" fmla="*/ 1510557 w 4740315"/>
              <a:gd name="connsiteY4" fmla="*/ 1018989 h 1722803"/>
              <a:gd name="connsiteX5" fmla="*/ 275988 w 4740315"/>
              <a:gd name="connsiteY5" fmla="*/ 1132875 h 1722803"/>
              <a:gd name="connsiteX0" fmla="*/ 275988 w 4756119"/>
              <a:gd name="connsiteY0" fmla="*/ 1127108 h 1542684"/>
              <a:gd name="connsiteX1" fmla="*/ 1655327 w 4756119"/>
              <a:gd name="connsiteY1" fmla="*/ 35380 h 1542684"/>
              <a:gd name="connsiteX2" fmla="*/ 4715739 w 4756119"/>
              <a:gd name="connsiteY2" fmla="*/ 367908 h 1542684"/>
              <a:gd name="connsiteX3" fmla="*/ 3285074 w 4756119"/>
              <a:gd name="connsiteY3" fmla="*/ 1369029 h 1542684"/>
              <a:gd name="connsiteX4" fmla="*/ 1510557 w 4756119"/>
              <a:gd name="connsiteY4" fmla="*/ 1013222 h 1542684"/>
              <a:gd name="connsiteX5" fmla="*/ 275988 w 4756119"/>
              <a:gd name="connsiteY5" fmla="*/ 1127108 h 1542684"/>
              <a:gd name="connsiteX0" fmla="*/ 275988 w 4715923"/>
              <a:gd name="connsiteY0" fmla="*/ 1122352 h 1572226"/>
              <a:gd name="connsiteX1" fmla="*/ 1655327 w 4715923"/>
              <a:gd name="connsiteY1" fmla="*/ 30624 h 1572226"/>
              <a:gd name="connsiteX2" fmla="*/ 4715739 w 4715923"/>
              <a:gd name="connsiteY2" fmla="*/ 363152 h 1572226"/>
              <a:gd name="connsiteX3" fmla="*/ 1510557 w 4715923"/>
              <a:gd name="connsiteY3" fmla="*/ 1008466 h 1572226"/>
              <a:gd name="connsiteX4" fmla="*/ 275988 w 4715923"/>
              <a:gd name="connsiteY4" fmla="*/ 1122352 h 1572226"/>
              <a:gd name="connsiteX0" fmla="*/ 25029 w 4476010"/>
              <a:gd name="connsiteY0" fmla="*/ 1892393 h 2022034"/>
              <a:gd name="connsiteX1" fmla="*/ 2236847 w 4476010"/>
              <a:gd name="connsiteY1" fmla="*/ 11492 h 2022034"/>
              <a:gd name="connsiteX2" fmla="*/ 4464780 w 4476010"/>
              <a:gd name="connsiteY2" fmla="*/ 1133193 h 2022034"/>
              <a:gd name="connsiteX3" fmla="*/ 1259598 w 4476010"/>
              <a:gd name="connsiteY3" fmla="*/ 1778507 h 2022034"/>
              <a:gd name="connsiteX4" fmla="*/ 25029 w 4476010"/>
              <a:gd name="connsiteY4" fmla="*/ 1892393 h 2022034"/>
              <a:gd name="connsiteX0" fmla="*/ 19312 w 4468531"/>
              <a:gd name="connsiteY0" fmla="*/ 1893478 h 2350831"/>
              <a:gd name="connsiteX1" fmla="*/ 2231130 w 4468531"/>
              <a:gd name="connsiteY1" fmla="*/ 12577 h 2350831"/>
              <a:gd name="connsiteX2" fmla="*/ 4459063 w 4468531"/>
              <a:gd name="connsiteY2" fmla="*/ 1134278 h 2350831"/>
              <a:gd name="connsiteX3" fmla="*/ 2962196 w 4468531"/>
              <a:gd name="connsiteY3" fmla="*/ 2337807 h 2350831"/>
              <a:gd name="connsiteX4" fmla="*/ 1253881 w 4468531"/>
              <a:gd name="connsiteY4" fmla="*/ 1779592 h 2350831"/>
              <a:gd name="connsiteX5" fmla="*/ 19312 w 4468531"/>
              <a:gd name="connsiteY5" fmla="*/ 1893478 h 2350831"/>
              <a:gd name="connsiteX0" fmla="*/ 114931 w 4564151"/>
              <a:gd name="connsiteY0" fmla="*/ 1893478 h 2606070"/>
              <a:gd name="connsiteX1" fmla="*/ 2326749 w 4564151"/>
              <a:gd name="connsiteY1" fmla="*/ 12577 h 2606070"/>
              <a:gd name="connsiteX2" fmla="*/ 4554682 w 4564151"/>
              <a:gd name="connsiteY2" fmla="*/ 1134278 h 2606070"/>
              <a:gd name="connsiteX3" fmla="*/ 3057815 w 4564151"/>
              <a:gd name="connsiteY3" fmla="*/ 2337807 h 2606070"/>
              <a:gd name="connsiteX4" fmla="*/ 602599 w 4564151"/>
              <a:gd name="connsiteY4" fmla="*/ 2591133 h 2606070"/>
              <a:gd name="connsiteX5" fmla="*/ 114931 w 4564151"/>
              <a:gd name="connsiteY5" fmla="*/ 1893478 h 2606070"/>
              <a:gd name="connsiteX0" fmla="*/ 339436 w 4163621"/>
              <a:gd name="connsiteY0" fmla="*/ 711041 h 2677547"/>
              <a:gd name="connsiteX1" fmla="*/ 1926219 w 4163621"/>
              <a:gd name="connsiteY1" fmla="*/ 9118 h 2677547"/>
              <a:gd name="connsiteX2" fmla="*/ 4154152 w 4163621"/>
              <a:gd name="connsiteY2" fmla="*/ 1130819 h 2677547"/>
              <a:gd name="connsiteX3" fmla="*/ 2657285 w 4163621"/>
              <a:gd name="connsiteY3" fmla="*/ 2334348 h 2677547"/>
              <a:gd name="connsiteX4" fmla="*/ 202069 w 4163621"/>
              <a:gd name="connsiteY4" fmla="*/ 2587674 h 2677547"/>
              <a:gd name="connsiteX5" fmla="*/ 339436 w 4163621"/>
              <a:gd name="connsiteY5" fmla="*/ 711041 h 2677547"/>
              <a:gd name="connsiteX0" fmla="*/ 8699 w 3970251"/>
              <a:gd name="connsiteY0" fmla="*/ 2578556 h 2717756"/>
              <a:gd name="connsiteX1" fmla="*/ 1732849 w 3970251"/>
              <a:gd name="connsiteY1" fmla="*/ 0 h 2717756"/>
              <a:gd name="connsiteX2" fmla="*/ 3960782 w 3970251"/>
              <a:gd name="connsiteY2" fmla="*/ 1121701 h 2717756"/>
              <a:gd name="connsiteX3" fmla="*/ 2463915 w 3970251"/>
              <a:gd name="connsiteY3" fmla="*/ 2325230 h 2717756"/>
              <a:gd name="connsiteX4" fmla="*/ 8699 w 3970251"/>
              <a:gd name="connsiteY4" fmla="*/ 2578556 h 2717756"/>
              <a:gd name="connsiteX0" fmla="*/ 11617 w 3584652"/>
              <a:gd name="connsiteY0" fmla="*/ 1430838 h 2340009"/>
              <a:gd name="connsiteX1" fmla="*/ 1347250 w 3584652"/>
              <a:gd name="connsiteY1" fmla="*/ 2380 h 2340009"/>
              <a:gd name="connsiteX2" fmla="*/ 3575183 w 3584652"/>
              <a:gd name="connsiteY2" fmla="*/ 1124081 h 2340009"/>
              <a:gd name="connsiteX3" fmla="*/ 2078316 w 3584652"/>
              <a:gd name="connsiteY3" fmla="*/ 2327610 h 2340009"/>
              <a:gd name="connsiteX4" fmla="*/ 11617 w 3584652"/>
              <a:gd name="connsiteY4" fmla="*/ 1430838 h 2340009"/>
              <a:gd name="connsiteX0" fmla="*/ 36322 w 3609357"/>
              <a:gd name="connsiteY0" fmla="*/ 1430838 h 2532978"/>
              <a:gd name="connsiteX1" fmla="*/ 1371955 w 3609357"/>
              <a:gd name="connsiteY1" fmla="*/ 2380 h 2532978"/>
              <a:gd name="connsiteX2" fmla="*/ 3599888 w 3609357"/>
              <a:gd name="connsiteY2" fmla="*/ 1124081 h 2532978"/>
              <a:gd name="connsiteX3" fmla="*/ 2103021 w 3609357"/>
              <a:gd name="connsiteY3" fmla="*/ 2327610 h 2532978"/>
              <a:gd name="connsiteX4" fmla="*/ 36322 w 3609357"/>
              <a:gd name="connsiteY4" fmla="*/ 1430838 h 2532978"/>
              <a:gd name="connsiteX0" fmla="*/ 3580 w 3569301"/>
              <a:gd name="connsiteY0" fmla="*/ 1431089 h 2816320"/>
              <a:gd name="connsiteX1" fmla="*/ 1339213 w 3569301"/>
              <a:gd name="connsiteY1" fmla="*/ 2631 h 2816320"/>
              <a:gd name="connsiteX2" fmla="*/ 3567146 w 3569301"/>
              <a:gd name="connsiteY2" fmla="*/ 1124332 h 2816320"/>
              <a:gd name="connsiteX3" fmla="*/ 1722688 w 3569301"/>
              <a:gd name="connsiteY3" fmla="*/ 2808414 h 2816320"/>
              <a:gd name="connsiteX4" fmla="*/ 3580 w 3569301"/>
              <a:gd name="connsiteY4" fmla="*/ 1431089 h 2816320"/>
              <a:gd name="connsiteX0" fmla="*/ 3579 w 3569300"/>
              <a:gd name="connsiteY0" fmla="*/ 1431089 h 2808414"/>
              <a:gd name="connsiteX1" fmla="*/ 1339212 w 3569300"/>
              <a:gd name="connsiteY1" fmla="*/ 2631 h 2808414"/>
              <a:gd name="connsiteX2" fmla="*/ 3567145 w 3569300"/>
              <a:gd name="connsiteY2" fmla="*/ 1124332 h 2808414"/>
              <a:gd name="connsiteX3" fmla="*/ 1722687 w 3569300"/>
              <a:gd name="connsiteY3" fmla="*/ 2808414 h 2808414"/>
              <a:gd name="connsiteX4" fmla="*/ 3579 w 3569300"/>
              <a:gd name="connsiteY4" fmla="*/ 1431089 h 2808414"/>
              <a:gd name="connsiteX0" fmla="*/ 3579 w 3570402"/>
              <a:gd name="connsiteY0" fmla="*/ 1431089 h 2845664"/>
              <a:gd name="connsiteX1" fmla="*/ 1339212 w 3570402"/>
              <a:gd name="connsiteY1" fmla="*/ 2631 h 2845664"/>
              <a:gd name="connsiteX2" fmla="*/ 3567145 w 3570402"/>
              <a:gd name="connsiteY2" fmla="*/ 1124332 h 2845664"/>
              <a:gd name="connsiteX3" fmla="*/ 1722687 w 3570402"/>
              <a:gd name="connsiteY3" fmla="*/ 2808414 h 2845664"/>
              <a:gd name="connsiteX4" fmla="*/ 3579 w 3570402"/>
              <a:gd name="connsiteY4" fmla="*/ 1431089 h 2845664"/>
              <a:gd name="connsiteX0" fmla="*/ 3579 w 3571531"/>
              <a:gd name="connsiteY0" fmla="*/ 1431089 h 2809355"/>
              <a:gd name="connsiteX1" fmla="*/ 1339212 w 3571531"/>
              <a:gd name="connsiteY1" fmla="*/ 2631 h 2809355"/>
              <a:gd name="connsiteX2" fmla="*/ 3567145 w 3571531"/>
              <a:gd name="connsiteY2" fmla="*/ 1124332 h 2809355"/>
              <a:gd name="connsiteX3" fmla="*/ 1722687 w 3571531"/>
              <a:gd name="connsiteY3" fmla="*/ 2808414 h 2809355"/>
              <a:gd name="connsiteX4" fmla="*/ 3579 w 3571531"/>
              <a:gd name="connsiteY4" fmla="*/ 1431089 h 2809355"/>
              <a:gd name="connsiteX0" fmla="*/ 3579 w 3570449"/>
              <a:gd name="connsiteY0" fmla="*/ 1431089 h 2811091"/>
              <a:gd name="connsiteX1" fmla="*/ 1339212 w 3570449"/>
              <a:gd name="connsiteY1" fmla="*/ 2631 h 2811091"/>
              <a:gd name="connsiteX2" fmla="*/ 3567145 w 3570449"/>
              <a:gd name="connsiteY2" fmla="*/ 1124332 h 2811091"/>
              <a:gd name="connsiteX3" fmla="*/ 1722687 w 3570449"/>
              <a:gd name="connsiteY3" fmla="*/ 2808414 h 2811091"/>
              <a:gd name="connsiteX4" fmla="*/ 3579 w 3570449"/>
              <a:gd name="connsiteY4" fmla="*/ 1431089 h 2811091"/>
              <a:gd name="connsiteX0" fmla="*/ 9477 w 3576347"/>
              <a:gd name="connsiteY0" fmla="*/ 1454488 h 2834490"/>
              <a:gd name="connsiteX1" fmla="*/ 1345110 w 3576347"/>
              <a:gd name="connsiteY1" fmla="*/ 26030 h 2834490"/>
              <a:gd name="connsiteX2" fmla="*/ 3573043 w 3576347"/>
              <a:gd name="connsiteY2" fmla="*/ 1147731 h 2834490"/>
              <a:gd name="connsiteX3" fmla="*/ 1728585 w 3576347"/>
              <a:gd name="connsiteY3" fmla="*/ 2831813 h 2834490"/>
              <a:gd name="connsiteX4" fmla="*/ 9477 w 3576347"/>
              <a:gd name="connsiteY4" fmla="*/ 1454488 h 2834490"/>
              <a:gd name="connsiteX0" fmla="*/ 11200 w 3578070"/>
              <a:gd name="connsiteY0" fmla="*/ 1454488 h 2834490"/>
              <a:gd name="connsiteX1" fmla="*/ 1346833 w 3578070"/>
              <a:gd name="connsiteY1" fmla="*/ 26030 h 2834490"/>
              <a:gd name="connsiteX2" fmla="*/ 3574766 w 3578070"/>
              <a:gd name="connsiteY2" fmla="*/ 1147731 h 2834490"/>
              <a:gd name="connsiteX3" fmla="*/ 1730308 w 3578070"/>
              <a:gd name="connsiteY3" fmla="*/ 2831813 h 2834490"/>
              <a:gd name="connsiteX4" fmla="*/ 11200 w 3578070"/>
              <a:gd name="connsiteY4" fmla="*/ 1454488 h 2834490"/>
              <a:gd name="connsiteX0" fmla="*/ 5238 w 3394494"/>
              <a:gd name="connsiteY0" fmla="*/ 1561249 h 2815719"/>
              <a:gd name="connsiteX1" fmla="*/ 1164359 w 3394494"/>
              <a:gd name="connsiteY1" fmla="*/ 5027 h 2815719"/>
              <a:gd name="connsiteX2" fmla="*/ 3392292 w 3394494"/>
              <a:gd name="connsiteY2" fmla="*/ 1126728 h 2815719"/>
              <a:gd name="connsiteX3" fmla="*/ 1547834 w 3394494"/>
              <a:gd name="connsiteY3" fmla="*/ 2810810 h 2815719"/>
              <a:gd name="connsiteX4" fmla="*/ 5238 w 3394494"/>
              <a:gd name="connsiteY4" fmla="*/ 1561249 h 2815719"/>
              <a:gd name="connsiteX0" fmla="*/ 1714 w 3390970"/>
              <a:gd name="connsiteY0" fmla="*/ 1561249 h 2816846"/>
              <a:gd name="connsiteX1" fmla="*/ 1160835 w 3390970"/>
              <a:gd name="connsiteY1" fmla="*/ 5027 h 2816846"/>
              <a:gd name="connsiteX2" fmla="*/ 3388768 w 3390970"/>
              <a:gd name="connsiteY2" fmla="*/ 1126728 h 2816846"/>
              <a:gd name="connsiteX3" fmla="*/ 1544310 w 3390970"/>
              <a:gd name="connsiteY3" fmla="*/ 2810810 h 2816846"/>
              <a:gd name="connsiteX4" fmla="*/ 1714 w 3390970"/>
              <a:gd name="connsiteY4" fmla="*/ 1561249 h 2816846"/>
              <a:gd name="connsiteX0" fmla="*/ 1714 w 3392183"/>
              <a:gd name="connsiteY0" fmla="*/ 1561249 h 2822298"/>
              <a:gd name="connsiteX1" fmla="*/ 1160835 w 3392183"/>
              <a:gd name="connsiteY1" fmla="*/ 5027 h 2822298"/>
              <a:gd name="connsiteX2" fmla="*/ 3388768 w 3392183"/>
              <a:gd name="connsiteY2" fmla="*/ 1126728 h 2822298"/>
              <a:gd name="connsiteX3" fmla="*/ 1544310 w 3392183"/>
              <a:gd name="connsiteY3" fmla="*/ 2810810 h 2822298"/>
              <a:gd name="connsiteX4" fmla="*/ 1714 w 3392183"/>
              <a:gd name="connsiteY4" fmla="*/ 1561249 h 28222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92183" h="2822298">
                <a:moveTo>
                  <a:pt x="1714" y="1561249"/>
                </a:moveTo>
                <a:cubicBezTo>
                  <a:pt x="-37269" y="828037"/>
                  <a:pt x="596326" y="77447"/>
                  <a:pt x="1160835" y="5027"/>
                </a:cubicBezTo>
                <a:cubicBezTo>
                  <a:pt x="1725344" y="-67393"/>
                  <a:pt x="3324856" y="659098"/>
                  <a:pt x="3388768" y="1126728"/>
                </a:cubicBezTo>
                <a:cubicBezTo>
                  <a:pt x="3452680" y="1594358"/>
                  <a:pt x="2611566" y="2706535"/>
                  <a:pt x="1544310" y="2810810"/>
                </a:cubicBezTo>
                <a:cubicBezTo>
                  <a:pt x="477054" y="2915085"/>
                  <a:pt x="40697" y="2294461"/>
                  <a:pt x="1714" y="1561249"/>
                </a:cubicBezTo>
                <a:close/>
              </a:path>
            </a:pathLst>
          </a:custGeom>
          <a:noFill/>
          <a:ln w="76200">
            <a:solidFill>
              <a:srgbClr val="647A8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rgbClr val="3B4858"/>
              </a:solidFill>
            </a:endParaRPr>
          </a:p>
        </p:txBody>
      </p:sp>
      <p:sp>
        <p:nvSpPr>
          <p:cNvPr id="15" name="Freihandform 14">
            <a:extLst>
              <a:ext uri="{FF2B5EF4-FFF2-40B4-BE49-F238E27FC236}">
                <a16:creationId xmlns:a16="http://schemas.microsoft.com/office/drawing/2014/main" id="{53156BBC-8764-AD40-F6CB-488906C34726}"/>
              </a:ext>
            </a:extLst>
          </p:cNvPr>
          <p:cNvSpPr/>
          <p:nvPr userDrawn="1"/>
        </p:nvSpPr>
        <p:spPr>
          <a:xfrm rot="18508693">
            <a:off x="-2981212" y="5093129"/>
            <a:ext cx="6589168" cy="6276091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3177410"/>
              <a:gd name="connsiteY0" fmla="*/ 1035451 h 3606310"/>
              <a:gd name="connsiteX1" fmla="*/ 3141588 w 3177410"/>
              <a:gd name="connsiteY1" fmla="*/ 152581 h 3606310"/>
              <a:gd name="connsiteX2" fmla="*/ 2574031 w 3177410"/>
              <a:gd name="connsiteY2" fmla="*/ 1666070 h 3606310"/>
              <a:gd name="connsiteX3" fmla="*/ 2321781 w 3177410"/>
              <a:gd name="connsiteY3" fmla="*/ 3473850 h 3606310"/>
              <a:gd name="connsiteX4" fmla="*/ 51546 w 3177410"/>
              <a:gd name="connsiteY4" fmla="*/ 2664554 h 3606310"/>
              <a:gd name="connsiteX5" fmla="*/ 829312 w 3177410"/>
              <a:gd name="connsiteY5" fmla="*/ 1035451 h 3606310"/>
              <a:gd name="connsiteX0" fmla="*/ 829312 w 3177410"/>
              <a:gd name="connsiteY0" fmla="*/ 1013703 h 3584562"/>
              <a:gd name="connsiteX1" fmla="*/ 3141588 w 3177410"/>
              <a:gd name="connsiteY1" fmla="*/ 130833 h 3584562"/>
              <a:gd name="connsiteX2" fmla="*/ 2574031 w 3177410"/>
              <a:gd name="connsiteY2" fmla="*/ 1644322 h 3584562"/>
              <a:gd name="connsiteX3" fmla="*/ 2321781 w 3177410"/>
              <a:gd name="connsiteY3" fmla="*/ 3452102 h 3584562"/>
              <a:gd name="connsiteX4" fmla="*/ 51546 w 3177410"/>
              <a:gd name="connsiteY4" fmla="*/ 2642806 h 3584562"/>
              <a:gd name="connsiteX5" fmla="*/ 829312 w 3177410"/>
              <a:gd name="connsiteY5" fmla="*/ 1013703 h 3584562"/>
              <a:gd name="connsiteX0" fmla="*/ 829578 w 3177676"/>
              <a:gd name="connsiteY0" fmla="*/ 1013703 h 3584562"/>
              <a:gd name="connsiteX1" fmla="*/ 3141854 w 3177676"/>
              <a:gd name="connsiteY1" fmla="*/ 130833 h 3584562"/>
              <a:gd name="connsiteX2" fmla="*/ 2574297 w 3177676"/>
              <a:gd name="connsiteY2" fmla="*/ 1644322 h 3584562"/>
              <a:gd name="connsiteX3" fmla="*/ 2322047 w 3177676"/>
              <a:gd name="connsiteY3" fmla="*/ 3452102 h 3584562"/>
              <a:gd name="connsiteX4" fmla="*/ 51812 w 3177676"/>
              <a:gd name="connsiteY4" fmla="*/ 2642806 h 3584562"/>
              <a:gd name="connsiteX5" fmla="*/ 829578 w 3177676"/>
              <a:gd name="connsiteY5" fmla="*/ 1013703 h 3584562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11178 w 2672400"/>
              <a:gd name="connsiteY0" fmla="*/ 7864 h 2583061"/>
              <a:gd name="connsiteX1" fmla="*/ 1318755 w 2672400"/>
              <a:gd name="connsiteY1" fmla="*/ 1092175 h 2583061"/>
              <a:gd name="connsiteX2" fmla="*/ 2555897 w 2672400"/>
              <a:gd name="connsiteY2" fmla="*/ 638483 h 2583061"/>
              <a:gd name="connsiteX3" fmla="*/ 2303647 w 2672400"/>
              <a:gd name="connsiteY3" fmla="*/ 2446263 h 2583061"/>
              <a:gd name="connsiteX4" fmla="*/ 33412 w 2672400"/>
              <a:gd name="connsiteY4" fmla="*/ 1636967 h 2583061"/>
              <a:gd name="connsiteX5" fmla="*/ 811178 w 2672400"/>
              <a:gd name="connsiteY5" fmla="*/ 7864 h 2583061"/>
              <a:gd name="connsiteX0" fmla="*/ 811178 w 3223026"/>
              <a:gd name="connsiteY0" fmla="*/ 5596 h 2477281"/>
              <a:gd name="connsiteX1" fmla="*/ 1318755 w 3223026"/>
              <a:gd name="connsiteY1" fmla="*/ 1089907 h 2477281"/>
              <a:gd name="connsiteX2" fmla="*/ 3192488 w 3223026"/>
              <a:gd name="connsiteY2" fmla="*/ 802600 h 2477281"/>
              <a:gd name="connsiteX3" fmla="*/ 2303647 w 3223026"/>
              <a:gd name="connsiteY3" fmla="*/ 2443995 h 2477281"/>
              <a:gd name="connsiteX4" fmla="*/ 33412 w 3223026"/>
              <a:gd name="connsiteY4" fmla="*/ 1634699 h 2477281"/>
              <a:gd name="connsiteX5" fmla="*/ 811178 w 3223026"/>
              <a:gd name="connsiteY5" fmla="*/ 5596 h 2477281"/>
              <a:gd name="connsiteX0" fmla="*/ 846588 w 3330250"/>
              <a:gd name="connsiteY0" fmla="*/ 5596 h 2432711"/>
              <a:gd name="connsiteX1" fmla="*/ 1354165 w 3330250"/>
              <a:gd name="connsiteY1" fmla="*/ 1089907 h 2432711"/>
              <a:gd name="connsiteX2" fmla="*/ 3227898 w 3330250"/>
              <a:gd name="connsiteY2" fmla="*/ 802600 h 2432711"/>
              <a:gd name="connsiteX3" fmla="*/ 2761796 w 3330250"/>
              <a:gd name="connsiteY3" fmla="*/ 2409553 h 2432711"/>
              <a:gd name="connsiteX4" fmla="*/ 68822 w 3330250"/>
              <a:gd name="connsiteY4" fmla="*/ 1634699 h 2432711"/>
              <a:gd name="connsiteX5" fmla="*/ 846588 w 3330250"/>
              <a:gd name="connsiteY5" fmla="*/ 5596 h 2432711"/>
              <a:gd name="connsiteX0" fmla="*/ 846588 w 3514825"/>
              <a:gd name="connsiteY0" fmla="*/ 5596 h 2432711"/>
              <a:gd name="connsiteX1" fmla="*/ 1354165 w 3514825"/>
              <a:gd name="connsiteY1" fmla="*/ 1089907 h 2432711"/>
              <a:gd name="connsiteX2" fmla="*/ 3227898 w 3514825"/>
              <a:gd name="connsiteY2" fmla="*/ 802600 h 2432711"/>
              <a:gd name="connsiteX3" fmla="*/ 2761796 w 3514825"/>
              <a:gd name="connsiteY3" fmla="*/ 2409553 h 2432711"/>
              <a:gd name="connsiteX4" fmla="*/ 68822 w 3514825"/>
              <a:gd name="connsiteY4" fmla="*/ 1634699 h 2432711"/>
              <a:gd name="connsiteX5" fmla="*/ 846588 w 3514825"/>
              <a:gd name="connsiteY5" fmla="*/ 5596 h 2432711"/>
              <a:gd name="connsiteX0" fmla="*/ 875402 w 3543639"/>
              <a:gd name="connsiteY0" fmla="*/ 2708 h 2429823"/>
              <a:gd name="connsiteX1" fmla="*/ 1382979 w 3543639"/>
              <a:gd name="connsiteY1" fmla="*/ 1087019 h 2429823"/>
              <a:gd name="connsiteX2" fmla="*/ 3256712 w 3543639"/>
              <a:gd name="connsiteY2" fmla="*/ 799712 h 2429823"/>
              <a:gd name="connsiteX3" fmla="*/ 2790610 w 3543639"/>
              <a:gd name="connsiteY3" fmla="*/ 2406665 h 2429823"/>
              <a:gd name="connsiteX4" fmla="*/ 97636 w 3543639"/>
              <a:gd name="connsiteY4" fmla="*/ 1631811 h 2429823"/>
              <a:gd name="connsiteX5" fmla="*/ 875402 w 3543639"/>
              <a:gd name="connsiteY5" fmla="*/ 2708 h 2429823"/>
              <a:gd name="connsiteX0" fmla="*/ 1035116 w 3703353"/>
              <a:gd name="connsiteY0" fmla="*/ 3586 h 2450893"/>
              <a:gd name="connsiteX1" fmla="*/ 1542693 w 3703353"/>
              <a:gd name="connsiteY1" fmla="*/ 1087897 h 2450893"/>
              <a:gd name="connsiteX2" fmla="*/ 3416426 w 3703353"/>
              <a:gd name="connsiteY2" fmla="*/ 800590 h 2450893"/>
              <a:gd name="connsiteX3" fmla="*/ 2950324 w 3703353"/>
              <a:gd name="connsiteY3" fmla="*/ 2407543 h 2450893"/>
              <a:gd name="connsiteX4" fmla="*/ 257350 w 3703353"/>
              <a:gd name="connsiteY4" fmla="*/ 1632689 h 2450893"/>
              <a:gd name="connsiteX5" fmla="*/ 1035116 w 3703353"/>
              <a:gd name="connsiteY5" fmla="*/ 3586 h 2450893"/>
              <a:gd name="connsiteX0" fmla="*/ 991689 w 3462563"/>
              <a:gd name="connsiteY0" fmla="*/ 10605 h 2457912"/>
              <a:gd name="connsiteX1" fmla="*/ 1674106 w 3462563"/>
              <a:gd name="connsiteY1" fmla="*/ 930710 h 2457912"/>
              <a:gd name="connsiteX2" fmla="*/ 3372999 w 3462563"/>
              <a:gd name="connsiteY2" fmla="*/ 807609 h 2457912"/>
              <a:gd name="connsiteX3" fmla="*/ 2906897 w 3462563"/>
              <a:gd name="connsiteY3" fmla="*/ 2414562 h 2457912"/>
              <a:gd name="connsiteX4" fmla="*/ 213923 w 3462563"/>
              <a:gd name="connsiteY4" fmla="*/ 1639708 h 2457912"/>
              <a:gd name="connsiteX5" fmla="*/ 991689 w 3462563"/>
              <a:gd name="connsiteY5" fmla="*/ 10605 h 2457912"/>
              <a:gd name="connsiteX0" fmla="*/ 991689 w 3644113"/>
              <a:gd name="connsiteY0" fmla="*/ 10605 h 2457912"/>
              <a:gd name="connsiteX1" fmla="*/ 1674106 w 3644113"/>
              <a:gd name="connsiteY1" fmla="*/ 930710 h 2457912"/>
              <a:gd name="connsiteX2" fmla="*/ 3372999 w 3644113"/>
              <a:gd name="connsiteY2" fmla="*/ 807609 h 2457912"/>
              <a:gd name="connsiteX3" fmla="*/ 2906897 w 3644113"/>
              <a:gd name="connsiteY3" fmla="*/ 2414562 h 2457912"/>
              <a:gd name="connsiteX4" fmla="*/ 213923 w 3644113"/>
              <a:gd name="connsiteY4" fmla="*/ 1639708 h 2457912"/>
              <a:gd name="connsiteX5" fmla="*/ 991689 w 3644113"/>
              <a:gd name="connsiteY5" fmla="*/ 10605 h 2457912"/>
              <a:gd name="connsiteX0" fmla="*/ 1054352 w 3706777"/>
              <a:gd name="connsiteY0" fmla="*/ 1046 h 2448353"/>
              <a:gd name="connsiteX1" fmla="*/ 1736769 w 3706777"/>
              <a:gd name="connsiteY1" fmla="*/ 921151 h 2448353"/>
              <a:gd name="connsiteX2" fmla="*/ 3435662 w 3706777"/>
              <a:gd name="connsiteY2" fmla="*/ 798050 h 2448353"/>
              <a:gd name="connsiteX3" fmla="*/ 2969560 w 3706777"/>
              <a:gd name="connsiteY3" fmla="*/ 2405003 h 2448353"/>
              <a:gd name="connsiteX4" fmla="*/ 276586 w 3706777"/>
              <a:gd name="connsiteY4" fmla="*/ 1630149 h 2448353"/>
              <a:gd name="connsiteX5" fmla="*/ 1054352 w 3706777"/>
              <a:gd name="connsiteY5" fmla="*/ 1046 h 2448353"/>
              <a:gd name="connsiteX0" fmla="*/ 590056 w 3683836"/>
              <a:gd name="connsiteY0" fmla="*/ 1109 h 1961431"/>
              <a:gd name="connsiteX1" fmla="*/ 1713828 w 3683836"/>
              <a:gd name="connsiteY1" fmla="*/ 456838 h 1961431"/>
              <a:gd name="connsiteX2" fmla="*/ 3412721 w 3683836"/>
              <a:gd name="connsiteY2" fmla="*/ 333737 h 1961431"/>
              <a:gd name="connsiteX3" fmla="*/ 2946619 w 3683836"/>
              <a:gd name="connsiteY3" fmla="*/ 1940690 h 1961431"/>
              <a:gd name="connsiteX4" fmla="*/ 253645 w 3683836"/>
              <a:gd name="connsiteY4" fmla="*/ 1165836 h 1961431"/>
              <a:gd name="connsiteX5" fmla="*/ 590056 w 3683836"/>
              <a:gd name="connsiteY5" fmla="*/ 1109 h 1961431"/>
              <a:gd name="connsiteX0" fmla="*/ 577152 w 3670932"/>
              <a:gd name="connsiteY0" fmla="*/ 28557 h 1988879"/>
              <a:gd name="connsiteX1" fmla="*/ 1700924 w 3670932"/>
              <a:gd name="connsiteY1" fmla="*/ 484286 h 1988879"/>
              <a:gd name="connsiteX2" fmla="*/ 3399817 w 3670932"/>
              <a:gd name="connsiteY2" fmla="*/ 361185 h 1988879"/>
              <a:gd name="connsiteX3" fmla="*/ 2933715 w 3670932"/>
              <a:gd name="connsiteY3" fmla="*/ 1968138 h 1988879"/>
              <a:gd name="connsiteX4" fmla="*/ 240741 w 3670932"/>
              <a:gd name="connsiteY4" fmla="*/ 1193284 h 1988879"/>
              <a:gd name="connsiteX5" fmla="*/ 577152 w 3670932"/>
              <a:gd name="connsiteY5" fmla="*/ 28557 h 1988879"/>
              <a:gd name="connsiteX0" fmla="*/ 5660 w 3065770"/>
              <a:gd name="connsiteY0" fmla="*/ 41752 h 2084853"/>
              <a:gd name="connsiteX1" fmla="*/ 1129432 w 3065770"/>
              <a:gd name="connsiteY1" fmla="*/ 497481 h 2084853"/>
              <a:gd name="connsiteX2" fmla="*/ 2828325 w 3065770"/>
              <a:gd name="connsiteY2" fmla="*/ 374380 h 2084853"/>
              <a:gd name="connsiteX3" fmla="*/ 2362223 w 3065770"/>
              <a:gd name="connsiteY3" fmla="*/ 1981333 h 2084853"/>
              <a:gd name="connsiteX4" fmla="*/ 768571 w 3065770"/>
              <a:gd name="connsiteY4" fmla="*/ 1718703 h 2084853"/>
              <a:gd name="connsiteX5" fmla="*/ 5660 w 3065770"/>
              <a:gd name="connsiteY5" fmla="*/ 41752 h 2084853"/>
              <a:gd name="connsiteX0" fmla="*/ 12471 w 3072581"/>
              <a:gd name="connsiteY0" fmla="*/ 41752 h 2092530"/>
              <a:gd name="connsiteX1" fmla="*/ 1136243 w 3072581"/>
              <a:gd name="connsiteY1" fmla="*/ 497481 h 2092530"/>
              <a:gd name="connsiteX2" fmla="*/ 2835136 w 3072581"/>
              <a:gd name="connsiteY2" fmla="*/ 374380 h 2092530"/>
              <a:gd name="connsiteX3" fmla="*/ 2369034 w 3072581"/>
              <a:gd name="connsiteY3" fmla="*/ 1981333 h 2092530"/>
              <a:gd name="connsiteX4" fmla="*/ 775382 w 3072581"/>
              <a:gd name="connsiteY4" fmla="*/ 1718703 h 2092530"/>
              <a:gd name="connsiteX5" fmla="*/ 12471 w 3072581"/>
              <a:gd name="connsiteY5" fmla="*/ 41752 h 2092530"/>
              <a:gd name="connsiteX0" fmla="*/ 2798 w 3655173"/>
              <a:gd name="connsiteY0" fmla="*/ 869129 h 2007317"/>
              <a:gd name="connsiteX1" fmla="*/ 1718835 w 3655173"/>
              <a:gd name="connsiteY1" fmla="*/ 445136 h 2007317"/>
              <a:gd name="connsiteX2" fmla="*/ 3417728 w 3655173"/>
              <a:gd name="connsiteY2" fmla="*/ 322035 h 2007317"/>
              <a:gd name="connsiteX3" fmla="*/ 2951626 w 3655173"/>
              <a:gd name="connsiteY3" fmla="*/ 1928988 h 2007317"/>
              <a:gd name="connsiteX4" fmla="*/ 1357974 w 3655173"/>
              <a:gd name="connsiteY4" fmla="*/ 1666358 h 2007317"/>
              <a:gd name="connsiteX5" fmla="*/ 2798 w 3655173"/>
              <a:gd name="connsiteY5" fmla="*/ 869129 h 2007317"/>
              <a:gd name="connsiteX0" fmla="*/ 542 w 3652917"/>
              <a:gd name="connsiteY0" fmla="*/ 869129 h 2007318"/>
              <a:gd name="connsiteX1" fmla="*/ 1716579 w 3652917"/>
              <a:gd name="connsiteY1" fmla="*/ 445136 h 2007318"/>
              <a:gd name="connsiteX2" fmla="*/ 3415472 w 3652917"/>
              <a:gd name="connsiteY2" fmla="*/ 322035 h 2007318"/>
              <a:gd name="connsiteX3" fmla="*/ 2949370 w 3652917"/>
              <a:gd name="connsiteY3" fmla="*/ 1928988 h 2007318"/>
              <a:gd name="connsiteX4" fmla="*/ 1355718 w 3652917"/>
              <a:gd name="connsiteY4" fmla="*/ 1666358 h 2007318"/>
              <a:gd name="connsiteX5" fmla="*/ 542 w 3652917"/>
              <a:gd name="connsiteY5" fmla="*/ 869129 h 2007318"/>
              <a:gd name="connsiteX0" fmla="*/ 243 w 3639926"/>
              <a:gd name="connsiteY0" fmla="*/ 869129 h 1955507"/>
              <a:gd name="connsiteX1" fmla="*/ 1716280 w 3639926"/>
              <a:gd name="connsiteY1" fmla="*/ 445136 h 1955507"/>
              <a:gd name="connsiteX2" fmla="*/ 3415173 w 3639926"/>
              <a:gd name="connsiteY2" fmla="*/ 322035 h 1955507"/>
              <a:gd name="connsiteX3" fmla="*/ 2949071 w 3639926"/>
              <a:gd name="connsiteY3" fmla="*/ 1928988 h 1955507"/>
              <a:gd name="connsiteX4" fmla="*/ 1833458 w 3639926"/>
              <a:gd name="connsiteY4" fmla="*/ 1291535 h 1955507"/>
              <a:gd name="connsiteX5" fmla="*/ 243 w 3639926"/>
              <a:gd name="connsiteY5" fmla="*/ 869129 h 1955507"/>
              <a:gd name="connsiteX0" fmla="*/ 243 w 3639926"/>
              <a:gd name="connsiteY0" fmla="*/ 869129 h 1947022"/>
              <a:gd name="connsiteX1" fmla="*/ 1716280 w 3639926"/>
              <a:gd name="connsiteY1" fmla="*/ 445136 h 1947022"/>
              <a:gd name="connsiteX2" fmla="*/ 3415173 w 3639926"/>
              <a:gd name="connsiteY2" fmla="*/ 322035 h 1947022"/>
              <a:gd name="connsiteX3" fmla="*/ 2949071 w 3639926"/>
              <a:gd name="connsiteY3" fmla="*/ 1928988 h 1947022"/>
              <a:gd name="connsiteX4" fmla="*/ 1833458 w 3639926"/>
              <a:gd name="connsiteY4" fmla="*/ 1291535 h 1947022"/>
              <a:gd name="connsiteX5" fmla="*/ 243 w 3639926"/>
              <a:gd name="connsiteY5" fmla="*/ 869129 h 1947022"/>
              <a:gd name="connsiteX0" fmla="*/ 7345 w 3647028"/>
              <a:gd name="connsiteY0" fmla="*/ 869129 h 1947022"/>
              <a:gd name="connsiteX1" fmla="*/ 1723382 w 3647028"/>
              <a:gd name="connsiteY1" fmla="*/ 445136 h 1947022"/>
              <a:gd name="connsiteX2" fmla="*/ 3422275 w 3647028"/>
              <a:gd name="connsiteY2" fmla="*/ 322035 h 1947022"/>
              <a:gd name="connsiteX3" fmla="*/ 2956173 w 3647028"/>
              <a:gd name="connsiteY3" fmla="*/ 1928988 h 1947022"/>
              <a:gd name="connsiteX4" fmla="*/ 1840560 w 3647028"/>
              <a:gd name="connsiteY4" fmla="*/ 1291535 h 1947022"/>
              <a:gd name="connsiteX5" fmla="*/ 7345 w 3647028"/>
              <a:gd name="connsiteY5" fmla="*/ 869129 h 1947022"/>
              <a:gd name="connsiteX0" fmla="*/ 7345 w 3811052"/>
              <a:gd name="connsiteY0" fmla="*/ 869129 h 1929159"/>
              <a:gd name="connsiteX1" fmla="*/ 1723382 w 3811052"/>
              <a:gd name="connsiteY1" fmla="*/ 445136 h 1929159"/>
              <a:gd name="connsiteX2" fmla="*/ 3422275 w 3811052"/>
              <a:gd name="connsiteY2" fmla="*/ 322035 h 1929159"/>
              <a:gd name="connsiteX3" fmla="*/ 2956173 w 3811052"/>
              <a:gd name="connsiteY3" fmla="*/ 1928988 h 1929159"/>
              <a:gd name="connsiteX4" fmla="*/ 1840560 w 3811052"/>
              <a:gd name="connsiteY4" fmla="*/ 1291535 h 1929159"/>
              <a:gd name="connsiteX5" fmla="*/ 7345 w 3811052"/>
              <a:gd name="connsiteY5" fmla="*/ 869129 h 1929159"/>
              <a:gd name="connsiteX0" fmla="*/ 5264 w 3937957"/>
              <a:gd name="connsiteY0" fmla="*/ 1155023 h 1938909"/>
              <a:gd name="connsiteX1" fmla="*/ 1850286 w 3937957"/>
              <a:gd name="connsiteY1" fmla="*/ 454886 h 1938909"/>
              <a:gd name="connsiteX2" fmla="*/ 3549179 w 3937957"/>
              <a:gd name="connsiteY2" fmla="*/ 331785 h 1938909"/>
              <a:gd name="connsiteX3" fmla="*/ 3083077 w 3937957"/>
              <a:gd name="connsiteY3" fmla="*/ 1938738 h 1938909"/>
              <a:gd name="connsiteX4" fmla="*/ 1967464 w 3937957"/>
              <a:gd name="connsiteY4" fmla="*/ 1301285 h 1938909"/>
              <a:gd name="connsiteX5" fmla="*/ 5264 w 3937957"/>
              <a:gd name="connsiteY5" fmla="*/ 1155023 h 1938909"/>
              <a:gd name="connsiteX0" fmla="*/ 23607 w 3956300"/>
              <a:gd name="connsiteY0" fmla="*/ 1155023 h 1938909"/>
              <a:gd name="connsiteX1" fmla="*/ 1868629 w 3956300"/>
              <a:gd name="connsiteY1" fmla="*/ 454886 h 1938909"/>
              <a:gd name="connsiteX2" fmla="*/ 3567522 w 3956300"/>
              <a:gd name="connsiteY2" fmla="*/ 331785 h 1938909"/>
              <a:gd name="connsiteX3" fmla="*/ 3101420 w 3956300"/>
              <a:gd name="connsiteY3" fmla="*/ 1938738 h 1938909"/>
              <a:gd name="connsiteX4" fmla="*/ 1985807 w 3956300"/>
              <a:gd name="connsiteY4" fmla="*/ 1301285 h 1938909"/>
              <a:gd name="connsiteX5" fmla="*/ 23607 w 3956300"/>
              <a:gd name="connsiteY5" fmla="*/ 1155023 h 1938909"/>
              <a:gd name="connsiteX0" fmla="*/ 356 w 3775841"/>
              <a:gd name="connsiteY0" fmla="*/ 1155023 h 1975367"/>
              <a:gd name="connsiteX1" fmla="*/ 1845378 w 3775841"/>
              <a:gd name="connsiteY1" fmla="*/ 454886 h 1975367"/>
              <a:gd name="connsiteX2" fmla="*/ 3544271 w 3775841"/>
              <a:gd name="connsiteY2" fmla="*/ 331785 h 1975367"/>
              <a:gd name="connsiteX3" fmla="*/ 3078169 w 3775841"/>
              <a:gd name="connsiteY3" fmla="*/ 1938738 h 1975367"/>
              <a:gd name="connsiteX4" fmla="*/ 1700608 w 3775841"/>
              <a:gd name="connsiteY4" fmla="*/ 1432728 h 1975367"/>
              <a:gd name="connsiteX5" fmla="*/ 356 w 3775841"/>
              <a:gd name="connsiteY5" fmla="*/ 1155023 h 1975367"/>
              <a:gd name="connsiteX0" fmla="*/ 385 w 3775871"/>
              <a:gd name="connsiteY0" fmla="*/ 1155023 h 1964875"/>
              <a:gd name="connsiteX1" fmla="*/ 1845407 w 3775871"/>
              <a:gd name="connsiteY1" fmla="*/ 454886 h 1964875"/>
              <a:gd name="connsiteX2" fmla="*/ 3544300 w 3775871"/>
              <a:gd name="connsiteY2" fmla="*/ 331785 h 1964875"/>
              <a:gd name="connsiteX3" fmla="*/ 3078198 w 3775871"/>
              <a:gd name="connsiteY3" fmla="*/ 1938738 h 1964875"/>
              <a:gd name="connsiteX4" fmla="*/ 1700637 w 3775871"/>
              <a:gd name="connsiteY4" fmla="*/ 1432728 h 1964875"/>
              <a:gd name="connsiteX5" fmla="*/ 385 w 3775871"/>
              <a:gd name="connsiteY5" fmla="*/ 1155023 h 1964875"/>
              <a:gd name="connsiteX0" fmla="*/ 518 w 3310321"/>
              <a:gd name="connsiteY0" fmla="*/ 1561197 h 1986949"/>
              <a:gd name="connsiteX1" fmla="*/ 1379857 w 3310321"/>
              <a:gd name="connsiteY1" fmla="*/ 469469 h 1986949"/>
              <a:gd name="connsiteX2" fmla="*/ 3078750 w 3310321"/>
              <a:gd name="connsiteY2" fmla="*/ 346368 h 1986949"/>
              <a:gd name="connsiteX3" fmla="*/ 2612648 w 3310321"/>
              <a:gd name="connsiteY3" fmla="*/ 1953321 h 1986949"/>
              <a:gd name="connsiteX4" fmla="*/ 1235087 w 3310321"/>
              <a:gd name="connsiteY4" fmla="*/ 1447311 h 1986949"/>
              <a:gd name="connsiteX5" fmla="*/ 518 w 3310321"/>
              <a:gd name="connsiteY5" fmla="*/ 1561197 h 1986949"/>
              <a:gd name="connsiteX0" fmla="*/ 252954 w 3562757"/>
              <a:gd name="connsiteY0" fmla="*/ 1561197 h 1986950"/>
              <a:gd name="connsiteX1" fmla="*/ 1632293 w 3562757"/>
              <a:gd name="connsiteY1" fmla="*/ 469469 h 1986950"/>
              <a:gd name="connsiteX2" fmla="*/ 3331186 w 3562757"/>
              <a:gd name="connsiteY2" fmla="*/ 346368 h 1986950"/>
              <a:gd name="connsiteX3" fmla="*/ 2865084 w 3562757"/>
              <a:gd name="connsiteY3" fmla="*/ 1953321 h 1986950"/>
              <a:gd name="connsiteX4" fmla="*/ 1487523 w 3562757"/>
              <a:gd name="connsiteY4" fmla="*/ 1447311 h 1986950"/>
              <a:gd name="connsiteX5" fmla="*/ 252954 w 3562757"/>
              <a:gd name="connsiteY5" fmla="*/ 1561197 h 1986950"/>
              <a:gd name="connsiteX0" fmla="*/ 275988 w 4836894"/>
              <a:gd name="connsiteY0" fmla="*/ 1254188 h 1664972"/>
              <a:gd name="connsiteX1" fmla="*/ 1655327 w 4836894"/>
              <a:gd name="connsiteY1" fmla="*/ 162460 h 1664972"/>
              <a:gd name="connsiteX2" fmla="*/ 4715739 w 4836894"/>
              <a:gd name="connsiteY2" fmla="*/ 494988 h 1664972"/>
              <a:gd name="connsiteX3" fmla="*/ 2888118 w 4836894"/>
              <a:gd name="connsiteY3" fmla="*/ 1646312 h 1664972"/>
              <a:gd name="connsiteX4" fmla="*/ 1510557 w 4836894"/>
              <a:gd name="connsiteY4" fmla="*/ 1140302 h 1664972"/>
              <a:gd name="connsiteX5" fmla="*/ 275988 w 4836894"/>
              <a:gd name="connsiteY5" fmla="*/ 1254188 h 1664972"/>
              <a:gd name="connsiteX0" fmla="*/ 275988 w 4716813"/>
              <a:gd name="connsiteY0" fmla="*/ 1630321 h 2049242"/>
              <a:gd name="connsiteX1" fmla="*/ 1655327 w 4716813"/>
              <a:gd name="connsiteY1" fmla="*/ 538593 h 2049242"/>
              <a:gd name="connsiteX2" fmla="*/ 4715739 w 4716813"/>
              <a:gd name="connsiteY2" fmla="*/ 871121 h 2049242"/>
              <a:gd name="connsiteX3" fmla="*/ 2888118 w 4716813"/>
              <a:gd name="connsiteY3" fmla="*/ 2022445 h 2049242"/>
              <a:gd name="connsiteX4" fmla="*/ 1510557 w 4716813"/>
              <a:gd name="connsiteY4" fmla="*/ 1516435 h 2049242"/>
              <a:gd name="connsiteX5" fmla="*/ 275988 w 4716813"/>
              <a:gd name="connsiteY5" fmla="*/ 1630321 h 2049242"/>
              <a:gd name="connsiteX0" fmla="*/ 275988 w 4749030"/>
              <a:gd name="connsiteY0" fmla="*/ 1124638 h 1545870"/>
              <a:gd name="connsiteX1" fmla="*/ 1655327 w 4749030"/>
              <a:gd name="connsiteY1" fmla="*/ 32910 h 1545870"/>
              <a:gd name="connsiteX2" fmla="*/ 4715739 w 4749030"/>
              <a:gd name="connsiteY2" fmla="*/ 365438 h 1545870"/>
              <a:gd name="connsiteX3" fmla="*/ 3175706 w 4749030"/>
              <a:gd name="connsiteY3" fmla="*/ 1192854 h 1545870"/>
              <a:gd name="connsiteX4" fmla="*/ 1510557 w 4749030"/>
              <a:gd name="connsiteY4" fmla="*/ 1010752 h 1545870"/>
              <a:gd name="connsiteX5" fmla="*/ 275988 w 4749030"/>
              <a:gd name="connsiteY5" fmla="*/ 1124638 h 1545870"/>
              <a:gd name="connsiteX0" fmla="*/ 275988 w 4727950"/>
              <a:gd name="connsiteY0" fmla="*/ 1387914 h 1809146"/>
              <a:gd name="connsiteX1" fmla="*/ 1655327 w 4727950"/>
              <a:gd name="connsiteY1" fmla="*/ 296186 h 1809146"/>
              <a:gd name="connsiteX2" fmla="*/ 4715739 w 4727950"/>
              <a:gd name="connsiteY2" fmla="*/ 628714 h 1809146"/>
              <a:gd name="connsiteX3" fmla="*/ 3175706 w 4727950"/>
              <a:gd name="connsiteY3" fmla="*/ 1456130 h 1809146"/>
              <a:gd name="connsiteX4" fmla="*/ 1510557 w 4727950"/>
              <a:gd name="connsiteY4" fmla="*/ 1274028 h 1809146"/>
              <a:gd name="connsiteX5" fmla="*/ 275988 w 4727950"/>
              <a:gd name="connsiteY5" fmla="*/ 1387914 h 1809146"/>
              <a:gd name="connsiteX0" fmla="*/ 275988 w 4727950"/>
              <a:gd name="connsiteY0" fmla="*/ 1387914 h 1809146"/>
              <a:gd name="connsiteX1" fmla="*/ 1655327 w 4727950"/>
              <a:gd name="connsiteY1" fmla="*/ 296186 h 1809146"/>
              <a:gd name="connsiteX2" fmla="*/ 4715739 w 4727950"/>
              <a:gd name="connsiteY2" fmla="*/ 628714 h 1809146"/>
              <a:gd name="connsiteX3" fmla="*/ 3175706 w 4727950"/>
              <a:gd name="connsiteY3" fmla="*/ 1456130 h 1809146"/>
              <a:gd name="connsiteX4" fmla="*/ 1510557 w 4727950"/>
              <a:gd name="connsiteY4" fmla="*/ 1274028 h 1809146"/>
              <a:gd name="connsiteX5" fmla="*/ 275988 w 4727950"/>
              <a:gd name="connsiteY5" fmla="*/ 1387914 h 1809146"/>
              <a:gd name="connsiteX0" fmla="*/ 275988 w 4740315"/>
              <a:gd name="connsiteY0" fmla="*/ 1132875 h 1722803"/>
              <a:gd name="connsiteX1" fmla="*/ 1655327 w 4740315"/>
              <a:gd name="connsiteY1" fmla="*/ 41147 h 1722803"/>
              <a:gd name="connsiteX2" fmla="*/ 4715739 w 4740315"/>
              <a:gd name="connsiteY2" fmla="*/ 373675 h 1722803"/>
              <a:gd name="connsiteX3" fmla="*/ 3012343 w 4740315"/>
              <a:gd name="connsiteY3" fmla="*/ 1711656 h 1722803"/>
              <a:gd name="connsiteX4" fmla="*/ 1510557 w 4740315"/>
              <a:gd name="connsiteY4" fmla="*/ 1018989 h 1722803"/>
              <a:gd name="connsiteX5" fmla="*/ 275988 w 4740315"/>
              <a:gd name="connsiteY5" fmla="*/ 1132875 h 1722803"/>
              <a:gd name="connsiteX0" fmla="*/ 275988 w 4756119"/>
              <a:gd name="connsiteY0" fmla="*/ 1127108 h 1542684"/>
              <a:gd name="connsiteX1" fmla="*/ 1655327 w 4756119"/>
              <a:gd name="connsiteY1" fmla="*/ 35380 h 1542684"/>
              <a:gd name="connsiteX2" fmla="*/ 4715739 w 4756119"/>
              <a:gd name="connsiteY2" fmla="*/ 367908 h 1542684"/>
              <a:gd name="connsiteX3" fmla="*/ 3285074 w 4756119"/>
              <a:gd name="connsiteY3" fmla="*/ 1369029 h 1542684"/>
              <a:gd name="connsiteX4" fmla="*/ 1510557 w 4756119"/>
              <a:gd name="connsiteY4" fmla="*/ 1013222 h 1542684"/>
              <a:gd name="connsiteX5" fmla="*/ 275988 w 4756119"/>
              <a:gd name="connsiteY5" fmla="*/ 1127108 h 1542684"/>
              <a:gd name="connsiteX0" fmla="*/ 275988 w 4715923"/>
              <a:gd name="connsiteY0" fmla="*/ 1122352 h 1572226"/>
              <a:gd name="connsiteX1" fmla="*/ 1655327 w 4715923"/>
              <a:gd name="connsiteY1" fmla="*/ 30624 h 1572226"/>
              <a:gd name="connsiteX2" fmla="*/ 4715739 w 4715923"/>
              <a:gd name="connsiteY2" fmla="*/ 363152 h 1572226"/>
              <a:gd name="connsiteX3" fmla="*/ 1510557 w 4715923"/>
              <a:gd name="connsiteY3" fmla="*/ 1008466 h 1572226"/>
              <a:gd name="connsiteX4" fmla="*/ 275988 w 4715923"/>
              <a:gd name="connsiteY4" fmla="*/ 1122352 h 1572226"/>
              <a:gd name="connsiteX0" fmla="*/ 25029 w 4476010"/>
              <a:gd name="connsiteY0" fmla="*/ 1892393 h 2022034"/>
              <a:gd name="connsiteX1" fmla="*/ 2236847 w 4476010"/>
              <a:gd name="connsiteY1" fmla="*/ 11492 h 2022034"/>
              <a:gd name="connsiteX2" fmla="*/ 4464780 w 4476010"/>
              <a:gd name="connsiteY2" fmla="*/ 1133193 h 2022034"/>
              <a:gd name="connsiteX3" fmla="*/ 1259598 w 4476010"/>
              <a:gd name="connsiteY3" fmla="*/ 1778507 h 2022034"/>
              <a:gd name="connsiteX4" fmla="*/ 25029 w 4476010"/>
              <a:gd name="connsiteY4" fmla="*/ 1892393 h 2022034"/>
              <a:gd name="connsiteX0" fmla="*/ 19312 w 4468531"/>
              <a:gd name="connsiteY0" fmla="*/ 1893478 h 2350831"/>
              <a:gd name="connsiteX1" fmla="*/ 2231130 w 4468531"/>
              <a:gd name="connsiteY1" fmla="*/ 12577 h 2350831"/>
              <a:gd name="connsiteX2" fmla="*/ 4459063 w 4468531"/>
              <a:gd name="connsiteY2" fmla="*/ 1134278 h 2350831"/>
              <a:gd name="connsiteX3" fmla="*/ 2962196 w 4468531"/>
              <a:gd name="connsiteY3" fmla="*/ 2337807 h 2350831"/>
              <a:gd name="connsiteX4" fmla="*/ 1253881 w 4468531"/>
              <a:gd name="connsiteY4" fmla="*/ 1779592 h 2350831"/>
              <a:gd name="connsiteX5" fmla="*/ 19312 w 4468531"/>
              <a:gd name="connsiteY5" fmla="*/ 1893478 h 2350831"/>
              <a:gd name="connsiteX0" fmla="*/ 114931 w 4564151"/>
              <a:gd name="connsiteY0" fmla="*/ 1893478 h 2606070"/>
              <a:gd name="connsiteX1" fmla="*/ 2326749 w 4564151"/>
              <a:gd name="connsiteY1" fmla="*/ 12577 h 2606070"/>
              <a:gd name="connsiteX2" fmla="*/ 4554682 w 4564151"/>
              <a:gd name="connsiteY2" fmla="*/ 1134278 h 2606070"/>
              <a:gd name="connsiteX3" fmla="*/ 3057815 w 4564151"/>
              <a:gd name="connsiteY3" fmla="*/ 2337807 h 2606070"/>
              <a:gd name="connsiteX4" fmla="*/ 602599 w 4564151"/>
              <a:gd name="connsiteY4" fmla="*/ 2591133 h 2606070"/>
              <a:gd name="connsiteX5" fmla="*/ 114931 w 4564151"/>
              <a:gd name="connsiteY5" fmla="*/ 1893478 h 2606070"/>
              <a:gd name="connsiteX0" fmla="*/ 339436 w 4163621"/>
              <a:gd name="connsiteY0" fmla="*/ 711041 h 2677547"/>
              <a:gd name="connsiteX1" fmla="*/ 1926219 w 4163621"/>
              <a:gd name="connsiteY1" fmla="*/ 9118 h 2677547"/>
              <a:gd name="connsiteX2" fmla="*/ 4154152 w 4163621"/>
              <a:gd name="connsiteY2" fmla="*/ 1130819 h 2677547"/>
              <a:gd name="connsiteX3" fmla="*/ 2657285 w 4163621"/>
              <a:gd name="connsiteY3" fmla="*/ 2334348 h 2677547"/>
              <a:gd name="connsiteX4" fmla="*/ 202069 w 4163621"/>
              <a:gd name="connsiteY4" fmla="*/ 2587674 h 2677547"/>
              <a:gd name="connsiteX5" fmla="*/ 339436 w 4163621"/>
              <a:gd name="connsiteY5" fmla="*/ 711041 h 2677547"/>
              <a:gd name="connsiteX0" fmla="*/ 8699 w 3970251"/>
              <a:gd name="connsiteY0" fmla="*/ 2578556 h 2717756"/>
              <a:gd name="connsiteX1" fmla="*/ 1732849 w 3970251"/>
              <a:gd name="connsiteY1" fmla="*/ 0 h 2717756"/>
              <a:gd name="connsiteX2" fmla="*/ 3960782 w 3970251"/>
              <a:gd name="connsiteY2" fmla="*/ 1121701 h 2717756"/>
              <a:gd name="connsiteX3" fmla="*/ 2463915 w 3970251"/>
              <a:gd name="connsiteY3" fmla="*/ 2325230 h 2717756"/>
              <a:gd name="connsiteX4" fmla="*/ 8699 w 3970251"/>
              <a:gd name="connsiteY4" fmla="*/ 2578556 h 2717756"/>
              <a:gd name="connsiteX0" fmla="*/ 11617 w 3584652"/>
              <a:gd name="connsiteY0" fmla="*/ 1430838 h 2340009"/>
              <a:gd name="connsiteX1" fmla="*/ 1347250 w 3584652"/>
              <a:gd name="connsiteY1" fmla="*/ 2380 h 2340009"/>
              <a:gd name="connsiteX2" fmla="*/ 3575183 w 3584652"/>
              <a:gd name="connsiteY2" fmla="*/ 1124081 h 2340009"/>
              <a:gd name="connsiteX3" fmla="*/ 2078316 w 3584652"/>
              <a:gd name="connsiteY3" fmla="*/ 2327610 h 2340009"/>
              <a:gd name="connsiteX4" fmla="*/ 11617 w 3584652"/>
              <a:gd name="connsiteY4" fmla="*/ 1430838 h 2340009"/>
              <a:gd name="connsiteX0" fmla="*/ 36322 w 3609357"/>
              <a:gd name="connsiteY0" fmla="*/ 1430838 h 2532978"/>
              <a:gd name="connsiteX1" fmla="*/ 1371955 w 3609357"/>
              <a:gd name="connsiteY1" fmla="*/ 2380 h 2532978"/>
              <a:gd name="connsiteX2" fmla="*/ 3599888 w 3609357"/>
              <a:gd name="connsiteY2" fmla="*/ 1124081 h 2532978"/>
              <a:gd name="connsiteX3" fmla="*/ 2103021 w 3609357"/>
              <a:gd name="connsiteY3" fmla="*/ 2327610 h 2532978"/>
              <a:gd name="connsiteX4" fmla="*/ 36322 w 3609357"/>
              <a:gd name="connsiteY4" fmla="*/ 1430838 h 2532978"/>
              <a:gd name="connsiteX0" fmla="*/ 3580 w 3569301"/>
              <a:gd name="connsiteY0" fmla="*/ 1431089 h 2816320"/>
              <a:gd name="connsiteX1" fmla="*/ 1339213 w 3569301"/>
              <a:gd name="connsiteY1" fmla="*/ 2631 h 2816320"/>
              <a:gd name="connsiteX2" fmla="*/ 3567146 w 3569301"/>
              <a:gd name="connsiteY2" fmla="*/ 1124332 h 2816320"/>
              <a:gd name="connsiteX3" fmla="*/ 1722688 w 3569301"/>
              <a:gd name="connsiteY3" fmla="*/ 2808414 h 2816320"/>
              <a:gd name="connsiteX4" fmla="*/ 3580 w 3569301"/>
              <a:gd name="connsiteY4" fmla="*/ 1431089 h 2816320"/>
              <a:gd name="connsiteX0" fmla="*/ 3579 w 3569300"/>
              <a:gd name="connsiteY0" fmla="*/ 1431089 h 2808414"/>
              <a:gd name="connsiteX1" fmla="*/ 1339212 w 3569300"/>
              <a:gd name="connsiteY1" fmla="*/ 2631 h 2808414"/>
              <a:gd name="connsiteX2" fmla="*/ 3567145 w 3569300"/>
              <a:gd name="connsiteY2" fmla="*/ 1124332 h 2808414"/>
              <a:gd name="connsiteX3" fmla="*/ 1722687 w 3569300"/>
              <a:gd name="connsiteY3" fmla="*/ 2808414 h 2808414"/>
              <a:gd name="connsiteX4" fmla="*/ 3579 w 3569300"/>
              <a:gd name="connsiteY4" fmla="*/ 1431089 h 2808414"/>
              <a:gd name="connsiteX0" fmla="*/ 3579 w 3570402"/>
              <a:gd name="connsiteY0" fmla="*/ 1431089 h 2845664"/>
              <a:gd name="connsiteX1" fmla="*/ 1339212 w 3570402"/>
              <a:gd name="connsiteY1" fmla="*/ 2631 h 2845664"/>
              <a:gd name="connsiteX2" fmla="*/ 3567145 w 3570402"/>
              <a:gd name="connsiteY2" fmla="*/ 1124332 h 2845664"/>
              <a:gd name="connsiteX3" fmla="*/ 1722687 w 3570402"/>
              <a:gd name="connsiteY3" fmla="*/ 2808414 h 2845664"/>
              <a:gd name="connsiteX4" fmla="*/ 3579 w 3570402"/>
              <a:gd name="connsiteY4" fmla="*/ 1431089 h 2845664"/>
              <a:gd name="connsiteX0" fmla="*/ 3579 w 3571531"/>
              <a:gd name="connsiteY0" fmla="*/ 1431089 h 2809355"/>
              <a:gd name="connsiteX1" fmla="*/ 1339212 w 3571531"/>
              <a:gd name="connsiteY1" fmla="*/ 2631 h 2809355"/>
              <a:gd name="connsiteX2" fmla="*/ 3567145 w 3571531"/>
              <a:gd name="connsiteY2" fmla="*/ 1124332 h 2809355"/>
              <a:gd name="connsiteX3" fmla="*/ 1722687 w 3571531"/>
              <a:gd name="connsiteY3" fmla="*/ 2808414 h 2809355"/>
              <a:gd name="connsiteX4" fmla="*/ 3579 w 3571531"/>
              <a:gd name="connsiteY4" fmla="*/ 1431089 h 2809355"/>
              <a:gd name="connsiteX0" fmla="*/ 3579 w 3570449"/>
              <a:gd name="connsiteY0" fmla="*/ 1431089 h 2811091"/>
              <a:gd name="connsiteX1" fmla="*/ 1339212 w 3570449"/>
              <a:gd name="connsiteY1" fmla="*/ 2631 h 2811091"/>
              <a:gd name="connsiteX2" fmla="*/ 3567145 w 3570449"/>
              <a:gd name="connsiteY2" fmla="*/ 1124332 h 2811091"/>
              <a:gd name="connsiteX3" fmla="*/ 1722687 w 3570449"/>
              <a:gd name="connsiteY3" fmla="*/ 2808414 h 2811091"/>
              <a:gd name="connsiteX4" fmla="*/ 3579 w 3570449"/>
              <a:gd name="connsiteY4" fmla="*/ 1431089 h 2811091"/>
              <a:gd name="connsiteX0" fmla="*/ 9477 w 3576347"/>
              <a:gd name="connsiteY0" fmla="*/ 1454488 h 2834490"/>
              <a:gd name="connsiteX1" fmla="*/ 1345110 w 3576347"/>
              <a:gd name="connsiteY1" fmla="*/ 26030 h 2834490"/>
              <a:gd name="connsiteX2" fmla="*/ 3573043 w 3576347"/>
              <a:gd name="connsiteY2" fmla="*/ 1147731 h 2834490"/>
              <a:gd name="connsiteX3" fmla="*/ 1728585 w 3576347"/>
              <a:gd name="connsiteY3" fmla="*/ 2831813 h 2834490"/>
              <a:gd name="connsiteX4" fmla="*/ 9477 w 3576347"/>
              <a:gd name="connsiteY4" fmla="*/ 1454488 h 2834490"/>
              <a:gd name="connsiteX0" fmla="*/ 11200 w 3578070"/>
              <a:gd name="connsiteY0" fmla="*/ 1454488 h 2834490"/>
              <a:gd name="connsiteX1" fmla="*/ 1346833 w 3578070"/>
              <a:gd name="connsiteY1" fmla="*/ 26030 h 2834490"/>
              <a:gd name="connsiteX2" fmla="*/ 3574766 w 3578070"/>
              <a:gd name="connsiteY2" fmla="*/ 1147731 h 2834490"/>
              <a:gd name="connsiteX3" fmla="*/ 1730308 w 3578070"/>
              <a:gd name="connsiteY3" fmla="*/ 2831813 h 2834490"/>
              <a:gd name="connsiteX4" fmla="*/ 11200 w 3578070"/>
              <a:gd name="connsiteY4" fmla="*/ 1454488 h 2834490"/>
              <a:gd name="connsiteX0" fmla="*/ 5238 w 3394494"/>
              <a:gd name="connsiteY0" fmla="*/ 1561249 h 2815719"/>
              <a:gd name="connsiteX1" fmla="*/ 1164359 w 3394494"/>
              <a:gd name="connsiteY1" fmla="*/ 5027 h 2815719"/>
              <a:gd name="connsiteX2" fmla="*/ 3392292 w 3394494"/>
              <a:gd name="connsiteY2" fmla="*/ 1126728 h 2815719"/>
              <a:gd name="connsiteX3" fmla="*/ 1547834 w 3394494"/>
              <a:gd name="connsiteY3" fmla="*/ 2810810 h 2815719"/>
              <a:gd name="connsiteX4" fmla="*/ 5238 w 3394494"/>
              <a:gd name="connsiteY4" fmla="*/ 1561249 h 2815719"/>
              <a:gd name="connsiteX0" fmla="*/ 1714 w 3390970"/>
              <a:gd name="connsiteY0" fmla="*/ 1561249 h 2816846"/>
              <a:gd name="connsiteX1" fmla="*/ 1160835 w 3390970"/>
              <a:gd name="connsiteY1" fmla="*/ 5027 h 2816846"/>
              <a:gd name="connsiteX2" fmla="*/ 3388768 w 3390970"/>
              <a:gd name="connsiteY2" fmla="*/ 1126728 h 2816846"/>
              <a:gd name="connsiteX3" fmla="*/ 1544310 w 3390970"/>
              <a:gd name="connsiteY3" fmla="*/ 2810810 h 2816846"/>
              <a:gd name="connsiteX4" fmla="*/ 1714 w 3390970"/>
              <a:gd name="connsiteY4" fmla="*/ 1561249 h 2816846"/>
              <a:gd name="connsiteX0" fmla="*/ 1714 w 3392183"/>
              <a:gd name="connsiteY0" fmla="*/ 1561249 h 2822298"/>
              <a:gd name="connsiteX1" fmla="*/ 1160835 w 3392183"/>
              <a:gd name="connsiteY1" fmla="*/ 5027 h 2822298"/>
              <a:gd name="connsiteX2" fmla="*/ 3388768 w 3392183"/>
              <a:gd name="connsiteY2" fmla="*/ 1126728 h 2822298"/>
              <a:gd name="connsiteX3" fmla="*/ 1544310 w 3392183"/>
              <a:gd name="connsiteY3" fmla="*/ 2810810 h 2822298"/>
              <a:gd name="connsiteX4" fmla="*/ 1714 w 3392183"/>
              <a:gd name="connsiteY4" fmla="*/ 1561249 h 28222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92183" h="2822298">
                <a:moveTo>
                  <a:pt x="1714" y="1561249"/>
                </a:moveTo>
                <a:cubicBezTo>
                  <a:pt x="-37269" y="828037"/>
                  <a:pt x="596326" y="77447"/>
                  <a:pt x="1160835" y="5027"/>
                </a:cubicBezTo>
                <a:cubicBezTo>
                  <a:pt x="1725344" y="-67393"/>
                  <a:pt x="3324856" y="659098"/>
                  <a:pt x="3388768" y="1126728"/>
                </a:cubicBezTo>
                <a:cubicBezTo>
                  <a:pt x="3452680" y="1594358"/>
                  <a:pt x="2611566" y="2706535"/>
                  <a:pt x="1544310" y="2810810"/>
                </a:cubicBezTo>
                <a:cubicBezTo>
                  <a:pt x="477054" y="2915085"/>
                  <a:pt x="40697" y="2294461"/>
                  <a:pt x="1714" y="1561249"/>
                </a:cubicBezTo>
                <a:close/>
              </a:path>
            </a:pathLst>
          </a:custGeom>
          <a:noFill/>
          <a:ln w="76200">
            <a:solidFill>
              <a:srgbClr val="647A8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BC239B9-97EB-8147-A4B5-809E65FFBE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92270"/>
            <a:ext cx="9144000" cy="2387600"/>
          </a:xfrm>
        </p:spPr>
        <p:txBody>
          <a:bodyPr anchor="ctr"/>
          <a:lstStyle>
            <a:lvl1pPr algn="ctr">
              <a:defRPr sz="6000" b="0" cap="all" baseline="0">
                <a:solidFill>
                  <a:srgbClr val="647A84"/>
                </a:solidFill>
                <a:latin typeface="TheSans Plain" pitchFamily="2" charset="0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61B6E541-F5CC-F240-8719-BEB4A5EC43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71945"/>
            <a:ext cx="9144000" cy="514333"/>
          </a:xfrm>
        </p:spPr>
        <p:txBody>
          <a:bodyPr/>
          <a:lstStyle>
            <a:lvl1pPr marL="0" indent="0" algn="ctr">
              <a:buNone/>
              <a:defRPr sz="2400" cap="all" spc="600" baseline="0">
                <a:solidFill>
                  <a:srgbClr val="647A84"/>
                </a:solidFill>
                <a:latin typeface="TheSans Plain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16" name="Freihandform 15">
            <a:extLst>
              <a:ext uri="{FF2B5EF4-FFF2-40B4-BE49-F238E27FC236}">
                <a16:creationId xmlns:a16="http://schemas.microsoft.com/office/drawing/2014/main" id="{5D49C0DE-A487-83AF-86B4-A6F17E79B51D}"/>
              </a:ext>
            </a:extLst>
          </p:cNvPr>
          <p:cNvSpPr/>
          <p:nvPr userDrawn="1"/>
        </p:nvSpPr>
        <p:spPr>
          <a:xfrm rot="14555770" flipV="1">
            <a:off x="8229241" y="3037134"/>
            <a:ext cx="5610720" cy="8294818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3177410"/>
              <a:gd name="connsiteY0" fmla="*/ 1035451 h 3606310"/>
              <a:gd name="connsiteX1" fmla="*/ 3141588 w 3177410"/>
              <a:gd name="connsiteY1" fmla="*/ 152581 h 3606310"/>
              <a:gd name="connsiteX2" fmla="*/ 2574031 w 3177410"/>
              <a:gd name="connsiteY2" fmla="*/ 1666070 h 3606310"/>
              <a:gd name="connsiteX3" fmla="*/ 2321781 w 3177410"/>
              <a:gd name="connsiteY3" fmla="*/ 3473850 h 3606310"/>
              <a:gd name="connsiteX4" fmla="*/ 51546 w 3177410"/>
              <a:gd name="connsiteY4" fmla="*/ 2664554 h 3606310"/>
              <a:gd name="connsiteX5" fmla="*/ 829312 w 3177410"/>
              <a:gd name="connsiteY5" fmla="*/ 1035451 h 3606310"/>
              <a:gd name="connsiteX0" fmla="*/ 829312 w 3177410"/>
              <a:gd name="connsiteY0" fmla="*/ 1013703 h 3584562"/>
              <a:gd name="connsiteX1" fmla="*/ 3141588 w 3177410"/>
              <a:gd name="connsiteY1" fmla="*/ 130833 h 3584562"/>
              <a:gd name="connsiteX2" fmla="*/ 2574031 w 3177410"/>
              <a:gd name="connsiteY2" fmla="*/ 1644322 h 3584562"/>
              <a:gd name="connsiteX3" fmla="*/ 2321781 w 3177410"/>
              <a:gd name="connsiteY3" fmla="*/ 3452102 h 3584562"/>
              <a:gd name="connsiteX4" fmla="*/ 51546 w 3177410"/>
              <a:gd name="connsiteY4" fmla="*/ 2642806 h 3584562"/>
              <a:gd name="connsiteX5" fmla="*/ 829312 w 3177410"/>
              <a:gd name="connsiteY5" fmla="*/ 1013703 h 3584562"/>
              <a:gd name="connsiteX0" fmla="*/ 829578 w 3177676"/>
              <a:gd name="connsiteY0" fmla="*/ 1013703 h 3584562"/>
              <a:gd name="connsiteX1" fmla="*/ 3141854 w 3177676"/>
              <a:gd name="connsiteY1" fmla="*/ 130833 h 3584562"/>
              <a:gd name="connsiteX2" fmla="*/ 2574297 w 3177676"/>
              <a:gd name="connsiteY2" fmla="*/ 1644322 h 3584562"/>
              <a:gd name="connsiteX3" fmla="*/ 2322047 w 3177676"/>
              <a:gd name="connsiteY3" fmla="*/ 3452102 h 3584562"/>
              <a:gd name="connsiteX4" fmla="*/ 51812 w 3177676"/>
              <a:gd name="connsiteY4" fmla="*/ 2642806 h 3584562"/>
              <a:gd name="connsiteX5" fmla="*/ 829578 w 3177676"/>
              <a:gd name="connsiteY5" fmla="*/ 1013703 h 3584562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77676" h="3588900">
                <a:moveTo>
                  <a:pt x="829578" y="1013703"/>
                </a:moveTo>
                <a:cubicBezTo>
                  <a:pt x="1397137" y="530228"/>
                  <a:pt x="2942157" y="-328119"/>
                  <a:pt x="3141854" y="130833"/>
                </a:cubicBezTo>
                <a:cubicBezTo>
                  <a:pt x="3341551" y="589785"/>
                  <a:pt x="2644367" y="1160846"/>
                  <a:pt x="2574297" y="1644322"/>
                </a:cubicBezTo>
                <a:cubicBezTo>
                  <a:pt x="2504227" y="2127798"/>
                  <a:pt x="2788005" y="3045702"/>
                  <a:pt x="2322047" y="3452102"/>
                </a:cubicBezTo>
                <a:cubicBezTo>
                  <a:pt x="1856089" y="3858502"/>
                  <a:pt x="253064" y="3291335"/>
                  <a:pt x="51812" y="2642806"/>
                </a:cubicBezTo>
                <a:cubicBezTo>
                  <a:pt x="-149440" y="1994277"/>
                  <a:pt x="262019" y="1497178"/>
                  <a:pt x="829578" y="1013703"/>
                </a:cubicBezTo>
                <a:close/>
              </a:path>
            </a:pathLst>
          </a:custGeom>
          <a:noFill/>
          <a:ln w="76200">
            <a:solidFill>
              <a:srgbClr val="647A8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1B85D35-8E2E-1EA7-5915-0835E4F02891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de-DE"/>
              <a:t>Lukas Peter Sumann, Maximilian Wolf Leopold Lindner</a:t>
            </a:r>
            <a:endParaRPr lang="de-DE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D4410C33-1701-9D02-17EB-5A50EA14EB6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858375" y="216695"/>
            <a:ext cx="2078627" cy="466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180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ihandform 3">
            <a:extLst>
              <a:ext uri="{FF2B5EF4-FFF2-40B4-BE49-F238E27FC236}">
                <a16:creationId xmlns:a16="http://schemas.microsoft.com/office/drawing/2014/main" id="{FA1ADB5F-FA2E-7BF8-5CB9-563ADE4AE44E}"/>
              </a:ext>
            </a:extLst>
          </p:cNvPr>
          <p:cNvSpPr/>
          <p:nvPr userDrawn="1"/>
        </p:nvSpPr>
        <p:spPr>
          <a:xfrm rot="10129930">
            <a:off x="-2139048" y="-745777"/>
            <a:ext cx="5954496" cy="5169791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2630869"/>
              <a:gd name="connsiteY0" fmla="*/ 1913201 h 4484060"/>
              <a:gd name="connsiteX1" fmla="*/ 2156275 w 2630869"/>
              <a:gd name="connsiteY1" fmla="*/ 89473 h 4484060"/>
              <a:gd name="connsiteX2" fmla="*/ 2574031 w 2630869"/>
              <a:gd name="connsiteY2" fmla="*/ 2543820 h 4484060"/>
              <a:gd name="connsiteX3" fmla="*/ 2321781 w 2630869"/>
              <a:gd name="connsiteY3" fmla="*/ 4351600 h 4484060"/>
              <a:gd name="connsiteX4" fmla="*/ 51546 w 2630869"/>
              <a:gd name="connsiteY4" fmla="*/ 3542304 h 4484060"/>
              <a:gd name="connsiteX5" fmla="*/ 829312 w 2630869"/>
              <a:gd name="connsiteY5" fmla="*/ 1913201 h 4484060"/>
              <a:gd name="connsiteX0" fmla="*/ 829312 w 2634983"/>
              <a:gd name="connsiteY0" fmla="*/ 1913201 h 4484060"/>
              <a:gd name="connsiteX1" fmla="*/ 2156275 w 2634983"/>
              <a:gd name="connsiteY1" fmla="*/ 89473 h 4484060"/>
              <a:gd name="connsiteX2" fmla="*/ 2574031 w 2634983"/>
              <a:gd name="connsiteY2" fmla="*/ 2543820 h 4484060"/>
              <a:gd name="connsiteX3" fmla="*/ 2321781 w 2634983"/>
              <a:gd name="connsiteY3" fmla="*/ 4351600 h 4484060"/>
              <a:gd name="connsiteX4" fmla="*/ 51546 w 2634983"/>
              <a:gd name="connsiteY4" fmla="*/ 3542304 h 4484060"/>
              <a:gd name="connsiteX5" fmla="*/ 829312 w 2634983"/>
              <a:gd name="connsiteY5" fmla="*/ 1913201 h 4484060"/>
              <a:gd name="connsiteX0" fmla="*/ 829312 w 2634983"/>
              <a:gd name="connsiteY0" fmla="*/ 1823911 h 4394770"/>
              <a:gd name="connsiteX1" fmla="*/ 2156275 w 2634983"/>
              <a:gd name="connsiteY1" fmla="*/ 183 h 4394770"/>
              <a:gd name="connsiteX2" fmla="*/ 2574031 w 2634983"/>
              <a:gd name="connsiteY2" fmla="*/ 2454530 h 4394770"/>
              <a:gd name="connsiteX3" fmla="*/ 2321781 w 2634983"/>
              <a:gd name="connsiteY3" fmla="*/ 4262310 h 4394770"/>
              <a:gd name="connsiteX4" fmla="*/ 51546 w 2634983"/>
              <a:gd name="connsiteY4" fmla="*/ 3453014 h 4394770"/>
              <a:gd name="connsiteX5" fmla="*/ 829312 w 2634983"/>
              <a:gd name="connsiteY5" fmla="*/ 1823911 h 4394770"/>
              <a:gd name="connsiteX0" fmla="*/ 550921 w 2356592"/>
              <a:gd name="connsiteY0" fmla="*/ 1823911 h 4375660"/>
              <a:gd name="connsiteX1" fmla="*/ 1877884 w 2356592"/>
              <a:gd name="connsiteY1" fmla="*/ 183 h 4375660"/>
              <a:gd name="connsiteX2" fmla="*/ 2295640 w 2356592"/>
              <a:gd name="connsiteY2" fmla="*/ 2454530 h 4375660"/>
              <a:gd name="connsiteX3" fmla="*/ 2043390 w 2356592"/>
              <a:gd name="connsiteY3" fmla="*/ 4262310 h 4375660"/>
              <a:gd name="connsiteX4" fmla="*/ 97666 w 2356592"/>
              <a:gd name="connsiteY4" fmla="*/ 3284751 h 4375660"/>
              <a:gd name="connsiteX5" fmla="*/ 550921 w 2356592"/>
              <a:gd name="connsiteY5" fmla="*/ 1823911 h 4375660"/>
              <a:gd name="connsiteX0" fmla="*/ 1187626 w 2290887"/>
              <a:gd name="connsiteY0" fmla="*/ 1491571 h 4375718"/>
              <a:gd name="connsiteX1" fmla="*/ 1812179 w 2290887"/>
              <a:gd name="connsiteY1" fmla="*/ 241 h 4375718"/>
              <a:gd name="connsiteX2" fmla="*/ 2229935 w 2290887"/>
              <a:gd name="connsiteY2" fmla="*/ 2454588 h 4375718"/>
              <a:gd name="connsiteX3" fmla="*/ 1977685 w 2290887"/>
              <a:gd name="connsiteY3" fmla="*/ 4262368 h 4375718"/>
              <a:gd name="connsiteX4" fmla="*/ 31961 w 2290887"/>
              <a:gd name="connsiteY4" fmla="*/ 3284809 h 4375718"/>
              <a:gd name="connsiteX5" fmla="*/ 1187626 w 2290887"/>
              <a:gd name="connsiteY5" fmla="*/ 1491571 h 4375718"/>
              <a:gd name="connsiteX0" fmla="*/ 1187626 w 2290887"/>
              <a:gd name="connsiteY0" fmla="*/ 1491690 h 4375837"/>
              <a:gd name="connsiteX1" fmla="*/ 1812179 w 2290887"/>
              <a:gd name="connsiteY1" fmla="*/ 360 h 4375837"/>
              <a:gd name="connsiteX2" fmla="*/ 2229935 w 2290887"/>
              <a:gd name="connsiteY2" fmla="*/ 2454707 h 4375837"/>
              <a:gd name="connsiteX3" fmla="*/ 1977685 w 2290887"/>
              <a:gd name="connsiteY3" fmla="*/ 4262487 h 4375837"/>
              <a:gd name="connsiteX4" fmla="*/ 31961 w 2290887"/>
              <a:gd name="connsiteY4" fmla="*/ 3284928 h 4375837"/>
              <a:gd name="connsiteX5" fmla="*/ 1187626 w 2290887"/>
              <a:gd name="connsiteY5" fmla="*/ 1491690 h 4375837"/>
              <a:gd name="connsiteX0" fmla="*/ 1177700 w 2280961"/>
              <a:gd name="connsiteY0" fmla="*/ 1491690 h 4375837"/>
              <a:gd name="connsiteX1" fmla="*/ 1802253 w 2280961"/>
              <a:gd name="connsiteY1" fmla="*/ 360 h 4375837"/>
              <a:gd name="connsiteX2" fmla="*/ 2220009 w 2280961"/>
              <a:gd name="connsiteY2" fmla="*/ 2454707 h 4375837"/>
              <a:gd name="connsiteX3" fmla="*/ 1967759 w 2280961"/>
              <a:gd name="connsiteY3" fmla="*/ 4262487 h 4375837"/>
              <a:gd name="connsiteX4" fmla="*/ 22035 w 2280961"/>
              <a:gd name="connsiteY4" fmla="*/ 3284928 h 4375837"/>
              <a:gd name="connsiteX5" fmla="*/ 1177700 w 2280961"/>
              <a:gd name="connsiteY5" fmla="*/ 1491690 h 4375837"/>
              <a:gd name="connsiteX0" fmla="*/ 1177700 w 2132201"/>
              <a:gd name="connsiteY0" fmla="*/ 1491690 h 4375837"/>
              <a:gd name="connsiteX1" fmla="*/ 1802253 w 2132201"/>
              <a:gd name="connsiteY1" fmla="*/ 360 h 4375837"/>
              <a:gd name="connsiteX2" fmla="*/ 1570986 w 2132201"/>
              <a:gd name="connsiteY2" fmla="*/ 2791232 h 4375837"/>
              <a:gd name="connsiteX3" fmla="*/ 1967759 w 2132201"/>
              <a:gd name="connsiteY3" fmla="*/ 4262487 h 4375837"/>
              <a:gd name="connsiteX4" fmla="*/ 22035 w 2132201"/>
              <a:gd name="connsiteY4" fmla="*/ 3284928 h 4375837"/>
              <a:gd name="connsiteX5" fmla="*/ 1177700 w 2132201"/>
              <a:gd name="connsiteY5" fmla="*/ 1491690 h 4375837"/>
              <a:gd name="connsiteX0" fmla="*/ 1177700 w 2303877"/>
              <a:gd name="connsiteY0" fmla="*/ 654980 h 3539127"/>
              <a:gd name="connsiteX1" fmla="*/ 2105842 w 2303877"/>
              <a:gd name="connsiteY1" fmla="*/ 30327 h 3539127"/>
              <a:gd name="connsiteX2" fmla="*/ 1570986 w 2303877"/>
              <a:gd name="connsiteY2" fmla="*/ 1954522 h 3539127"/>
              <a:gd name="connsiteX3" fmla="*/ 1967759 w 2303877"/>
              <a:gd name="connsiteY3" fmla="*/ 3425777 h 3539127"/>
              <a:gd name="connsiteX4" fmla="*/ 22035 w 2303877"/>
              <a:gd name="connsiteY4" fmla="*/ 2448218 h 3539127"/>
              <a:gd name="connsiteX5" fmla="*/ 1177700 w 2303877"/>
              <a:gd name="connsiteY5" fmla="*/ 654980 h 3539127"/>
              <a:gd name="connsiteX0" fmla="*/ 1177700 w 2303877"/>
              <a:gd name="connsiteY0" fmla="*/ 811890 h 3696037"/>
              <a:gd name="connsiteX1" fmla="*/ 2105842 w 2303877"/>
              <a:gd name="connsiteY1" fmla="*/ 187237 h 3696037"/>
              <a:gd name="connsiteX2" fmla="*/ 1570986 w 2303877"/>
              <a:gd name="connsiteY2" fmla="*/ 2111432 h 3696037"/>
              <a:gd name="connsiteX3" fmla="*/ 1967759 w 2303877"/>
              <a:gd name="connsiteY3" fmla="*/ 3582687 h 3696037"/>
              <a:gd name="connsiteX4" fmla="*/ 22035 w 2303877"/>
              <a:gd name="connsiteY4" fmla="*/ 2605128 h 3696037"/>
              <a:gd name="connsiteX5" fmla="*/ 1177700 w 2303877"/>
              <a:gd name="connsiteY5" fmla="*/ 811890 h 3696037"/>
              <a:gd name="connsiteX0" fmla="*/ 1177700 w 2189200"/>
              <a:gd name="connsiteY0" fmla="*/ 811890 h 3696037"/>
              <a:gd name="connsiteX1" fmla="*/ 2105842 w 2189200"/>
              <a:gd name="connsiteY1" fmla="*/ 187237 h 3696037"/>
              <a:gd name="connsiteX2" fmla="*/ 1570986 w 2189200"/>
              <a:gd name="connsiteY2" fmla="*/ 2111432 h 3696037"/>
              <a:gd name="connsiteX3" fmla="*/ 1967759 w 2189200"/>
              <a:gd name="connsiteY3" fmla="*/ 3582687 h 3696037"/>
              <a:gd name="connsiteX4" fmla="*/ 22035 w 2189200"/>
              <a:gd name="connsiteY4" fmla="*/ 2605128 h 3696037"/>
              <a:gd name="connsiteX5" fmla="*/ 1177700 w 2189200"/>
              <a:gd name="connsiteY5" fmla="*/ 811890 h 3696037"/>
              <a:gd name="connsiteX0" fmla="*/ 1177700 w 2189200"/>
              <a:gd name="connsiteY0" fmla="*/ 743015 h 3627162"/>
              <a:gd name="connsiteX1" fmla="*/ 2105842 w 2189200"/>
              <a:gd name="connsiteY1" fmla="*/ 118362 h 3627162"/>
              <a:gd name="connsiteX2" fmla="*/ 1570986 w 2189200"/>
              <a:gd name="connsiteY2" fmla="*/ 2042557 h 3627162"/>
              <a:gd name="connsiteX3" fmla="*/ 1967759 w 2189200"/>
              <a:gd name="connsiteY3" fmla="*/ 3513812 h 3627162"/>
              <a:gd name="connsiteX4" fmla="*/ 22035 w 2189200"/>
              <a:gd name="connsiteY4" fmla="*/ 2536253 h 3627162"/>
              <a:gd name="connsiteX5" fmla="*/ 1177700 w 2189200"/>
              <a:gd name="connsiteY5" fmla="*/ 743015 h 3627162"/>
              <a:gd name="connsiteX0" fmla="*/ 1177700 w 2189200"/>
              <a:gd name="connsiteY0" fmla="*/ 695554 h 3579701"/>
              <a:gd name="connsiteX1" fmla="*/ 2105842 w 2189200"/>
              <a:gd name="connsiteY1" fmla="*/ 70901 h 3579701"/>
              <a:gd name="connsiteX2" fmla="*/ 1570986 w 2189200"/>
              <a:gd name="connsiteY2" fmla="*/ 1995096 h 3579701"/>
              <a:gd name="connsiteX3" fmla="*/ 1967759 w 2189200"/>
              <a:gd name="connsiteY3" fmla="*/ 3466351 h 3579701"/>
              <a:gd name="connsiteX4" fmla="*/ 22035 w 2189200"/>
              <a:gd name="connsiteY4" fmla="*/ 2488792 h 3579701"/>
              <a:gd name="connsiteX5" fmla="*/ 1177700 w 2189200"/>
              <a:gd name="connsiteY5" fmla="*/ 695554 h 3579701"/>
              <a:gd name="connsiteX0" fmla="*/ 1180449 w 2191949"/>
              <a:gd name="connsiteY0" fmla="*/ 695554 h 3579701"/>
              <a:gd name="connsiteX1" fmla="*/ 2108591 w 2191949"/>
              <a:gd name="connsiteY1" fmla="*/ 70901 h 3579701"/>
              <a:gd name="connsiteX2" fmla="*/ 1573735 w 2191949"/>
              <a:gd name="connsiteY2" fmla="*/ 1995096 h 3579701"/>
              <a:gd name="connsiteX3" fmla="*/ 1970508 w 2191949"/>
              <a:gd name="connsiteY3" fmla="*/ 3466351 h 3579701"/>
              <a:gd name="connsiteX4" fmla="*/ 24784 w 2191949"/>
              <a:gd name="connsiteY4" fmla="*/ 2488792 h 3579701"/>
              <a:gd name="connsiteX5" fmla="*/ 1180449 w 2191949"/>
              <a:gd name="connsiteY5" fmla="*/ 695554 h 3579701"/>
              <a:gd name="connsiteX0" fmla="*/ 1180449 w 2191949"/>
              <a:gd name="connsiteY0" fmla="*/ 688306 h 3572453"/>
              <a:gd name="connsiteX1" fmla="*/ 2108591 w 2191949"/>
              <a:gd name="connsiteY1" fmla="*/ 63653 h 3572453"/>
              <a:gd name="connsiteX2" fmla="*/ 1573735 w 2191949"/>
              <a:gd name="connsiteY2" fmla="*/ 1987848 h 3572453"/>
              <a:gd name="connsiteX3" fmla="*/ 1970508 w 2191949"/>
              <a:gd name="connsiteY3" fmla="*/ 3459103 h 3572453"/>
              <a:gd name="connsiteX4" fmla="*/ 24784 w 2191949"/>
              <a:gd name="connsiteY4" fmla="*/ 2481544 h 3572453"/>
              <a:gd name="connsiteX5" fmla="*/ 1180449 w 2191949"/>
              <a:gd name="connsiteY5" fmla="*/ 688306 h 3572453"/>
              <a:gd name="connsiteX0" fmla="*/ 1180449 w 2191949"/>
              <a:gd name="connsiteY0" fmla="*/ 683650 h 3567797"/>
              <a:gd name="connsiteX1" fmla="*/ 2108591 w 2191949"/>
              <a:gd name="connsiteY1" fmla="*/ 58997 h 3567797"/>
              <a:gd name="connsiteX2" fmla="*/ 1573735 w 2191949"/>
              <a:gd name="connsiteY2" fmla="*/ 1983192 h 3567797"/>
              <a:gd name="connsiteX3" fmla="*/ 1970508 w 2191949"/>
              <a:gd name="connsiteY3" fmla="*/ 3454447 h 3567797"/>
              <a:gd name="connsiteX4" fmla="*/ 24784 w 2191949"/>
              <a:gd name="connsiteY4" fmla="*/ 2476888 h 3567797"/>
              <a:gd name="connsiteX5" fmla="*/ 1180449 w 2191949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3164"/>
              <a:gd name="connsiteY0" fmla="*/ 683650 h 3567797"/>
              <a:gd name="connsiteX1" fmla="*/ 2108591 w 2193164"/>
              <a:gd name="connsiteY1" fmla="*/ 58997 h 3567797"/>
              <a:gd name="connsiteX2" fmla="*/ 1573735 w 2193164"/>
              <a:gd name="connsiteY2" fmla="*/ 1983192 h 3567797"/>
              <a:gd name="connsiteX3" fmla="*/ 1970508 w 2193164"/>
              <a:gd name="connsiteY3" fmla="*/ 3454447 h 3567797"/>
              <a:gd name="connsiteX4" fmla="*/ 24784 w 2193164"/>
              <a:gd name="connsiteY4" fmla="*/ 2476888 h 3567797"/>
              <a:gd name="connsiteX5" fmla="*/ 1180449 w 2193164"/>
              <a:gd name="connsiteY5" fmla="*/ 683650 h 3567797"/>
              <a:gd name="connsiteX0" fmla="*/ 1180310 w 2193025"/>
              <a:gd name="connsiteY0" fmla="*/ 683650 h 3567797"/>
              <a:gd name="connsiteX1" fmla="*/ 2108452 w 2193025"/>
              <a:gd name="connsiteY1" fmla="*/ 58997 h 3567797"/>
              <a:gd name="connsiteX2" fmla="*/ 1573596 w 2193025"/>
              <a:gd name="connsiteY2" fmla="*/ 1983192 h 3567797"/>
              <a:gd name="connsiteX3" fmla="*/ 1970369 w 2193025"/>
              <a:gd name="connsiteY3" fmla="*/ 3454447 h 3567797"/>
              <a:gd name="connsiteX4" fmla="*/ 24645 w 2193025"/>
              <a:gd name="connsiteY4" fmla="*/ 2476888 h 3567797"/>
              <a:gd name="connsiteX5" fmla="*/ 1180310 w 2193025"/>
              <a:gd name="connsiteY5" fmla="*/ 683650 h 3567797"/>
              <a:gd name="connsiteX0" fmla="*/ 1180310 w 2193025"/>
              <a:gd name="connsiteY0" fmla="*/ 693860 h 3578007"/>
              <a:gd name="connsiteX1" fmla="*/ 2108452 w 2193025"/>
              <a:gd name="connsiteY1" fmla="*/ 69207 h 3578007"/>
              <a:gd name="connsiteX2" fmla="*/ 1573596 w 2193025"/>
              <a:gd name="connsiteY2" fmla="*/ 1993402 h 3578007"/>
              <a:gd name="connsiteX3" fmla="*/ 1970369 w 2193025"/>
              <a:gd name="connsiteY3" fmla="*/ 3464657 h 3578007"/>
              <a:gd name="connsiteX4" fmla="*/ 24645 w 2193025"/>
              <a:gd name="connsiteY4" fmla="*/ 2487098 h 3578007"/>
              <a:gd name="connsiteX5" fmla="*/ 1180310 w 2193025"/>
              <a:gd name="connsiteY5" fmla="*/ 693860 h 3578007"/>
              <a:gd name="connsiteX0" fmla="*/ 1180310 w 2193025"/>
              <a:gd name="connsiteY0" fmla="*/ 693860 h 3581308"/>
              <a:gd name="connsiteX1" fmla="*/ 2108452 w 2193025"/>
              <a:gd name="connsiteY1" fmla="*/ 69207 h 3581308"/>
              <a:gd name="connsiteX2" fmla="*/ 1573596 w 2193025"/>
              <a:gd name="connsiteY2" fmla="*/ 1993402 h 3581308"/>
              <a:gd name="connsiteX3" fmla="*/ 1970369 w 2193025"/>
              <a:gd name="connsiteY3" fmla="*/ 3464657 h 3581308"/>
              <a:gd name="connsiteX4" fmla="*/ 24645 w 2193025"/>
              <a:gd name="connsiteY4" fmla="*/ 2487098 h 3581308"/>
              <a:gd name="connsiteX5" fmla="*/ 1180310 w 2193025"/>
              <a:gd name="connsiteY5" fmla="*/ 693860 h 3581308"/>
              <a:gd name="connsiteX0" fmla="*/ 1180701 w 2193416"/>
              <a:gd name="connsiteY0" fmla="*/ 693860 h 3581308"/>
              <a:gd name="connsiteX1" fmla="*/ 2108843 w 2193416"/>
              <a:gd name="connsiteY1" fmla="*/ 69207 h 3581308"/>
              <a:gd name="connsiteX2" fmla="*/ 1573987 w 2193416"/>
              <a:gd name="connsiteY2" fmla="*/ 1993402 h 3581308"/>
              <a:gd name="connsiteX3" fmla="*/ 1970760 w 2193416"/>
              <a:gd name="connsiteY3" fmla="*/ 3464657 h 3581308"/>
              <a:gd name="connsiteX4" fmla="*/ 25036 w 2193416"/>
              <a:gd name="connsiteY4" fmla="*/ 2487098 h 3581308"/>
              <a:gd name="connsiteX5" fmla="*/ 1180701 w 2193416"/>
              <a:gd name="connsiteY5" fmla="*/ 693860 h 3581308"/>
              <a:gd name="connsiteX0" fmla="*/ 928190 w 2150347"/>
              <a:gd name="connsiteY0" fmla="*/ 1084474 h 3508207"/>
              <a:gd name="connsiteX1" fmla="*/ 2108497 w 2150347"/>
              <a:gd name="connsiteY1" fmla="*/ 17094 h 3508207"/>
              <a:gd name="connsiteX2" fmla="*/ 1573641 w 2150347"/>
              <a:gd name="connsiteY2" fmla="*/ 1941289 h 3508207"/>
              <a:gd name="connsiteX3" fmla="*/ 1970414 w 2150347"/>
              <a:gd name="connsiteY3" fmla="*/ 3412544 h 3508207"/>
              <a:gd name="connsiteX4" fmla="*/ 24690 w 2150347"/>
              <a:gd name="connsiteY4" fmla="*/ 2434985 h 3508207"/>
              <a:gd name="connsiteX5" fmla="*/ 928190 w 2150347"/>
              <a:gd name="connsiteY5" fmla="*/ 1084474 h 3508207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4105 w 2214185"/>
              <a:gd name="connsiteY0" fmla="*/ 720680 h 3624865"/>
              <a:gd name="connsiteX1" fmla="*/ 1990259 w 2214185"/>
              <a:gd name="connsiteY1" fmla="*/ 56886 h 3624865"/>
              <a:gd name="connsiteX2" fmla="*/ 1628516 w 2214185"/>
              <a:gd name="connsiteY2" fmla="*/ 2052315 h 3624865"/>
              <a:gd name="connsiteX3" fmla="*/ 2025289 w 2214185"/>
              <a:gd name="connsiteY3" fmla="*/ 3523570 h 3624865"/>
              <a:gd name="connsiteX4" fmla="*/ 79565 w 2214185"/>
              <a:gd name="connsiteY4" fmla="*/ 2546011 h 3624865"/>
              <a:gd name="connsiteX5" fmla="*/ 534105 w 2214185"/>
              <a:gd name="connsiteY5" fmla="*/ 720680 h 3624865"/>
              <a:gd name="connsiteX0" fmla="*/ 534105 w 2214185"/>
              <a:gd name="connsiteY0" fmla="*/ 702134 h 3606319"/>
              <a:gd name="connsiteX1" fmla="*/ 1990259 w 2214185"/>
              <a:gd name="connsiteY1" fmla="*/ 38340 h 3606319"/>
              <a:gd name="connsiteX2" fmla="*/ 1628516 w 2214185"/>
              <a:gd name="connsiteY2" fmla="*/ 2033769 h 3606319"/>
              <a:gd name="connsiteX3" fmla="*/ 2025289 w 2214185"/>
              <a:gd name="connsiteY3" fmla="*/ 3505024 h 3606319"/>
              <a:gd name="connsiteX4" fmla="*/ 79565 w 2214185"/>
              <a:gd name="connsiteY4" fmla="*/ 2527465 h 3606319"/>
              <a:gd name="connsiteX5" fmla="*/ 534105 w 2214185"/>
              <a:gd name="connsiteY5" fmla="*/ 702134 h 3606319"/>
              <a:gd name="connsiteX0" fmla="*/ 591383 w 2201636"/>
              <a:gd name="connsiteY0" fmla="*/ 804752 h 3611345"/>
              <a:gd name="connsiteX1" fmla="*/ 1977710 w 2201636"/>
              <a:gd name="connsiteY1" fmla="*/ 44556 h 3611345"/>
              <a:gd name="connsiteX2" fmla="*/ 1615967 w 2201636"/>
              <a:gd name="connsiteY2" fmla="*/ 2039985 h 3611345"/>
              <a:gd name="connsiteX3" fmla="*/ 2012740 w 2201636"/>
              <a:gd name="connsiteY3" fmla="*/ 3511240 h 3611345"/>
              <a:gd name="connsiteX4" fmla="*/ 67016 w 2201636"/>
              <a:gd name="connsiteY4" fmla="*/ 2533681 h 3611345"/>
              <a:gd name="connsiteX5" fmla="*/ 591383 w 2201636"/>
              <a:gd name="connsiteY5" fmla="*/ 804752 h 3611345"/>
              <a:gd name="connsiteX0" fmla="*/ 621567 w 2231820"/>
              <a:gd name="connsiteY0" fmla="*/ 847596 h 3654189"/>
              <a:gd name="connsiteX1" fmla="*/ 2007894 w 2231820"/>
              <a:gd name="connsiteY1" fmla="*/ 87400 h 3654189"/>
              <a:gd name="connsiteX2" fmla="*/ 1646151 w 2231820"/>
              <a:gd name="connsiteY2" fmla="*/ 2082829 h 3654189"/>
              <a:gd name="connsiteX3" fmla="*/ 2042924 w 2231820"/>
              <a:gd name="connsiteY3" fmla="*/ 3554084 h 3654189"/>
              <a:gd name="connsiteX4" fmla="*/ 97200 w 2231820"/>
              <a:gd name="connsiteY4" fmla="*/ 2576525 h 3654189"/>
              <a:gd name="connsiteX5" fmla="*/ 621567 w 2231820"/>
              <a:gd name="connsiteY5" fmla="*/ 847596 h 36541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31820" h="3654189">
                <a:moveTo>
                  <a:pt x="621567" y="847596"/>
                </a:moveTo>
                <a:cubicBezTo>
                  <a:pt x="1178629" y="2845"/>
                  <a:pt x="1837130" y="-118472"/>
                  <a:pt x="2007894" y="87400"/>
                </a:cubicBezTo>
                <a:cubicBezTo>
                  <a:pt x="2178658" y="293272"/>
                  <a:pt x="1640313" y="1505048"/>
                  <a:pt x="1646151" y="2082829"/>
                </a:cubicBezTo>
                <a:cubicBezTo>
                  <a:pt x="1651989" y="2660610"/>
                  <a:pt x="2633224" y="3039235"/>
                  <a:pt x="2042924" y="3554084"/>
                </a:cubicBezTo>
                <a:cubicBezTo>
                  <a:pt x="1576966" y="3960484"/>
                  <a:pt x="334093" y="3027606"/>
                  <a:pt x="97200" y="2576525"/>
                </a:cubicBezTo>
                <a:cubicBezTo>
                  <a:pt x="-139693" y="2125444"/>
                  <a:pt x="64505" y="1692347"/>
                  <a:pt x="621567" y="847596"/>
                </a:cubicBezTo>
                <a:close/>
              </a:path>
            </a:pathLst>
          </a:custGeom>
          <a:solidFill>
            <a:srgbClr val="E7E7E7">
              <a:alpha val="52941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BAAE065-A309-1F47-9138-75E78CD01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 cap="all" spc="600" baseline="0">
                <a:solidFill>
                  <a:srgbClr val="647A84"/>
                </a:solidFill>
                <a:latin typeface="TheSans Plain" pitchFamily="2" charset="0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9C6FF71-801A-FC4F-950C-4E2FF76A05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rgbClr val="647A84"/>
                </a:solidFill>
                <a:latin typeface="TheSans Plain" pitchFamily="2" charset="0"/>
              </a:defRPr>
            </a:lvl1pPr>
            <a:lvl2pPr>
              <a:defRPr>
                <a:solidFill>
                  <a:srgbClr val="647A84"/>
                </a:solidFill>
                <a:latin typeface="TheSans Plain" pitchFamily="2" charset="0"/>
              </a:defRPr>
            </a:lvl2pPr>
            <a:lvl3pPr>
              <a:defRPr>
                <a:solidFill>
                  <a:srgbClr val="647A84"/>
                </a:solidFill>
                <a:latin typeface="TheSans Plain" pitchFamily="2" charset="0"/>
              </a:defRPr>
            </a:lvl3pPr>
            <a:lvl4pPr>
              <a:defRPr>
                <a:solidFill>
                  <a:srgbClr val="647A84"/>
                </a:solidFill>
                <a:latin typeface="TheSans Plain" pitchFamily="2" charset="0"/>
              </a:defRPr>
            </a:lvl4pPr>
            <a:lvl5pPr>
              <a:defRPr>
                <a:solidFill>
                  <a:srgbClr val="647A84"/>
                </a:solidFill>
                <a:latin typeface="TheSans Plain" pitchFamily="2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82311A-FB2F-DA48-8C46-A29BBA46B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137DF-46F0-194D-B8E6-89251B633EEA}" type="slidenum">
              <a:rPr lang="de-DE" smtClean="0"/>
              <a:t>‹Nr.›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32BA182-0060-D786-CA61-63531BC4A4B8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de-DE"/>
              <a:t>Lukas Peter Sumann, Maximilian Wolf Leopold Lindner</a:t>
            </a:r>
          </a:p>
        </p:txBody>
      </p:sp>
    </p:spTree>
    <p:extLst>
      <p:ext uri="{BB962C8B-B14F-4D97-AF65-F5344CB8AC3E}">
        <p14:creationId xmlns:p14="http://schemas.microsoft.com/office/powerpoint/2010/main" val="1971106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ihandform 17">
            <a:extLst>
              <a:ext uri="{FF2B5EF4-FFF2-40B4-BE49-F238E27FC236}">
                <a16:creationId xmlns:a16="http://schemas.microsoft.com/office/drawing/2014/main" id="{CEAD9B20-91CB-AE47-12BA-AB1C886877EF}"/>
              </a:ext>
            </a:extLst>
          </p:cNvPr>
          <p:cNvSpPr/>
          <p:nvPr userDrawn="1"/>
        </p:nvSpPr>
        <p:spPr>
          <a:xfrm rot="12664814" flipV="1">
            <a:off x="8029177" y="301128"/>
            <a:ext cx="5610720" cy="8294818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3177410"/>
              <a:gd name="connsiteY0" fmla="*/ 1035451 h 3606310"/>
              <a:gd name="connsiteX1" fmla="*/ 3141588 w 3177410"/>
              <a:gd name="connsiteY1" fmla="*/ 152581 h 3606310"/>
              <a:gd name="connsiteX2" fmla="*/ 2574031 w 3177410"/>
              <a:gd name="connsiteY2" fmla="*/ 1666070 h 3606310"/>
              <a:gd name="connsiteX3" fmla="*/ 2321781 w 3177410"/>
              <a:gd name="connsiteY3" fmla="*/ 3473850 h 3606310"/>
              <a:gd name="connsiteX4" fmla="*/ 51546 w 3177410"/>
              <a:gd name="connsiteY4" fmla="*/ 2664554 h 3606310"/>
              <a:gd name="connsiteX5" fmla="*/ 829312 w 3177410"/>
              <a:gd name="connsiteY5" fmla="*/ 1035451 h 3606310"/>
              <a:gd name="connsiteX0" fmla="*/ 829312 w 3177410"/>
              <a:gd name="connsiteY0" fmla="*/ 1013703 h 3584562"/>
              <a:gd name="connsiteX1" fmla="*/ 3141588 w 3177410"/>
              <a:gd name="connsiteY1" fmla="*/ 130833 h 3584562"/>
              <a:gd name="connsiteX2" fmla="*/ 2574031 w 3177410"/>
              <a:gd name="connsiteY2" fmla="*/ 1644322 h 3584562"/>
              <a:gd name="connsiteX3" fmla="*/ 2321781 w 3177410"/>
              <a:gd name="connsiteY3" fmla="*/ 3452102 h 3584562"/>
              <a:gd name="connsiteX4" fmla="*/ 51546 w 3177410"/>
              <a:gd name="connsiteY4" fmla="*/ 2642806 h 3584562"/>
              <a:gd name="connsiteX5" fmla="*/ 829312 w 3177410"/>
              <a:gd name="connsiteY5" fmla="*/ 1013703 h 3584562"/>
              <a:gd name="connsiteX0" fmla="*/ 829578 w 3177676"/>
              <a:gd name="connsiteY0" fmla="*/ 1013703 h 3584562"/>
              <a:gd name="connsiteX1" fmla="*/ 3141854 w 3177676"/>
              <a:gd name="connsiteY1" fmla="*/ 130833 h 3584562"/>
              <a:gd name="connsiteX2" fmla="*/ 2574297 w 3177676"/>
              <a:gd name="connsiteY2" fmla="*/ 1644322 h 3584562"/>
              <a:gd name="connsiteX3" fmla="*/ 2322047 w 3177676"/>
              <a:gd name="connsiteY3" fmla="*/ 3452102 h 3584562"/>
              <a:gd name="connsiteX4" fmla="*/ 51812 w 3177676"/>
              <a:gd name="connsiteY4" fmla="*/ 2642806 h 3584562"/>
              <a:gd name="connsiteX5" fmla="*/ 829578 w 3177676"/>
              <a:gd name="connsiteY5" fmla="*/ 1013703 h 3584562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77676" h="3588900">
                <a:moveTo>
                  <a:pt x="829578" y="1013703"/>
                </a:moveTo>
                <a:cubicBezTo>
                  <a:pt x="1397137" y="530228"/>
                  <a:pt x="2942157" y="-328119"/>
                  <a:pt x="3141854" y="130833"/>
                </a:cubicBezTo>
                <a:cubicBezTo>
                  <a:pt x="3341551" y="589785"/>
                  <a:pt x="2644367" y="1160846"/>
                  <a:pt x="2574297" y="1644322"/>
                </a:cubicBezTo>
                <a:cubicBezTo>
                  <a:pt x="2504227" y="2127798"/>
                  <a:pt x="2788005" y="3045702"/>
                  <a:pt x="2322047" y="3452102"/>
                </a:cubicBezTo>
                <a:cubicBezTo>
                  <a:pt x="1856089" y="3858502"/>
                  <a:pt x="253064" y="3291335"/>
                  <a:pt x="51812" y="2642806"/>
                </a:cubicBezTo>
                <a:cubicBezTo>
                  <a:pt x="-149440" y="1994277"/>
                  <a:pt x="262019" y="1497178"/>
                  <a:pt x="829578" y="1013703"/>
                </a:cubicBezTo>
                <a:close/>
              </a:path>
            </a:pathLst>
          </a:custGeom>
          <a:solidFill>
            <a:srgbClr val="E7E7E7">
              <a:alpha val="52941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502BA19-22BB-9749-A27A-7E43EF050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137DF-46F0-194D-B8E6-89251B633EEA}" type="slidenum">
              <a:rPr lang="de-DE" smtClean="0"/>
              <a:t>‹Nr.›</a:t>
            </a:fld>
            <a:endParaRPr lang="de-DE"/>
          </a:p>
        </p:txBody>
      </p:sp>
      <p:sp>
        <p:nvSpPr>
          <p:cNvPr id="10" name="Freihandform 9">
            <a:extLst>
              <a:ext uri="{FF2B5EF4-FFF2-40B4-BE49-F238E27FC236}">
                <a16:creationId xmlns:a16="http://schemas.microsoft.com/office/drawing/2014/main" id="{1223AABF-8467-4E9F-86F5-1F1ECB8048B1}"/>
              </a:ext>
            </a:extLst>
          </p:cNvPr>
          <p:cNvSpPr/>
          <p:nvPr userDrawn="1"/>
        </p:nvSpPr>
        <p:spPr>
          <a:xfrm rot="19240800">
            <a:off x="-3534515" y="-2092408"/>
            <a:ext cx="6636396" cy="4457866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3177410"/>
              <a:gd name="connsiteY0" fmla="*/ 1035451 h 3606310"/>
              <a:gd name="connsiteX1" fmla="*/ 3141588 w 3177410"/>
              <a:gd name="connsiteY1" fmla="*/ 152581 h 3606310"/>
              <a:gd name="connsiteX2" fmla="*/ 2574031 w 3177410"/>
              <a:gd name="connsiteY2" fmla="*/ 1666070 h 3606310"/>
              <a:gd name="connsiteX3" fmla="*/ 2321781 w 3177410"/>
              <a:gd name="connsiteY3" fmla="*/ 3473850 h 3606310"/>
              <a:gd name="connsiteX4" fmla="*/ 51546 w 3177410"/>
              <a:gd name="connsiteY4" fmla="*/ 2664554 h 3606310"/>
              <a:gd name="connsiteX5" fmla="*/ 829312 w 3177410"/>
              <a:gd name="connsiteY5" fmla="*/ 1035451 h 3606310"/>
              <a:gd name="connsiteX0" fmla="*/ 829312 w 3177410"/>
              <a:gd name="connsiteY0" fmla="*/ 1013703 h 3584562"/>
              <a:gd name="connsiteX1" fmla="*/ 3141588 w 3177410"/>
              <a:gd name="connsiteY1" fmla="*/ 130833 h 3584562"/>
              <a:gd name="connsiteX2" fmla="*/ 2574031 w 3177410"/>
              <a:gd name="connsiteY2" fmla="*/ 1644322 h 3584562"/>
              <a:gd name="connsiteX3" fmla="*/ 2321781 w 3177410"/>
              <a:gd name="connsiteY3" fmla="*/ 3452102 h 3584562"/>
              <a:gd name="connsiteX4" fmla="*/ 51546 w 3177410"/>
              <a:gd name="connsiteY4" fmla="*/ 2642806 h 3584562"/>
              <a:gd name="connsiteX5" fmla="*/ 829312 w 3177410"/>
              <a:gd name="connsiteY5" fmla="*/ 1013703 h 3584562"/>
              <a:gd name="connsiteX0" fmla="*/ 829578 w 3177676"/>
              <a:gd name="connsiteY0" fmla="*/ 1013703 h 3584562"/>
              <a:gd name="connsiteX1" fmla="*/ 3141854 w 3177676"/>
              <a:gd name="connsiteY1" fmla="*/ 130833 h 3584562"/>
              <a:gd name="connsiteX2" fmla="*/ 2574297 w 3177676"/>
              <a:gd name="connsiteY2" fmla="*/ 1644322 h 3584562"/>
              <a:gd name="connsiteX3" fmla="*/ 2322047 w 3177676"/>
              <a:gd name="connsiteY3" fmla="*/ 3452102 h 3584562"/>
              <a:gd name="connsiteX4" fmla="*/ 51812 w 3177676"/>
              <a:gd name="connsiteY4" fmla="*/ 2642806 h 3584562"/>
              <a:gd name="connsiteX5" fmla="*/ 829578 w 3177676"/>
              <a:gd name="connsiteY5" fmla="*/ 1013703 h 3584562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11178 w 2672400"/>
              <a:gd name="connsiteY0" fmla="*/ 7864 h 2583061"/>
              <a:gd name="connsiteX1" fmla="*/ 1318755 w 2672400"/>
              <a:gd name="connsiteY1" fmla="*/ 1092175 h 2583061"/>
              <a:gd name="connsiteX2" fmla="*/ 2555897 w 2672400"/>
              <a:gd name="connsiteY2" fmla="*/ 638483 h 2583061"/>
              <a:gd name="connsiteX3" fmla="*/ 2303647 w 2672400"/>
              <a:gd name="connsiteY3" fmla="*/ 2446263 h 2583061"/>
              <a:gd name="connsiteX4" fmla="*/ 33412 w 2672400"/>
              <a:gd name="connsiteY4" fmla="*/ 1636967 h 2583061"/>
              <a:gd name="connsiteX5" fmla="*/ 811178 w 2672400"/>
              <a:gd name="connsiteY5" fmla="*/ 7864 h 2583061"/>
              <a:gd name="connsiteX0" fmla="*/ 811178 w 3223026"/>
              <a:gd name="connsiteY0" fmla="*/ 5596 h 2477281"/>
              <a:gd name="connsiteX1" fmla="*/ 1318755 w 3223026"/>
              <a:gd name="connsiteY1" fmla="*/ 1089907 h 2477281"/>
              <a:gd name="connsiteX2" fmla="*/ 3192488 w 3223026"/>
              <a:gd name="connsiteY2" fmla="*/ 802600 h 2477281"/>
              <a:gd name="connsiteX3" fmla="*/ 2303647 w 3223026"/>
              <a:gd name="connsiteY3" fmla="*/ 2443995 h 2477281"/>
              <a:gd name="connsiteX4" fmla="*/ 33412 w 3223026"/>
              <a:gd name="connsiteY4" fmla="*/ 1634699 h 2477281"/>
              <a:gd name="connsiteX5" fmla="*/ 811178 w 3223026"/>
              <a:gd name="connsiteY5" fmla="*/ 5596 h 2477281"/>
              <a:gd name="connsiteX0" fmla="*/ 846588 w 3330250"/>
              <a:gd name="connsiteY0" fmla="*/ 5596 h 2432711"/>
              <a:gd name="connsiteX1" fmla="*/ 1354165 w 3330250"/>
              <a:gd name="connsiteY1" fmla="*/ 1089907 h 2432711"/>
              <a:gd name="connsiteX2" fmla="*/ 3227898 w 3330250"/>
              <a:gd name="connsiteY2" fmla="*/ 802600 h 2432711"/>
              <a:gd name="connsiteX3" fmla="*/ 2761796 w 3330250"/>
              <a:gd name="connsiteY3" fmla="*/ 2409553 h 2432711"/>
              <a:gd name="connsiteX4" fmla="*/ 68822 w 3330250"/>
              <a:gd name="connsiteY4" fmla="*/ 1634699 h 2432711"/>
              <a:gd name="connsiteX5" fmla="*/ 846588 w 3330250"/>
              <a:gd name="connsiteY5" fmla="*/ 5596 h 2432711"/>
              <a:gd name="connsiteX0" fmla="*/ 846588 w 3514825"/>
              <a:gd name="connsiteY0" fmla="*/ 5596 h 2432711"/>
              <a:gd name="connsiteX1" fmla="*/ 1354165 w 3514825"/>
              <a:gd name="connsiteY1" fmla="*/ 1089907 h 2432711"/>
              <a:gd name="connsiteX2" fmla="*/ 3227898 w 3514825"/>
              <a:gd name="connsiteY2" fmla="*/ 802600 h 2432711"/>
              <a:gd name="connsiteX3" fmla="*/ 2761796 w 3514825"/>
              <a:gd name="connsiteY3" fmla="*/ 2409553 h 2432711"/>
              <a:gd name="connsiteX4" fmla="*/ 68822 w 3514825"/>
              <a:gd name="connsiteY4" fmla="*/ 1634699 h 2432711"/>
              <a:gd name="connsiteX5" fmla="*/ 846588 w 3514825"/>
              <a:gd name="connsiteY5" fmla="*/ 5596 h 2432711"/>
              <a:gd name="connsiteX0" fmla="*/ 875402 w 3543639"/>
              <a:gd name="connsiteY0" fmla="*/ 2708 h 2429823"/>
              <a:gd name="connsiteX1" fmla="*/ 1382979 w 3543639"/>
              <a:gd name="connsiteY1" fmla="*/ 1087019 h 2429823"/>
              <a:gd name="connsiteX2" fmla="*/ 3256712 w 3543639"/>
              <a:gd name="connsiteY2" fmla="*/ 799712 h 2429823"/>
              <a:gd name="connsiteX3" fmla="*/ 2790610 w 3543639"/>
              <a:gd name="connsiteY3" fmla="*/ 2406665 h 2429823"/>
              <a:gd name="connsiteX4" fmla="*/ 97636 w 3543639"/>
              <a:gd name="connsiteY4" fmla="*/ 1631811 h 2429823"/>
              <a:gd name="connsiteX5" fmla="*/ 875402 w 3543639"/>
              <a:gd name="connsiteY5" fmla="*/ 2708 h 2429823"/>
              <a:gd name="connsiteX0" fmla="*/ 1035116 w 3703353"/>
              <a:gd name="connsiteY0" fmla="*/ 3586 h 2450893"/>
              <a:gd name="connsiteX1" fmla="*/ 1542693 w 3703353"/>
              <a:gd name="connsiteY1" fmla="*/ 1087897 h 2450893"/>
              <a:gd name="connsiteX2" fmla="*/ 3416426 w 3703353"/>
              <a:gd name="connsiteY2" fmla="*/ 800590 h 2450893"/>
              <a:gd name="connsiteX3" fmla="*/ 2950324 w 3703353"/>
              <a:gd name="connsiteY3" fmla="*/ 2407543 h 2450893"/>
              <a:gd name="connsiteX4" fmla="*/ 257350 w 3703353"/>
              <a:gd name="connsiteY4" fmla="*/ 1632689 h 2450893"/>
              <a:gd name="connsiteX5" fmla="*/ 1035116 w 3703353"/>
              <a:gd name="connsiteY5" fmla="*/ 3586 h 2450893"/>
              <a:gd name="connsiteX0" fmla="*/ 991689 w 3462563"/>
              <a:gd name="connsiteY0" fmla="*/ 10605 h 2457912"/>
              <a:gd name="connsiteX1" fmla="*/ 1674106 w 3462563"/>
              <a:gd name="connsiteY1" fmla="*/ 930710 h 2457912"/>
              <a:gd name="connsiteX2" fmla="*/ 3372999 w 3462563"/>
              <a:gd name="connsiteY2" fmla="*/ 807609 h 2457912"/>
              <a:gd name="connsiteX3" fmla="*/ 2906897 w 3462563"/>
              <a:gd name="connsiteY3" fmla="*/ 2414562 h 2457912"/>
              <a:gd name="connsiteX4" fmla="*/ 213923 w 3462563"/>
              <a:gd name="connsiteY4" fmla="*/ 1639708 h 2457912"/>
              <a:gd name="connsiteX5" fmla="*/ 991689 w 3462563"/>
              <a:gd name="connsiteY5" fmla="*/ 10605 h 2457912"/>
              <a:gd name="connsiteX0" fmla="*/ 991689 w 3644113"/>
              <a:gd name="connsiteY0" fmla="*/ 10605 h 2457912"/>
              <a:gd name="connsiteX1" fmla="*/ 1674106 w 3644113"/>
              <a:gd name="connsiteY1" fmla="*/ 930710 h 2457912"/>
              <a:gd name="connsiteX2" fmla="*/ 3372999 w 3644113"/>
              <a:gd name="connsiteY2" fmla="*/ 807609 h 2457912"/>
              <a:gd name="connsiteX3" fmla="*/ 2906897 w 3644113"/>
              <a:gd name="connsiteY3" fmla="*/ 2414562 h 2457912"/>
              <a:gd name="connsiteX4" fmla="*/ 213923 w 3644113"/>
              <a:gd name="connsiteY4" fmla="*/ 1639708 h 2457912"/>
              <a:gd name="connsiteX5" fmla="*/ 991689 w 3644113"/>
              <a:gd name="connsiteY5" fmla="*/ 10605 h 2457912"/>
              <a:gd name="connsiteX0" fmla="*/ 1054352 w 3706777"/>
              <a:gd name="connsiteY0" fmla="*/ 1046 h 2448353"/>
              <a:gd name="connsiteX1" fmla="*/ 1736769 w 3706777"/>
              <a:gd name="connsiteY1" fmla="*/ 921151 h 2448353"/>
              <a:gd name="connsiteX2" fmla="*/ 3435662 w 3706777"/>
              <a:gd name="connsiteY2" fmla="*/ 798050 h 2448353"/>
              <a:gd name="connsiteX3" fmla="*/ 2969560 w 3706777"/>
              <a:gd name="connsiteY3" fmla="*/ 2405003 h 2448353"/>
              <a:gd name="connsiteX4" fmla="*/ 276586 w 3706777"/>
              <a:gd name="connsiteY4" fmla="*/ 1630149 h 2448353"/>
              <a:gd name="connsiteX5" fmla="*/ 1054352 w 3706777"/>
              <a:gd name="connsiteY5" fmla="*/ 1046 h 2448353"/>
              <a:gd name="connsiteX0" fmla="*/ 590056 w 3683836"/>
              <a:gd name="connsiteY0" fmla="*/ 1109 h 1961431"/>
              <a:gd name="connsiteX1" fmla="*/ 1713828 w 3683836"/>
              <a:gd name="connsiteY1" fmla="*/ 456838 h 1961431"/>
              <a:gd name="connsiteX2" fmla="*/ 3412721 w 3683836"/>
              <a:gd name="connsiteY2" fmla="*/ 333737 h 1961431"/>
              <a:gd name="connsiteX3" fmla="*/ 2946619 w 3683836"/>
              <a:gd name="connsiteY3" fmla="*/ 1940690 h 1961431"/>
              <a:gd name="connsiteX4" fmla="*/ 253645 w 3683836"/>
              <a:gd name="connsiteY4" fmla="*/ 1165836 h 1961431"/>
              <a:gd name="connsiteX5" fmla="*/ 590056 w 3683836"/>
              <a:gd name="connsiteY5" fmla="*/ 1109 h 1961431"/>
              <a:gd name="connsiteX0" fmla="*/ 577152 w 3670932"/>
              <a:gd name="connsiteY0" fmla="*/ 28557 h 1988879"/>
              <a:gd name="connsiteX1" fmla="*/ 1700924 w 3670932"/>
              <a:gd name="connsiteY1" fmla="*/ 484286 h 1988879"/>
              <a:gd name="connsiteX2" fmla="*/ 3399817 w 3670932"/>
              <a:gd name="connsiteY2" fmla="*/ 361185 h 1988879"/>
              <a:gd name="connsiteX3" fmla="*/ 2933715 w 3670932"/>
              <a:gd name="connsiteY3" fmla="*/ 1968138 h 1988879"/>
              <a:gd name="connsiteX4" fmla="*/ 240741 w 3670932"/>
              <a:gd name="connsiteY4" fmla="*/ 1193284 h 1988879"/>
              <a:gd name="connsiteX5" fmla="*/ 577152 w 3670932"/>
              <a:gd name="connsiteY5" fmla="*/ 28557 h 1988879"/>
              <a:gd name="connsiteX0" fmla="*/ 5660 w 3065770"/>
              <a:gd name="connsiteY0" fmla="*/ 41752 h 2084853"/>
              <a:gd name="connsiteX1" fmla="*/ 1129432 w 3065770"/>
              <a:gd name="connsiteY1" fmla="*/ 497481 h 2084853"/>
              <a:gd name="connsiteX2" fmla="*/ 2828325 w 3065770"/>
              <a:gd name="connsiteY2" fmla="*/ 374380 h 2084853"/>
              <a:gd name="connsiteX3" fmla="*/ 2362223 w 3065770"/>
              <a:gd name="connsiteY3" fmla="*/ 1981333 h 2084853"/>
              <a:gd name="connsiteX4" fmla="*/ 768571 w 3065770"/>
              <a:gd name="connsiteY4" fmla="*/ 1718703 h 2084853"/>
              <a:gd name="connsiteX5" fmla="*/ 5660 w 3065770"/>
              <a:gd name="connsiteY5" fmla="*/ 41752 h 2084853"/>
              <a:gd name="connsiteX0" fmla="*/ 12471 w 3072581"/>
              <a:gd name="connsiteY0" fmla="*/ 41752 h 2092530"/>
              <a:gd name="connsiteX1" fmla="*/ 1136243 w 3072581"/>
              <a:gd name="connsiteY1" fmla="*/ 497481 h 2092530"/>
              <a:gd name="connsiteX2" fmla="*/ 2835136 w 3072581"/>
              <a:gd name="connsiteY2" fmla="*/ 374380 h 2092530"/>
              <a:gd name="connsiteX3" fmla="*/ 2369034 w 3072581"/>
              <a:gd name="connsiteY3" fmla="*/ 1981333 h 2092530"/>
              <a:gd name="connsiteX4" fmla="*/ 775382 w 3072581"/>
              <a:gd name="connsiteY4" fmla="*/ 1718703 h 2092530"/>
              <a:gd name="connsiteX5" fmla="*/ 12471 w 3072581"/>
              <a:gd name="connsiteY5" fmla="*/ 41752 h 2092530"/>
              <a:gd name="connsiteX0" fmla="*/ 2798 w 3655173"/>
              <a:gd name="connsiteY0" fmla="*/ 869129 h 2007317"/>
              <a:gd name="connsiteX1" fmla="*/ 1718835 w 3655173"/>
              <a:gd name="connsiteY1" fmla="*/ 445136 h 2007317"/>
              <a:gd name="connsiteX2" fmla="*/ 3417728 w 3655173"/>
              <a:gd name="connsiteY2" fmla="*/ 322035 h 2007317"/>
              <a:gd name="connsiteX3" fmla="*/ 2951626 w 3655173"/>
              <a:gd name="connsiteY3" fmla="*/ 1928988 h 2007317"/>
              <a:gd name="connsiteX4" fmla="*/ 1357974 w 3655173"/>
              <a:gd name="connsiteY4" fmla="*/ 1666358 h 2007317"/>
              <a:gd name="connsiteX5" fmla="*/ 2798 w 3655173"/>
              <a:gd name="connsiteY5" fmla="*/ 869129 h 2007317"/>
              <a:gd name="connsiteX0" fmla="*/ 542 w 3652917"/>
              <a:gd name="connsiteY0" fmla="*/ 869129 h 2007318"/>
              <a:gd name="connsiteX1" fmla="*/ 1716579 w 3652917"/>
              <a:gd name="connsiteY1" fmla="*/ 445136 h 2007318"/>
              <a:gd name="connsiteX2" fmla="*/ 3415472 w 3652917"/>
              <a:gd name="connsiteY2" fmla="*/ 322035 h 2007318"/>
              <a:gd name="connsiteX3" fmla="*/ 2949370 w 3652917"/>
              <a:gd name="connsiteY3" fmla="*/ 1928988 h 2007318"/>
              <a:gd name="connsiteX4" fmla="*/ 1355718 w 3652917"/>
              <a:gd name="connsiteY4" fmla="*/ 1666358 h 2007318"/>
              <a:gd name="connsiteX5" fmla="*/ 542 w 3652917"/>
              <a:gd name="connsiteY5" fmla="*/ 869129 h 2007318"/>
              <a:gd name="connsiteX0" fmla="*/ 243 w 3639926"/>
              <a:gd name="connsiteY0" fmla="*/ 869129 h 1955507"/>
              <a:gd name="connsiteX1" fmla="*/ 1716280 w 3639926"/>
              <a:gd name="connsiteY1" fmla="*/ 445136 h 1955507"/>
              <a:gd name="connsiteX2" fmla="*/ 3415173 w 3639926"/>
              <a:gd name="connsiteY2" fmla="*/ 322035 h 1955507"/>
              <a:gd name="connsiteX3" fmla="*/ 2949071 w 3639926"/>
              <a:gd name="connsiteY3" fmla="*/ 1928988 h 1955507"/>
              <a:gd name="connsiteX4" fmla="*/ 1833458 w 3639926"/>
              <a:gd name="connsiteY4" fmla="*/ 1291535 h 1955507"/>
              <a:gd name="connsiteX5" fmla="*/ 243 w 3639926"/>
              <a:gd name="connsiteY5" fmla="*/ 869129 h 1955507"/>
              <a:gd name="connsiteX0" fmla="*/ 243 w 3639926"/>
              <a:gd name="connsiteY0" fmla="*/ 869129 h 1947022"/>
              <a:gd name="connsiteX1" fmla="*/ 1716280 w 3639926"/>
              <a:gd name="connsiteY1" fmla="*/ 445136 h 1947022"/>
              <a:gd name="connsiteX2" fmla="*/ 3415173 w 3639926"/>
              <a:gd name="connsiteY2" fmla="*/ 322035 h 1947022"/>
              <a:gd name="connsiteX3" fmla="*/ 2949071 w 3639926"/>
              <a:gd name="connsiteY3" fmla="*/ 1928988 h 1947022"/>
              <a:gd name="connsiteX4" fmla="*/ 1833458 w 3639926"/>
              <a:gd name="connsiteY4" fmla="*/ 1291535 h 1947022"/>
              <a:gd name="connsiteX5" fmla="*/ 243 w 3639926"/>
              <a:gd name="connsiteY5" fmla="*/ 869129 h 1947022"/>
              <a:gd name="connsiteX0" fmla="*/ 7345 w 3647028"/>
              <a:gd name="connsiteY0" fmla="*/ 869129 h 1947022"/>
              <a:gd name="connsiteX1" fmla="*/ 1723382 w 3647028"/>
              <a:gd name="connsiteY1" fmla="*/ 445136 h 1947022"/>
              <a:gd name="connsiteX2" fmla="*/ 3422275 w 3647028"/>
              <a:gd name="connsiteY2" fmla="*/ 322035 h 1947022"/>
              <a:gd name="connsiteX3" fmla="*/ 2956173 w 3647028"/>
              <a:gd name="connsiteY3" fmla="*/ 1928988 h 1947022"/>
              <a:gd name="connsiteX4" fmla="*/ 1840560 w 3647028"/>
              <a:gd name="connsiteY4" fmla="*/ 1291535 h 1947022"/>
              <a:gd name="connsiteX5" fmla="*/ 7345 w 3647028"/>
              <a:gd name="connsiteY5" fmla="*/ 869129 h 1947022"/>
              <a:gd name="connsiteX0" fmla="*/ 7345 w 3811052"/>
              <a:gd name="connsiteY0" fmla="*/ 869129 h 1929159"/>
              <a:gd name="connsiteX1" fmla="*/ 1723382 w 3811052"/>
              <a:gd name="connsiteY1" fmla="*/ 445136 h 1929159"/>
              <a:gd name="connsiteX2" fmla="*/ 3422275 w 3811052"/>
              <a:gd name="connsiteY2" fmla="*/ 322035 h 1929159"/>
              <a:gd name="connsiteX3" fmla="*/ 2956173 w 3811052"/>
              <a:gd name="connsiteY3" fmla="*/ 1928988 h 1929159"/>
              <a:gd name="connsiteX4" fmla="*/ 1840560 w 3811052"/>
              <a:gd name="connsiteY4" fmla="*/ 1291535 h 1929159"/>
              <a:gd name="connsiteX5" fmla="*/ 7345 w 3811052"/>
              <a:gd name="connsiteY5" fmla="*/ 869129 h 1929159"/>
              <a:gd name="connsiteX0" fmla="*/ 5264 w 3937957"/>
              <a:gd name="connsiteY0" fmla="*/ 1155023 h 1938909"/>
              <a:gd name="connsiteX1" fmla="*/ 1850286 w 3937957"/>
              <a:gd name="connsiteY1" fmla="*/ 454886 h 1938909"/>
              <a:gd name="connsiteX2" fmla="*/ 3549179 w 3937957"/>
              <a:gd name="connsiteY2" fmla="*/ 331785 h 1938909"/>
              <a:gd name="connsiteX3" fmla="*/ 3083077 w 3937957"/>
              <a:gd name="connsiteY3" fmla="*/ 1938738 h 1938909"/>
              <a:gd name="connsiteX4" fmla="*/ 1967464 w 3937957"/>
              <a:gd name="connsiteY4" fmla="*/ 1301285 h 1938909"/>
              <a:gd name="connsiteX5" fmla="*/ 5264 w 3937957"/>
              <a:gd name="connsiteY5" fmla="*/ 1155023 h 1938909"/>
              <a:gd name="connsiteX0" fmla="*/ 23607 w 3956300"/>
              <a:gd name="connsiteY0" fmla="*/ 1155023 h 1938909"/>
              <a:gd name="connsiteX1" fmla="*/ 1868629 w 3956300"/>
              <a:gd name="connsiteY1" fmla="*/ 454886 h 1938909"/>
              <a:gd name="connsiteX2" fmla="*/ 3567522 w 3956300"/>
              <a:gd name="connsiteY2" fmla="*/ 331785 h 1938909"/>
              <a:gd name="connsiteX3" fmla="*/ 3101420 w 3956300"/>
              <a:gd name="connsiteY3" fmla="*/ 1938738 h 1938909"/>
              <a:gd name="connsiteX4" fmla="*/ 1985807 w 3956300"/>
              <a:gd name="connsiteY4" fmla="*/ 1301285 h 1938909"/>
              <a:gd name="connsiteX5" fmla="*/ 23607 w 3956300"/>
              <a:gd name="connsiteY5" fmla="*/ 1155023 h 1938909"/>
              <a:gd name="connsiteX0" fmla="*/ 356 w 3775841"/>
              <a:gd name="connsiteY0" fmla="*/ 1155023 h 1975367"/>
              <a:gd name="connsiteX1" fmla="*/ 1845378 w 3775841"/>
              <a:gd name="connsiteY1" fmla="*/ 454886 h 1975367"/>
              <a:gd name="connsiteX2" fmla="*/ 3544271 w 3775841"/>
              <a:gd name="connsiteY2" fmla="*/ 331785 h 1975367"/>
              <a:gd name="connsiteX3" fmla="*/ 3078169 w 3775841"/>
              <a:gd name="connsiteY3" fmla="*/ 1938738 h 1975367"/>
              <a:gd name="connsiteX4" fmla="*/ 1700608 w 3775841"/>
              <a:gd name="connsiteY4" fmla="*/ 1432728 h 1975367"/>
              <a:gd name="connsiteX5" fmla="*/ 356 w 3775841"/>
              <a:gd name="connsiteY5" fmla="*/ 1155023 h 1975367"/>
              <a:gd name="connsiteX0" fmla="*/ 385 w 3775871"/>
              <a:gd name="connsiteY0" fmla="*/ 1155023 h 1964875"/>
              <a:gd name="connsiteX1" fmla="*/ 1845407 w 3775871"/>
              <a:gd name="connsiteY1" fmla="*/ 454886 h 1964875"/>
              <a:gd name="connsiteX2" fmla="*/ 3544300 w 3775871"/>
              <a:gd name="connsiteY2" fmla="*/ 331785 h 1964875"/>
              <a:gd name="connsiteX3" fmla="*/ 3078198 w 3775871"/>
              <a:gd name="connsiteY3" fmla="*/ 1938738 h 1964875"/>
              <a:gd name="connsiteX4" fmla="*/ 1700637 w 3775871"/>
              <a:gd name="connsiteY4" fmla="*/ 1432728 h 1964875"/>
              <a:gd name="connsiteX5" fmla="*/ 385 w 3775871"/>
              <a:gd name="connsiteY5" fmla="*/ 1155023 h 1964875"/>
              <a:gd name="connsiteX0" fmla="*/ 518 w 3310321"/>
              <a:gd name="connsiteY0" fmla="*/ 1561197 h 1986949"/>
              <a:gd name="connsiteX1" fmla="*/ 1379857 w 3310321"/>
              <a:gd name="connsiteY1" fmla="*/ 469469 h 1986949"/>
              <a:gd name="connsiteX2" fmla="*/ 3078750 w 3310321"/>
              <a:gd name="connsiteY2" fmla="*/ 346368 h 1986949"/>
              <a:gd name="connsiteX3" fmla="*/ 2612648 w 3310321"/>
              <a:gd name="connsiteY3" fmla="*/ 1953321 h 1986949"/>
              <a:gd name="connsiteX4" fmla="*/ 1235087 w 3310321"/>
              <a:gd name="connsiteY4" fmla="*/ 1447311 h 1986949"/>
              <a:gd name="connsiteX5" fmla="*/ 518 w 3310321"/>
              <a:gd name="connsiteY5" fmla="*/ 1561197 h 1986949"/>
              <a:gd name="connsiteX0" fmla="*/ 252954 w 3562757"/>
              <a:gd name="connsiteY0" fmla="*/ 1561197 h 1986950"/>
              <a:gd name="connsiteX1" fmla="*/ 1632293 w 3562757"/>
              <a:gd name="connsiteY1" fmla="*/ 469469 h 1986950"/>
              <a:gd name="connsiteX2" fmla="*/ 3331186 w 3562757"/>
              <a:gd name="connsiteY2" fmla="*/ 346368 h 1986950"/>
              <a:gd name="connsiteX3" fmla="*/ 2865084 w 3562757"/>
              <a:gd name="connsiteY3" fmla="*/ 1953321 h 1986950"/>
              <a:gd name="connsiteX4" fmla="*/ 1487523 w 3562757"/>
              <a:gd name="connsiteY4" fmla="*/ 1447311 h 1986950"/>
              <a:gd name="connsiteX5" fmla="*/ 252954 w 3562757"/>
              <a:gd name="connsiteY5" fmla="*/ 1561197 h 1986950"/>
              <a:gd name="connsiteX0" fmla="*/ 275988 w 4836894"/>
              <a:gd name="connsiteY0" fmla="*/ 1254188 h 1664972"/>
              <a:gd name="connsiteX1" fmla="*/ 1655327 w 4836894"/>
              <a:gd name="connsiteY1" fmla="*/ 162460 h 1664972"/>
              <a:gd name="connsiteX2" fmla="*/ 4715739 w 4836894"/>
              <a:gd name="connsiteY2" fmla="*/ 494988 h 1664972"/>
              <a:gd name="connsiteX3" fmla="*/ 2888118 w 4836894"/>
              <a:gd name="connsiteY3" fmla="*/ 1646312 h 1664972"/>
              <a:gd name="connsiteX4" fmla="*/ 1510557 w 4836894"/>
              <a:gd name="connsiteY4" fmla="*/ 1140302 h 1664972"/>
              <a:gd name="connsiteX5" fmla="*/ 275988 w 4836894"/>
              <a:gd name="connsiteY5" fmla="*/ 1254188 h 1664972"/>
              <a:gd name="connsiteX0" fmla="*/ 275988 w 4716813"/>
              <a:gd name="connsiteY0" fmla="*/ 1630321 h 2049242"/>
              <a:gd name="connsiteX1" fmla="*/ 1655327 w 4716813"/>
              <a:gd name="connsiteY1" fmla="*/ 538593 h 2049242"/>
              <a:gd name="connsiteX2" fmla="*/ 4715739 w 4716813"/>
              <a:gd name="connsiteY2" fmla="*/ 871121 h 2049242"/>
              <a:gd name="connsiteX3" fmla="*/ 2888118 w 4716813"/>
              <a:gd name="connsiteY3" fmla="*/ 2022445 h 2049242"/>
              <a:gd name="connsiteX4" fmla="*/ 1510557 w 4716813"/>
              <a:gd name="connsiteY4" fmla="*/ 1516435 h 2049242"/>
              <a:gd name="connsiteX5" fmla="*/ 275988 w 4716813"/>
              <a:gd name="connsiteY5" fmla="*/ 1630321 h 2049242"/>
              <a:gd name="connsiteX0" fmla="*/ 275988 w 4749030"/>
              <a:gd name="connsiteY0" fmla="*/ 1124638 h 1545870"/>
              <a:gd name="connsiteX1" fmla="*/ 1655327 w 4749030"/>
              <a:gd name="connsiteY1" fmla="*/ 32910 h 1545870"/>
              <a:gd name="connsiteX2" fmla="*/ 4715739 w 4749030"/>
              <a:gd name="connsiteY2" fmla="*/ 365438 h 1545870"/>
              <a:gd name="connsiteX3" fmla="*/ 3175706 w 4749030"/>
              <a:gd name="connsiteY3" fmla="*/ 1192854 h 1545870"/>
              <a:gd name="connsiteX4" fmla="*/ 1510557 w 4749030"/>
              <a:gd name="connsiteY4" fmla="*/ 1010752 h 1545870"/>
              <a:gd name="connsiteX5" fmla="*/ 275988 w 4749030"/>
              <a:gd name="connsiteY5" fmla="*/ 1124638 h 1545870"/>
              <a:gd name="connsiteX0" fmla="*/ 275988 w 4727950"/>
              <a:gd name="connsiteY0" fmla="*/ 1387914 h 1809146"/>
              <a:gd name="connsiteX1" fmla="*/ 1655327 w 4727950"/>
              <a:gd name="connsiteY1" fmla="*/ 296186 h 1809146"/>
              <a:gd name="connsiteX2" fmla="*/ 4715739 w 4727950"/>
              <a:gd name="connsiteY2" fmla="*/ 628714 h 1809146"/>
              <a:gd name="connsiteX3" fmla="*/ 3175706 w 4727950"/>
              <a:gd name="connsiteY3" fmla="*/ 1456130 h 1809146"/>
              <a:gd name="connsiteX4" fmla="*/ 1510557 w 4727950"/>
              <a:gd name="connsiteY4" fmla="*/ 1274028 h 1809146"/>
              <a:gd name="connsiteX5" fmla="*/ 275988 w 4727950"/>
              <a:gd name="connsiteY5" fmla="*/ 1387914 h 1809146"/>
              <a:gd name="connsiteX0" fmla="*/ 275988 w 4727950"/>
              <a:gd name="connsiteY0" fmla="*/ 1387914 h 1809146"/>
              <a:gd name="connsiteX1" fmla="*/ 1655327 w 4727950"/>
              <a:gd name="connsiteY1" fmla="*/ 296186 h 1809146"/>
              <a:gd name="connsiteX2" fmla="*/ 4715739 w 4727950"/>
              <a:gd name="connsiteY2" fmla="*/ 628714 h 1809146"/>
              <a:gd name="connsiteX3" fmla="*/ 3175706 w 4727950"/>
              <a:gd name="connsiteY3" fmla="*/ 1456130 h 1809146"/>
              <a:gd name="connsiteX4" fmla="*/ 1510557 w 4727950"/>
              <a:gd name="connsiteY4" fmla="*/ 1274028 h 1809146"/>
              <a:gd name="connsiteX5" fmla="*/ 275988 w 4727950"/>
              <a:gd name="connsiteY5" fmla="*/ 1387914 h 1809146"/>
              <a:gd name="connsiteX0" fmla="*/ 275988 w 4740315"/>
              <a:gd name="connsiteY0" fmla="*/ 1132875 h 1722803"/>
              <a:gd name="connsiteX1" fmla="*/ 1655327 w 4740315"/>
              <a:gd name="connsiteY1" fmla="*/ 41147 h 1722803"/>
              <a:gd name="connsiteX2" fmla="*/ 4715739 w 4740315"/>
              <a:gd name="connsiteY2" fmla="*/ 373675 h 1722803"/>
              <a:gd name="connsiteX3" fmla="*/ 3012343 w 4740315"/>
              <a:gd name="connsiteY3" fmla="*/ 1711656 h 1722803"/>
              <a:gd name="connsiteX4" fmla="*/ 1510557 w 4740315"/>
              <a:gd name="connsiteY4" fmla="*/ 1018989 h 1722803"/>
              <a:gd name="connsiteX5" fmla="*/ 275988 w 4740315"/>
              <a:gd name="connsiteY5" fmla="*/ 1132875 h 1722803"/>
              <a:gd name="connsiteX0" fmla="*/ 275988 w 4756119"/>
              <a:gd name="connsiteY0" fmla="*/ 1127108 h 1542684"/>
              <a:gd name="connsiteX1" fmla="*/ 1655327 w 4756119"/>
              <a:gd name="connsiteY1" fmla="*/ 35380 h 1542684"/>
              <a:gd name="connsiteX2" fmla="*/ 4715739 w 4756119"/>
              <a:gd name="connsiteY2" fmla="*/ 367908 h 1542684"/>
              <a:gd name="connsiteX3" fmla="*/ 3285074 w 4756119"/>
              <a:gd name="connsiteY3" fmla="*/ 1369029 h 1542684"/>
              <a:gd name="connsiteX4" fmla="*/ 1510557 w 4756119"/>
              <a:gd name="connsiteY4" fmla="*/ 1013222 h 1542684"/>
              <a:gd name="connsiteX5" fmla="*/ 275988 w 4756119"/>
              <a:gd name="connsiteY5" fmla="*/ 1127108 h 1542684"/>
              <a:gd name="connsiteX0" fmla="*/ 275988 w 4715923"/>
              <a:gd name="connsiteY0" fmla="*/ 1122352 h 1572226"/>
              <a:gd name="connsiteX1" fmla="*/ 1655327 w 4715923"/>
              <a:gd name="connsiteY1" fmla="*/ 30624 h 1572226"/>
              <a:gd name="connsiteX2" fmla="*/ 4715739 w 4715923"/>
              <a:gd name="connsiteY2" fmla="*/ 363152 h 1572226"/>
              <a:gd name="connsiteX3" fmla="*/ 1510557 w 4715923"/>
              <a:gd name="connsiteY3" fmla="*/ 1008466 h 1572226"/>
              <a:gd name="connsiteX4" fmla="*/ 275988 w 4715923"/>
              <a:gd name="connsiteY4" fmla="*/ 1122352 h 1572226"/>
              <a:gd name="connsiteX0" fmla="*/ 25029 w 4476010"/>
              <a:gd name="connsiteY0" fmla="*/ 1892393 h 2022034"/>
              <a:gd name="connsiteX1" fmla="*/ 2236847 w 4476010"/>
              <a:gd name="connsiteY1" fmla="*/ 11492 h 2022034"/>
              <a:gd name="connsiteX2" fmla="*/ 4464780 w 4476010"/>
              <a:gd name="connsiteY2" fmla="*/ 1133193 h 2022034"/>
              <a:gd name="connsiteX3" fmla="*/ 1259598 w 4476010"/>
              <a:gd name="connsiteY3" fmla="*/ 1778507 h 2022034"/>
              <a:gd name="connsiteX4" fmla="*/ 25029 w 4476010"/>
              <a:gd name="connsiteY4" fmla="*/ 1892393 h 2022034"/>
              <a:gd name="connsiteX0" fmla="*/ 19312 w 4468531"/>
              <a:gd name="connsiteY0" fmla="*/ 1893478 h 2350831"/>
              <a:gd name="connsiteX1" fmla="*/ 2231130 w 4468531"/>
              <a:gd name="connsiteY1" fmla="*/ 12577 h 2350831"/>
              <a:gd name="connsiteX2" fmla="*/ 4459063 w 4468531"/>
              <a:gd name="connsiteY2" fmla="*/ 1134278 h 2350831"/>
              <a:gd name="connsiteX3" fmla="*/ 2962196 w 4468531"/>
              <a:gd name="connsiteY3" fmla="*/ 2337807 h 2350831"/>
              <a:gd name="connsiteX4" fmla="*/ 1253881 w 4468531"/>
              <a:gd name="connsiteY4" fmla="*/ 1779592 h 2350831"/>
              <a:gd name="connsiteX5" fmla="*/ 19312 w 4468531"/>
              <a:gd name="connsiteY5" fmla="*/ 1893478 h 2350831"/>
              <a:gd name="connsiteX0" fmla="*/ 114931 w 4564151"/>
              <a:gd name="connsiteY0" fmla="*/ 1893478 h 2606070"/>
              <a:gd name="connsiteX1" fmla="*/ 2326749 w 4564151"/>
              <a:gd name="connsiteY1" fmla="*/ 12577 h 2606070"/>
              <a:gd name="connsiteX2" fmla="*/ 4554682 w 4564151"/>
              <a:gd name="connsiteY2" fmla="*/ 1134278 h 2606070"/>
              <a:gd name="connsiteX3" fmla="*/ 3057815 w 4564151"/>
              <a:gd name="connsiteY3" fmla="*/ 2337807 h 2606070"/>
              <a:gd name="connsiteX4" fmla="*/ 602599 w 4564151"/>
              <a:gd name="connsiteY4" fmla="*/ 2591133 h 2606070"/>
              <a:gd name="connsiteX5" fmla="*/ 114931 w 4564151"/>
              <a:gd name="connsiteY5" fmla="*/ 1893478 h 2606070"/>
              <a:gd name="connsiteX0" fmla="*/ 339436 w 4163621"/>
              <a:gd name="connsiteY0" fmla="*/ 711041 h 2677547"/>
              <a:gd name="connsiteX1" fmla="*/ 1926219 w 4163621"/>
              <a:gd name="connsiteY1" fmla="*/ 9118 h 2677547"/>
              <a:gd name="connsiteX2" fmla="*/ 4154152 w 4163621"/>
              <a:gd name="connsiteY2" fmla="*/ 1130819 h 2677547"/>
              <a:gd name="connsiteX3" fmla="*/ 2657285 w 4163621"/>
              <a:gd name="connsiteY3" fmla="*/ 2334348 h 2677547"/>
              <a:gd name="connsiteX4" fmla="*/ 202069 w 4163621"/>
              <a:gd name="connsiteY4" fmla="*/ 2587674 h 2677547"/>
              <a:gd name="connsiteX5" fmla="*/ 339436 w 4163621"/>
              <a:gd name="connsiteY5" fmla="*/ 711041 h 2677547"/>
              <a:gd name="connsiteX0" fmla="*/ 8699 w 3970251"/>
              <a:gd name="connsiteY0" fmla="*/ 2578556 h 2717756"/>
              <a:gd name="connsiteX1" fmla="*/ 1732849 w 3970251"/>
              <a:gd name="connsiteY1" fmla="*/ 0 h 2717756"/>
              <a:gd name="connsiteX2" fmla="*/ 3960782 w 3970251"/>
              <a:gd name="connsiteY2" fmla="*/ 1121701 h 2717756"/>
              <a:gd name="connsiteX3" fmla="*/ 2463915 w 3970251"/>
              <a:gd name="connsiteY3" fmla="*/ 2325230 h 2717756"/>
              <a:gd name="connsiteX4" fmla="*/ 8699 w 3970251"/>
              <a:gd name="connsiteY4" fmla="*/ 2578556 h 2717756"/>
              <a:gd name="connsiteX0" fmla="*/ 11617 w 3584652"/>
              <a:gd name="connsiteY0" fmla="*/ 1430838 h 2340009"/>
              <a:gd name="connsiteX1" fmla="*/ 1347250 w 3584652"/>
              <a:gd name="connsiteY1" fmla="*/ 2380 h 2340009"/>
              <a:gd name="connsiteX2" fmla="*/ 3575183 w 3584652"/>
              <a:gd name="connsiteY2" fmla="*/ 1124081 h 2340009"/>
              <a:gd name="connsiteX3" fmla="*/ 2078316 w 3584652"/>
              <a:gd name="connsiteY3" fmla="*/ 2327610 h 2340009"/>
              <a:gd name="connsiteX4" fmla="*/ 11617 w 3584652"/>
              <a:gd name="connsiteY4" fmla="*/ 1430838 h 2340009"/>
              <a:gd name="connsiteX0" fmla="*/ 36322 w 3609357"/>
              <a:gd name="connsiteY0" fmla="*/ 1430838 h 2532978"/>
              <a:gd name="connsiteX1" fmla="*/ 1371955 w 3609357"/>
              <a:gd name="connsiteY1" fmla="*/ 2380 h 2532978"/>
              <a:gd name="connsiteX2" fmla="*/ 3599888 w 3609357"/>
              <a:gd name="connsiteY2" fmla="*/ 1124081 h 2532978"/>
              <a:gd name="connsiteX3" fmla="*/ 2103021 w 3609357"/>
              <a:gd name="connsiteY3" fmla="*/ 2327610 h 2532978"/>
              <a:gd name="connsiteX4" fmla="*/ 36322 w 3609357"/>
              <a:gd name="connsiteY4" fmla="*/ 1430838 h 2532978"/>
              <a:gd name="connsiteX0" fmla="*/ 3580 w 3569301"/>
              <a:gd name="connsiteY0" fmla="*/ 1431089 h 2816320"/>
              <a:gd name="connsiteX1" fmla="*/ 1339213 w 3569301"/>
              <a:gd name="connsiteY1" fmla="*/ 2631 h 2816320"/>
              <a:gd name="connsiteX2" fmla="*/ 3567146 w 3569301"/>
              <a:gd name="connsiteY2" fmla="*/ 1124332 h 2816320"/>
              <a:gd name="connsiteX3" fmla="*/ 1722688 w 3569301"/>
              <a:gd name="connsiteY3" fmla="*/ 2808414 h 2816320"/>
              <a:gd name="connsiteX4" fmla="*/ 3580 w 3569301"/>
              <a:gd name="connsiteY4" fmla="*/ 1431089 h 2816320"/>
              <a:gd name="connsiteX0" fmla="*/ 3579 w 3569300"/>
              <a:gd name="connsiteY0" fmla="*/ 1431089 h 2808414"/>
              <a:gd name="connsiteX1" fmla="*/ 1339212 w 3569300"/>
              <a:gd name="connsiteY1" fmla="*/ 2631 h 2808414"/>
              <a:gd name="connsiteX2" fmla="*/ 3567145 w 3569300"/>
              <a:gd name="connsiteY2" fmla="*/ 1124332 h 2808414"/>
              <a:gd name="connsiteX3" fmla="*/ 1722687 w 3569300"/>
              <a:gd name="connsiteY3" fmla="*/ 2808414 h 2808414"/>
              <a:gd name="connsiteX4" fmla="*/ 3579 w 3569300"/>
              <a:gd name="connsiteY4" fmla="*/ 1431089 h 2808414"/>
              <a:gd name="connsiteX0" fmla="*/ 3579 w 3570402"/>
              <a:gd name="connsiteY0" fmla="*/ 1431089 h 2845664"/>
              <a:gd name="connsiteX1" fmla="*/ 1339212 w 3570402"/>
              <a:gd name="connsiteY1" fmla="*/ 2631 h 2845664"/>
              <a:gd name="connsiteX2" fmla="*/ 3567145 w 3570402"/>
              <a:gd name="connsiteY2" fmla="*/ 1124332 h 2845664"/>
              <a:gd name="connsiteX3" fmla="*/ 1722687 w 3570402"/>
              <a:gd name="connsiteY3" fmla="*/ 2808414 h 2845664"/>
              <a:gd name="connsiteX4" fmla="*/ 3579 w 3570402"/>
              <a:gd name="connsiteY4" fmla="*/ 1431089 h 2845664"/>
              <a:gd name="connsiteX0" fmla="*/ 3579 w 3571531"/>
              <a:gd name="connsiteY0" fmla="*/ 1431089 h 2809355"/>
              <a:gd name="connsiteX1" fmla="*/ 1339212 w 3571531"/>
              <a:gd name="connsiteY1" fmla="*/ 2631 h 2809355"/>
              <a:gd name="connsiteX2" fmla="*/ 3567145 w 3571531"/>
              <a:gd name="connsiteY2" fmla="*/ 1124332 h 2809355"/>
              <a:gd name="connsiteX3" fmla="*/ 1722687 w 3571531"/>
              <a:gd name="connsiteY3" fmla="*/ 2808414 h 2809355"/>
              <a:gd name="connsiteX4" fmla="*/ 3579 w 3571531"/>
              <a:gd name="connsiteY4" fmla="*/ 1431089 h 2809355"/>
              <a:gd name="connsiteX0" fmla="*/ 3579 w 3570449"/>
              <a:gd name="connsiteY0" fmla="*/ 1431089 h 2811091"/>
              <a:gd name="connsiteX1" fmla="*/ 1339212 w 3570449"/>
              <a:gd name="connsiteY1" fmla="*/ 2631 h 2811091"/>
              <a:gd name="connsiteX2" fmla="*/ 3567145 w 3570449"/>
              <a:gd name="connsiteY2" fmla="*/ 1124332 h 2811091"/>
              <a:gd name="connsiteX3" fmla="*/ 1722687 w 3570449"/>
              <a:gd name="connsiteY3" fmla="*/ 2808414 h 2811091"/>
              <a:gd name="connsiteX4" fmla="*/ 3579 w 3570449"/>
              <a:gd name="connsiteY4" fmla="*/ 1431089 h 2811091"/>
              <a:gd name="connsiteX0" fmla="*/ 9477 w 3576347"/>
              <a:gd name="connsiteY0" fmla="*/ 1454488 h 2834490"/>
              <a:gd name="connsiteX1" fmla="*/ 1345110 w 3576347"/>
              <a:gd name="connsiteY1" fmla="*/ 26030 h 2834490"/>
              <a:gd name="connsiteX2" fmla="*/ 3573043 w 3576347"/>
              <a:gd name="connsiteY2" fmla="*/ 1147731 h 2834490"/>
              <a:gd name="connsiteX3" fmla="*/ 1728585 w 3576347"/>
              <a:gd name="connsiteY3" fmla="*/ 2831813 h 2834490"/>
              <a:gd name="connsiteX4" fmla="*/ 9477 w 3576347"/>
              <a:gd name="connsiteY4" fmla="*/ 1454488 h 2834490"/>
              <a:gd name="connsiteX0" fmla="*/ 11200 w 3578070"/>
              <a:gd name="connsiteY0" fmla="*/ 1454488 h 2834490"/>
              <a:gd name="connsiteX1" fmla="*/ 1346833 w 3578070"/>
              <a:gd name="connsiteY1" fmla="*/ 26030 h 2834490"/>
              <a:gd name="connsiteX2" fmla="*/ 3574766 w 3578070"/>
              <a:gd name="connsiteY2" fmla="*/ 1147731 h 2834490"/>
              <a:gd name="connsiteX3" fmla="*/ 1730308 w 3578070"/>
              <a:gd name="connsiteY3" fmla="*/ 2831813 h 2834490"/>
              <a:gd name="connsiteX4" fmla="*/ 11200 w 3578070"/>
              <a:gd name="connsiteY4" fmla="*/ 1454488 h 2834490"/>
              <a:gd name="connsiteX0" fmla="*/ 5238 w 3394494"/>
              <a:gd name="connsiteY0" fmla="*/ 1561249 h 2815719"/>
              <a:gd name="connsiteX1" fmla="*/ 1164359 w 3394494"/>
              <a:gd name="connsiteY1" fmla="*/ 5027 h 2815719"/>
              <a:gd name="connsiteX2" fmla="*/ 3392292 w 3394494"/>
              <a:gd name="connsiteY2" fmla="*/ 1126728 h 2815719"/>
              <a:gd name="connsiteX3" fmla="*/ 1547834 w 3394494"/>
              <a:gd name="connsiteY3" fmla="*/ 2810810 h 2815719"/>
              <a:gd name="connsiteX4" fmla="*/ 5238 w 3394494"/>
              <a:gd name="connsiteY4" fmla="*/ 1561249 h 2815719"/>
              <a:gd name="connsiteX0" fmla="*/ 1714 w 3390970"/>
              <a:gd name="connsiteY0" fmla="*/ 1561249 h 2816846"/>
              <a:gd name="connsiteX1" fmla="*/ 1160835 w 3390970"/>
              <a:gd name="connsiteY1" fmla="*/ 5027 h 2816846"/>
              <a:gd name="connsiteX2" fmla="*/ 3388768 w 3390970"/>
              <a:gd name="connsiteY2" fmla="*/ 1126728 h 2816846"/>
              <a:gd name="connsiteX3" fmla="*/ 1544310 w 3390970"/>
              <a:gd name="connsiteY3" fmla="*/ 2810810 h 2816846"/>
              <a:gd name="connsiteX4" fmla="*/ 1714 w 3390970"/>
              <a:gd name="connsiteY4" fmla="*/ 1561249 h 2816846"/>
              <a:gd name="connsiteX0" fmla="*/ 1714 w 3392183"/>
              <a:gd name="connsiteY0" fmla="*/ 1561249 h 2822298"/>
              <a:gd name="connsiteX1" fmla="*/ 1160835 w 3392183"/>
              <a:gd name="connsiteY1" fmla="*/ 5027 h 2822298"/>
              <a:gd name="connsiteX2" fmla="*/ 3388768 w 3392183"/>
              <a:gd name="connsiteY2" fmla="*/ 1126728 h 2822298"/>
              <a:gd name="connsiteX3" fmla="*/ 1544310 w 3392183"/>
              <a:gd name="connsiteY3" fmla="*/ 2810810 h 2822298"/>
              <a:gd name="connsiteX4" fmla="*/ 1714 w 3392183"/>
              <a:gd name="connsiteY4" fmla="*/ 1561249 h 2822298"/>
              <a:gd name="connsiteX0" fmla="*/ 1599 w 3099681"/>
              <a:gd name="connsiteY0" fmla="*/ 1556274 h 2805936"/>
              <a:gd name="connsiteX1" fmla="*/ 1160720 w 3099681"/>
              <a:gd name="connsiteY1" fmla="*/ 52 h 2805936"/>
              <a:gd name="connsiteX2" fmla="*/ 3097014 w 3099681"/>
              <a:gd name="connsiteY2" fmla="*/ 1505235 h 2805936"/>
              <a:gd name="connsiteX3" fmla="*/ 1544195 w 3099681"/>
              <a:gd name="connsiteY3" fmla="*/ 2805835 h 2805936"/>
              <a:gd name="connsiteX4" fmla="*/ 1599 w 3099681"/>
              <a:gd name="connsiteY4" fmla="*/ 1556274 h 2805936"/>
              <a:gd name="connsiteX0" fmla="*/ 1599 w 3098266"/>
              <a:gd name="connsiteY0" fmla="*/ 1556274 h 2805936"/>
              <a:gd name="connsiteX1" fmla="*/ 1160720 w 3098266"/>
              <a:gd name="connsiteY1" fmla="*/ 52 h 2805936"/>
              <a:gd name="connsiteX2" fmla="*/ 3097014 w 3098266"/>
              <a:gd name="connsiteY2" fmla="*/ 1505235 h 2805936"/>
              <a:gd name="connsiteX3" fmla="*/ 1544195 w 3098266"/>
              <a:gd name="connsiteY3" fmla="*/ 2805835 h 2805936"/>
              <a:gd name="connsiteX4" fmla="*/ 1599 w 3098266"/>
              <a:gd name="connsiteY4" fmla="*/ 1556274 h 2805936"/>
              <a:gd name="connsiteX0" fmla="*/ 6698 w 3107113"/>
              <a:gd name="connsiteY0" fmla="*/ 1556268 h 1995204"/>
              <a:gd name="connsiteX1" fmla="*/ 1165819 w 3107113"/>
              <a:gd name="connsiteY1" fmla="*/ 46 h 1995204"/>
              <a:gd name="connsiteX2" fmla="*/ 3102113 w 3107113"/>
              <a:gd name="connsiteY2" fmla="*/ 1505229 h 1995204"/>
              <a:gd name="connsiteX3" fmla="*/ 1670895 w 3107113"/>
              <a:gd name="connsiteY3" fmla="*/ 1994767 h 1995204"/>
              <a:gd name="connsiteX4" fmla="*/ 6698 w 3107113"/>
              <a:gd name="connsiteY4" fmla="*/ 1556268 h 1995204"/>
              <a:gd name="connsiteX0" fmla="*/ 6698 w 3107610"/>
              <a:gd name="connsiteY0" fmla="*/ 1556268 h 2094159"/>
              <a:gd name="connsiteX1" fmla="*/ 1165819 w 3107610"/>
              <a:gd name="connsiteY1" fmla="*/ 46 h 2094159"/>
              <a:gd name="connsiteX2" fmla="*/ 3102113 w 3107610"/>
              <a:gd name="connsiteY2" fmla="*/ 1505229 h 2094159"/>
              <a:gd name="connsiteX3" fmla="*/ 1670895 w 3107610"/>
              <a:gd name="connsiteY3" fmla="*/ 1994767 h 2094159"/>
              <a:gd name="connsiteX4" fmla="*/ 6698 w 3107610"/>
              <a:gd name="connsiteY4" fmla="*/ 1556268 h 2094159"/>
              <a:gd name="connsiteX0" fmla="*/ 6698 w 3108326"/>
              <a:gd name="connsiteY0" fmla="*/ 1556268 h 2032117"/>
              <a:gd name="connsiteX1" fmla="*/ 1165819 w 3108326"/>
              <a:gd name="connsiteY1" fmla="*/ 46 h 2032117"/>
              <a:gd name="connsiteX2" fmla="*/ 3102113 w 3108326"/>
              <a:gd name="connsiteY2" fmla="*/ 1505229 h 2032117"/>
              <a:gd name="connsiteX3" fmla="*/ 1670895 w 3108326"/>
              <a:gd name="connsiteY3" fmla="*/ 1994767 h 2032117"/>
              <a:gd name="connsiteX4" fmla="*/ 6698 w 3108326"/>
              <a:gd name="connsiteY4" fmla="*/ 1556268 h 2032117"/>
              <a:gd name="connsiteX0" fmla="*/ 2700 w 3101149"/>
              <a:gd name="connsiteY0" fmla="*/ 1588985 h 2065259"/>
              <a:gd name="connsiteX1" fmla="*/ 1324169 w 3101149"/>
              <a:gd name="connsiteY1" fmla="*/ 44 h 2065259"/>
              <a:gd name="connsiteX2" fmla="*/ 3098115 w 3101149"/>
              <a:gd name="connsiteY2" fmla="*/ 1537946 h 2065259"/>
              <a:gd name="connsiteX3" fmla="*/ 1666897 w 3101149"/>
              <a:gd name="connsiteY3" fmla="*/ 2027484 h 2065259"/>
              <a:gd name="connsiteX4" fmla="*/ 2700 w 3101149"/>
              <a:gd name="connsiteY4" fmla="*/ 1588985 h 2065259"/>
              <a:gd name="connsiteX0" fmla="*/ 2700 w 3100106"/>
              <a:gd name="connsiteY0" fmla="*/ 1588985 h 2163738"/>
              <a:gd name="connsiteX1" fmla="*/ 1324169 w 3100106"/>
              <a:gd name="connsiteY1" fmla="*/ 44 h 2163738"/>
              <a:gd name="connsiteX2" fmla="*/ 3098115 w 3100106"/>
              <a:gd name="connsiteY2" fmla="*/ 1537946 h 2163738"/>
              <a:gd name="connsiteX3" fmla="*/ 1666897 w 3100106"/>
              <a:gd name="connsiteY3" fmla="*/ 2027484 h 2163738"/>
              <a:gd name="connsiteX4" fmla="*/ 2700 w 3100106"/>
              <a:gd name="connsiteY4" fmla="*/ 1588985 h 2163738"/>
              <a:gd name="connsiteX0" fmla="*/ 2700 w 3100834"/>
              <a:gd name="connsiteY0" fmla="*/ 1588985 h 2056082"/>
              <a:gd name="connsiteX1" fmla="*/ 1324169 w 3100834"/>
              <a:gd name="connsiteY1" fmla="*/ 44 h 2056082"/>
              <a:gd name="connsiteX2" fmla="*/ 3098115 w 3100834"/>
              <a:gd name="connsiteY2" fmla="*/ 1537946 h 2056082"/>
              <a:gd name="connsiteX3" fmla="*/ 1666897 w 3100834"/>
              <a:gd name="connsiteY3" fmla="*/ 2027484 h 2056082"/>
              <a:gd name="connsiteX4" fmla="*/ 2700 w 3100834"/>
              <a:gd name="connsiteY4" fmla="*/ 1588985 h 2056082"/>
              <a:gd name="connsiteX0" fmla="*/ 2700 w 3101100"/>
              <a:gd name="connsiteY0" fmla="*/ 1588985 h 2041075"/>
              <a:gd name="connsiteX1" fmla="*/ 1324169 w 3101100"/>
              <a:gd name="connsiteY1" fmla="*/ 44 h 2041075"/>
              <a:gd name="connsiteX2" fmla="*/ 3098115 w 3101100"/>
              <a:gd name="connsiteY2" fmla="*/ 1537946 h 2041075"/>
              <a:gd name="connsiteX3" fmla="*/ 1666897 w 3101100"/>
              <a:gd name="connsiteY3" fmla="*/ 2027484 h 2041075"/>
              <a:gd name="connsiteX4" fmla="*/ 2700 w 3101100"/>
              <a:gd name="connsiteY4" fmla="*/ 1588985 h 2041075"/>
              <a:gd name="connsiteX0" fmla="*/ 2700 w 3101100"/>
              <a:gd name="connsiteY0" fmla="*/ 1588985 h 2041075"/>
              <a:gd name="connsiteX1" fmla="*/ 1324169 w 3101100"/>
              <a:gd name="connsiteY1" fmla="*/ 44 h 2041075"/>
              <a:gd name="connsiteX2" fmla="*/ 3098115 w 3101100"/>
              <a:gd name="connsiteY2" fmla="*/ 1537946 h 2041075"/>
              <a:gd name="connsiteX3" fmla="*/ 1666897 w 3101100"/>
              <a:gd name="connsiteY3" fmla="*/ 2027484 h 2041075"/>
              <a:gd name="connsiteX4" fmla="*/ 2700 w 3101100"/>
              <a:gd name="connsiteY4" fmla="*/ 1588985 h 2041075"/>
              <a:gd name="connsiteX0" fmla="*/ 2700 w 3101100"/>
              <a:gd name="connsiteY0" fmla="*/ 1588985 h 2041075"/>
              <a:gd name="connsiteX1" fmla="*/ 1324169 w 3101100"/>
              <a:gd name="connsiteY1" fmla="*/ 44 h 2041075"/>
              <a:gd name="connsiteX2" fmla="*/ 3098115 w 3101100"/>
              <a:gd name="connsiteY2" fmla="*/ 1537946 h 2041075"/>
              <a:gd name="connsiteX3" fmla="*/ 1666897 w 3101100"/>
              <a:gd name="connsiteY3" fmla="*/ 2027484 h 2041075"/>
              <a:gd name="connsiteX4" fmla="*/ 2700 w 3101100"/>
              <a:gd name="connsiteY4" fmla="*/ 1588985 h 2041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01100" h="2041075">
                <a:moveTo>
                  <a:pt x="2700" y="1588985"/>
                </a:moveTo>
                <a:cubicBezTo>
                  <a:pt x="-54421" y="1251078"/>
                  <a:pt x="808267" y="8550"/>
                  <a:pt x="1324169" y="44"/>
                </a:cubicBezTo>
                <a:cubicBezTo>
                  <a:pt x="1840071" y="-8462"/>
                  <a:pt x="3040994" y="1200039"/>
                  <a:pt x="3098115" y="1537946"/>
                </a:cubicBezTo>
                <a:cubicBezTo>
                  <a:pt x="3155236" y="1875853"/>
                  <a:pt x="2382291" y="1963492"/>
                  <a:pt x="1666897" y="2027484"/>
                </a:cubicBezTo>
                <a:cubicBezTo>
                  <a:pt x="951503" y="2091476"/>
                  <a:pt x="59821" y="1926892"/>
                  <a:pt x="2700" y="1588985"/>
                </a:cubicBezTo>
                <a:close/>
              </a:path>
            </a:pathLst>
          </a:custGeom>
          <a:solidFill>
            <a:srgbClr val="87112E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Freihandform 13">
            <a:extLst>
              <a:ext uri="{FF2B5EF4-FFF2-40B4-BE49-F238E27FC236}">
                <a16:creationId xmlns:a16="http://schemas.microsoft.com/office/drawing/2014/main" id="{4B41898A-F8F9-4A92-44E7-C6856EDDF897}"/>
              </a:ext>
            </a:extLst>
          </p:cNvPr>
          <p:cNvSpPr/>
          <p:nvPr userDrawn="1"/>
        </p:nvSpPr>
        <p:spPr>
          <a:xfrm rot="18508693">
            <a:off x="-3762534" y="-3706289"/>
            <a:ext cx="6589168" cy="6276091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3177410"/>
              <a:gd name="connsiteY0" fmla="*/ 1035451 h 3606310"/>
              <a:gd name="connsiteX1" fmla="*/ 3141588 w 3177410"/>
              <a:gd name="connsiteY1" fmla="*/ 152581 h 3606310"/>
              <a:gd name="connsiteX2" fmla="*/ 2574031 w 3177410"/>
              <a:gd name="connsiteY2" fmla="*/ 1666070 h 3606310"/>
              <a:gd name="connsiteX3" fmla="*/ 2321781 w 3177410"/>
              <a:gd name="connsiteY3" fmla="*/ 3473850 h 3606310"/>
              <a:gd name="connsiteX4" fmla="*/ 51546 w 3177410"/>
              <a:gd name="connsiteY4" fmla="*/ 2664554 h 3606310"/>
              <a:gd name="connsiteX5" fmla="*/ 829312 w 3177410"/>
              <a:gd name="connsiteY5" fmla="*/ 1035451 h 3606310"/>
              <a:gd name="connsiteX0" fmla="*/ 829312 w 3177410"/>
              <a:gd name="connsiteY0" fmla="*/ 1013703 h 3584562"/>
              <a:gd name="connsiteX1" fmla="*/ 3141588 w 3177410"/>
              <a:gd name="connsiteY1" fmla="*/ 130833 h 3584562"/>
              <a:gd name="connsiteX2" fmla="*/ 2574031 w 3177410"/>
              <a:gd name="connsiteY2" fmla="*/ 1644322 h 3584562"/>
              <a:gd name="connsiteX3" fmla="*/ 2321781 w 3177410"/>
              <a:gd name="connsiteY3" fmla="*/ 3452102 h 3584562"/>
              <a:gd name="connsiteX4" fmla="*/ 51546 w 3177410"/>
              <a:gd name="connsiteY4" fmla="*/ 2642806 h 3584562"/>
              <a:gd name="connsiteX5" fmla="*/ 829312 w 3177410"/>
              <a:gd name="connsiteY5" fmla="*/ 1013703 h 3584562"/>
              <a:gd name="connsiteX0" fmla="*/ 829578 w 3177676"/>
              <a:gd name="connsiteY0" fmla="*/ 1013703 h 3584562"/>
              <a:gd name="connsiteX1" fmla="*/ 3141854 w 3177676"/>
              <a:gd name="connsiteY1" fmla="*/ 130833 h 3584562"/>
              <a:gd name="connsiteX2" fmla="*/ 2574297 w 3177676"/>
              <a:gd name="connsiteY2" fmla="*/ 1644322 h 3584562"/>
              <a:gd name="connsiteX3" fmla="*/ 2322047 w 3177676"/>
              <a:gd name="connsiteY3" fmla="*/ 3452102 h 3584562"/>
              <a:gd name="connsiteX4" fmla="*/ 51812 w 3177676"/>
              <a:gd name="connsiteY4" fmla="*/ 2642806 h 3584562"/>
              <a:gd name="connsiteX5" fmla="*/ 829578 w 3177676"/>
              <a:gd name="connsiteY5" fmla="*/ 1013703 h 3584562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11178 w 2672400"/>
              <a:gd name="connsiteY0" fmla="*/ 7864 h 2583061"/>
              <a:gd name="connsiteX1" fmla="*/ 1318755 w 2672400"/>
              <a:gd name="connsiteY1" fmla="*/ 1092175 h 2583061"/>
              <a:gd name="connsiteX2" fmla="*/ 2555897 w 2672400"/>
              <a:gd name="connsiteY2" fmla="*/ 638483 h 2583061"/>
              <a:gd name="connsiteX3" fmla="*/ 2303647 w 2672400"/>
              <a:gd name="connsiteY3" fmla="*/ 2446263 h 2583061"/>
              <a:gd name="connsiteX4" fmla="*/ 33412 w 2672400"/>
              <a:gd name="connsiteY4" fmla="*/ 1636967 h 2583061"/>
              <a:gd name="connsiteX5" fmla="*/ 811178 w 2672400"/>
              <a:gd name="connsiteY5" fmla="*/ 7864 h 2583061"/>
              <a:gd name="connsiteX0" fmla="*/ 811178 w 3223026"/>
              <a:gd name="connsiteY0" fmla="*/ 5596 h 2477281"/>
              <a:gd name="connsiteX1" fmla="*/ 1318755 w 3223026"/>
              <a:gd name="connsiteY1" fmla="*/ 1089907 h 2477281"/>
              <a:gd name="connsiteX2" fmla="*/ 3192488 w 3223026"/>
              <a:gd name="connsiteY2" fmla="*/ 802600 h 2477281"/>
              <a:gd name="connsiteX3" fmla="*/ 2303647 w 3223026"/>
              <a:gd name="connsiteY3" fmla="*/ 2443995 h 2477281"/>
              <a:gd name="connsiteX4" fmla="*/ 33412 w 3223026"/>
              <a:gd name="connsiteY4" fmla="*/ 1634699 h 2477281"/>
              <a:gd name="connsiteX5" fmla="*/ 811178 w 3223026"/>
              <a:gd name="connsiteY5" fmla="*/ 5596 h 2477281"/>
              <a:gd name="connsiteX0" fmla="*/ 846588 w 3330250"/>
              <a:gd name="connsiteY0" fmla="*/ 5596 h 2432711"/>
              <a:gd name="connsiteX1" fmla="*/ 1354165 w 3330250"/>
              <a:gd name="connsiteY1" fmla="*/ 1089907 h 2432711"/>
              <a:gd name="connsiteX2" fmla="*/ 3227898 w 3330250"/>
              <a:gd name="connsiteY2" fmla="*/ 802600 h 2432711"/>
              <a:gd name="connsiteX3" fmla="*/ 2761796 w 3330250"/>
              <a:gd name="connsiteY3" fmla="*/ 2409553 h 2432711"/>
              <a:gd name="connsiteX4" fmla="*/ 68822 w 3330250"/>
              <a:gd name="connsiteY4" fmla="*/ 1634699 h 2432711"/>
              <a:gd name="connsiteX5" fmla="*/ 846588 w 3330250"/>
              <a:gd name="connsiteY5" fmla="*/ 5596 h 2432711"/>
              <a:gd name="connsiteX0" fmla="*/ 846588 w 3514825"/>
              <a:gd name="connsiteY0" fmla="*/ 5596 h 2432711"/>
              <a:gd name="connsiteX1" fmla="*/ 1354165 w 3514825"/>
              <a:gd name="connsiteY1" fmla="*/ 1089907 h 2432711"/>
              <a:gd name="connsiteX2" fmla="*/ 3227898 w 3514825"/>
              <a:gd name="connsiteY2" fmla="*/ 802600 h 2432711"/>
              <a:gd name="connsiteX3" fmla="*/ 2761796 w 3514825"/>
              <a:gd name="connsiteY3" fmla="*/ 2409553 h 2432711"/>
              <a:gd name="connsiteX4" fmla="*/ 68822 w 3514825"/>
              <a:gd name="connsiteY4" fmla="*/ 1634699 h 2432711"/>
              <a:gd name="connsiteX5" fmla="*/ 846588 w 3514825"/>
              <a:gd name="connsiteY5" fmla="*/ 5596 h 2432711"/>
              <a:gd name="connsiteX0" fmla="*/ 875402 w 3543639"/>
              <a:gd name="connsiteY0" fmla="*/ 2708 h 2429823"/>
              <a:gd name="connsiteX1" fmla="*/ 1382979 w 3543639"/>
              <a:gd name="connsiteY1" fmla="*/ 1087019 h 2429823"/>
              <a:gd name="connsiteX2" fmla="*/ 3256712 w 3543639"/>
              <a:gd name="connsiteY2" fmla="*/ 799712 h 2429823"/>
              <a:gd name="connsiteX3" fmla="*/ 2790610 w 3543639"/>
              <a:gd name="connsiteY3" fmla="*/ 2406665 h 2429823"/>
              <a:gd name="connsiteX4" fmla="*/ 97636 w 3543639"/>
              <a:gd name="connsiteY4" fmla="*/ 1631811 h 2429823"/>
              <a:gd name="connsiteX5" fmla="*/ 875402 w 3543639"/>
              <a:gd name="connsiteY5" fmla="*/ 2708 h 2429823"/>
              <a:gd name="connsiteX0" fmla="*/ 1035116 w 3703353"/>
              <a:gd name="connsiteY0" fmla="*/ 3586 h 2450893"/>
              <a:gd name="connsiteX1" fmla="*/ 1542693 w 3703353"/>
              <a:gd name="connsiteY1" fmla="*/ 1087897 h 2450893"/>
              <a:gd name="connsiteX2" fmla="*/ 3416426 w 3703353"/>
              <a:gd name="connsiteY2" fmla="*/ 800590 h 2450893"/>
              <a:gd name="connsiteX3" fmla="*/ 2950324 w 3703353"/>
              <a:gd name="connsiteY3" fmla="*/ 2407543 h 2450893"/>
              <a:gd name="connsiteX4" fmla="*/ 257350 w 3703353"/>
              <a:gd name="connsiteY4" fmla="*/ 1632689 h 2450893"/>
              <a:gd name="connsiteX5" fmla="*/ 1035116 w 3703353"/>
              <a:gd name="connsiteY5" fmla="*/ 3586 h 2450893"/>
              <a:gd name="connsiteX0" fmla="*/ 991689 w 3462563"/>
              <a:gd name="connsiteY0" fmla="*/ 10605 h 2457912"/>
              <a:gd name="connsiteX1" fmla="*/ 1674106 w 3462563"/>
              <a:gd name="connsiteY1" fmla="*/ 930710 h 2457912"/>
              <a:gd name="connsiteX2" fmla="*/ 3372999 w 3462563"/>
              <a:gd name="connsiteY2" fmla="*/ 807609 h 2457912"/>
              <a:gd name="connsiteX3" fmla="*/ 2906897 w 3462563"/>
              <a:gd name="connsiteY3" fmla="*/ 2414562 h 2457912"/>
              <a:gd name="connsiteX4" fmla="*/ 213923 w 3462563"/>
              <a:gd name="connsiteY4" fmla="*/ 1639708 h 2457912"/>
              <a:gd name="connsiteX5" fmla="*/ 991689 w 3462563"/>
              <a:gd name="connsiteY5" fmla="*/ 10605 h 2457912"/>
              <a:gd name="connsiteX0" fmla="*/ 991689 w 3644113"/>
              <a:gd name="connsiteY0" fmla="*/ 10605 h 2457912"/>
              <a:gd name="connsiteX1" fmla="*/ 1674106 w 3644113"/>
              <a:gd name="connsiteY1" fmla="*/ 930710 h 2457912"/>
              <a:gd name="connsiteX2" fmla="*/ 3372999 w 3644113"/>
              <a:gd name="connsiteY2" fmla="*/ 807609 h 2457912"/>
              <a:gd name="connsiteX3" fmla="*/ 2906897 w 3644113"/>
              <a:gd name="connsiteY3" fmla="*/ 2414562 h 2457912"/>
              <a:gd name="connsiteX4" fmla="*/ 213923 w 3644113"/>
              <a:gd name="connsiteY4" fmla="*/ 1639708 h 2457912"/>
              <a:gd name="connsiteX5" fmla="*/ 991689 w 3644113"/>
              <a:gd name="connsiteY5" fmla="*/ 10605 h 2457912"/>
              <a:gd name="connsiteX0" fmla="*/ 1054352 w 3706777"/>
              <a:gd name="connsiteY0" fmla="*/ 1046 h 2448353"/>
              <a:gd name="connsiteX1" fmla="*/ 1736769 w 3706777"/>
              <a:gd name="connsiteY1" fmla="*/ 921151 h 2448353"/>
              <a:gd name="connsiteX2" fmla="*/ 3435662 w 3706777"/>
              <a:gd name="connsiteY2" fmla="*/ 798050 h 2448353"/>
              <a:gd name="connsiteX3" fmla="*/ 2969560 w 3706777"/>
              <a:gd name="connsiteY3" fmla="*/ 2405003 h 2448353"/>
              <a:gd name="connsiteX4" fmla="*/ 276586 w 3706777"/>
              <a:gd name="connsiteY4" fmla="*/ 1630149 h 2448353"/>
              <a:gd name="connsiteX5" fmla="*/ 1054352 w 3706777"/>
              <a:gd name="connsiteY5" fmla="*/ 1046 h 2448353"/>
              <a:gd name="connsiteX0" fmla="*/ 590056 w 3683836"/>
              <a:gd name="connsiteY0" fmla="*/ 1109 h 1961431"/>
              <a:gd name="connsiteX1" fmla="*/ 1713828 w 3683836"/>
              <a:gd name="connsiteY1" fmla="*/ 456838 h 1961431"/>
              <a:gd name="connsiteX2" fmla="*/ 3412721 w 3683836"/>
              <a:gd name="connsiteY2" fmla="*/ 333737 h 1961431"/>
              <a:gd name="connsiteX3" fmla="*/ 2946619 w 3683836"/>
              <a:gd name="connsiteY3" fmla="*/ 1940690 h 1961431"/>
              <a:gd name="connsiteX4" fmla="*/ 253645 w 3683836"/>
              <a:gd name="connsiteY4" fmla="*/ 1165836 h 1961431"/>
              <a:gd name="connsiteX5" fmla="*/ 590056 w 3683836"/>
              <a:gd name="connsiteY5" fmla="*/ 1109 h 1961431"/>
              <a:gd name="connsiteX0" fmla="*/ 577152 w 3670932"/>
              <a:gd name="connsiteY0" fmla="*/ 28557 h 1988879"/>
              <a:gd name="connsiteX1" fmla="*/ 1700924 w 3670932"/>
              <a:gd name="connsiteY1" fmla="*/ 484286 h 1988879"/>
              <a:gd name="connsiteX2" fmla="*/ 3399817 w 3670932"/>
              <a:gd name="connsiteY2" fmla="*/ 361185 h 1988879"/>
              <a:gd name="connsiteX3" fmla="*/ 2933715 w 3670932"/>
              <a:gd name="connsiteY3" fmla="*/ 1968138 h 1988879"/>
              <a:gd name="connsiteX4" fmla="*/ 240741 w 3670932"/>
              <a:gd name="connsiteY4" fmla="*/ 1193284 h 1988879"/>
              <a:gd name="connsiteX5" fmla="*/ 577152 w 3670932"/>
              <a:gd name="connsiteY5" fmla="*/ 28557 h 1988879"/>
              <a:gd name="connsiteX0" fmla="*/ 5660 w 3065770"/>
              <a:gd name="connsiteY0" fmla="*/ 41752 h 2084853"/>
              <a:gd name="connsiteX1" fmla="*/ 1129432 w 3065770"/>
              <a:gd name="connsiteY1" fmla="*/ 497481 h 2084853"/>
              <a:gd name="connsiteX2" fmla="*/ 2828325 w 3065770"/>
              <a:gd name="connsiteY2" fmla="*/ 374380 h 2084853"/>
              <a:gd name="connsiteX3" fmla="*/ 2362223 w 3065770"/>
              <a:gd name="connsiteY3" fmla="*/ 1981333 h 2084853"/>
              <a:gd name="connsiteX4" fmla="*/ 768571 w 3065770"/>
              <a:gd name="connsiteY4" fmla="*/ 1718703 h 2084853"/>
              <a:gd name="connsiteX5" fmla="*/ 5660 w 3065770"/>
              <a:gd name="connsiteY5" fmla="*/ 41752 h 2084853"/>
              <a:gd name="connsiteX0" fmla="*/ 12471 w 3072581"/>
              <a:gd name="connsiteY0" fmla="*/ 41752 h 2092530"/>
              <a:gd name="connsiteX1" fmla="*/ 1136243 w 3072581"/>
              <a:gd name="connsiteY1" fmla="*/ 497481 h 2092530"/>
              <a:gd name="connsiteX2" fmla="*/ 2835136 w 3072581"/>
              <a:gd name="connsiteY2" fmla="*/ 374380 h 2092530"/>
              <a:gd name="connsiteX3" fmla="*/ 2369034 w 3072581"/>
              <a:gd name="connsiteY3" fmla="*/ 1981333 h 2092530"/>
              <a:gd name="connsiteX4" fmla="*/ 775382 w 3072581"/>
              <a:gd name="connsiteY4" fmla="*/ 1718703 h 2092530"/>
              <a:gd name="connsiteX5" fmla="*/ 12471 w 3072581"/>
              <a:gd name="connsiteY5" fmla="*/ 41752 h 2092530"/>
              <a:gd name="connsiteX0" fmla="*/ 2798 w 3655173"/>
              <a:gd name="connsiteY0" fmla="*/ 869129 h 2007317"/>
              <a:gd name="connsiteX1" fmla="*/ 1718835 w 3655173"/>
              <a:gd name="connsiteY1" fmla="*/ 445136 h 2007317"/>
              <a:gd name="connsiteX2" fmla="*/ 3417728 w 3655173"/>
              <a:gd name="connsiteY2" fmla="*/ 322035 h 2007317"/>
              <a:gd name="connsiteX3" fmla="*/ 2951626 w 3655173"/>
              <a:gd name="connsiteY3" fmla="*/ 1928988 h 2007317"/>
              <a:gd name="connsiteX4" fmla="*/ 1357974 w 3655173"/>
              <a:gd name="connsiteY4" fmla="*/ 1666358 h 2007317"/>
              <a:gd name="connsiteX5" fmla="*/ 2798 w 3655173"/>
              <a:gd name="connsiteY5" fmla="*/ 869129 h 2007317"/>
              <a:gd name="connsiteX0" fmla="*/ 542 w 3652917"/>
              <a:gd name="connsiteY0" fmla="*/ 869129 h 2007318"/>
              <a:gd name="connsiteX1" fmla="*/ 1716579 w 3652917"/>
              <a:gd name="connsiteY1" fmla="*/ 445136 h 2007318"/>
              <a:gd name="connsiteX2" fmla="*/ 3415472 w 3652917"/>
              <a:gd name="connsiteY2" fmla="*/ 322035 h 2007318"/>
              <a:gd name="connsiteX3" fmla="*/ 2949370 w 3652917"/>
              <a:gd name="connsiteY3" fmla="*/ 1928988 h 2007318"/>
              <a:gd name="connsiteX4" fmla="*/ 1355718 w 3652917"/>
              <a:gd name="connsiteY4" fmla="*/ 1666358 h 2007318"/>
              <a:gd name="connsiteX5" fmla="*/ 542 w 3652917"/>
              <a:gd name="connsiteY5" fmla="*/ 869129 h 2007318"/>
              <a:gd name="connsiteX0" fmla="*/ 243 w 3639926"/>
              <a:gd name="connsiteY0" fmla="*/ 869129 h 1955507"/>
              <a:gd name="connsiteX1" fmla="*/ 1716280 w 3639926"/>
              <a:gd name="connsiteY1" fmla="*/ 445136 h 1955507"/>
              <a:gd name="connsiteX2" fmla="*/ 3415173 w 3639926"/>
              <a:gd name="connsiteY2" fmla="*/ 322035 h 1955507"/>
              <a:gd name="connsiteX3" fmla="*/ 2949071 w 3639926"/>
              <a:gd name="connsiteY3" fmla="*/ 1928988 h 1955507"/>
              <a:gd name="connsiteX4" fmla="*/ 1833458 w 3639926"/>
              <a:gd name="connsiteY4" fmla="*/ 1291535 h 1955507"/>
              <a:gd name="connsiteX5" fmla="*/ 243 w 3639926"/>
              <a:gd name="connsiteY5" fmla="*/ 869129 h 1955507"/>
              <a:gd name="connsiteX0" fmla="*/ 243 w 3639926"/>
              <a:gd name="connsiteY0" fmla="*/ 869129 h 1947022"/>
              <a:gd name="connsiteX1" fmla="*/ 1716280 w 3639926"/>
              <a:gd name="connsiteY1" fmla="*/ 445136 h 1947022"/>
              <a:gd name="connsiteX2" fmla="*/ 3415173 w 3639926"/>
              <a:gd name="connsiteY2" fmla="*/ 322035 h 1947022"/>
              <a:gd name="connsiteX3" fmla="*/ 2949071 w 3639926"/>
              <a:gd name="connsiteY3" fmla="*/ 1928988 h 1947022"/>
              <a:gd name="connsiteX4" fmla="*/ 1833458 w 3639926"/>
              <a:gd name="connsiteY4" fmla="*/ 1291535 h 1947022"/>
              <a:gd name="connsiteX5" fmla="*/ 243 w 3639926"/>
              <a:gd name="connsiteY5" fmla="*/ 869129 h 1947022"/>
              <a:gd name="connsiteX0" fmla="*/ 7345 w 3647028"/>
              <a:gd name="connsiteY0" fmla="*/ 869129 h 1947022"/>
              <a:gd name="connsiteX1" fmla="*/ 1723382 w 3647028"/>
              <a:gd name="connsiteY1" fmla="*/ 445136 h 1947022"/>
              <a:gd name="connsiteX2" fmla="*/ 3422275 w 3647028"/>
              <a:gd name="connsiteY2" fmla="*/ 322035 h 1947022"/>
              <a:gd name="connsiteX3" fmla="*/ 2956173 w 3647028"/>
              <a:gd name="connsiteY3" fmla="*/ 1928988 h 1947022"/>
              <a:gd name="connsiteX4" fmla="*/ 1840560 w 3647028"/>
              <a:gd name="connsiteY4" fmla="*/ 1291535 h 1947022"/>
              <a:gd name="connsiteX5" fmla="*/ 7345 w 3647028"/>
              <a:gd name="connsiteY5" fmla="*/ 869129 h 1947022"/>
              <a:gd name="connsiteX0" fmla="*/ 7345 w 3811052"/>
              <a:gd name="connsiteY0" fmla="*/ 869129 h 1929159"/>
              <a:gd name="connsiteX1" fmla="*/ 1723382 w 3811052"/>
              <a:gd name="connsiteY1" fmla="*/ 445136 h 1929159"/>
              <a:gd name="connsiteX2" fmla="*/ 3422275 w 3811052"/>
              <a:gd name="connsiteY2" fmla="*/ 322035 h 1929159"/>
              <a:gd name="connsiteX3" fmla="*/ 2956173 w 3811052"/>
              <a:gd name="connsiteY3" fmla="*/ 1928988 h 1929159"/>
              <a:gd name="connsiteX4" fmla="*/ 1840560 w 3811052"/>
              <a:gd name="connsiteY4" fmla="*/ 1291535 h 1929159"/>
              <a:gd name="connsiteX5" fmla="*/ 7345 w 3811052"/>
              <a:gd name="connsiteY5" fmla="*/ 869129 h 1929159"/>
              <a:gd name="connsiteX0" fmla="*/ 5264 w 3937957"/>
              <a:gd name="connsiteY0" fmla="*/ 1155023 h 1938909"/>
              <a:gd name="connsiteX1" fmla="*/ 1850286 w 3937957"/>
              <a:gd name="connsiteY1" fmla="*/ 454886 h 1938909"/>
              <a:gd name="connsiteX2" fmla="*/ 3549179 w 3937957"/>
              <a:gd name="connsiteY2" fmla="*/ 331785 h 1938909"/>
              <a:gd name="connsiteX3" fmla="*/ 3083077 w 3937957"/>
              <a:gd name="connsiteY3" fmla="*/ 1938738 h 1938909"/>
              <a:gd name="connsiteX4" fmla="*/ 1967464 w 3937957"/>
              <a:gd name="connsiteY4" fmla="*/ 1301285 h 1938909"/>
              <a:gd name="connsiteX5" fmla="*/ 5264 w 3937957"/>
              <a:gd name="connsiteY5" fmla="*/ 1155023 h 1938909"/>
              <a:gd name="connsiteX0" fmla="*/ 23607 w 3956300"/>
              <a:gd name="connsiteY0" fmla="*/ 1155023 h 1938909"/>
              <a:gd name="connsiteX1" fmla="*/ 1868629 w 3956300"/>
              <a:gd name="connsiteY1" fmla="*/ 454886 h 1938909"/>
              <a:gd name="connsiteX2" fmla="*/ 3567522 w 3956300"/>
              <a:gd name="connsiteY2" fmla="*/ 331785 h 1938909"/>
              <a:gd name="connsiteX3" fmla="*/ 3101420 w 3956300"/>
              <a:gd name="connsiteY3" fmla="*/ 1938738 h 1938909"/>
              <a:gd name="connsiteX4" fmla="*/ 1985807 w 3956300"/>
              <a:gd name="connsiteY4" fmla="*/ 1301285 h 1938909"/>
              <a:gd name="connsiteX5" fmla="*/ 23607 w 3956300"/>
              <a:gd name="connsiteY5" fmla="*/ 1155023 h 1938909"/>
              <a:gd name="connsiteX0" fmla="*/ 356 w 3775841"/>
              <a:gd name="connsiteY0" fmla="*/ 1155023 h 1975367"/>
              <a:gd name="connsiteX1" fmla="*/ 1845378 w 3775841"/>
              <a:gd name="connsiteY1" fmla="*/ 454886 h 1975367"/>
              <a:gd name="connsiteX2" fmla="*/ 3544271 w 3775841"/>
              <a:gd name="connsiteY2" fmla="*/ 331785 h 1975367"/>
              <a:gd name="connsiteX3" fmla="*/ 3078169 w 3775841"/>
              <a:gd name="connsiteY3" fmla="*/ 1938738 h 1975367"/>
              <a:gd name="connsiteX4" fmla="*/ 1700608 w 3775841"/>
              <a:gd name="connsiteY4" fmla="*/ 1432728 h 1975367"/>
              <a:gd name="connsiteX5" fmla="*/ 356 w 3775841"/>
              <a:gd name="connsiteY5" fmla="*/ 1155023 h 1975367"/>
              <a:gd name="connsiteX0" fmla="*/ 385 w 3775871"/>
              <a:gd name="connsiteY0" fmla="*/ 1155023 h 1964875"/>
              <a:gd name="connsiteX1" fmla="*/ 1845407 w 3775871"/>
              <a:gd name="connsiteY1" fmla="*/ 454886 h 1964875"/>
              <a:gd name="connsiteX2" fmla="*/ 3544300 w 3775871"/>
              <a:gd name="connsiteY2" fmla="*/ 331785 h 1964875"/>
              <a:gd name="connsiteX3" fmla="*/ 3078198 w 3775871"/>
              <a:gd name="connsiteY3" fmla="*/ 1938738 h 1964875"/>
              <a:gd name="connsiteX4" fmla="*/ 1700637 w 3775871"/>
              <a:gd name="connsiteY4" fmla="*/ 1432728 h 1964875"/>
              <a:gd name="connsiteX5" fmla="*/ 385 w 3775871"/>
              <a:gd name="connsiteY5" fmla="*/ 1155023 h 1964875"/>
              <a:gd name="connsiteX0" fmla="*/ 518 w 3310321"/>
              <a:gd name="connsiteY0" fmla="*/ 1561197 h 1986949"/>
              <a:gd name="connsiteX1" fmla="*/ 1379857 w 3310321"/>
              <a:gd name="connsiteY1" fmla="*/ 469469 h 1986949"/>
              <a:gd name="connsiteX2" fmla="*/ 3078750 w 3310321"/>
              <a:gd name="connsiteY2" fmla="*/ 346368 h 1986949"/>
              <a:gd name="connsiteX3" fmla="*/ 2612648 w 3310321"/>
              <a:gd name="connsiteY3" fmla="*/ 1953321 h 1986949"/>
              <a:gd name="connsiteX4" fmla="*/ 1235087 w 3310321"/>
              <a:gd name="connsiteY4" fmla="*/ 1447311 h 1986949"/>
              <a:gd name="connsiteX5" fmla="*/ 518 w 3310321"/>
              <a:gd name="connsiteY5" fmla="*/ 1561197 h 1986949"/>
              <a:gd name="connsiteX0" fmla="*/ 252954 w 3562757"/>
              <a:gd name="connsiteY0" fmla="*/ 1561197 h 1986950"/>
              <a:gd name="connsiteX1" fmla="*/ 1632293 w 3562757"/>
              <a:gd name="connsiteY1" fmla="*/ 469469 h 1986950"/>
              <a:gd name="connsiteX2" fmla="*/ 3331186 w 3562757"/>
              <a:gd name="connsiteY2" fmla="*/ 346368 h 1986950"/>
              <a:gd name="connsiteX3" fmla="*/ 2865084 w 3562757"/>
              <a:gd name="connsiteY3" fmla="*/ 1953321 h 1986950"/>
              <a:gd name="connsiteX4" fmla="*/ 1487523 w 3562757"/>
              <a:gd name="connsiteY4" fmla="*/ 1447311 h 1986950"/>
              <a:gd name="connsiteX5" fmla="*/ 252954 w 3562757"/>
              <a:gd name="connsiteY5" fmla="*/ 1561197 h 1986950"/>
              <a:gd name="connsiteX0" fmla="*/ 275988 w 4836894"/>
              <a:gd name="connsiteY0" fmla="*/ 1254188 h 1664972"/>
              <a:gd name="connsiteX1" fmla="*/ 1655327 w 4836894"/>
              <a:gd name="connsiteY1" fmla="*/ 162460 h 1664972"/>
              <a:gd name="connsiteX2" fmla="*/ 4715739 w 4836894"/>
              <a:gd name="connsiteY2" fmla="*/ 494988 h 1664972"/>
              <a:gd name="connsiteX3" fmla="*/ 2888118 w 4836894"/>
              <a:gd name="connsiteY3" fmla="*/ 1646312 h 1664972"/>
              <a:gd name="connsiteX4" fmla="*/ 1510557 w 4836894"/>
              <a:gd name="connsiteY4" fmla="*/ 1140302 h 1664972"/>
              <a:gd name="connsiteX5" fmla="*/ 275988 w 4836894"/>
              <a:gd name="connsiteY5" fmla="*/ 1254188 h 1664972"/>
              <a:gd name="connsiteX0" fmla="*/ 275988 w 4716813"/>
              <a:gd name="connsiteY0" fmla="*/ 1630321 h 2049242"/>
              <a:gd name="connsiteX1" fmla="*/ 1655327 w 4716813"/>
              <a:gd name="connsiteY1" fmla="*/ 538593 h 2049242"/>
              <a:gd name="connsiteX2" fmla="*/ 4715739 w 4716813"/>
              <a:gd name="connsiteY2" fmla="*/ 871121 h 2049242"/>
              <a:gd name="connsiteX3" fmla="*/ 2888118 w 4716813"/>
              <a:gd name="connsiteY3" fmla="*/ 2022445 h 2049242"/>
              <a:gd name="connsiteX4" fmla="*/ 1510557 w 4716813"/>
              <a:gd name="connsiteY4" fmla="*/ 1516435 h 2049242"/>
              <a:gd name="connsiteX5" fmla="*/ 275988 w 4716813"/>
              <a:gd name="connsiteY5" fmla="*/ 1630321 h 2049242"/>
              <a:gd name="connsiteX0" fmla="*/ 275988 w 4749030"/>
              <a:gd name="connsiteY0" fmla="*/ 1124638 h 1545870"/>
              <a:gd name="connsiteX1" fmla="*/ 1655327 w 4749030"/>
              <a:gd name="connsiteY1" fmla="*/ 32910 h 1545870"/>
              <a:gd name="connsiteX2" fmla="*/ 4715739 w 4749030"/>
              <a:gd name="connsiteY2" fmla="*/ 365438 h 1545870"/>
              <a:gd name="connsiteX3" fmla="*/ 3175706 w 4749030"/>
              <a:gd name="connsiteY3" fmla="*/ 1192854 h 1545870"/>
              <a:gd name="connsiteX4" fmla="*/ 1510557 w 4749030"/>
              <a:gd name="connsiteY4" fmla="*/ 1010752 h 1545870"/>
              <a:gd name="connsiteX5" fmla="*/ 275988 w 4749030"/>
              <a:gd name="connsiteY5" fmla="*/ 1124638 h 1545870"/>
              <a:gd name="connsiteX0" fmla="*/ 275988 w 4727950"/>
              <a:gd name="connsiteY0" fmla="*/ 1387914 h 1809146"/>
              <a:gd name="connsiteX1" fmla="*/ 1655327 w 4727950"/>
              <a:gd name="connsiteY1" fmla="*/ 296186 h 1809146"/>
              <a:gd name="connsiteX2" fmla="*/ 4715739 w 4727950"/>
              <a:gd name="connsiteY2" fmla="*/ 628714 h 1809146"/>
              <a:gd name="connsiteX3" fmla="*/ 3175706 w 4727950"/>
              <a:gd name="connsiteY3" fmla="*/ 1456130 h 1809146"/>
              <a:gd name="connsiteX4" fmla="*/ 1510557 w 4727950"/>
              <a:gd name="connsiteY4" fmla="*/ 1274028 h 1809146"/>
              <a:gd name="connsiteX5" fmla="*/ 275988 w 4727950"/>
              <a:gd name="connsiteY5" fmla="*/ 1387914 h 1809146"/>
              <a:gd name="connsiteX0" fmla="*/ 275988 w 4727950"/>
              <a:gd name="connsiteY0" fmla="*/ 1387914 h 1809146"/>
              <a:gd name="connsiteX1" fmla="*/ 1655327 w 4727950"/>
              <a:gd name="connsiteY1" fmla="*/ 296186 h 1809146"/>
              <a:gd name="connsiteX2" fmla="*/ 4715739 w 4727950"/>
              <a:gd name="connsiteY2" fmla="*/ 628714 h 1809146"/>
              <a:gd name="connsiteX3" fmla="*/ 3175706 w 4727950"/>
              <a:gd name="connsiteY3" fmla="*/ 1456130 h 1809146"/>
              <a:gd name="connsiteX4" fmla="*/ 1510557 w 4727950"/>
              <a:gd name="connsiteY4" fmla="*/ 1274028 h 1809146"/>
              <a:gd name="connsiteX5" fmla="*/ 275988 w 4727950"/>
              <a:gd name="connsiteY5" fmla="*/ 1387914 h 1809146"/>
              <a:gd name="connsiteX0" fmla="*/ 275988 w 4740315"/>
              <a:gd name="connsiteY0" fmla="*/ 1132875 h 1722803"/>
              <a:gd name="connsiteX1" fmla="*/ 1655327 w 4740315"/>
              <a:gd name="connsiteY1" fmla="*/ 41147 h 1722803"/>
              <a:gd name="connsiteX2" fmla="*/ 4715739 w 4740315"/>
              <a:gd name="connsiteY2" fmla="*/ 373675 h 1722803"/>
              <a:gd name="connsiteX3" fmla="*/ 3012343 w 4740315"/>
              <a:gd name="connsiteY3" fmla="*/ 1711656 h 1722803"/>
              <a:gd name="connsiteX4" fmla="*/ 1510557 w 4740315"/>
              <a:gd name="connsiteY4" fmla="*/ 1018989 h 1722803"/>
              <a:gd name="connsiteX5" fmla="*/ 275988 w 4740315"/>
              <a:gd name="connsiteY5" fmla="*/ 1132875 h 1722803"/>
              <a:gd name="connsiteX0" fmla="*/ 275988 w 4756119"/>
              <a:gd name="connsiteY0" fmla="*/ 1127108 h 1542684"/>
              <a:gd name="connsiteX1" fmla="*/ 1655327 w 4756119"/>
              <a:gd name="connsiteY1" fmla="*/ 35380 h 1542684"/>
              <a:gd name="connsiteX2" fmla="*/ 4715739 w 4756119"/>
              <a:gd name="connsiteY2" fmla="*/ 367908 h 1542684"/>
              <a:gd name="connsiteX3" fmla="*/ 3285074 w 4756119"/>
              <a:gd name="connsiteY3" fmla="*/ 1369029 h 1542684"/>
              <a:gd name="connsiteX4" fmla="*/ 1510557 w 4756119"/>
              <a:gd name="connsiteY4" fmla="*/ 1013222 h 1542684"/>
              <a:gd name="connsiteX5" fmla="*/ 275988 w 4756119"/>
              <a:gd name="connsiteY5" fmla="*/ 1127108 h 1542684"/>
              <a:gd name="connsiteX0" fmla="*/ 275988 w 4715923"/>
              <a:gd name="connsiteY0" fmla="*/ 1122352 h 1572226"/>
              <a:gd name="connsiteX1" fmla="*/ 1655327 w 4715923"/>
              <a:gd name="connsiteY1" fmla="*/ 30624 h 1572226"/>
              <a:gd name="connsiteX2" fmla="*/ 4715739 w 4715923"/>
              <a:gd name="connsiteY2" fmla="*/ 363152 h 1572226"/>
              <a:gd name="connsiteX3" fmla="*/ 1510557 w 4715923"/>
              <a:gd name="connsiteY3" fmla="*/ 1008466 h 1572226"/>
              <a:gd name="connsiteX4" fmla="*/ 275988 w 4715923"/>
              <a:gd name="connsiteY4" fmla="*/ 1122352 h 1572226"/>
              <a:gd name="connsiteX0" fmla="*/ 25029 w 4476010"/>
              <a:gd name="connsiteY0" fmla="*/ 1892393 h 2022034"/>
              <a:gd name="connsiteX1" fmla="*/ 2236847 w 4476010"/>
              <a:gd name="connsiteY1" fmla="*/ 11492 h 2022034"/>
              <a:gd name="connsiteX2" fmla="*/ 4464780 w 4476010"/>
              <a:gd name="connsiteY2" fmla="*/ 1133193 h 2022034"/>
              <a:gd name="connsiteX3" fmla="*/ 1259598 w 4476010"/>
              <a:gd name="connsiteY3" fmla="*/ 1778507 h 2022034"/>
              <a:gd name="connsiteX4" fmla="*/ 25029 w 4476010"/>
              <a:gd name="connsiteY4" fmla="*/ 1892393 h 2022034"/>
              <a:gd name="connsiteX0" fmla="*/ 19312 w 4468531"/>
              <a:gd name="connsiteY0" fmla="*/ 1893478 h 2350831"/>
              <a:gd name="connsiteX1" fmla="*/ 2231130 w 4468531"/>
              <a:gd name="connsiteY1" fmla="*/ 12577 h 2350831"/>
              <a:gd name="connsiteX2" fmla="*/ 4459063 w 4468531"/>
              <a:gd name="connsiteY2" fmla="*/ 1134278 h 2350831"/>
              <a:gd name="connsiteX3" fmla="*/ 2962196 w 4468531"/>
              <a:gd name="connsiteY3" fmla="*/ 2337807 h 2350831"/>
              <a:gd name="connsiteX4" fmla="*/ 1253881 w 4468531"/>
              <a:gd name="connsiteY4" fmla="*/ 1779592 h 2350831"/>
              <a:gd name="connsiteX5" fmla="*/ 19312 w 4468531"/>
              <a:gd name="connsiteY5" fmla="*/ 1893478 h 2350831"/>
              <a:gd name="connsiteX0" fmla="*/ 114931 w 4564151"/>
              <a:gd name="connsiteY0" fmla="*/ 1893478 h 2606070"/>
              <a:gd name="connsiteX1" fmla="*/ 2326749 w 4564151"/>
              <a:gd name="connsiteY1" fmla="*/ 12577 h 2606070"/>
              <a:gd name="connsiteX2" fmla="*/ 4554682 w 4564151"/>
              <a:gd name="connsiteY2" fmla="*/ 1134278 h 2606070"/>
              <a:gd name="connsiteX3" fmla="*/ 3057815 w 4564151"/>
              <a:gd name="connsiteY3" fmla="*/ 2337807 h 2606070"/>
              <a:gd name="connsiteX4" fmla="*/ 602599 w 4564151"/>
              <a:gd name="connsiteY4" fmla="*/ 2591133 h 2606070"/>
              <a:gd name="connsiteX5" fmla="*/ 114931 w 4564151"/>
              <a:gd name="connsiteY5" fmla="*/ 1893478 h 2606070"/>
              <a:gd name="connsiteX0" fmla="*/ 339436 w 4163621"/>
              <a:gd name="connsiteY0" fmla="*/ 711041 h 2677547"/>
              <a:gd name="connsiteX1" fmla="*/ 1926219 w 4163621"/>
              <a:gd name="connsiteY1" fmla="*/ 9118 h 2677547"/>
              <a:gd name="connsiteX2" fmla="*/ 4154152 w 4163621"/>
              <a:gd name="connsiteY2" fmla="*/ 1130819 h 2677547"/>
              <a:gd name="connsiteX3" fmla="*/ 2657285 w 4163621"/>
              <a:gd name="connsiteY3" fmla="*/ 2334348 h 2677547"/>
              <a:gd name="connsiteX4" fmla="*/ 202069 w 4163621"/>
              <a:gd name="connsiteY4" fmla="*/ 2587674 h 2677547"/>
              <a:gd name="connsiteX5" fmla="*/ 339436 w 4163621"/>
              <a:gd name="connsiteY5" fmla="*/ 711041 h 2677547"/>
              <a:gd name="connsiteX0" fmla="*/ 8699 w 3970251"/>
              <a:gd name="connsiteY0" fmla="*/ 2578556 h 2717756"/>
              <a:gd name="connsiteX1" fmla="*/ 1732849 w 3970251"/>
              <a:gd name="connsiteY1" fmla="*/ 0 h 2717756"/>
              <a:gd name="connsiteX2" fmla="*/ 3960782 w 3970251"/>
              <a:gd name="connsiteY2" fmla="*/ 1121701 h 2717756"/>
              <a:gd name="connsiteX3" fmla="*/ 2463915 w 3970251"/>
              <a:gd name="connsiteY3" fmla="*/ 2325230 h 2717756"/>
              <a:gd name="connsiteX4" fmla="*/ 8699 w 3970251"/>
              <a:gd name="connsiteY4" fmla="*/ 2578556 h 2717756"/>
              <a:gd name="connsiteX0" fmla="*/ 11617 w 3584652"/>
              <a:gd name="connsiteY0" fmla="*/ 1430838 h 2340009"/>
              <a:gd name="connsiteX1" fmla="*/ 1347250 w 3584652"/>
              <a:gd name="connsiteY1" fmla="*/ 2380 h 2340009"/>
              <a:gd name="connsiteX2" fmla="*/ 3575183 w 3584652"/>
              <a:gd name="connsiteY2" fmla="*/ 1124081 h 2340009"/>
              <a:gd name="connsiteX3" fmla="*/ 2078316 w 3584652"/>
              <a:gd name="connsiteY3" fmla="*/ 2327610 h 2340009"/>
              <a:gd name="connsiteX4" fmla="*/ 11617 w 3584652"/>
              <a:gd name="connsiteY4" fmla="*/ 1430838 h 2340009"/>
              <a:gd name="connsiteX0" fmla="*/ 36322 w 3609357"/>
              <a:gd name="connsiteY0" fmla="*/ 1430838 h 2532978"/>
              <a:gd name="connsiteX1" fmla="*/ 1371955 w 3609357"/>
              <a:gd name="connsiteY1" fmla="*/ 2380 h 2532978"/>
              <a:gd name="connsiteX2" fmla="*/ 3599888 w 3609357"/>
              <a:gd name="connsiteY2" fmla="*/ 1124081 h 2532978"/>
              <a:gd name="connsiteX3" fmla="*/ 2103021 w 3609357"/>
              <a:gd name="connsiteY3" fmla="*/ 2327610 h 2532978"/>
              <a:gd name="connsiteX4" fmla="*/ 36322 w 3609357"/>
              <a:gd name="connsiteY4" fmla="*/ 1430838 h 2532978"/>
              <a:gd name="connsiteX0" fmla="*/ 3580 w 3569301"/>
              <a:gd name="connsiteY0" fmla="*/ 1431089 h 2816320"/>
              <a:gd name="connsiteX1" fmla="*/ 1339213 w 3569301"/>
              <a:gd name="connsiteY1" fmla="*/ 2631 h 2816320"/>
              <a:gd name="connsiteX2" fmla="*/ 3567146 w 3569301"/>
              <a:gd name="connsiteY2" fmla="*/ 1124332 h 2816320"/>
              <a:gd name="connsiteX3" fmla="*/ 1722688 w 3569301"/>
              <a:gd name="connsiteY3" fmla="*/ 2808414 h 2816320"/>
              <a:gd name="connsiteX4" fmla="*/ 3580 w 3569301"/>
              <a:gd name="connsiteY4" fmla="*/ 1431089 h 2816320"/>
              <a:gd name="connsiteX0" fmla="*/ 3579 w 3569300"/>
              <a:gd name="connsiteY0" fmla="*/ 1431089 h 2808414"/>
              <a:gd name="connsiteX1" fmla="*/ 1339212 w 3569300"/>
              <a:gd name="connsiteY1" fmla="*/ 2631 h 2808414"/>
              <a:gd name="connsiteX2" fmla="*/ 3567145 w 3569300"/>
              <a:gd name="connsiteY2" fmla="*/ 1124332 h 2808414"/>
              <a:gd name="connsiteX3" fmla="*/ 1722687 w 3569300"/>
              <a:gd name="connsiteY3" fmla="*/ 2808414 h 2808414"/>
              <a:gd name="connsiteX4" fmla="*/ 3579 w 3569300"/>
              <a:gd name="connsiteY4" fmla="*/ 1431089 h 2808414"/>
              <a:gd name="connsiteX0" fmla="*/ 3579 w 3570402"/>
              <a:gd name="connsiteY0" fmla="*/ 1431089 h 2845664"/>
              <a:gd name="connsiteX1" fmla="*/ 1339212 w 3570402"/>
              <a:gd name="connsiteY1" fmla="*/ 2631 h 2845664"/>
              <a:gd name="connsiteX2" fmla="*/ 3567145 w 3570402"/>
              <a:gd name="connsiteY2" fmla="*/ 1124332 h 2845664"/>
              <a:gd name="connsiteX3" fmla="*/ 1722687 w 3570402"/>
              <a:gd name="connsiteY3" fmla="*/ 2808414 h 2845664"/>
              <a:gd name="connsiteX4" fmla="*/ 3579 w 3570402"/>
              <a:gd name="connsiteY4" fmla="*/ 1431089 h 2845664"/>
              <a:gd name="connsiteX0" fmla="*/ 3579 w 3571531"/>
              <a:gd name="connsiteY0" fmla="*/ 1431089 h 2809355"/>
              <a:gd name="connsiteX1" fmla="*/ 1339212 w 3571531"/>
              <a:gd name="connsiteY1" fmla="*/ 2631 h 2809355"/>
              <a:gd name="connsiteX2" fmla="*/ 3567145 w 3571531"/>
              <a:gd name="connsiteY2" fmla="*/ 1124332 h 2809355"/>
              <a:gd name="connsiteX3" fmla="*/ 1722687 w 3571531"/>
              <a:gd name="connsiteY3" fmla="*/ 2808414 h 2809355"/>
              <a:gd name="connsiteX4" fmla="*/ 3579 w 3571531"/>
              <a:gd name="connsiteY4" fmla="*/ 1431089 h 2809355"/>
              <a:gd name="connsiteX0" fmla="*/ 3579 w 3570449"/>
              <a:gd name="connsiteY0" fmla="*/ 1431089 h 2811091"/>
              <a:gd name="connsiteX1" fmla="*/ 1339212 w 3570449"/>
              <a:gd name="connsiteY1" fmla="*/ 2631 h 2811091"/>
              <a:gd name="connsiteX2" fmla="*/ 3567145 w 3570449"/>
              <a:gd name="connsiteY2" fmla="*/ 1124332 h 2811091"/>
              <a:gd name="connsiteX3" fmla="*/ 1722687 w 3570449"/>
              <a:gd name="connsiteY3" fmla="*/ 2808414 h 2811091"/>
              <a:gd name="connsiteX4" fmla="*/ 3579 w 3570449"/>
              <a:gd name="connsiteY4" fmla="*/ 1431089 h 2811091"/>
              <a:gd name="connsiteX0" fmla="*/ 9477 w 3576347"/>
              <a:gd name="connsiteY0" fmla="*/ 1454488 h 2834490"/>
              <a:gd name="connsiteX1" fmla="*/ 1345110 w 3576347"/>
              <a:gd name="connsiteY1" fmla="*/ 26030 h 2834490"/>
              <a:gd name="connsiteX2" fmla="*/ 3573043 w 3576347"/>
              <a:gd name="connsiteY2" fmla="*/ 1147731 h 2834490"/>
              <a:gd name="connsiteX3" fmla="*/ 1728585 w 3576347"/>
              <a:gd name="connsiteY3" fmla="*/ 2831813 h 2834490"/>
              <a:gd name="connsiteX4" fmla="*/ 9477 w 3576347"/>
              <a:gd name="connsiteY4" fmla="*/ 1454488 h 2834490"/>
              <a:gd name="connsiteX0" fmla="*/ 11200 w 3578070"/>
              <a:gd name="connsiteY0" fmla="*/ 1454488 h 2834490"/>
              <a:gd name="connsiteX1" fmla="*/ 1346833 w 3578070"/>
              <a:gd name="connsiteY1" fmla="*/ 26030 h 2834490"/>
              <a:gd name="connsiteX2" fmla="*/ 3574766 w 3578070"/>
              <a:gd name="connsiteY2" fmla="*/ 1147731 h 2834490"/>
              <a:gd name="connsiteX3" fmla="*/ 1730308 w 3578070"/>
              <a:gd name="connsiteY3" fmla="*/ 2831813 h 2834490"/>
              <a:gd name="connsiteX4" fmla="*/ 11200 w 3578070"/>
              <a:gd name="connsiteY4" fmla="*/ 1454488 h 2834490"/>
              <a:gd name="connsiteX0" fmla="*/ 5238 w 3394494"/>
              <a:gd name="connsiteY0" fmla="*/ 1561249 h 2815719"/>
              <a:gd name="connsiteX1" fmla="*/ 1164359 w 3394494"/>
              <a:gd name="connsiteY1" fmla="*/ 5027 h 2815719"/>
              <a:gd name="connsiteX2" fmla="*/ 3392292 w 3394494"/>
              <a:gd name="connsiteY2" fmla="*/ 1126728 h 2815719"/>
              <a:gd name="connsiteX3" fmla="*/ 1547834 w 3394494"/>
              <a:gd name="connsiteY3" fmla="*/ 2810810 h 2815719"/>
              <a:gd name="connsiteX4" fmla="*/ 5238 w 3394494"/>
              <a:gd name="connsiteY4" fmla="*/ 1561249 h 2815719"/>
              <a:gd name="connsiteX0" fmla="*/ 1714 w 3390970"/>
              <a:gd name="connsiteY0" fmla="*/ 1561249 h 2816846"/>
              <a:gd name="connsiteX1" fmla="*/ 1160835 w 3390970"/>
              <a:gd name="connsiteY1" fmla="*/ 5027 h 2816846"/>
              <a:gd name="connsiteX2" fmla="*/ 3388768 w 3390970"/>
              <a:gd name="connsiteY2" fmla="*/ 1126728 h 2816846"/>
              <a:gd name="connsiteX3" fmla="*/ 1544310 w 3390970"/>
              <a:gd name="connsiteY3" fmla="*/ 2810810 h 2816846"/>
              <a:gd name="connsiteX4" fmla="*/ 1714 w 3390970"/>
              <a:gd name="connsiteY4" fmla="*/ 1561249 h 2816846"/>
              <a:gd name="connsiteX0" fmla="*/ 1714 w 3392183"/>
              <a:gd name="connsiteY0" fmla="*/ 1561249 h 2822298"/>
              <a:gd name="connsiteX1" fmla="*/ 1160835 w 3392183"/>
              <a:gd name="connsiteY1" fmla="*/ 5027 h 2822298"/>
              <a:gd name="connsiteX2" fmla="*/ 3388768 w 3392183"/>
              <a:gd name="connsiteY2" fmla="*/ 1126728 h 2822298"/>
              <a:gd name="connsiteX3" fmla="*/ 1544310 w 3392183"/>
              <a:gd name="connsiteY3" fmla="*/ 2810810 h 2822298"/>
              <a:gd name="connsiteX4" fmla="*/ 1714 w 3392183"/>
              <a:gd name="connsiteY4" fmla="*/ 1561249 h 28222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92183" h="2822298">
                <a:moveTo>
                  <a:pt x="1714" y="1561249"/>
                </a:moveTo>
                <a:cubicBezTo>
                  <a:pt x="-37269" y="828037"/>
                  <a:pt x="596326" y="77447"/>
                  <a:pt x="1160835" y="5027"/>
                </a:cubicBezTo>
                <a:cubicBezTo>
                  <a:pt x="1725344" y="-67393"/>
                  <a:pt x="3324856" y="659098"/>
                  <a:pt x="3388768" y="1126728"/>
                </a:cubicBezTo>
                <a:cubicBezTo>
                  <a:pt x="3452680" y="1594358"/>
                  <a:pt x="2611566" y="2706535"/>
                  <a:pt x="1544310" y="2810810"/>
                </a:cubicBezTo>
                <a:cubicBezTo>
                  <a:pt x="477054" y="2915085"/>
                  <a:pt x="40697" y="2294461"/>
                  <a:pt x="1714" y="1561249"/>
                </a:cubicBezTo>
                <a:close/>
              </a:path>
            </a:pathLst>
          </a:custGeom>
          <a:noFill/>
          <a:ln w="76200">
            <a:solidFill>
              <a:srgbClr val="87112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BC239B9-97EB-8147-A4B5-809E65FFBE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52861"/>
            <a:ext cx="9144000" cy="1767223"/>
          </a:xfrm>
        </p:spPr>
        <p:txBody>
          <a:bodyPr anchor="b">
            <a:normAutofit/>
          </a:bodyPr>
          <a:lstStyle>
            <a:lvl1pPr algn="ctr">
              <a:defRPr sz="4800" cap="all" spc="600" baseline="0">
                <a:solidFill>
                  <a:srgbClr val="647A84"/>
                </a:solidFill>
                <a:latin typeface="TheSans Plain" pitchFamily="2" charset="0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6" name="Freihandform 15">
            <a:extLst>
              <a:ext uri="{FF2B5EF4-FFF2-40B4-BE49-F238E27FC236}">
                <a16:creationId xmlns:a16="http://schemas.microsoft.com/office/drawing/2014/main" id="{5D49C0DE-A487-83AF-86B4-A6F17E79B51D}"/>
              </a:ext>
            </a:extLst>
          </p:cNvPr>
          <p:cNvSpPr/>
          <p:nvPr userDrawn="1"/>
        </p:nvSpPr>
        <p:spPr>
          <a:xfrm rot="14555770" flipV="1">
            <a:off x="7638847" y="2923405"/>
            <a:ext cx="5610720" cy="8294818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3177410"/>
              <a:gd name="connsiteY0" fmla="*/ 1035451 h 3606310"/>
              <a:gd name="connsiteX1" fmla="*/ 3141588 w 3177410"/>
              <a:gd name="connsiteY1" fmla="*/ 152581 h 3606310"/>
              <a:gd name="connsiteX2" fmla="*/ 2574031 w 3177410"/>
              <a:gd name="connsiteY2" fmla="*/ 1666070 h 3606310"/>
              <a:gd name="connsiteX3" fmla="*/ 2321781 w 3177410"/>
              <a:gd name="connsiteY3" fmla="*/ 3473850 h 3606310"/>
              <a:gd name="connsiteX4" fmla="*/ 51546 w 3177410"/>
              <a:gd name="connsiteY4" fmla="*/ 2664554 h 3606310"/>
              <a:gd name="connsiteX5" fmla="*/ 829312 w 3177410"/>
              <a:gd name="connsiteY5" fmla="*/ 1035451 h 3606310"/>
              <a:gd name="connsiteX0" fmla="*/ 829312 w 3177410"/>
              <a:gd name="connsiteY0" fmla="*/ 1013703 h 3584562"/>
              <a:gd name="connsiteX1" fmla="*/ 3141588 w 3177410"/>
              <a:gd name="connsiteY1" fmla="*/ 130833 h 3584562"/>
              <a:gd name="connsiteX2" fmla="*/ 2574031 w 3177410"/>
              <a:gd name="connsiteY2" fmla="*/ 1644322 h 3584562"/>
              <a:gd name="connsiteX3" fmla="*/ 2321781 w 3177410"/>
              <a:gd name="connsiteY3" fmla="*/ 3452102 h 3584562"/>
              <a:gd name="connsiteX4" fmla="*/ 51546 w 3177410"/>
              <a:gd name="connsiteY4" fmla="*/ 2642806 h 3584562"/>
              <a:gd name="connsiteX5" fmla="*/ 829312 w 3177410"/>
              <a:gd name="connsiteY5" fmla="*/ 1013703 h 3584562"/>
              <a:gd name="connsiteX0" fmla="*/ 829578 w 3177676"/>
              <a:gd name="connsiteY0" fmla="*/ 1013703 h 3584562"/>
              <a:gd name="connsiteX1" fmla="*/ 3141854 w 3177676"/>
              <a:gd name="connsiteY1" fmla="*/ 130833 h 3584562"/>
              <a:gd name="connsiteX2" fmla="*/ 2574297 w 3177676"/>
              <a:gd name="connsiteY2" fmla="*/ 1644322 h 3584562"/>
              <a:gd name="connsiteX3" fmla="*/ 2322047 w 3177676"/>
              <a:gd name="connsiteY3" fmla="*/ 3452102 h 3584562"/>
              <a:gd name="connsiteX4" fmla="*/ 51812 w 3177676"/>
              <a:gd name="connsiteY4" fmla="*/ 2642806 h 3584562"/>
              <a:gd name="connsiteX5" fmla="*/ 829578 w 3177676"/>
              <a:gd name="connsiteY5" fmla="*/ 1013703 h 3584562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77676" h="3588900">
                <a:moveTo>
                  <a:pt x="829578" y="1013703"/>
                </a:moveTo>
                <a:cubicBezTo>
                  <a:pt x="1397137" y="530228"/>
                  <a:pt x="2942157" y="-328119"/>
                  <a:pt x="3141854" y="130833"/>
                </a:cubicBezTo>
                <a:cubicBezTo>
                  <a:pt x="3341551" y="589785"/>
                  <a:pt x="2644367" y="1160846"/>
                  <a:pt x="2574297" y="1644322"/>
                </a:cubicBezTo>
                <a:cubicBezTo>
                  <a:pt x="2504227" y="2127798"/>
                  <a:pt x="2788005" y="3045702"/>
                  <a:pt x="2322047" y="3452102"/>
                </a:cubicBezTo>
                <a:cubicBezTo>
                  <a:pt x="1856089" y="3858502"/>
                  <a:pt x="253064" y="3291335"/>
                  <a:pt x="51812" y="2642806"/>
                </a:cubicBezTo>
                <a:cubicBezTo>
                  <a:pt x="-149440" y="1994277"/>
                  <a:pt x="262019" y="1497178"/>
                  <a:pt x="829578" y="1013703"/>
                </a:cubicBezTo>
                <a:close/>
              </a:path>
            </a:pathLst>
          </a:custGeom>
          <a:noFill/>
          <a:ln w="76200">
            <a:solidFill>
              <a:srgbClr val="647A8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n>
                <a:solidFill>
                  <a:srgbClr val="647A84"/>
                </a:solidFill>
              </a:ln>
            </a:endParaRPr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607B9D97-45D6-2E45-6F24-F1A04C2406B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81150" y="2465388"/>
            <a:ext cx="9086850" cy="3890962"/>
          </a:xfrm>
        </p:spPr>
        <p:txBody>
          <a:bodyPr/>
          <a:lstStyle>
            <a:lvl1pPr marL="0" indent="0" algn="ctr">
              <a:buNone/>
              <a:defRPr>
                <a:solidFill>
                  <a:srgbClr val="647A84"/>
                </a:solidFill>
                <a:latin typeface="TheSans Plain" pitchFamily="2" charset="0"/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C52D0D56-C509-3DFF-19F7-E0666DDDFD91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Lukas Peter Sumann, Maximilian Wolf Leopold Lindner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AE63C2FF-D34A-4E1D-4D3F-467FBB505DC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858375" y="216695"/>
            <a:ext cx="2078627" cy="466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0634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ihandform 13">
            <a:extLst>
              <a:ext uri="{FF2B5EF4-FFF2-40B4-BE49-F238E27FC236}">
                <a16:creationId xmlns:a16="http://schemas.microsoft.com/office/drawing/2014/main" id="{44E8D287-3E84-0CEF-FE7D-A2F5ACFCCE39}"/>
              </a:ext>
            </a:extLst>
          </p:cNvPr>
          <p:cNvSpPr/>
          <p:nvPr userDrawn="1"/>
        </p:nvSpPr>
        <p:spPr>
          <a:xfrm rot="14213215">
            <a:off x="8051400" y="2605689"/>
            <a:ext cx="5830459" cy="6730241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2630869"/>
              <a:gd name="connsiteY0" fmla="*/ 1913201 h 4484060"/>
              <a:gd name="connsiteX1" fmla="*/ 2156275 w 2630869"/>
              <a:gd name="connsiteY1" fmla="*/ 89473 h 4484060"/>
              <a:gd name="connsiteX2" fmla="*/ 2574031 w 2630869"/>
              <a:gd name="connsiteY2" fmla="*/ 2543820 h 4484060"/>
              <a:gd name="connsiteX3" fmla="*/ 2321781 w 2630869"/>
              <a:gd name="connsiteY3" fmla="*/ 4351600 h 4484060"/>
              <a:gd name="connsiteX4" fmla="*/ 51546 w 2630869"/>
              <a:gd name="connsiteY4" fmla="*/ 3542304 h 4484060"/>
              <a:gd name="connsiteX5" fmla="*/ 829312 w 2630869"/>
              <a:gd name="connsiteY5" fmla="*/ 1913201 h 4484060"/>
              <a:gd name="connsiteX0" fmla="*/ 829312 w 2634983"/>
              <a:gd name="connsiteY0" fmla="*/ 1913201 h 4484060"/>
              <a:gd name="connsiteX1" fmla="*/ 2156275 w 2634983"/>
              <a:gd name="connsiteY1" fmla="*/ 89473 h 4484060"/>
              <a:gd name="connsiteX2" fmla="*/ 2574031 w 2634983"/>
              <a:gd name="connsiteY2" fmla="*/ 2543820 h 4484060"/>
              <a:gd name="connsiteX3" fmla="*/ 2321781 w 2634983"/>
              <a:gd name="connsiteY3" fmla="*/ 4351600 h 4484060"/>
              <a:gd name="connsiteX4" fmla="*/ 51546 w 2634983"/>
              <a:gd name="connsiteY4" fmla="*/ 3542304 h 4484060"/>
              <a:gd name="connsiteX5" fmla="*/ 829312 w 2634983"/>
              <a:gd name="connsiteY5" fmla="*/ 1913201 h 4484060"/>
              <a:gd name="connsiteX0" fmla="*/ 829312 w 2634983"/>
              <a:gd name="connsiteY0" fmla="*/ 1823911 h 4394770"/>
              <a:gd name="connsiteX1" fmla="*/ 2156275 w 2634983"/>
              <a:gd name="connsiteY1" fmla="*/ 183 h 4394770"/>
              <a:gd name="connsiteX2" fmla="*/ 2574031 w 2634983"/>
              <a:gd name="connsiteY2" fmla="*/ 2454530 h 4394770"/>
              <a:gd name="connsiteX3" fmla="*/ 2321781 w 2634983"/>
              <a:gd name="connsiteY3" fmla="*/ 4262310 h 4394770"/>
              <a:gd name="connsiteX4" fmla="*/ 51546 w 2634983"/>
              <a:gd name="connsiteY4" fmla="*/ 3453014 h 4394770"/>
              <a:gd name="connsiteX5" fmla="*/ 829312 w 2634983"/>
              <a:gd name="connsiteY5" fmla="*/ 1823911 h 4394770"/>
              <a:gd name="connsiteX0" fmla="*/ 550921 w 2356592"/>
              <a:gd name="connsiteY0" fmla="*/ 1823911 h 4375660"/>
              <a:gd name="connsiteX1" fmla="*/ 1877884 w 2356592"/>
              <a:gd name="connsiteY1" fmla="*/ 183 h 4375660"/>
              <a:gd name="connsiteX2" fmla="*/ 2295640 w 2356592"/>
              <a:gd name="connsiteY2" fmla="*/ 2454530 h 4375660"/>
              <a:gd name="connsiteX3" fmla="*/ 2043390 w 2356592"/>
              <a:gd name="connsiteY3" fmla="*/ 4262310 h 4375660"/>
              <a:gd name="connsiteX4" fmla="*/ 97666 w 2356592"/>
              <a:gd name="connsiteY4" fmla="*/ 3284751 h 4375660"/>
              <a:gd name="connsiteX5" fmla="*/ 550921 w 2356592"/>
              <a:gd name="connsiteY5" fmla="*/ 1823911 h 4375660"/>
              <a:gd name="connsiteX0" fmla="*/ 1187626 w 2290887"/>
              <a:gd name="connsiteY0" fmla="*/ 1491571 h 4375718"/>
              <a:gd name="connsiteX1" fmla="*/ 1812179 w 2290887"/>
              <a:gd name="connsiteY1" fmla="*/ 241 h 4375718"/>
              <a:gd name="connsiteX2" fmla="*/ 2229935 w 2290887"/>
              <a:gd name="connsiteY2" fmla="*/ 2454588 h 4375718"/>
              <a:gd name="connsiteX3" fmla="*/ 1977685 w 2290887"/>
              <a:gd name="connsiteY3" fmla="*/ 4262368 h 4375718"/>
              <a:gd name="connsiteX4" fmla="*/ 31961 w 2290887"/>
              <a:gd name="connsiteY4" fmla="*/ 3284809 h 4375718"/>
              <a:gd name="connsiteX5" fmla="*/ 1187626 w 2290887"/>
              <a:gd name="connsiteY5" fmla="*/ 1491571 h 4375718"/>
              <a:gd name="connsiteX0" fmla="*/ 1187626 w 2290887"/>
              <a:gd name="connsiteY0" fmla="*/ 1491690 h 4375837"/>
              <a:gd name="connsiteX1" fmla="*/ 1812179 w 2290887"/>
              <a:gd name="connsiteY1" fmla="*/ 360 h 4375837"/>
              <a:gd name="connsiteX2" fmla="*/ 2229935 w 2290887"/>
              <a:gd name="connsiteY2" fmla="*/ 2454707 h 4375837"/>
              <a:gd name="connsiteX3" fmla="*/ 1977685 w 2290887"/>
              <a:gd name="connsiteY3" fmla="*/ 4262487 h 4375837"/>
              <a:gd name="connsiteX4" fmla="*/ 31961 w 2290887"/>
              <a:gd name="connsiteY4" fmla="*/ 3284928 h 4375837"/>
              <a:gd name="connsiteX5" fmla="*/ 1187626 w 2290887"/>
              <a:gd name="connsiteY5" fmla="*/ 1491690 h 4375837"/>
              <a:gd name="connsiteX0" fmla="*/ 1177700 w 2280961"/>
              <a:gd name="connsiteY0" fmla="*/ 1491690 h 4375837"/>
              <a:gd name="connsiteX1" fmla="*/ 1802253 w 2280961"/>
              <a:gd name="connsiteY1" fmla="*/ 360 h 4375837"/>
              <a:gd name="connsiteX2" fmla="*/ 2220009 w 2280961"/>
              <a:gd name="connsiteY2" fmla="*/ 2454707 h 4375837"/>
              <a:gd name="connsiteX3" fmla="*/ 1967759 w 2280961"/>
              <a:gd name="connsiteY3" fmla="*/ 4262487 h 4375837"/>
              <a:gd name="connsiteX4" fmla="*/ 22035 w 2280961"/>
              <a:gd name="connsiteY4" fmla="*/ 3284928 h 4375837"/>
              <a:gd name="connsiteX5" fmla="*/ 1177700 w 2280961"/>
              <a:gd name="connsiteY5" fmla="*/ 1491690 h 4375837"/>
              <a:gd name="connsiteX0" fmla="*/ 1177700 w 2132201"/>
              <a:gd name="connsiteY0" fmla="*/ 1491690 h 4375837"/>
              <a:gd name="connsiteX1" fmla="*/ 1802253 w 2132201"/>
              <a:gd name="connsiteY1" fmla="*/ 360 h 4375837"/>
              <a:gd name="connsiteX2" fmla="*/ 1570986 w 2132201"/>
              <a:gd name="connsiteY2" fmla="*/ 2791232 h 4375837"/>
              <a:gd name="connsiteX3" fmla="*/ 1967759 w 2132201"/>
              <a:gd name="connsiteY3" fmla="*/ 4262487 h 4375837"/>
              <a:gd name="connsiteX4" fmla="*/ 22035 w 2132201"/>
              <a:gd name="connsiteY4" fmla="*/ 3284928 h 4375837"/>
              <a:gd name="connsiteX5" fmla="*/ 1177700 w 2132201"/>
              <a:gd name="connsiteY5" fmla="*/ 1491690 h 4375837"/>
              <a:gd name="connsiteX0" fmla="*/ 1177700 w 2303877"/>
              <a:gd name="connsiteY0" fmla="*/ 654980 h 3539127"/>
              <a:gd name="connsiteX1" fmla="*/ 2105842 w 2303877"/>
              <a:gd name="connsiteY1" fmla="*/ 30327 h 3539127"/>
              <a:gd name="connsiteX2" fmla="*/ 1570986 w 2303877"/>
              <a:gd name="connsiteY2" fmla="*/ 1954522 h 3539127"/>
              <a:gd name="connsiteX3" fmla="*/ 1967759 w 2303877"/>
              <a:gd name="connsiteY3" fmla="*/ 3425777 h 3539127"/>
              <a:gd name="connsiteX4" fmla="*/ 22035 w 2303877"/>
              <a:gd name="connsiteY4" fmla="*/ 2448218 h 3539127"/>
              <a:gd name="connsiteX5" fmla="*/ 1177700 w 2303877"/>
              <a:gd name="connsiteY5" fmla="*/ 654980 h 3539127"/>
              <a:gd name="connsiteX0" fmla="*/ 1177700 w 2303877"/>
              <a:gd name="connsiteY0" fmla="*/ 811890 h 3696037"/>
              <a:gd name="connsiteX1" fmla="*/ 2105842 w 2303877"/>
              <a:gd name="connsiteY1" fmla="*/ 187237 h 3696037"/>
              <a:gd name="connsiteX2" fmla="*/ 1570986 w 2303877"/>
              <a:gd name="connsiteY2" fmla="*/ 2111432 h 3696037"/>
              <a:gd name="connsiteX3" fmla="*/ 1967759 w 2303877"/>
              <a:gd name="connsiteY3" fmla="*/ 3582687 h 3696037"/>
              <a:gd name="connsiteX4" fmla="*/ 22035 w 2303877"/>
              <a:gd name="connsiteY4" fmla="*/ 2605128 h 3696037"/>
              <a:gd name="connsiteX5" fmla="*/ 1177700 w 2303877"/>
              <a:gd name="connsiteY5" fmla="*/ 811890 h 3696037"/>
              <a:gd name="connsiteX0" fmla="*/ 1177700 w 2189200"/>
              <a:gd name="connsiteY0" fmla="*/ 811890 h 3696037"/>
              <a:gd name="connsiteX1" fmla="*/ 2105842 w 2189200"/>
              <a:gd name="connsiteY1" fmla="*/ 187237 h 3696037"/>
              <a:gd name="connsiteX2" fmla="*/ 1570986 w 2189200"/>
              <a:gd name="connsiteY2" fmla="*/ 2111432 h 3696037"/>
              <a:gd name="connsiteX3" fmla="*/ 1967759 w 2189200"/>
              <a:gd name="connsiteY3" fmla="*/ 3582687 h 3696037"/>
              <a:gd name="connsiteX4" fmla="*/ 22035 w 2189200"/>
              <a:gd name="connsiteY4" fmla="*/ 2605128 h 3696037"/>
              <a:gd name="connsiteX5" fmla="*/ 1177700 w 2189200"/>
              <a:gd name="connsiteY5" fmla="*/ 811890 h 3696037"/>
              <a:gd name="connsiteX0" fmla="*/ 1177700 w 2189200"/>
              <a:gd name="connsiteY0" fmla="*/ 743015 h 3627162"/>
              <a:gd name="connsiteX1" fmla="*/ 2105842 w 2189200"/>
              <a:gd name="connsiteY1" fmla="*/ 118362 h 3627162"/>
              <a:gd name="connsiteX2" fmla="*/ 1570986 w 2189200"/>
              <a:gd name="connsiteY2" fmla="*/ 2042557 h 3627162"/>
              <a:gd name="connsiteX3" fmla="*/ 1967759 w 2189200"/>
              <a:gd name="connsiteY3" fmla="*/ 3513812 h 3627162"/>
              <a:gd name="connsiteX4" fmla="*/ 22035 w 2189200"/>
              <a:gd name="connsiteY4" fmla="*/ 2536253 h 3627162"/>
              <a:gd name="connsiteX5" fmla="*/ 1177700 w 2189200"/>
              <a:gd name="connsiteY5" fmla="*/ 743015 h 3627162"/>
              <a:gd name="connsiteX0" fmla="*/ 1177700 w 2189200"/>
              <a:gd name="connsiteY0" fmla="*/ 695554 h 3579701"/>
              <a:gd name="connsiteX1" fmla="*/ 2105842 w 2189200"/>
              <a:gd name="connsiteY1" fmla="*/ 70901 h 3579701"/>
              <a:gd name="connsiteX2" fmla="*/ 1570986 w 2189200"/>
              <a:gd name="connsiteY2" fmla="*/ 1995096 h 3579701"/>
              <a:gd name="connsiteX3" fmla="*/ 1967759 w 2189200"/>
              <a:gd name="connsiteY3" fmla="*/ 3466351 h 3579701"/>
              <a:gd name="connsiteX4" fmla="*/ 22035 w 2189200"/>
              <a:gd name="connsiteY4" fmla="*/ 2488792 h 3579701"/>
              <a:gd name="connsiteX5" fmla="*/ 1177700 w 2189200"/>
              <a:gd name="connsiteY5" fmla="*/ 695554 h 3579701"/>
              <a:gd name="connsiteX0" fmla="*/ 1180449 w 2191949"/>
              <a:gd name="connsiteY0" fmla="*/ 695554 h 3579701"/>
              <a:gd name="connsiteX1" fmla="*/ 2108591 w 2191949"/>
              <a:gd name="connsiteY1" fmla="*/ 70901 h 3579701"/>
              <a:gd name="connsiteX2" fmla="*/ 1573735 w 2191949"/>
              <a:gd name="connsiteY2" fmla="*/ 1995096 h 3579701"/>
              <a:gd name="connsiteX3" fmla="*/ 1970508 w 2191949"/>
              <a:gd name="connsiteY3" fmla="*/ 3466351 h 3579701"/>
              <a:gd name="connsiteX4" fmla="*/ 24784 w 2191949"/>
              <a:gd name="connsiteY4" fmla="*/ 2488792 h 3579701"/>
              <a:gd name="connsiteX5" fmla="*/ 1180449 w 2191949"/>
              <a:gd name="connsiteY5" fmla="*/ 695554 h 3579701"/>
              <a:gd name="connsiteX0" fmla="*/ 1180449 w 2191949"/>
              <a:gd name="connsiteY0" fmla="*/ 688306 h 3572453"/>
              <a:gd name="connsiteX1" fmla="*/ 2108591 w 2191949"/>
              <a:gd name="connsiteY1" fmla="*/ 63653 h 3572453"/>
              <a:gd name="connsiteX2" fmla="*/ 1573735 w 2191949"/>
              <a:gd name="connsiteY2" fmla="*/ 1987848 h 3572453"/>
              <a:gd name="connsiteX3" fmla="*/ 1970508 w 2191949"/>
              <a:gd name="connsiteY3" fmla="*/ 3459103 h 3572453"/>
              <a:gd name="connsiteX4" fmla="*/ 24784 w 2191949"/>
              <a:gd name="connsiteY4" fmla="*/ 2481544 h 3572453"/>
              <a:gd name="connsiteX5" fmla="*/ 1180449 w 2191949"/>
              <a:gd name="connsiteY5" fmla="*/ 688306 h 3572453"/>
              <a:gd name="connsiteX0" fmla="*/ 1180449 w 2191949"/>
              <a:gd name="connsiteY0" fmla="*/ 683650 h 3567797"/>
              <a:gd name="connsiteX1" fmla="*/ 2108591 w 2191949"/>
              <a:gd name="connsiteY1" fmla="*/ 58997 h 3567797"/>
              <a:gd name="connsiteX2" fmla="*/ 1573735 w 2191949"/>
              <a:gd name="connsiteY2" fmla="*/ 1983192 h 3567797"/>
              <a:gd name="connsiteX3" fmla="*/ 1970508 w 2191949"/>
              <a:gd name="connsiteY3" fmla="*/ 3454447 h 3567797"/>
              <a:gd name="connsiteX4" fmla="*/ 24784 w 2191949"/>
              <a:gd name="connsiteY4" fmla="*/ 2476888 h 3567797"/>
              <a:gd name="connsiteX5" fmla="*/ 1180449 w 2191949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3164"/>
              <a:gd name="connsiteY0" fmla="*/ 683650 h 3567797"/>
              <a:gd name="connsiteX1" fmla="*/ 2108591 w 2193164"/>
              <a:gd name="connsiteY1" fmla="*/ 58997 h 3567797"/>
              <a:gd name="connsiteX2" fmla="*/ 1573735 w 2193164"/>
              <a:gd name="connsiteY2" fmla="*/ 1983192 h 3567797"/>
              <a:gd name="connsiteX3" fmla="*/ 1970508 w 2193164"/>
              <a:gd name="connsiteY3" fmla="*/ 3454447 h 3567797"/>
              <a:gd name="connsiteX4" fmla="*/ 24784 w 2193164"/>
              <a:gd name="connsiteY4" fmla="*/ 2476888 h 3567797"/>
              <a:gd name="connsiteX5" fmla="*/ 1180449 w 2193164"/>
              <a:gd name="connsiteY5" fmla="*/ 683650 h 3567797"/>
              <a:gd name="connsiteX0" fmla="*/ 1180310 w 2193025"/>
              <a:gd name="connsiteY0" fmla="*/ 683650 h 3567797"/>
              <a:gd name="connsiteX1" fmla="*/ 2108452 w 2193025"/>
              <a:gd name="connsiteY1" fmla="*/ 58997 h 3567797"/>
              <a:gd name="connsiteX2" fmla="*/ 1573596 w 2193025"/>
              <a:gd name="connsiteY2" fmla="*/ 1983192 h 3567797"/>
              <a:gd name="connsiteX3" fmla="*/ 1970369 w 2193025"/>
              <a:gd name="connsiteY3" fmla="*/ 3454447 h 3567797"/>
              <a:gd name="connsiteX4" fmla="*/ 24645 w 2193025"/>
              <a:gd name="connsiteY4" fmla="*/ 2476888 h 3567797"/>
              <a:gd name="connsiteX5" fmla="*/ 1180310 w 2193025"/>
              <a:gd name="connsiteY5" fmla="*/ 683650 h 3567797"/>
              <a:gd name="connsiteX0" fmla="*/ 1180310 w 2193025"/>
              <a:gd name="connsiteY0" fmla="*/ 693860 h 3578007"/>
              <a:gd name="connsiteX1" fmla="*/ 2108452 w 2193025"/>
              <a:gd name="connsiteY1" fmla="*/ 69207 h 3578007"/>
              <a:gd name="connsiteX2" fmla="*/ 1573596 w 2193025"/>
              <a:gd name="connsiteY2" fmla="*/ 1993402 h 3578007"/>
              <a:gd name="connsiteX3" fmla="*/ 1970369 w 2193025"/>
              <a:gd name="connsiteY3" fmla="*/ 3464657 h 3578007"/>
              <a:gd name="connsiteX4" fmla="*/ 24645 w 2193025"/>
              <a:gd name="connsiteY4" fmla="*/ 2487098 h 3578007"/>
              <a:gd name="connsiteX5" fmla="*/ 1180310 w 2193025"/>
              <a:gd name="connsiteY5" fmla="*/ 693860 h 3578007"/>
              <a:gd name="connsiteX0" fmla="*/ 1180310 w 2193025"/>
              <a:gd name="connsiteY0" fmla="*/ 693860 h 3581308"/>
              <a:gd name="connsiteX1" fmla="*/ 2108452 w 2193025"/>
              <a:gd name="connsiteY1" fmla="*/ 69207 h 3581308"/>
              <a:gd name="connsiteX2" fmla="*/ 1573596 w 2193025"/>
              <a:gd name="connsiteY2" fmla="*/ 1993402 h 3581308"/>
              <a:gd name="connsiteX3" fmla="*/ 1970369 w 2193025"/>
              <a:gd name="connsiteY3" fmla="*/ 3464657 h 3581308"/>
              <a:gd name="connsiteX4" fmla="*/ 24645 w 2193025"/>
              <a:gd name="connsiteY4" fmla="*/ 2487098 h 3581308"/>
              <a:gd name="connsiteX5" fmla="*/ 1180310 w 2193025"/>
              <a:gd name="connsiteY5" fmla="*/ 693860 h 3581308"/>
              <a:gd name="connsiteX0" fmla="*/ 1180701 w 2193416"/>
              <a:gd name="connsiteY0" fmla="*/ 693860 h 3581308"/>
              <a:gd name="connsiteX1" fmla="*/ 2108843 w 2193416"/>
              <a:gd name="connsiteY1" fmla="*/ 69207 h 3581308"/>
              <a:gd name="connsiteX2" fmla="*/ 1573987 w 2193416"/>
              <a:gd name="connsiteY2" fmla="*/ 1993402 h 3581308"/>
              <a:gd name="connsiteX3" fmla="*/ 1970760 w 2193416"/>
              <a:gd name="connsiteY3" fmla="*/ 3464657 h 3581308"/>
              <a:gd name="connsiteX4" fmla="*/ 25036 w 2193416"/>
              <a:gd name="connsiteY4" fmla="*/ 2487098 h 3581308"/>
              <a:gd name="connsiteX5" fmla="*/ 1180701 w 2193416"/>
              <a:gd name="connsiteY5" fmla="*/ 693860 h 3581308"/>
              <a:gd name="connsiteX0" fmla="*/ 928190 w 2150347"/>
              <a:gd name="connsiteY0" fmla="*/ 1084474 h 3508207"/>
              <a:gd name="connsiteX1" fmla="*/ 2108497 w 2150347"/>
              <a:gd name="connsiteY1" fmla="*/ 17094 h 3508207"/>
              <a:gd name="connsiteX2" fmla="*/ 1573641 w 2150347"/>
              <a:gd name="connsiteY2" fmla="*/ 1941289 h 3508207"/>
              <a:gd name="connsiteX3" fmla="*/ 1970414 w 2150347"/>
              <a:gd name="connsiteY3" fmla="*/ 3412544 h 3508207"/>
              <a:gd name="connsiteX4" fmla="*/ 24690 w 2150347"/>
              <a:gd name="connsiteY4" fmla="*/ 2434985 h 3508207"/>
              <a:gd name="connsiteX5" fmla="*/ 928190 w 2150347"/>
              <a:gd name="connsiteY5" fmla="*/ 1084474 h 3508207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4105 w 2214185"/>
              <a:gd name="connsiteY0" fmla="*/ 720680 h 3624865"/>
              <a:gd name="connsiteX1" fmla="*/ 1990259 w 2214185"/>
              <a:gd name="connsiteY1" fmla="*/ 56886 h 3624865"/>
              <a:gd name="connsiteX2" fmla="*/ 1628516 w 2214185"/>
              <a:gd name="connsiteY2" fmla="*/ 2052315 h 3624865"/>
              <a:gd name="connsiteX3" fmla="*/ 2025289 w 2214185"/>
              <a:gd name="connsiteY3" fmla="*/ 3523570 h 3624865"/>
              <a:gd name="connsiteX4" fmla="*/ 79565 w 2214185"/>
              <a:gd name="connsiteY4" fmla="*/ 2546011 h 3624865"/>
              <a:gd name="connsiteX5" fmla="*/ 534105 w 2214185"/>
              <a:gd name="connsiteY5" fmla="*/ 720680 h 3624865"/>
              <a:gd name="connsiteX0" fmla="*/ 534105 w 2214185"/>
              <a:gd name="connsiteY0" fmla="*/ 702134 h 3606319"/>
              <a:gd name="connsiteX1" fmla="*/ 1990259 w 2214185"/>
              <a:gd name="connsiteY1" fmla="*/ 38340 h 3606319"/>
              <a:gd name="connsiteX2" fmla="*/ 1628516 w 2214185"/>
              <a:gd name="connsiteY2" fmla="*/ 2033769 h 3606319"/>
              <a:gd name="connsiteX3" fmla="*/ 2025289 w 2214185"/>
              <a:gd name="connsiteY3" fmla="*/ 3505024 h 3606319"/>
              <a:gd name="connsiteX4" fmla="*/ 79565 w 2214185"/>
              <a:gd name="connsiteY4" fmla="*/ 2527465 h 3606319"/>
              <a:gd name="connsiteX5" fmla="*/ 534105 w 2214185"/>
              <a:gd name="connsiteY5" fmla="*/ 702134 h 3606319"/>
              <a:gd name="connsiteX0" fmla="*/ 591383 w 2201636"/>
              <a:gd name="connsiteY0" fmla="*/ 804752 h 3611345"/>
              <a:gd name="connsiteX1" fmla="*/ 1977710 w 2201636"/>
              <a:gd name="connsiteY1" fmla="*/ 44556 h 3611345"/>
              <a:gd name="connsiteX2" fmla="*/ 1615967 w 2201636"/>
              <a:gd name="connsiteY2" fmla="*/ 2039985 h 3611345"/>
              <a:gd name="connsiteX3" fmla="*/ 2012740 w 2201636"/>
              <a:gd name="connsiteY3" fmla="*/ 3511240 h 3611345"/>
              <a:gd name="connsiteX4" fmla="*/ 67016 w 2201636"/>
              <a:gd name="connsiteY4" fmla="*/ 2533681 h 3611345"/>
              <a:gd name="connsiteX5" fmla="*/ 591383 w 2201636"/>
              <a:gd name="connsiteY5" fmla="*/ 804752 h 3611345"/>
              <a:gd name="connsiteX0" fmla="*/ 621567 w 2231820"/>
              <a:gd name="connsiteY0" fmla="*/ 847596 h 3654189"/>
              <a:gd name="connsiteX1" fmla="*/ 2007894 w 2231820"/>
              <a:gd name="connsiteY1" fmla="*/ 87400 h 3654189"/>
              <a:gd name="connsiteX2" fmla="*/ 1646151 w 2231820"/>
              <a:gd name="connsiteY2" fmla="*/ 2082829 h 3654189"/>
              <a:gd name="connsiteX3" fmla="*/ 2042924 w 2231820"/>
              <a:gd name="connsiteY3" fmla="*/ 3554084 h 3654189"/>
              <a:gd name="connsiteX4" fmla="*/ 97200 w 2231820"/>
              <a:gd name="connsiteY4" fmla="*/ 2576525 h 3654189"/>
              <a:gd name="connsiteX5" fmla="*/ 621567 w 2231820"/>
              <a:gd name="connsiteY5" fmla="*/ 847596 h 36541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31820" h="3654189">
                <a:moveTo>
                  <a:pt x="621567" y="847596"/>
                </a:moveTo>
                <a:cubicBezTo>
                  <a:pt x="1178629" y="2845"/>
                  <a:pt x="1837130" y="-118472"/>
                  <a:pt x="2007894" y="87400"/>
                </a:cubicBezTo>
                <a:cubicBezTo>
                  <a:pt x="2178658" y="293272"/>
                  <a:pt x="1640313" y="1505048"/>
                  <a:pt x="1646151" y="2082829"/>
                </a:cubicBezTo>
                <a:cubicBezTo>
                  <a:pt x="1651989" y="2660610"/>
                  <a:pt x="2633224" y="3039235"/>
                  <a:pt x="2042924" y="3554084"/>
                </a:cubicBezTo>
                <a:cubicBezTo>
                  <a:pt x="1576966" y="3960484"/>
                  <a:pt x="334093" y="3027606"/>
                  <a:pt x="97200" y="2576525"/>
                </a:cubicBezTo>
                <a:cubicBezTo>
                  <a:pt x="-139693" y="2125444"/>
                  <a:pt x="64505" y="1692347"/>
                  <a:pt x="621567" y="847596"/>
                </a:cubicBezTo>
                <a:close/>
              </a:path>
            </a:pathLst>
          </a:custGeom>
          <a:solidFill>
            <a:srgbClr val="87112E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Freihandform 14">
            <a:extLst>
              <a:ext uri="{FF2B5EF4-FFF2-40B4-BE49-F238E27FC236}">
                <a16:creationId xmlns:a16="http://schemas.microsoft.com/office/drawing/2014/main" id="{DE57907C-840A-5BB1-5D69-DE4552E00CDF}"/>
              </a:ext>
            </a:extLst>
          </p:cNvPr>
          <p:cNvSpPr/>
          <p:nvPr userDrawn="1"/>
        </p:nvSpPr>
        <p:spPr>
          <a:xfrm rot="13682330">
            <a:off x="7933371" y="2109941"/>
            <a:ext cx="6379201" cy="7374662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2630869"/>
              <a:gd name="connsiteY0" fmla="*/ 1913201 h 4484060"/>
              <a:gd name="connsiteX1" fmla="*/ 2156275 w 2630869"/>
              <a:gd name="connsiteY1" fmla="*/ 89473 h 4484060"/>
              <a:gd name="connsiteX2" fmla="*/ 2574031 w 2630869"/>
              <a:gd name="connsiteY2" fmla="*/ 2543820 h 4484060"/>
              <a:gd name="connsiteX3" fmla="*/ 2321781 w 2630869"/>
              <a:gd name="connsiteY3" fmla="*/ 4351600 h 4484060"/>
              <a:gd name="connsiteX4" fmla="*/ 51546 w 2630869"/>
              <a:gd name="connsiteY4" fmla="*/ 3542304 h 4484060"/>
              <a:gd name="connsiteX5" fmla="*/ 829312 w 2630869"/>
              <a:gd name="connsiteY5" fmla="*/ 1913201 h 4484060"/>
              <a:gd name="connsiteX0" fmla="*/ 829312 w 2634983"/>
              <a:gd name="connsiteY0" fmla="*/ 1913201 h 4484060"/>
              <a:gd name="connsiteX1" fmla="*/ 2156275 w 2634983"/>
              <a:gd name="connsiteY1" fmla="*/ 89473 h 4484060"/>
              <a:gd name="connsiteX2" fmla="*/ 2574031 w 2634983"/>
              <a:gd name="connsiteY2" fmla="*/ 2543820 h 4484060"/>
              <a:gd name="connsiteX3" fmla="*/ 2321781 w 2634983"/>
              <a:gd name="connsiteY3" fmla="*/ 4351600 h 4484060"/>
              <a:gd name="connsiteX4" fmla="*/ 51546 w 2634983"/>
              <a:gd name="connsiteY4" fmla="*/ 3542304 h 4484060"/>
              <a:gd name="connsiteX5" fmla="*/ 829312 w 2634983"/>
              <a:gd name="connsiteY5" fmla="*/ 1913201 h 4484060"/>
              <a:gd name="connsiteX0" fmla="*/ 829312 w 2634983"/>
              <a:gd name="connsiteY0" fmla="*/ 1823911 h 4394770"/>
              <a:gd name="connsiteX1" fmla="*/ 2156275 w 2634983"/>
              <a:gd name="connsiteY1" fmla="*/ 183 h 4394770"/>
              <a:gd name="connsiteX2" fmla="*/ 2574031 w 2634983"/>
              <a:gd name="connsiteY2" fmla="*/ 2454530 h 4394770"/>
              <a:gd name="connsiteX3" fmla="*/ 2321781 w 2634983"/>
              <a:gd name="connsiteY3" fmla="*/ 4262310 h 4394770"/>
              <a:gd name="connsiteX4" fmla="*/ 51546 w 2634983"/>
              <a:gd name="connsiteY4" fmla="*/ 3453014 h 4394770"/>
              <a:gd name="connsiteX5" fmla="*/ 829312 w 2634983"/>
              <a:gd name="connsiteY5" fmla="*/ 1823911 h 4394770"/>
              <a:gd name="connsiteX0" fmla="*/ 550921 w 2356592"/>
              <a:gd name="connsiteY0" fmla="*/ 1823911 h 4375660"/>
              <a:gd name="connsiteX1" fmla="*/ 1877884 w 2356592"/>
              <a:gd name="connsiteY1" fmla="*/ 183 h 4375660"/>
              <a:gd name="connsiteX2" fmla="*/ 2295640 w 2356592"/>
              <a:gd name="connsiteY2" fmla="*/ 2454530 h 4375660"/>
              <a:gd name="connsiteX3" fmla="*/ 2043390 w 2356592"/>
              <a:gd name="connsiteY3" fmla="*/ 4262310 h 4375660"/>
              <a:gd name="connsiteX4" fmla="*/ 97666 w 2356592"/>
              <a:gd name="connsiteY4" fmla="*/ 3284751 h 4375660"/>
              <a:gd name="connsiteX5" fmla="*/ 550921 w 2356592"/>
              <a:gd name="connsiteY5" fmla="*/ 1823911 h 4375660"/>
              <a:gd name="connsiteX0" fmla="*/ 1187626 w 2290887"/>
              <a:gd name="connsiteY0" fmla="*/ 1491571 h 4375718"/>
              <a:gd name="connsiteX1" fmla="*/ 1812179 w 2290887"/>
              <a:gd name="connsiteY1" fmla="*/ 241 h 4375718"/>
              <a:gd name="connsiteX2" fmla="*/ 2229935 w 2290887"/>
              <a:gd name="connsiteY2" fmla="*/ 2454588 h 4375718"/>
              <a:gd name="connsiteX3" fmla="*/ 1977685 w 2290887"/>
              <a:gd name="connsiteY3" fmla="*/ 4262368 h 4375718"/>
              <a:gd name="connsiteX4" fmla="*/ 31961 w 2290887"/>
              <a:gd name="connsiteY4" fmla="*/ 3284809 h 4375718"/>
              <a:gd name="connsiteX5" fmla="*/ 1187626 w 2290887"/>
              <a:gd name="connsiteY5" fmla="*/ 1491571 h 4375718"/>
              <a:gd name="connsiteX0" fmla="*/ 1187626 w 2290887"/>
              <a:gd name="connsiteY0" fmla="*/ 1491690 h 4375837"/>
              <a:gd name="connsiteX1" fmla="*/ 1812179 w 2290887"/>
              <a:gd name="connsiteY1" fmla="*/ 360 h 4375837"/>
              <a:gd name="connsiteX2" fmla="*/ 2229935 w 2290887"/>
              <a:gd name="connsiteY2" fmla="*/ 2454707 h 4375837"/>
              <a:gd name="connsiteX3" fmla="*/ 1977685 w 2290887"/>
              <a:gd name="connsiteY3" fmla="*/ 4262487 h 4375837"/>
              <a:gd name="connsiteX4" fmla="*/ 31961 w 2290887"/>
              <a:gd name="connsiteY4" fmla="*/ 3284928 h 4375837"/>
              <a:gd name="connsiteX5" fmla="*/ 1187626 w 2290887"/>
              <a:gd name="connsiteY5" fmla="*/ 1491690 h 4375837"/>
              <a:gd name="connsiteX0" fmla="*/ 1177700 w 2280961"/>
              <a:gd name="connsiteY0" fmla="*/ 1491690 h 4375837"/>
              <a:gd name="connsiteX1" fmla="*/ 1802253 w 2280961"/>
              <a:gd name="connsiteY1" fmla="*/ 360 h 4375837"/>
              <a:gd name="connsiteX2" fmla="*/ 2220009 w 2280961"/>
              <a:gd name="connsiteY2" fmla="*/ 2454707 h 4375837"/>
              <a:gd name="connsiteX3" fmla="*/ 1967759 w 2280961"/>
              <a:gd name="connsiteY3" fmla="*/ 4262487 h 4375837"/>
              <a:gd name="connsiteX4" fmla="*/ 22035 w 2280961"/>
              <a:gd name="connsiteY4" fmla="*/ 3284928 h 4375837"/>
              <a:gd name="connsiteX5" fmla="*/ 1177700 w 2280961"/>
              <a:gd name="connsiteY5" fmla="*/ 1491690 h 4375837"/>
              <a:gd name="connsiteX0" fmla="*/ 1177700 w 2132201"/>
              <a:gd name="connsiteY0" fmla="*/ 1491690 h 4375837"/>
              <a:gd name="connsiteX1" fmla="*/ 1802253 w 2132201"/>
              <a:gd name="connsiteY1" fmla="*/ 360 h 4375837"/>
              <a:gd name="connsiteX2" fmla="*/ 1570986 w 2132201"/>
              <a:gd name="connsiteY2" fmla="*/ 2791232 h 4375837"/>
              <a:gd name="connsiteX3" fmla="*/ 1967759 w 2132201"/>
              <a:gd name="connsiteY3" fmla="*/ 4262487 h 4375837"/>
              <a:gd name="connsiteX4" fmla="*/ 22035 w 2132201"/>
              <a:gd name="connsiteY4" fmla="*/ 3284928 h 4375837"/>
              <a:gd name="connsiteX5" fmla="*/ 1177700 w 2132201"/>
              <a:gd name="connsiteY5" fmla="*/ 1491690 h 4375837"/>
              <a:gd name="connsiteX0" fmla="*/ 1177700 w 2303877"/>
              <a:gd name="connsiteY0" fmla="*/ 654980 h 3539127"/>
              <a:gd name="connsiteX1" fmla="*/ 2105842 w 2303877"/>
              <a:gd name="connsiteY1" fmla="*/ 30327 h 3539127"/>
              <a:gd name="connsiteX2" fmla="*/ 1570986 w 2303877"/>
              <a:gd name="connsiteY2" fmla="*/ 1954522 h 3539127"/>
              <a:gd name="connsiteX3" fmla="*/ 1967759 w 2303877"/>
              <a:gd name="connsiteY3" fmla="*/ 3425777 h 3539127"/>
              <a:gd name="connsiteX4" fmla="*/ 22035 w 2303877"/>
              <a:gd name="connsiteY4" fmla="*/ 2448218 h 3539127"/>
              <a:gd name="connsiteX5" fmla="*/ 1177700 w 2303877"/>
              <a:gd name="connsiteY5" fmla="*/ 654980 h 3539127"/>
              <a:gd name="connsiteX0" fmla="*/ 1177700 w 2303877"/>
              <a:gd name="connsiteY0" fmla="*/ 811890 h 3696037"/>
              <a:gd name="connsiteX1" fmla="*/ 2105842 w 2303877"/>
              <a:gd name="connsiteY1" fmla="*/ 187237 h 3696037"/>
              <a:gd name="connsiteX2" fmla="*/ 1570986 w 2303877"/>
              <a:gd name="connsiteY2" fmla="*/ 2111432 h 3696037"/>
              <a:gd name="connsiteX3" fmla="*/ 1967759 w 2303877"/>
              <a:gd name="connsiteY3" fmla="*/ 3582687 h 3696037"/>
              <a:gd name="connsiteX4" fmla="*/ 22035 w 2303877"/>
              <a:gd name="connsiteY4" fmla="*/ 2605128 h 3696037"/>
              <a:gd name="connsiteX5" fmla="*/ 1177700 w 2303877"/>
              <a:gd name="connsiteY5" fmla="*/ 811890 h 3696037"/>
              <a:gd name="connsiteX0" fmla="*/ 1177700 w 2189200"/>
              <a:gd name="connsiteY0" fmla="*/ 811890 h 3696037"/>
              <a:gd name="connsiteX1" fmla="*/ 2105842 w 2189200"/>
              <a:gd name="connsiteY1" fmla="*/ 187237 h 3696037"/>
              <a:gd name="connsiteX2" fmla="*/ 1570986 w 2189200"/>
              <a:gd name="connsiteY2" fmla="*/ 2111432 h 3696037"/>
              <a:gd name="connsiteX3" fmla="*/ 1967759 w 2189200"/>
              <a:gd name="connsiteY3" fmla="*/ 3582687 h 3696037"/>
              <a:gd name="connsiteX4" fmla="*/ 22035 w 2189200"/>
              <a:gd name="connsiteY4" fmla="*/ 2605128 h 3696037"/>
              <a:gd name="connsiteX5" fmla="*/ 1177700 w 2189200"/>
              <a:gd name="connsiteY5" fmla="*/ 811890 h 3696037"/>
              <a:gd name="connsiteX0" fmla="*/ 1177700 w 2189200"/>
              <a:gd name="connsiteY0" fmla="*/ 743015 h 3627162"/>
              <a:gd name="connsiteX1" fmla="*/ 2105842 w 2189200"/>
              <a:gd name="connsiteY1" fmla="*/ 118362 h 3627162"/>
              <a:gd name="connsiteX2" fmla="*/ 1570986 w 2189200"/>
              <a:gd name="connsiteY2" fmla="*/ 2042557 h 3627162"/>
              <a:gd name="connsiteX3" fmla="*/ 1967759 w 2189200"/>
              <a:gd name="connsiteY3" fmla="*/ 3513812 h 3627162"/>
              <a:gd name="connsiteX4" fmla="*/ 22035 w 2189200"/>
              <a:gd name="connsiteY4" fmla="*/ 2536253 h 3627162"/>
              <a:gd name="connsiteX5" fmla="*/ 1177700 w 2189200"/>
              <a:gd name="connsiteY5" fmla="*/ 743015 h 3627162"/>
              <a:gd name="connsiteX0" fmla="*/ 1177700 w 2189200"/>
              <a:gd name="connsiteY0" fmla="*/ 695554 h 3579701"/>
              <a:gd name="connsiteX1" fmla="*/ 2105842 w 2189200"/>
              <a:gd name="connsiteY1" fmla="*/ 70901 h 3579701"/>
              <a:gd name="connsiteX2" fmla="*/ 1570986 w 2189200"/>
              <a:gd name="connsiteY2" fmla="*/ 1995096 h 3579701"/>
              <a:gd name="connsiteX3" fmla="*/ 1967759 w 2189200"/>
              <a:gd name="connsiteY3" fmla="*/ 3466351 h 3579701"/>
              <a:gd name="connsiteX4" fmla="*/ 22035 w 2189200"/>
              <a:gd name="connsiteY4" fmla="*/ 2488792 h 3579701"/>
              <a:gd name="connsiteX5" fmla="*/ 1177700 w 2189200"/>
              <a:gd name="connsiteY5" fmla="*/ 695554 h 3579701"/>
              <a:gd name="connsiteX0" fmla="*/ 1180449 w 2191949"/>
              <a:gd name="connsiteY0" fmla="*/ 695554 h 3579701"/>
              <a:gd name="connsiteX1" fmla="*/ 2108591 w 2191949"/>
              <a:gd name="connsiteY1" fmla="*/ 70901 h 3579701"/>
              <a:gd name="connsiteX2" fmla="*/ 1573735 w 2191949"/>
              <a:gd name="connsiteY2" fmla="*/ 1995096 h 3579701"/>
              <a:gd name="connsiteX3" fmla="*/ 1970508 w 2191949"/>
              <a:gd name="connsiteY3" fmla="*/ 3466351 h 3579701"/>
              <a:gd name="connsiteX4" fmla="*/ 24784 w 2191949"/>
              <a:gd name="connsiteY4" fmla="*/ 2488792 h 3579701"/>
              <a:gd name="connsiteX5" fmla="*/ 1180449 w 2191949"/>
              <a:gd name="connsiteY5" fmla="*/ 695554 h 3579701"/>
              <a:gd name="connsiteX0" fmla="*/ 1180449 w 2191949"/>
              <a:gd name="connsiteY0" fmla="*/ 688306 h 3572453"/>
              <a:gd name="connsiteX1" fmla="*/ 2108591 w 2191949"/>
              <a:gd name="connsiteY1" fmla="*/ 63653 h 3572453"/>
              <a:gd name="connsiteX2" fmla="*/ 1573735 w 2191949"/>
              <a:gd name="connsiteY2" fmla="*/ 1987848 h 3572453"/>
              <a:gd name="connsiteX3" fmla="*/ 1970508 w 2191949"/>
              <a:gd name="connsiteY3" fmla="*/ 3459103 h 3572453"/>
              <a:gd name="connsiteX4" fmla="*/ 24784 w 2191949"/>
              <a:gd name="connsiteY4" fmla="*/ 2481544 h 3572453"/>
              <a:gd name="connsiteX5" fmla="*/ 1180449 w 2191949"/>
              <a:gd name="connsiteY5" fmla="*/ 688306 h 3572453"/>
              <a:gd name="connsiteX0" fmla="*/ 1180449 w 2191949"/>
              <a:gd name="connsiteY0" fmla="*/ 683650 h 3567797"/>
              <a:gd name="connsiteX1" fmla="*/ 2108591 w 2191949"/>
              <a:gd name="connsiteY1" fmla="*/ 58997 h 3567797"/>
              <a:gd name="connsiteX2" fmla="*/ 1573735 w 2191949"/>
              <a:gd name="connsiteY2" fmla="*/ 1983192 h 3567797"/>
              <a:gd name="connsiteX3" fmla="*/ 1970508 w 2191949"/>
              <a:gd name="connsiteY3" fmla="*/ 3454447 h 3567797"/>
              <a:gd name="connsiteX4" fmla="*/ 24784 w 2191949"/>
              <a:gd name="connsiteY4" fmla="*/ 2476888 h 3567797"/>
              <a:gd name="connsiteX5" fmla="*/ 1180449 w 2191949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3164"/>
              <a:gd name="connsiteY0" fmla="*/ 683650 h 3567797"/>
              <a:gd name="connsiteX1" fmla="*/ 2108591 w 2193164"/>
              <a:gd name="connsiteY1" fmla="*/ 58997 h 3567797"/>
              <a:gd name="connsiteX2" fmla="*/ 1573735 w 2193164"/>
              <a:gd name="connsiteY2" fmla="*/ 1983192 h 3567797"/>
              <a:gd name="connsiteX3" fmla="*/ 1970508 w 2193164"/>
              <a:gd name="connsiteY3" fmla="*/ 3454447 h 3567797"/>
              <a:gd name="connsiteX4" fmla="*/ 24784 w 2193164"/>
              <a:gd name="connsiteY4" fmla="*/ 2476888 h 3567797"/>
              <a:gd name="connsiteX5" fmla="*/ 1180449 w 2193164"/>
              <a:gd name="connsiteY5" fmla="*/ 683650 h 3567797"/>
              <a:gd name="connsiteX0" fmla="*/ 1180310 w 2193025"/>
              <a:gd name="connsiteY0" fmla="*/ 683650 h 3567797"/>
              <a:gd name="connsiteX1" fmla="*/ 2108452 w 2193025"/>
              <a:gd name="connsiteY1" fmla="*/ 58997 h 3567797"/>
              <a:gd name="connsiteX2" fmla="*/ 1573596 w 2193025"/>
              <a:gd name="connsiteY2" fmla="*/ 1983192 h 3567797"/>
              <a:gd name="connsiteX3" fmla="*/ 1970369 w 2193025"/>
              <a:gd name="connsiteY3" fmla="*/ 3454447 h 3567797"/>
              <a:gd name="connsiteX4" fmla="*/ 24645 w 2193025"/>
              <a:gd name="connsiteY4" fmla="*/ 2476888 h 3567797"/>
              <a:gd name="connsiteX5" fmla="*/ 1180310 w 2193025"/>
              <a:gd name="connsiteY5" fmla="*/ 683650 h 3567797"/>
              <a:gd name="connsiteX0" fmla="*/ 1180310 w 2193025"/>
              <a:gd name="connsiteY0" fmla="*/ 693860 h 3578007"/>
              <a:gd name="connsiteX1" fmla="*/ 2108452 w 2193025"/>
              <a:gd name="connsiteY1" fmla="*/ 69207 h 3578007"/>
              <a:gd name="connsiteX2" fmla="*/ 1573596 w 2193025"/>
              <a:gd name="connsiteY2" fmla="*/ 1993402 h 3578007"/>
              <a:gd name="connsiteX3" fmla="*/ 1970369 w 2193025"/>
              <a:gd name="connsiteY3" fmla="*/ 3464657 h 3578007"/>
              <a:gd name="connsiteX4" fmla="*/ 24645 w 2193025"/>
              <a:gd name="connsiteY4" fmla="*/ 2487098 h 3578007"/>
              <a:gd name="connsiteX5" fmla="*/ 1180310 w 2193025"/>
              <a:gd name="connsiteY5" fmla="*/ 693860 h 3578007"/>
              <a:gd name="connsiteX0" fmla="*/ 1180310 w 2193025"/>
              <a:gd name="connsiteY0" fmla="*/ 693860 h 3581308"/>
              <a:gd name="connsiteX1" fmla="*/ 2108452 w 2193025"/>
              <a:gd name="connsiteY1" fmla="*/ 69207 h 3581308"/>
              <a:gd name="connsiteX2" fmla="*/ 1573596 w 2193025"/>
              <a:gd name="connsiteY2" fmla="*/ 1993402 h 3581308"/>
              <a:gd name="connsiteX3" fmla="*/ 1970369 w 2193025"/>
              <a:gd name="connsiteY3" fmla="*/ 3464657 h 3581308"/>
              <a:gd name="connsiteX4" fmla="*/ 24645 w 2193025"/>
              <a:gd name="connsiteY4" fmla="*/ 2487098 h 3581308"/>
              <a:gd name="connsiteX5" fmla="*/ 1180310 w 2193025"/>
              <a:gd name="connsiteY5" fmla="*/ 693860 h 3581308"/>
              <a:gd name="connsiteX0" fmla="*/ 1180701 w 2193416"/>
              <a:gd name="connsiteY0" fmla="*/ 693860 h 3581308"/>
              <a:gd name="connsiteX1" fmla="*/ 2108843 w 2193416"/>
              <a:gd name="connsiteY1" fmla="*/ 69207 h 3581308"/>
              <a:gd name="connsiteX2" fmla="*/ 1573987 w 2193416"/>
              <a:gd name="connsiteY2" fmla="*/ 1993402 h 3581308"/>
              <a:gd name="connsiteX3" fmla="*/ 1970760 w 2193416"/>
              <a:gd name="connsiteY3" fmla="*/ 3464657 h 3581308"/>
              <a:gd name="connsiteX4" fmla="*/ 25036 w 2193416"/>
              <a:gd name="connsiteY4" fmla="*/ 2487098 h 3581308"/>
              <a:gd name="connsiteX5" fmla="*/ 1180701 w 2193416"/>
              <a:gd name="connsiteY5" fmla="*/ 693860 h 3581308"/>
              <a:gd name="connsiteX0" fmla="*/ 928190 w 2150347"/>
              <a:gd name="connsiteY0" fmla="*/ 1084474 h 3508207"/>
              <a:gd name="connsiteX1" fmla="*/ 2108497 w 2150347"/>
              <a:gd name="connsiteY1" fmla="*/ 17094 h 3508207"/>
              <a:gd name="connsiteX2" fmla="*/ 1573641 w 2150347"/>
              <a:gd name="connsiteY2" fmla="*/ 1941289 h 3508207"/>
              <a:gd name="connsiteX3" fmla="*/ 1970414 w 2150347"/>
              <a:gd name="connsiteY3" fmla="*/ 3412544 h 3508207"/>
              <a:gd name="connsiteX4" fmla="*/ 24690 w 2150347"/>
              <a:gd name="connsiteY4" fmla="*/ 2434985 h 3508207"/>
              <a:gd name="connsiteX5" fmla="*/ 928190 w 2150347"/>
              <a:gd name="connsiteY5" fmla="*/ 1084474 h 3508207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4105 w 2214185"/>
              <a:gd name="connsiteY0" fmla="*/ 720680 h 3624865"/>
              <a:gd name="connsiteX1" fmla="*/ 1990259 w 2214185"/>
              <a:gd name="connsiteY1" fmla="*/ 56886 h 3624865"/>
              <a:gd name="connsiteX2" fmla="*/ 1628516 w 2214185"/>
              <a:gd name="connsiteY2" fmla="*/ 2052315 h 3624865"/>
              <a:gd name="connsiteX3" fmla="*/ 2025289 w 2214185"/>
              <a:gd name="connsiteY3" fmla="*/ 3523570 h 3624865"/>
              <a:gd name="connsiteX4" fmla="*/ 79565 w 2214185"/>
              <a:gd name="connsiteY4" fmla="*/ 2546011 h 3624865"/>
              <a:gd name="connsiteX5" fmla="*/ 534105 w 2214185"/>
              <a:gd name="connsiteY5" fmla="*/ 720680 h 3624865"/>
              <a:gd name="connsiteX0" fmla="*/ 534105 w 2214185"/>
              <a:gd name="connsiteY0" fmla="*/ 702134 h 3606319"/>
              <a:gd name="connsiteX1" fmla="*/ 1990259 w 2214185"/>
              <a:gd name="connsiteY1" fmla="*/ 38340 h 3606319"/>
              <a:gd name="connsiteX2" fmla="*/ 1628516 w 2214185"/>
              <a:gd name="connsiteY2" fmla="*/ 2033769 h 3606319"/>
              <a:gd name="connsiteX3" fmla="*/ 2025289 w 2214185"/>
              <a:gd name="connsiteY3" fmla="*/ 3505024 h 3606319"/>
              <a:gd name="connsiteX4" fmla="*/ 79565 w 2214185"/>
              <a:gd name="connsiteY4" fmla="*/ 2527465 h 3606319"/>
              <a:gd name="connsiteX5" fmla="*/ 534105 w 2214185"/>
              <a:gd name="connsiteY5" fmla="*/ 702134 h 3606319"/>
              <a:gd name="connsiteX0" fmla="*/ 591383 w 2201636"/>
              <a:gd name="connsiteY0" fmla="*/ 804752 h 3611345"/>
              <a:gd name="connsiteX1" fmla="*/ 1977710 w 2201636"/>
              <a:gd name="connsiteY1" fmla="*/ 44556 h 3611345"/>
              <a:gd name="connsiteX2" fmla="*/ 1615967 w 2201636"/>
              <a:gd name="connsiteY2" fmla="*/ 2039985 h 3611345"/>
              <a:gd name="connsiteX3" fmla="*/ 2012740 w 2201636"/>
              <a:gd name="connsiteY3" fmla="*/ 3511240 h 3611345"/>
              <a:gd name="connsiteX4" fmla="*/ 67016 w 2201636"/>
              <a:gd name="connsiteY4" fmla="*/ 2533681 h 3611345"/>
              <a:gd name="connsiteX5" fmla="*/ 591383 w 2201636"/>
              <a:gd name="connsiteY5" fmla="*/ 804752 h 3611345"/>
              <a:gd name="connsiteX0" fmla="*/ 621567 w 2231820"/>
              <a:gd name="connsiteY0" fmla="*/ 847596 h 3654189"/>
              <a:gd name="connsiteX1" fmla="*/ 2007894 w 2231820"/>
              <a:gd name="connsiteY1" fmla="*/ 87400 h 3654189"/>
              <a:gd name="connsiteX2" fmla="*/ 1646151 w 2231820"/>
              <a:gd name="connsiteY2" fmla="*/ 2082829 h 3654189"/>
              <a:gd name="connsiteX3" fmla="*/ 2042924 w 2231820"/>
              <a:gd name="connsiteY3" fmla="*/ 3554084 h 3654189"/>
              <a:gd name="connsiteX4" fmla="*/ 97200 w 2231820"/>
              <a:gd name="connsiteY4" fmla="*/ 2576525 h 3654189"/>
              <a:gd name="connsiteX5" fmla="*/ 621567 w 2231820"/>
              <a:gd name="connsiteY5" fmla="*/ 847596 h 36541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31820" h="3654189">
                <a:moveTo>
                  <a:pt x="621567" y="847596"/>
                </a:moveTo>
                <a:cubicBezTo>
                  <a:pt x="1178629" y="2845"/>
                  <a:pt x="1837130" y="-118472"/>
                  <a:pt x="2007894" y="87400"/>
                </a:cubicBezTo>
                <a:cubicBezTo>
                  <a:pt x="2178658" y="293272"/>
                  <a:pt x="1640313" y="1505048"/>
                  <a:pt x="1646151" y="2082829"/>
                </a:cubicBezTo>
                <a:cubicBezTo>
                  <a:pt x="1651989" y="2660610"/>
                  <a:pt x="2633224" y="3039235"/>
                  <a:pt x="2042924" y="3554084"/>
                </a:cubicBezTo>
                <a:cubicBezTo>
                  <a:pt x="1576966" y="3960484"/>
                  <a:pt x="334093" y="3027606"/>
                  <a:pt x="97200" y="2576525"/>
                </a:cubicBezTo>
                <a:cubicBezTo>
                  <a:pt x="-139693" y="2125444"/>
                  <a:pt x="64505" y="1692347"/>
                  <a:pt x="621567" y="847596"/>
                </a:cubicBezTo>
                <a:close/>
              </a:path>
            </a:pathLst>
          </a:custGeom>
          <a:noFill/>
          <a:ln w="76200">
            <a:solidFill>
              <a:srgbClr val="87112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Freihandform 7">
            <a:extLst>
              <a:ext uri="{FF2B5EF4-FFF2-40B4-BE49-F238E27FC236}">
                <a16:creationId xmlns:a16="http://schemas.microsoft.com/office/drawing/2014/main" id="{53FEF7C6-490A-61FF-48B8-041F69BF613C}"/>
              </a:ext>
            </a:extLst>
          </p:cNvPr>
          <p:cNvSpPr/>
          <p:nvPr userDrawn="1"/>
        </p:nvSpPr>
        <p:spPr>
          <a:xfrm rot="10129930">
            <a:off x="-2360171" y="-819992"/>
            <a:ext cx="5954496" cy="5169791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2630869"/>
              <a:gd name="connsiteY0" fmla="*/ 1913201 h 4484060"/>
              <a:gd name="connsiteX1" fmla="*/ 2156275 w 2630869"/>
              <a:gd name="connsiteY1" fmla="*/ 89473 h 4484060"/>
              <a:gd name="connsiteX2" fmla="*/ 2574031 w 2630869"/>
              <a:gd name="connsiteY2" fmla="*/ 2543820 h 4484060"/>
              <a:gd name="connsiteX3" fmla="*/ 2321781 w 2630869"/>
              <a:gd name="connsiteY3" fmla="*/ 4351600 h 4484060"/>
              <a:gd name="connsiteX4" fmla="*/ 51546 w 2630869"/>
              <a:gd name="connsiteY4" fmla="*/ 3542304 h 4484060"/>
              <a:gd name="connsiteX5" fmla="*/ 829312 w 2630869"/>
              <a:gd name="connsiteY5" fmla="*/ 1913201 h 4484060"/>
              <a:gd name="connsiteX0" fmla="*/ 829312 w 2634983"/>
              <a:gd name="connsiteY0" fmla="*/ 1913201 h 4484060"/>
              <a:gd name="connsiteX1" fmla="*/ 2156275 w 2634983"/>
              <a:gd name="connsiteY1" fmla="*/ 89473 h 4484060"/>
              <a:gd name="connsiteX2" fmla="*/ 2574031 w 2634983"/>
              <a:gd name="connsiteY2" fmla="*/ 2543820 h 4484060"/>
              <a:gd name="connsiteX3" fmla="*/ 2321781 w 2634983"/>
              <a:gd name="connsiteY3" fmla="*/ 4351600 h 4484060"/>
              <a:gd name="connsiteX4" fmla="*/ 51546 w 2634983"/>
              <a:gd name="connsiteY4" fmla="*/ 3542304 h 4484060"/>
              <a:gd name="connsiteX5" fmla="*/ 829312 w 2634983"/>
              <a:gd name="connsiteY5" fmla="*/ 1913201 h 4484060"/>
              <a:gd name="connsiteX0" fmla="*/ 829312 w 2634983"/>
              <a:gd name="connsiteY0" fmla="*/ 1823911 h 4394770"/>
              <a:gd name="connsiteX1" fmla="*/ 2156275 w 2634983"/>
              <a:gd name="connsiteY1" fmla="*/ 183 h 4394770"/>
              <a:gd name="connsiteX2" fmla="*/ 2574031 w 2634983"/>
              <a:gd name="connsiteY2" fmla="*/ 2454530 h 4394770"/>
              <a:gd name="connsiteX3" fmla="*/ 2321781 w 2634983"/>
              <a:gd name="connsiteY3" fmla="*/ 4262310 h 4394770"/>
              <a:gd name="connsiteX4" fmla="*/ 51546 w 2634983"/>
              <a:gd name="connsiteY4" fmla="*/ 3453014 h 4394770"/>
              <a:gd name="connsiteX5" fmla="*/ 829312 w 2634983"/>
              <a:gd name="connsiteY5" fmla="*/ 1823911 h 4394770"/>
              <a:gd name="connsiteX0" fmla="*/ 550921 w 2356592"/>
              <a:gd name="connsiteY0" fmla="*/ 1823911 h 4375660"/>
              <a:gd name="connsiteX1" fmla="*/ 1877884 w 2356592"/>
              <a:gd name="connsiteY1" fmla="*/ 183 h 4375660"/>
              <a:gd name="connsiteX2" fmla="*/ 2295640 w 2356592"/>
              <a:gd name="connsiteY2" fmla="*/ 2454530 h 4375660"/>
              <a:gd name="connsiteX3" fmla="*/ 2043390 w 2356592"/>
              <a:gd name="connsiteY3" fmla="*/ 4262310 h 4375660"/>
              <a:gd name="connsiteX4" fmla="*/ 97666 w 2356592"/>
              <a:gd name="connsiteY4" fmla="*/ 3284751 h 4375660"/>
              <a:gd name="connsiteX5" fmla="*/ 550921 w 2356592"/>
              <a:gd name="connsiteY5" fmla="*/ 1823911 h 4375660"/>
              <a:gd name="connsiteX0" fmla="*/ 1187626 w 2290887"/>
              <a:gd name="connsiteY0" fmla="*/ 1491571 h 4375718"/>
              <a:gd name="connsiteX1" fmla="*/ 1812179 w 2290887"/>
              <a:gd name="connsiteY1" fmla="*/ 241 h 4375718"/>
              <a:gd name="connsiteX2" fmla="*/ 2229935 w 2290887"/>
              <a:gd name="connsiteY2" fmla="*/ 2454588 h 4375718"/>
              <a:gd name="connsiteX3" fmla="*/ 1977685 w 2290887"/>
              <a:gd name="connsiteY3" fmla="*/ 4262368 h 4375718"/>
              <a:gd name="connsiteX4" fmla="*/ 31961 w 2290887"/>
              <a:gd name="connsiteY4" fmla="*/ 3284809 h 4375718"/>
              <a:gd name="connsiteX5" fmla="*/ 1187626 w 2290887"/>
              <a:gd name="connsiteY5" fmla="*/ 1491571 h 4375718"/>
              <a:gd name="connsiteX0" fmla="*/ 1187626 w 2290887"/>
              <a:gd name="connsiteY0" fmla="*/ 1491690 h 4375837"/>
              <a:gd name="connsiteX1" fmla="*/ 1812179 w 2290887"/>
              <a:gd name="connsiteY1" fmla="*/ 360 h 4375837"/>
              <a:gd name="connsiteX2" fmla="*/ 2229935 w 2290887"/>
              <a:gd name="connsiteY2" fmla="*/ 2454707 h 4375837"/>
              <a:gd name="connsiteX3" fmla="*/ 1977685 w 2290887"/>
              <a:gd name="connsiteY3" fmla="*/ 4262487 h 4375837"/>
              <a:gd name="connsiteX4" fmla="*/ 31961 w 2290887"/>
              <a:gd name="connsiteY4" fmla="*/ 3284928 h 4375837"/>
              <a:gd name="connsiteX5" fmla="*/ 1187626 w 2290887"/>
              <a:gd name="connsiteY5" fmla="*/ 1491690 h 4375837"/>
              <a:gd name="connsiteX0" fmla="*/ 1177700 w 2280961"/>
              <a:gd name="connsiteY0" fmla="*/ 1491690 h 4375837"/>
              <a:gd name="connsiteX1" fmla="*/ 1802253 w 2280961"/>
              <a:gd name="connsiteY1" fmla="*/ 360 h 4375837"/>
              <a:gd name="connsiteX2" fmla="*/ 2220009 w 2280961"/>
              <a:gd name="connsiteY2" fmla="*/ 2454707 h 4375837"/>
              <a:gd name="connsiteX3" fmla="*/ 1967759 w 2280961"/>
              <a:gd name="connsiteY3" fmla="*/ 4262487 h 4375837"/>
              <a:gd name="connsiteX4" fmla="*/ 22035 w 2280961"/>
              <a:gd name="connsiteY4" fmla="*/ 3284928 h 4375837"/>
              <a:gd name="connsiteX5" fmla="*/ 1177700 w 2280961"/>
              <a:gd name="connsiteY5" fmla="*/ 1491690 h 4375837"/>
              <a:gd name="connsiteX0" fmla="*/ 1177700 w 2132201"/>
              <a:gd name="connsiteY0" fmla="*/ 1491690 h 4375837"/>
              <a:gd name="connsiteX1" fmla="*/ 1802253 w 2132201"/>
              <a:gd name="connsiteY1" fmla="*/ 360 h 4375837"/>
              <a:gd name="connsiteX2" fmla="*/ 1570986 w 2132201"/>
              <a:gd name="connsiteY2" fmla="*/ 2791232 h 4375837"/>
              <a:gd name="connsiteX3" fmla="*/ 1967759 w 2132201"/>
              <a:gd name="connsiteY3" fmla="*/ 4262487 h 4375837"/>
              <a:gd name="connsiteX4" fmla="*/ 22035 w 2132201"/>
              <a:gd name="connsiteY4" fmla="*/ 3284928 h 4375837"/>
              <a:gd name="connsiteX5" fmla="*/ 1177700 w 2132201"/>
              <a:gd name="connsiteY5" fmla="*/ 1491690 h 4375837"/>
              <a:gd name="connsiteX0" fmla="*/ 1177700 w 2303877"/>
              <a:gd name="connsiteY0" fmla="*/ 654980 h 3539127"/>
              <a:gd name="connsiteX1" fmla="*/ 2105842 w 2303877"/>
              <a:gd name="connsiteY1" fmla="*/ 30327 h 3539127"/>
              <a:gd name="connsiteX2" fmla="*/ 1570986 w 2303877"/>
              <a:gd name="connsiteY2" fmla="*/ 1954522 h 3539127"/>
              <a:gd name="connsiteX3" fmla="*/ 1967759 w 2303877"/>
              <a:gd name="connsiteY3" fmla="*/ 3425777 h 3539127"/>
              <a:gd name="connsiteX4" fmla="*/ 22035 w 2303877"/>
              <a:gd name="connsiteY4" fmla="*/ 2448218 h 3539127"/>
              <a:gd name="connsiteX5" fmla="*/ 1177700 w 2303877"/>
              <a:gd name="connsiteY5" fmla="*/ 654980 h 3539127"/>
              <a:gd name="connsiteX0" fmla="*/ 1177700 w 2303877"/>
              <a:gd name="connsiteY0" fmla="*/ 811890 h 3696037"/>
              <a:gd name="connsiteX1" fmla="*/ 2105842 w 2303877"/>
              <a:gd name="connsiteY1" fmla="*/ 187237 h 3696037"/>
              <a:gd name="connsiteX2" fmla="*/ 1570986 w 2303877"/>
              <a:gd name="connsiteY2" fmla="*/ 2111432 h 3696037"/>
              <a:gd name="connsiteX3" fmla="*/ 1967759 w 2303877"/>
              <a:gd name="connsiteY3" fmla="*/ 3582687 h 3696037"/>
              <a:gd name="connsiteX4" fmla="*/ 22035 w 2303877"/>
              <a:gd name="connsiteY4" fmla="*/ 2605128 h 3696037"/>
              <a:gd name="connsiteX5" fmla="*/ 1177700 w 2303877"/>
              <a:gd name="connsiteY5" fmla="*/ 811890 h 3696037"/>
              <a:gd name="connsiteX0" fmla="*/ 1177700 w 2189200"/>
              <a:gd name="connsiteY0" fmla="*/ 811890 h 3696037"/>
              <a:gd name="connsiteX1" fmla="*/ 2105842 w 2189200"/>
              <a:gd name="connsiteY1" fmla="*/ 187237 h 3696037"/>
              <a:gd name="connsiteX2" fmla="*/ 1570986 w 2189200"/>
              <a:gd name="connsiteY2" fmla="*/ 2111432 h 3696037"/>
              <a:gd name="connsiteX3" fmla="*/ 1967759 w 2189200"/>
              <a:gd name="connsiteY3" fmla="*/ 3582687 h 3696037"/>
              <a:gd name="connsiteX4" fmla="*/ 22035 w 2189200"/>
              <a:gd name="connsiteY4" fmla="*/ 2605128 h 3696037"/>
              <a:gd name="connsiteX5" fmla="*/ 1177700 w 2189200"/>
              <a:gd name="connsiteY5" fmla="*/ 811890 h 3696037"/>
              <a:gd name="connsiteX0" fmla="*/ 1177700 w 2189200"/>
              <a:gd name="connsiteY0" fmla="*/ 743015 h 3627162"/>
              <a:gd name="connsiteX1" fmla="*/ 2105842 w 2189200"/>
              <a:gd name="connsiteY1" fmla="*/ 118362 h 3627162"/>
              <a:gd name="connsiteX2" fmla="*/ 1570986 w 2189200"/>
              <a:gd name="connsiteY2" fmla="*/ 2042557 h 3627162"/>
              <a:gd name="connsiteX3" fmla="*/ 1967759 w 2189200"/>
              <a:gd name="connsiteY3" fmla="*/ 3513812 h 3627162"/>
              <a:gd name="connsiteX4" fmla="*/ 22035 w 2189200"/>
              <a:gd name="connsiteY4" fmla="*/ 2536253 h 3627162"/>
              <a:gd name="connsiteX5" fmla="*/ 1177700 w 2189200"/>
              <a:gd name="connsiteY5" fmla="*/ 743015 h 3627162"/>
              <a:gd name="connsiteX0" fmla="*/ 1177700 w 2189200"/>
              <a:gd name="connsiteY0" fmla="*/ 695554 h 3579701"/>
              <a:gd name="connsiteX1" fmla="*/ 2105842 w 2189200"/>
              <a:gd name="connsiteY1" fmla="*/ 70901 h 3579701"/>
              <a:gd name="connsiteX2" fmla="*/ 1570986 w 2189200"/>
              <a:gd name="connsiteY2" fmla="*/ 1995096 h 3579701"/>
              <a:gd name="connsiteX3" fmla="*/ 1967759 w 2189200"/>
              <a:gd name="connsiteY3" fmla="*/ 3466351 h 3579701"/>
              <a:gd name="connsiteX4" fmla="*/ 22035 w 2189200"/>
              <a:gd name="connsiteY4" fmla="*/ 2488792 h 3579701"/>
              <a:gd name="connsiteX5" fmla="*/ 1177700 w 2189200"/>
              <a:gd name="connsiteY5" fmla="*/ 695554 h 3579701"/>
              <a:gd name="connsiteX0" fmla="*/ 1180449 w 2191949"/>
              <a:gd name="connsiteY0" fmla="*/ 695554 h 3579701"/>
              <a:gd name="connsiteX1" fmla="*/ 2108591 w 2191949"/>
              <a:gd name="connsiteY1" fmla="*/ 70901 h 3579701"/>
              <a:gd name="connsiteX2" fmla="*/ 1573735 w 2191949"/>
              <a:gd name="connsiteY2" fmla="*/ 1995096 h 3579701"/>
              <a:gd name="connsiteX3" fmla="*/ 1970508 w 2191949"/>
              <a:gd name="connsiteY3" fmla="*/ 3466351 h 3579701"/>
              <a:gd name="connsiteX4" fmla="*/ 24784 w 2191949"/>
              <a:gd name="connsiteY4" fmla="*/ 2488792 h 3579701"/>
              <a:gd name="connsiteX5" fmla="*/ 1180449 w 2191949"/>
              <a:gd name="connsiteY5" fmla="*/ 695554 h 3579701"/>
              <a:gd name="connsiteX0" fmla="*/ 1180449 w 2191949"/>
              <a:gd name="connsiteY0" fmla="*/ 688306 h 3572453"/>
              <a:gd name="connsiteX1" fmla="*/ 2108591 w 2191949"/>
              <a:gd name="connsiteY1" fmla="*/ 63653 h 3572453"/>
              <a:gd name="connsiteX2" fmla="*/ 1573735 w 2191949"/>
              <a:gd name="connsiteY2" fmla="*/ 1987848 h 3572453"/>
              <a:gd name="connsiteX3" fmla="*/ 1970508 w 2191949"/>
              <a:gd name="connsiteY3" fmla="*/ 3459103 h 3572453"/>
              <a:gd name="connsiteX4" fmla="*/ 24784 w 2191949"/>
              <a:gd name="connsiteY4" fmla="*/ 2481544 h 3572453"/>
              <a:gd name="connsiteX5" fmla="*/ 1180449 w 2191949"/>
              <a:gd name="connsiteY5" fmla="*/ 688306 h 3572453"/>
              <a:gd name="connsiteX0" fmla="*/ 1180449 w 2191949"/>
              <a:gd name="connsiteY0" fmla="*/ 683650 h 3567797"/>
              <a:gd name="connsiteX1" fmla="*/ 2108591 w 2191949"/>
              <a:gd name="connsiteY1" fmla="*/ 58997 h 3567797"/>
              <a:gd name="connsiteX2" fmla="*/ 1573735 w 2191949"/>
              <a:gd name="connsiteY2" fmla="*/ 1983192 h 3567797"/>
              <a:gd name="connsiteX3" fmla="*/ 1970508 w 2191949"/>
              <a:gd name="connsiteY3" fmla="*/ 3454447 h 3567797"/>
              <a:gd name="connsiteX4" fmla="*/ 24784 w 2191949"/>
              <a:gd name="connsiteY4" fmla="*/ 2476888 h 3567797"/>
              <a:gd name="connsiteX5" fmla="*/ 1180449 w 2191949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3164"/>
              <a:gd name="connsiteY0" fmla="*/ 683650 h 3567797"/>
              <a:gd name="connsiteX1" fmla="*/ 2108591 w 2193164"/>
              <a:gd name="connsiteY1" fmla="*/ 58997 h 3567797"/>
              <a:gd name="connsiteX2" fmla="*/ 1573735 w 2193164"/>
              <a:gd name="connsiteY2" fmla="*/ 1983192 h 3567797"/>
              <a:gd name="connsiteX3" fmla="*/ 1970508 w 2193164"/>
              <a:gd name="connsiteY3" fmla="*/ 3454447 h 3567797"/>
              <a:gd name="connsiteX4" fmla="*/ 24784 w 2193164"/>
              <a:gd name="connsiteY4" fmla="*/ 2476888 h 3567797"/>
              <a:gd name="connsiteX5" fmla="*/ 1180449 w 2193164"/>
              <a:gd name="connsiteY5" fmla="*/ 683650 h 3567797"/>
              <a:gd name="connsiteX0" fmla="*/ 1180310 w 2193025"/>
              <a:gd name="connsiteY0" fmla="*/ 683650 h 3567797"/>
              <a:gd name="connsiteX1" fmla="*/ 2108452 w 2193025"/>
              <a:gd name="connsiteY1" fmla="*/ 58997 h 3567797"/>
              <a:gd name="connsiteX2" fmla="*/ 1573596 w 2193025"/>
              <a:gd name="connsiteY2" fmla="*/ 1983192 h 3567797"/>
              <a:gd name="connsiteX3" fmla="*/ 1970369 w 2193025"/>
              <a:gd name="connsiteY3" fmla="*/ 3454447 h 3567797"/>
              <a:gd name="connsiteX4" fmla="*/ 24645 w 2193025"/>
              <a:gd name="connsiteY4" fmla="*/ 2476888 h 3567797"/>
              <a:gd name="connsiteX5" fmla="*/ 1180310 w 2193025"/>
              <a:gd name="connsiteY5" fmla="*/ 683650 h 3567797"/>
              <a:gd name="connsiteX0" fmla="*/ 1180310 w 2193025"/>
              <a:gd name="connsiteY0" fmla="*/ 693860 h 3578007"/>
              <a:gd name="connsiteX1" fmla="*/ 2108452 w 2193025"/>
              <a:gd name="connsiteY1" fmla="*/ 69207 h 3578007"/>
              <a:gd name="connsiteX2" fmla="*/ 1573596 w 2193025"/>
              <a:gd name="connsiteY2" fmla="*/ 1993402 h 3578007"/>
              <a:gd name="connsiteX3" fmla="*/ 1970369 w 2193025"/>
              <a:gd name="connsiteY3" fmla="*/ 3464657 h 3578007"/>
              <a:gd name="connsiteX4" fmla="*/ 24645 w 2193025"/>
              <a:gd name="connsiteY4" fmla="*/ 2487098 h 3578007"/>
              <a:gd name="connsiteX5" fmla="*/ 1180310 w 2193025"/>
              <a:gd name="connsiteY5" fmla="*/ 693860 h 3578007"/>
              <a:gd name="connsiteX0" fmla="*/ 1180310 w 2193025"/>
              <a:gd name="connsiteY0" fmla="*/ 693860 h 3581308"/>
              <a:gd name="connsiteX1" fmla="*/ 2108452 w 2193025"/>
              <a:gd name="connsiteY1" fmla="*/ 69207 h 3581308"/>
              <a:gd name="connsiteX2" fmla="*/ 1573596 w 2193025"/>
              <a:gd name="connsiteY2" fmla="*/ 1993402 h 3581308"/>
              <a:gd name="connsiteX3" fmla="*/ 1970369 w 2193025"/>
              <a:gd name="connsiteY3" fmla="*/ 3464657 h 3581308"/>
              <a:gd name="connsiteX4" fmla="*/ 24645 w 2193025"/>
              <a:gd name="connsiteY4" fmla="*/ 2487098 h 3581308"/>
              <a:gd name="connsiteX5" fmla="*/ 1180310 w 2193025"/>
              <a:gd name="connsiteY5" fmla="*/ 693860 h 3581308"/>
              <a:gd name="connsiteX0" fmla="*/ 1180701 w 2193416"/>
              <a:gd name="connsiteY0" fmla="*/ 693860 h 3581308"/>
              <a:gd name="connsiteX1" fmla="*/ 2108843 w 2193416"/>
              <a:gd name="connsiteY1" fmla="*/ 69207 h 3581308"/>
              <a:gd name="connsiteX2" fmla="*/ 1573987 w 2193416"/>
              <a:gd name="connsiteY2" fmla="*/ 1993402 h 3581308"/>
              <a:gd name="connsiteX3" fmla="*/ 1970760 w 2193416"/>
              <a:gd name="connsiteY3" fmla="*/ 3464657 h 3581308"/>
              <a:gd name="connsiteX4" fmla="*/ 25036 w 2193416"/>
              <a:gd name="connsiteY4" fmla="*/ 2487098 h 3581308"/>
              <a:gd name="connsiteX5" fmla="*/ 1180701 w 2193416"/>
              <a:gd name="connsiteY5" fmla="*/ 693860 h 3581308"/>
              <a:gd name="connsiteX0" fmla="*/ 928190 w 2150347"/>
              <a:gd name="connsiteY0" fmla="*/ 1084474 h 3508207"/>
              <a:gd name="connsiteX1" fmla="*/ 2108497 w 2150347"/>
              <a:gd name="connsiteY1" fmla="*/ 17094 h 3508207"/>
              <a:gd name="connsiteX2" fmla="*/ 1573641 w 2150347"/>
              <a:gd name="connsiteY2" fmla="*/ 1941289 h 3508207"/>
              <a:gd name="connsiteX3" fmla="*/ 1970414 w 2150347"/>
              <a:gd name="connsiteY3" fmla="*/ 3412544 h 3508207"/>
              <a:gd name="connsiteX4" fmla="*/ 24690 w 2150347"/>
              <a:gd name="connsiteY4" fmla="*/ 2434985 h 3508207"/>
              <a:gd name="connsiteX5" fmla="*/ 928190 w 2150347"/>
              <a:gd name="connsiteY5" fmla="*/ 1084474 h 3508207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4105 w 2214185"/>
              <a:gd name="connsiteY0" fmla="*/ 720680 h 3624865"/>
              <a:gd name="connsiteX1" fmla="*/ 1990259 w 2214185"/>
              <a:gd name="connsiteY1" fmla="*/ 56886 h 3624865"/>
              <a:gd name="connsiteX2" fmla="*/ 1628516 w 2214185"/>
              <a:gd name="connsiteY2" fmla="*/ 2052315 h 3624865"/>
              <a:gd name="connsiteX3" fmla="*/ 2025289 w 2214185"/>
              <a:gd name="connsiteY3" fmla="*/ 3523570 h 3624865"/>
              <a:gd name="connsiteX4" fmla="*/ 79565 w 2214185"/>
              <a:gd name="connsiteY4" fmla="*/ 2546011 h 3624865"/>
              <a:gd name="connsiteX5" fmla="*/ 534105 w 2214185"/>
              <a:gd name="connsiteY5" fmla="*/ 720680 h 3624865"/>
              <a:gd name="connsiteX0" fmla="*/ 534105 w 2214185"/>
              <a:gd name="connsiteY0" fmla="*/ 702134 h 3606319"/>
              <a:gd name="connsiteX1" fmla="*/ 1990259 w 2214185"/>
              <a:gd name="connsiteY1" fmla="*/ 38340 h 3606319"/>
              <a:gd name="connsiteX2" fmla="*/ 1628516 w 2214185"/>
              <a:gd name="connsiteY2" fmla="*/ 2033769 h 3606319"/>
              <a:gd name="connsiteX3" fmla="*/ 2025289 w 2214185"/>
              <a:gd name="connsiteY3" fmla="*/ 3505024 h 3606319"/>
              <a:gd name="connsiteX4" fmla="*/ 79565 w 2214185"/>
              <a:gd name="connsiteY4" fmla="*/ 2527465 h 3606319"/>
              <a:gd name="connsiteX5" fmla="*/ 534105 w 2214185"/>
              <a:gd name="connsiteY5" fmla="*/ 702134 h 3606319"/>
              <a:gd name="connsiteX0" fmla="*/ 591383 w 2201636"/>
              <a:gd name="connsiteY0" fmla="*/ 804752 h 3611345"/>
              <a:gd name="connsiteX1" fmla="*/ 1977710 w 2201636"/>
              <a:gd name="connsiteY1" fmla="*/ 44556 h 3611345"/>
              <a:gd name="connsiteX2" fmla="*/ 1615967 w 2201636"/>
              <a:gd name="connsiteY2" fmla="*/ 2039985 h 3611345"/>
              <a:gd name="connsiteX3" fmla="*/ 2012740 w 2201636"/>
              <a:gd name="connsiteY3" fmla="*/ 3511240 h 3611345"/>
              <a:gd name="connsiteX4" fmla="*/ 67016 w 2201636"/>
              <a:gd name="connsiteY4" fmla="*/ 2533681 h 3611345"/>
              <a:gd name="connsiteX5" fmla="*/ 591383 w 2201636"/>
              <a:gd name="connsiteY5" fmla="*/ 804752 h 3611345"/>
              <a:gd name="connsiteX0" fmla="*/ 621567 w 2231820"/>
              <a:gd name="connsiteY0" fmla="*/ 847596 h 3654189"/>
              <a:gd name="connsiteX1" fmla="*/ 2007894 w 2231820"/>
              <a:gd name="connsiteY1" fmla="*/ 87400 h 3654189"/>
              <a:gd name="connsiteX2" fmla="*/ 1646151 w 2231820"/>
              <a:gd name="connsiteY2" fmla="*/ 2082829 h 3654189"/>
              <a:gd name="connsiteX3" fmla="*/ 2042924 w 2231820"/>
              <a:gd name="connsiteY3" fmla="*/ 3554084 h 3654189"/>
              <a:gd name="connsiteX4" fmla="*/ 97200 w 2231820"/>
              <a:gd name="connsiteY4" fmla="*/ 2576525 h 3654189"/>
              <a:gd name="connsiteX5" fmla="*/ 621567 w 2231820"/>
              <a:gd name="connsiteY5" fmla="*/ 847596 h 36541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31820" h="3654189">
                <a:moveTo>
                  <a:pt x="621567" y="847596"/>
                </a:moveTo>
                <a:cubicBezTo>
                  <a:pt x="1178629" y="2845"/>
                  <a:pt x="1837130" y="-118472"/>
                  <a:pt x="2007894" y="87400"/>
                </a:cubicBezTo>
                <a:cubicBezTo>
                  <a:pt x="2178658" y="293272"/>
                  <a:pt x="1640313" y="1505048"/>
                  <a:pt x="1646151" y="2082829"/>
                </a:cubicBezTo>
                <a:cubicBezTo>
                  <a:pt x="1651989" y="2660610"/>
                  <a:pt x="2633224" y="3039235"/>
                  <a:pt x="2042924" y="3554084"/>
                </a:cubicBezTo>
                <a:cubicBezTo>
                  <a:pt x="1576966" y="3960484"/>
                  <a:pt x="334093" y="3027606"/>
                  <a:pt x="97200" y="2576525"/>
                </a:cubicBezTo>
                <a:cubicBezTo>
                  <a:pt x="-139693" y="2125444"/>
                  <a:pt x="64505" y="1692347"/>
                  <a:pt x="621567" y="847596"/>
                </a:cubicBezTo>
                <a:close/>
              </a:path>
            </a:pathLst>
          </a:custGeom>
          <a:solidFill>
            <a:srgbClr val="E7E7E7">
              <a:alpha val="52941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7F148FD-7C9D-0747-859F-DDCBE8F995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 cap="all" spc="600" baseline="0">
                <a:latin typeface="TheSans Plain" pitchFamily="2" charset="0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922E125-465D-814E-8AE3-3334AE7168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latin typeface="TheSans Plain" pitchFamily="2" charset="0"/>
              </a:defRPr>
            </a:lvl1pPr>
            <a:lvl2pPr>
              <a:defRPr>
                <a:latin typeface="TheSans Plain" pitchFamily="2" charset="0"/>
              </a:defRPr>
            </a:lvl2pPr>
            <a:lvl3pPr>
              <a:defRPr>
                <a:latin typeface="TheSans Plain" pitchFamily="2" charset="0"/>
              </a:defRPr>
            </a:lvl3pPr>
            <a:lvl4pPr>
              <a:defRPr>
                <a:latin typeface="TheSans Plain" pitchFamily="2" charset="0"/>
              </a:defRPr>
            </a:lvl4pPr>
            <a:lvl5pPr>
              <a:defRPr>
                <a:latin typeface="TheSans Plain" pitchFamily="2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6517CC0-3827-824C-BD82-5D524FC77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137DF-46F0-194D-B8E6-89251B633EEA}" type="slidenum">
              <a:rPr lang="de-DE" smtClean="0"/>
              <a:t>‹Nr.›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017122B-0C08-E6C1-0210-6CD79672C2CA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de-DE"/>
              <a:t>Lukas Peter Sumann, Maximilian Wolf Leopold Lindner</a:t>
            </a:r>
          </a:p>
        </p:txBody>
      </p:sp>
      <p:sp>
        <p:nvSpPr>
          <p:cNvPr id="10" name="Bildplatzhalter 9">
            <a:extLst>
              <a:ext uri="{FF2B5EF4-FFF2-40B4-BE49-F238E27FC236}">
                <a16:creationId xmlns:a16="http://schemas.microsoft.com/office/drawing/2014/main" id="{731C7AA4-A627-F8BA-2CCD-B9C2123020D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9435402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ihandform 8">
            <a:extLst>
              <a:ext uri="{FF2B5EF4-FFF2-40B4-BE49-F238E27FC236}">
                <a16:creationId xmlns:a16="http://schemas.microsoft.com/office/drawing/2014/main" id="{DA5825F8-513B-B545-0FFC-488FE999F5FB}"/>
              </a:ext>
            </a:extLst>
          </p:cNvPr>
          <p:cNvSpPr/>
          <p:nvPr userDrawn="1"/>
        </p:nvSpPr>
        <p:spPr>
          <a:xfrm rot="13719526">
            <a:off x="6164391" y="912245"/>
            <a:ext cx="5661246" cy="6178099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3177410"/>
              <a:gd name="connsiteY0" fmla="*/ 1035451 h 3606310"/>
              <a:gd name="connsiteX1" fmla="*/ 3141588 w 3177410"/>
              <a:gd name="connsiteY1" fmla="*/ 152581 h 3606310"/>
              <a:gd name="connsiteX2" fmla="*/ 2574031 w 3177410"/>
              <a:gd name="connsiteY2" fmla="*/ 1666070 h 3606310"/>
              <a:gd name="connsiteX3" fmla="*/ 2321781 w 3177410"/>
              <a:gd name="connsiteY3" fmla="*/ 3473850 h 3606310"/>
              <a:gd name="connsiteX4" fmla="*/ 51546 w 3177410"/>
              <a:gd name="connsiteY4" fmla="*/ 2664554 h 3606310"/>
              <a:gd name="connsiteX5" fmla="*/ 829312 w 3177410"/>
              <a:gd name="connsiteY5" fmla="*/ 1035451 h 3606310"/>
              <a:gd name="connsiteX0" fmla="*/ 829312 w 3177410"/>
              <a:gd name="connsiteY0" fmla="*/ 1013703 h 3584562"/>
              <a:gd name="connsiteX1" fmla="*/ 3141588 w 3177410"/>
              <a:gd name="connsiteY1" fmla="*/ 130833 h 3584562"/>
              <a:gd name="connsiteX2" fmla="*/ 2574031 w 3177410"/>
              <a:gd name="connsiteY2" fmla="*/ 1644322 h 3584562"/>
              <a:gd name="connsiteX3" fmla="*/ 2321781 w 3177410"/>
              <a:gd name="connsiteY3" fmla="*/ 3452102 h 3584562"/>
              <a:gd name="connsiteX4" fmla="*/ 51546 w 3177410"/>
              <a:gd name="connsiteY4" fmla="*/ 2642806 h 3584562"/>
              <a:gd name="connsiteX5" fmla="*/ 829312 w 3177410"/>
              <a:gd name="connsiteY5" fmla="*/ 1013703 h 3584562"/>
              <a:gd name="connsiteX0" fmla="*/ 829578 w 3177676"/>
              <a:gd name="connsiteY0" fmla="*/ 1013703 h 3584562"/>
              <a:gd name="connsiteX1" fmla="*/ 3141854 w 3177676"/>
              <a:gd name="connsiteY1" fmla="*/ 130833 h 3584562"/>
              <a:gd name="connsiteX2" fmla="*/ 2574297 w 3177676"/>
              <a:gd name="connsiteY2" fmla="*/ 1644322 h 3584562"/>
              <a:gd name="connsiteX3" fmla="*/ 2322047 w 3177676"/>
              <a:gd name="connsiteY3" fmla="*/ 3452102 h 3584562"/>
              <a:gd name="connsiteX4" fmla="*/ 51812 w 3177676"/>
              <a:gd name="connsiteY4" fmla="*/ 2642806 h 3584562"/>
              <a:gd name="connsiteX5" fmla="*/ 829578 w 3177676"/>
              <a:gd name="connsiteY5" fmla="*/ 1013703 h 3584562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11178 w 2672400"/>
              <a:gd name="connsiteY0" fmla="*/ 7864 h 2583061"/>
              <a:gd name="connsiteX1" fmla="*/ 1318755 w 2672400"/>
              <a:gd name="connsiteY1" fmla="*/ 1092175 h 2583061"/>
              <a:gd name="connsiteX2" fmla="*/ 2555897 w 2672400"/>
              <a:gd name="connsiteY2" fmla="*/ 638483 h 2583061"/>
              <a:gd name="connsiteX3" fmla="*/ 2303647 w 2672400"/>
              <a:gd name="connsiteY3" fmla="*/ 2446263 h 2583061"/>
              <a:gd name="connsiteX4" fmla="*/ 33412 w 2672400"/>
              <a:gd name="connsiteY4" fmla="*/ 1636967 h 2583061"/>
              <a:gd name="connsiteX5" fmla="*/ 811178 w 2672400"/>
              <a:gd name="connsiteY5" fmla="*/ 7864 h 2583061"/>
              <a:gd name="connsiteX0" fmla="*/ 811178 w 3223026"/>
              <a:gd name="connsiteY0" fmla="*/ 5596 h 2477281"/>
              <a:gd name="connsiteX1" fmla="*/ 1318755 w 3223026"/>
              <a:gd name="connsiteY1" fmla="*/ 1089907 h 2477281"/>
              <a:gd name="connsiteX2" fmla="*/ 3192488 w 3223026"/>
              <a:gd name="connsiteY2" fmla="*/ 802600 h 2477281"/>
              <a:gd name="connsiteX3" fmla="*/ 2303647 w 3223026"/>
              <a:gd name="connsiteY3" fmla="*/ 2443995 h 2477281"/>
              <a:gd name="connsiteX4" fmla="*/ 33412 w 3223026"/>
              <a:gd name="connsiteY4" fmla="*/ 1634699 h 2477281"/>
              <a:gd name="connsiteX5" fmla="*/ 811178 w 3223026"/>
              <a:gd name="connsiteY5" fmla="*/ 5596 h 2477281"/>
              <a:gd name="connsiteX0" fmla="*/ 846588 w 3330250"/>
              <a:gd name="connsiteY0" fmla="*/ 5596 h 2432711"/>
              <a:gd name="connsiteX1" fmla="*/ 1354165 w 3330250"/>
              <a:gd name="connsiteY1" fmla="*/ 1089907 h 2432711"/>
              <a:gd name="connsiteX2" fmla="*/ 3227898 w 3330250"/>
              <a:gd name="connsiteY2" fmla="*/ 802600 h 2432711"/>
              <a:gd name="connsiteX3" fmla="*/ 2761796 w 3330250"/>
              <a:gd name="connsiteY3" fmla="*/ 2409553 h 2432711"/>
              <a:gd name="connsiteX4" fmla="*/ 68822 w 3330250"/>
              <a:gd name="connsiteY4" fmla="*/ 1634699 h 2432711"/>
              <a:gd name="connsiteX5" fmla="*/ 846588 w 3330250"/>
              <a:gd name="connsiteY5" fmla="*/ 5596 h 2432711"/>
              <a:gd name="connsiteX0" fmla="*/ 846588 w 3514825"/>
              <a:gd name="connsiteY0" fmla="*/ 5596 h 2432711"/>
              <a:gd name="connsiteX1" fmla="*/ 1354165 w 3514825"/>
              <a:gd name="connsiteY1" fmla="*/ 1089907 h 2432711"/>
              <a:gd name="connsiteX2" fmla="*/ 3227898 w 3514825"/>
              <a:gd name="connsiteY2" fmla="*/ 802600 h 2432711"/>
              <a:gd name="connsiteX3" fmla="*/ 2761796 w 3514825"/>
              <a:gd name="connsiteY3" fmla="*/ 2409553 h 2432711"/>
              <a:gd name="connsiteX4" fmla="*/ 68822 w 3514825"/>
              <a:gd name="connsiteY4" fmla="*/ 1634699 h 2432711"/>
              <a:gd name="connsiteX5" fmla="*/ 846588 w 3514825"/>
              <a:gd name="connsiteY5" fmla="*/ 5596 h 2432711"/>
              <a:gd name="connsiteX0" fmla="*/ 875402 w 3543639"/>
              <a:gd name="connsiteY0" fmla="*/ 2708 h 2429823"/>
              <a:gd name="connsiteX1" fmla="*/ 1382979 w 3543639"/>
              <a:gd name="connsiteY1" fmla="*/ 1087019 h 2429823"/>
              <a:gd name="connsiteX2" fmla="*/ 3256712 w 3543639"/>
              <a:gd name="connsiteY2" fmla="*/ 799712 h 2429823"/>
              <a:gd name="connsiteX3" fmla="*/ 2790610 w 3543639"/>
              <a:gd name="connsiteY3" fmla="*/ 2406665 h 2429823"/>
              <a:gd name="connsiteX4" fmla="*/ 97636 w 3543639"/>
              <a:gd name="connsiteY4" fmla="*/ 1631811 h 2429823"/>
              <a:gd name="connsiteX5" fmla="*/ 875402 w 3543639"/>
              <a:gd name="connsiteY5" fmla="*/ 2708 h 2429823"/>
              <a:gd name="connsiteX0" fmla="*/ 1035116 w 3703353"/>
              <a:gd name="connsiteY0" fmla="*/ 3586 h 2450893"/>
              <a:gd name="connsiteX1" fmla="*/ 1542693 w 3703353"/>
              <a:gd name="connsiteY1" fmla="*/ 1087897 h 2450893"/>
              <a:gd name="connsiteX2" fmla="*/ 3416426 w 3703353"/>
              <a:gd name="connsiteY2" fmla="*/ 800590 h 2450893"/>
              <a:gd name="connsiteX3" fmla="*/ 2950324 w 3703353"/>
              <a:gd name="connsiteY3" fmla="*/ 2407543 h 2450893"/>
              <a:gd name="connsiteX4" fmla="*/ 257350 w 3703353"/>
              <a:gd name="connsiteY4" fmla="*/ 1632689 h 2450893"/>
              <a:gd name="connsiteX5" fmla="*/ 1035116 w 3703353"/>
              <a:gd name="connsiteY5" fmla="*/ 3586 h 2450893"/>
              <a:gd name="connsiteX0" fmla="*/ 991689 w 3462563"/>
              <a:gd name="connsiteY0" fmla="*/ 10605 h 2457912"/>
              <a:gd name="connsiteX1" fmla="*/ 1674106 w 3462563"/>
              <a:gd name="connsiteY1" fmla="*/ 930710 h 2457912"/>
              <a:gd name="connsiteX2" fmla="*/ 3372999 w 3462563"/>
              <a:gd name="connsiteY2" fmla="*/ 807609 h 2457912"/>
              <a:gd name="connsiteX3" fmla="*/ 2906897 w 3462563"/>
              <a:gd name="connsiteY3" fmla="*/ 2414562 h 2457912"/>
              <a:gd name="connsiteX4" fmla="*/ 213923 w 3462563"/>
              <a:gd name="connsiteY4" fmla="*/ 1639708 h 2457912"/>
              <a:gd name="connsiteX5" fmla="*/ 991689 w 3462563"/>
              <a:gd name="connsiteY5" fmla="*/ 10605 h 2457912"/>
              <a:gd name="connsiteX0" fmla="*/ 991689 w 3644113"/>
              <a:gd name="connsiteY0" fmla="*/ 10605 h 2457912"/>
              <a:gd name="connsiteX1" fmla="*/ 1674106 w 3644113"/>
              <a:gd name="connsiteY1" fmla="*/ 930710 h 2457912"/>
              <a:gd name="connsiteX2" fmla="*/ 3372999 w 3644113"/>
              <a:gd name="connsiteY2" fmla="*/ 807609 h 2457912"/>
              <a:gd name="connsiteX3" fmla="*/ 2906897 w 3644113"/>
              <a:gd name="connsiteY3" fmla="*/ 2414562 h 2457912"/>
              <a:gd name="connsiteX4" fmla="*/ 213923 w 3644113"/>
              <a:gd name="connsiteY4" fmla="*/ 1639708 h 2457912"/>
              <a:gd name="connsiteX5" fmla="*/ 991689 w 3644113"/>
              <a:gd name="connsiteY5" fmla="*/ 10605 h 2457912"/>
              <a:gd name="connsiteX0" fmla="*/ 1054352 w 3706777"/>
              <a:gd name="connsiteY0" fmla="*/ 1046 h 2448353"/>
              <a:gd name="connsiteX1" fmla="*/ 1736769 w 3706777"/>
              <a:gd name="connsiteY1" fmla="*/ 921151 h 2448353"/>
              <a:gd name="connsiteX2" fmla="*/ 3435662 w 3706777"/>
              <a:gd name="connsiteY2" fmla="*/ 798050 h 2448353"/>
              <a:gd name="connsiteX3" fmla="*/ 2969560 w 3706777"/>
              <a:gd name="connsiteY3" fmla="*/ 2405003 h 2448353"/>
              <a:gd name="connsiteX4" fmla="*/ 276586 w 3706777"/>
              <a:gd name="connsiteY4" fmla="*/ 1630149 h 2448353"/>
              <a:gd name="connsiteX5" fmla="*/ 1054352 w 3706777"/>
              <a:gd name="connsiteY5" fmla="*/ 1046 h 2448353"/>
              <a:gd name="connsiteX0" fmla="*/ 590056 w 3683836"/>
              <a:gd name="connsiteY0" fmla="*/ 1109 h 1961431"/>
              <a:gd name="connsiteX1" fmla="*/ 1713828 w 3683836"/>
              <a:gd name="connsiteY1" fmla="*/ 456838 h 1961431"/>
              <a:gd name="connsiteX2" fmla="*/ 3412721 w 3683836"/>
              <a:gd name="connsiteY2" fmla="*/ 333737 h 1961431"/>
              <a:gd name="connsiteX3" fmla="*/ 2946619 w 3683836"/>
              <a:gd name="connsiteY3" fmla="*/ 1940690 h 1961431"/>
              <a:gd name="connsiteX4" fmla="*/ 253645 w 3683836"/>
              <a:gd name="connsiteY4" fmla="*/ 1165836 h 1961431"/>
              <a:gd name="connsiteX5" fmla="*/ 590056 w 3683836"/>
              <a:gd name="connsiteY5" fmla="*/ 1109 h 1961431"/>
              <a:gd name="connsiteX0" fmla="*/ 577152 w 3670932"/>
              <a:gd name="connsiteY0" fmla="*/ 28557 h 1988879"/>
              <a:gd name="connsiteX1" fmla="*/ 1700924 w 3670932"/>
              <a:gd name="connsiteY1" fmla="*/ 484286 h 1988879"/>
              <a:gd name="connsiteX2" fmla="*/ 3399817 w 3670932"/>
              <a:gd name="connsiteY2" fmla="*/ 361185 h 1988879"/>
              <a:gd name="connsiteX3" fmla="*/ 2933715 w 3670932"/>
              <a:gd name="connsiteY3" fmla="*/ 1968138 h 1988879"/>
              <a:gd name="connsiteX4" fmla="*/ 240741 w 3670932"/>
              <a:gd name="connsiteY4" fmla="*/ 1193284 h 1988879"/>
              <a:gd name="connsiteX5" fmla="*/ 577152 w 3670932"/>
              <a:gd name="connsiteY5" fmla="*/ 28557 h 1988879"/>
              <a:gd name="connsiteX0" fmla="*/ 5660 w 3065770"/>
              <a:gd name="connsiteY0" fmla="*/ 41752 h 2084853"/>
              <a:gd name="connsiteX1" fmla="*/ 1129432 w 3065770"/>
              <a:gd name="connsiteY1" fmla="*/ 497481 h 2084853"/>
              <a:gd name="connsiteX2" fmla="*/ 2828325 w 3065770"/>
              <a:gd name="connsiteY2" fmla="*/ 374380 h 2084853"/>
              <a:gd name="connsiteX3" fmla="*/ 2362223 w 3065770"/>
              <a:gd name="connsiteY3" fmla="*/ 1981333 h 2084853"/>
              <a:gd name="connsiteX4" fmla="*/ 768571 w 3065770"/>
              <a:gd name="connsiteY4" fmla="*/ 1718703 h 2084853"/>
              <a:gd name="connsiteX5" fmla="*/ 5660 w 3065770"/>
              <a:gd name="connsiteY5" fmla="*/ 41752 h 2084853"/>
              <a:gd name="connsiteX0" fmla="*/ 12471 w 3072581"/>
              <a:gd name="connsiteY0" fmla="*/ 41752 h 2092530"/>
              <a:gd name="connsiteX1" fmla="*/ 1136243 w 3072581"/>
              <a:gd name="connsiteY1" fmla="*/ 497481 h 2092530"/>
              <a:gd name="connsiteX2" fmla="*/ 2835136 w 3072581"/>
              <a:gd name="connsiteY2" fmla="*/ 374380 h 2092530"/>
              <a:gd name="connsiteX3" fmla="*/ 2369034 w 3072581"/>
              <a:gd name="connsiteY3" fmla="*/ 1981333 h 2092530"/>
              <a:gd name="connsiteX4" fmla="*/ 775382 w 3072581"/>
              <a:gd name="connsiteY4" fmla="*/ 1718703 h 2092530"/>
              <a:gd name="connsiteX5" fmla="*/ 12471 w 3072581"/>
              <a:gd name="connsiteY5" fmla="*/ 41752 h 2092530"/>
              <a:gd name="connsiteX0" fmla="*/ 2798 w 3655173"/>
              <a:gd name="connsiteY0" fmla="*/ 869129 h 2007317"/>
              <a:gd name="connsiteX1" fmla="*/ 1718835 w 3655173"/>
              <a:gd name="connsiteY1" fmla="*/ 445136 h 2007317"/>
              <a:gd name="connsiteX2" fmla="*/ 3417728 w 3655173"/>
              <a:gd name="connsiteY2" fmla="*/ 322035 h 2007317"/>
              <a:gd name="connsiteX3" fmla="*/ 2951626 w 3655173"/>
              <a:gd name="connsiteY3" fmla="*/ 1928988 h 2007317"/>
              <a:gd name="connsiteX4" fmla="*/ 1357974 w 3655173"/>
              <a:gd name="connsiteY4" fmla="*/ 1666358 h 2007317"/>
              <a:gd name="connsiteX5" fmla="*/ 2798 w 3655173"/>
              <a:gd name="connsiteY5" fmla="*/ 869129 h 2007317"/>
              <a:gd name="connsiteX0" fmla="*/ 542 w 3652917"/>
              <a:gd name="connsiteY0" fmla="*/ 869129 h 2007318"/>
              <a:gd name="connsiteX1" fmla="*/ 1716579 w 3652917"/>
              <a:gd name="connsiteY1" fmla="*/ 445136 h 2007318"/>
              <a:gd name="connsiteX2" fmla="*/ 3415472 w 3652917"/>
              <a:gd name="connsiteY2" fmla="*/ 322035 h 2007318"/>
              <a:gd name="connsiteX3" fmla="*/ 2949370 w 3652917"/>
              <a:gd name="connsiteY3" fmla="*/ 1928988 h 2007318"/>
              <a:gd name="connsiteX4" fmla="*/ 1355718 w 3652917"/>
              <a:gd name="connsiteY4" fmla="*/ 1666358 h 2007318"/>
              <a:gd name="connsiteX5" fmla="*/ 542 w 3652917"/>
              <a:gd name="connsiteY5" fmla="*/ 869129 h 2007318"/>
              <a:gd name="connsiteX0" fmla="*/ 243 w 3639926"/>
              <a:gd name="connsiteY0" fmla="*/ 869129 h 1955507"/>
              <a:gd name="connsiteX1" fmla="*/ 1716280 w 3639926"/>
              <a:gd name="connsiteY1" fmla="*/ 445136 h 1955507"/>
              <a:gd name="connsiteX2" fmla="*/ 3415173 w 3639926"/>
              <a:gd name="connsiteY2" fmla="*/ 322035 h 1955507"/>
              <a:gd name="connsiteX3" fmla="*/ 2949071 w 3639926"/>
              <a:gd name="connsiteY3" fmla="*/ 1928988 h 1955507"/>
              <a:gd name="connsiteX4" fmla="*/ 1833458 w 3639926"/>
              <a:gd name="connsiteY4" fmla="*/ 1291535 h 1955507"/>
              <a:gd name="connsiteX5" fmla="*/ 243 w 3639926"/>
              <a:gd name="connsiteY5" fmla="*/ 869129 h 1955507"/>
              <a:gd name="connsiteX0" fmla="*/ 243 w 3639926"/>
              <a:gd name="connsiteY0" fmla="*/ 869129 h 1947022"/>
              <a:gd name="connsiteX1" fmla="*/ 1716280 w 3639926"/>
              <a:gd name="connsiteY1" fmla="*/ 445136 h 1947022"/>
              <a:gd name="connsiteX2" fmla="*/ 3415173 w 3639926"/>
              <a:gd name="connsiteY2" fmla="*/ 322035 h 1947022"/>
              <a:gd name="connsiteX3" fmla="*/ 2949071 w 3639926"/>
              <a:gd name="connsiteY3" fmla="*/ 1928988 h 1947022"/>
              <a:gd name="connsiteX4" fmla="*/ 1833458 w 3639926"/>
              <a:gd name="connsiteY4" fmla="*/ 1291535 h 1947022"/>
              <a:gd name="connsiteX5" fmla="*/ 243 w 3639926"/>
              <a:gd name="connsiteY5" fmla="*/ 869129 h 1947022"/>
              <a:gd name="connsiteX0" fmla="*/ 7345 w 3647028"/>
              <a:gd name="connsiteY0" fmla="*/ 869129 h 1947022"/>
              <a:gd name="connsiteX1" fmla="*/ 1723382 w 3647028"/>
              <a:gd name="connsiteY1" fmla="*/ 445136 h 1947022"/>
              <a:gd name="connsiteX2" fmla="*/ 3422275 w 3647028"/>
              <a:gd name="connsiteY2" fmla="*/ 322035 h 1947022"/>
              <a:gd name="connsiteX3" fmla="*/ 2956173 w 3647028"/>
              <a:gd name="connsiteY3" fmla="*/ 1928988 h 1947022"/>
              <a:gd name="connsiteX4" fmla="*/ 1840560 w 3647028"/>
              <a:gd name="connsiteY4" fmla="*/ 1291535 h 1947022"/>
              <a:gd name="connsiteX5" fmla="*/ 7345 w 3647028"/>
              <a:gd name="connsiteY5" fmla="*/ 869129 h 1947022"/>
              <a:gd name="connsiteX0" fmla="*/ 7345 w 3811052"/>
              <a:gd name="connsiteY0" fmla="*/ 869129 h 1929159"/>
              <a:gd name="connsiteX1" fmla="*/ 1723382 w 3811052"/>
              <a:gd name="connsiteY1" fmla="*/ 445136 h 1929159"/>
              <a:gd name="connsiteX2" fmla="*/ 3422275 w 3811052"/>
              <a:gd name="connsiteY2" fmla="*/ 322035 h 1929159"/>
              <a:gd name="connsiteX3" fmla="*/ 2956173 w 3811052"/>
              <a:gd name="connsiteY3" fmla="*/ 1928988 h 1929159"/>
              <a:gd name="connsiteX4" fmla="*/ 1840560 w 3811052"/>
              <a:gd name="connsiteY4" fmla="*/ 1291535 h 1929159"/>
              <a:gd name="connsiteX5" fmla="*/ 7345 w 3811052"/>
              <a:gd name="connsiteY5" fmla="*/ 869129 h 1929159"/>
              <a:gd name="connsiteX0" fmla="*/ 5264 w 3937957"/>
              <a:gd name="connsiteY0" fmla="*/ 1155023 h 1938909"/>
              <a:gd name="connsiteX1" fmla="*/ 1850286 w 3937957"/>
              <a:gd name="connsiteY1" fmla="*/ 454886 h 1938909"/>
              <a:gd name="connsiteX2" fmla="*/ 3549179 w 3937957"/>
              <a:gd name="connsiteY2" fmla="*/ 331785 h 1938909"/>
              <a:gd name="connsiteX3" fmla="*/ 3083077 w 3937957"/>
              <a:gd name="connsiteY3" fmla="*/ 1938738 h 1938909"/>
              <a:gd name="connsiteX4" fmla="*/ 1967464 w 3937957"/>
              <a:gd name="connsiteY4" fmla="*/ 1301285 h 1938909"/>
              <a:gd name="connsiteX5" fmla="*/ 5264 w 3937957"/>
              <a:gd name="connsiteY5" fmla="*/ 1155023 h 1938909"/>
              <a:gd name="connsiteX0" fmla="*/ 23607 w 3956300"/>
              <a:gd name="connsiteY0" fmla="*/ 1155023 h 1938909"/>
              <a:gd name="connsiteX1" fmla="*/ 1868629 w 3956300"/>
              <a:gd name="connsiteY1" fmla="*/ 454886 h 1938909"/>
              <a:gd name="connsiteX2" fmla="*/ 3567522 w 3956300"/>
              <a:gd name="connsiteY2" fmla="*/ 331785 h 1938909"/>
              <a:gd name="connsiteX3" fmla="*/ 3101420 w 3956300"/>
              <a:gd name="connsiteY3" fmla="*/ 1938738 h 1938909"/>
              <a:gd name="connsiteX4" fmla="*/ 1985807 w 3956300"/>
              <a:gd name="connsiteY4" fmla="*/ 1301285 h 1938909"/>
              <a:gd name="connsiteX5" fmla="*/ 23607 w 3956300"/>
              <a:gd name="connsiteY5" fmla="*/ 1155023 h 1938909"/>
              <a:gd name="connsiteX0" fmla="*/ 356 w 3775841"/>
              <a:gd name="connsiteY0" fmla="*/ 1155023 h 1975367"/>
              <a:gd name="connsiteX1" fmla="*/ 1845378 w 3775841"/>
              <a:gd name="connsiteY1" fmla="*/ 454886 h 1975367"/>
              <a:gd name="connsiteX2" fmla="*/ 3544271 w 3775841"/>
              <a:gd name="connsiteY2" fmla="*/ 331785 h 1975367"/>
              <a:gd name="connsiteX3" fmla="*/ 3078169 w 3775841"/>
              <a:gd name="connsiteY3" fmla="*/ 1938738 h 1975367"/>
              <a:gd name="connsiteX4" fmla="*/ 1700608 w 3775841"/>
              <a:gd name="connsiteY4" fmla="*/ 1432728 h 1975367"/>
              <a:gd name="connsiteX5" fmla="*/ 356 w 3775841"/>
              <a:gd name="connsiteY5" fmla="*/ 1155023 h 1975367"/>
              <a:gd name="connsiteX0" fmla="*/ 385 w 3775871"/>
              <a:gd name="connsiteY0" fmla="*/ 1155023 h 1964875"/>
              <a:gd name="connsiteX1" fmla="*/ 1845407 w 3775871"/>
              <a:gd name="connsiteY1" fmla="*/ 454886 h 1964875"/>
              <a:gd name="connsiteX2" fmla="*/ 3544300 w 3775871"/>
              <a:gd name="connsiteY2" fmla="*/ 331785 h 1964875"/>
              <a:gd name="connsiteX3" fmla="*/ 3078198 w 3775871"/>
              <a:gd name="connsiteY3" fmla="*/ 1938738 h 1964875"/>
              <a:gd name="connsiteX4" fmla="*/ 1700637 w 3775871"/>
              <a:gd name="connsiteY4" fmla="*/ 1432728 h 1964875"/>
              <a:gd name="connsiteX5" fmla="*/ 385 w 3775871"/>
              <a:gd name="connsiteY5" fmla="*/ 1155023 h 1964875"/>
              <a:gd name="connsiteX0" fmla="*/ 518 w 3310321"/>
              <a:gd name="connsiteY0" fmla="*/ 1561197 h 1986949"/>
              <a:gd name="connsiteX1" fmla="*/ 1379857 w 3310321"/>
              <a:gd name="connsiteY1" fmla="*/ 469469 h 1986949"/>
              <a:gd name="connsiteX2" fmla="*/ 3078750 w 3310321"/>
              <a:gd name="connsiteY2" fmla="*/ 346368 h 1986949"/>
              <a:gd name="connsiteX3" fmla="*/ 2612648 w 3310321"/>
              <a:gd name="connsiteY3" fmla="*/ 1953321 h 1986949"/>
              <a:gd name="connsiteX4" fmla="*/ 1235087 w 3310321"/>
              <a:gd name="connsiteY4" fmla="*/ 1447311 h 1986949"/>
              <a:gd name="connsiteX5" fmla="*/ 518 w 3310321"/>
              <a:gd name="connsiteY5" fmla="*/ 1561197 h 1986949"/>
              <a:gd name="connsiteX0" fmla="*/ 252954 w 3562757"/>
              <a:gd name="connsiteY0" fmla="*/ 1561197 h 1986950"/>
              <a:gd name="connsiteX1" fmla="*/ 1632293 w 3562757"/>
              <a:gd name="connsiteY1" fmla="*/ 469469 h 1986950"/>
              <a:gd name="connsiteX2" fmla="*/ 3331186 w 3562757"/>
              <a:gd name="connsiteY2" fmla="*/ 346368 h 1986950"/>
              <a:gd name="connsiteX3" fmla="*/ 2865084 w 3562757"/>
              <a:gd name="connsiteY3" fmla="*/ 1953321 h 1986950"/>
              <a:gd name="connsiteX4" fmla="*/ 1487523 w 3562757"/>
              <a:gd name="connsiteY4" fmla="*/ 1447311 h 1986950"/>
              <a:gd name="connsiteX5" fmla="*/ 252954 w 3562757"/>
              <a:gd name="connsiteY5" fmla="*/ 1561197 h 1986950"/>
              <a:gd name="connsiteX0" fmla="*/ 275988 w 4836894"/>
              <a:gd name="connsiteY0" fmla="*/ 1254188 h 1664972"/>
              <a:gd name="connsiteX1" fmla="*/ 1655327 w 4836894"/>
              <a:gd name="connsiteY1" fmla="*/ 162460 h 1664972"/>
              <a:gd name="connsiteX2" fmla="*/ 4715739 w 4836894"/>
              <a:gd name="connsiteY2" fmla="*/ 494988 h 1664972"/>
              <a:gd name="connsiteX3" fmla="*/ 2888118 w 4836894"/>
              <a:gd name="connsiteY3" fmla="*/ 1646312 h 1664972"/>
              <a:gd name="connsiteX4" fmla="*/ 1510557 w 4836894"/>
              <a:gd name="connsiteY4" fmla="*/ 1140302 h 1664972"/>
              <a:gd name="connsiteX5" fmla="*/ 275988 w 4836894"/>
              <a:gd name="connsiteY5" fmla="*/ 1254188 h 1664972"/>
              <a:gd name="connsiteX0" fmla="*/ 275988 w 4716813"/>
              <a:gd name="connsiteY0" fmla="*/ 1630321 h 2049242"/>
              <a:gd name="connsiteX1" fmla="*/ 1655327 w 4716813"/>
              <a:gd name="connsiteY1" fmla="*/ 538593 h 2049242"/>
              <a:gd name="connsiteX2" fmla="*/ 4715739 w 4716813"/>
              <a:gd name="connsiteY2" fmla="*/ 871121 h 2049242"/>
              <a:gd name="connsiteX3" fmla="*/ 2888118 w 4716813"/>
              <a:gd name="connsiteY3" fmla="*/ 2022445 h 2049242"/>
              <a:gd name="connsiteX4" fmla="*/ 1510557 w 4716813"/>
              <a:gd name="connsiteY4" fmla="*/ 1516435 h 2049242"/>
              <a:gd name="connsiteX5" fmla="*/ 275988 w 4716813"/>
              <a:gd name="connsiteY5" fmla="*/ 1630321 h 2049242"/>
              <a:gd name="connsiteX0" fmla="*/ 275988 w 4749030"/>
              <a:gd name="connsiteY0" fmla="*/ 1124638 h 1545870"/>
              <a:gd name="connsiteX1" fmla="*/ 1655327 w 4749030"/>
              <a:gd name="connsiteY1" fmla="*/ 32910 h 1545870"/>
              <a:gd name="connsiteX2" fmla="*/ 4715739 w 4749030"/>
              <a:gd name="connsiteY2" fmla="*/ 365438 h 1545870"/>
              <a:gd name="connsiteX3" fmla="*/ 3175706 w 4749030"/>
              <a:gd name="connsiteY3" fmla="*/ 1192854 h 1545870"/>
              <a:gd name="connsiteX4" fmla="*/ 1510557 w 4749030"/>
              <a:gd name="connsiteY4" fmla="*/ 1010752 h 1545870"/>
              <a:gd name="connsiteX5" fmla="*/ 275988 w 4749030"/>
              <a:gd name="connsiteY5" fmla="*/ 1124638 h 1545870"/>
              <a:gd name="connsiteX0" fmla="*/ 275988 w 4727950"/>
              <a:gd name="connsiteY0" fmla="*/ 1387914 h 1809146"/>
              <a:gd name="connsiteX1" fmla="*/ 1655327 w 4727950"/>
              <a:gd name="connsiteY1" fmla="*/ 296186 h 1809146"/>
              <a:gd name="connsiteX2" fmla="*/ 4715739 w 4727950"/>
              <a:gd name="connsiteY2" fmla="*/ 628714 h 1809146"/>
              <a:gd name="connsiteX3" fmla="*/ 3175706 w 4727950"/>
              <a:gd name="connsiteY3" fmla="*/ 1456130 h 1809146"/>
              <a:gd name="connsiteX4" fmla="*/ 1510557 w 4727950"/>
              <a:gd name="connsiteY4" fmla="*/ 1274028 h 1809146"/>
              <a:gd name="connsiteX5" fmla="*/ 275988 w 4727950"/>
              <a:gd name="connsiteY5" fmla="*/ 1387914 h 1809146"/>
              <a:gd name="connsiteX0" fmla="*/ 275988 w 4727950"/>
              <a:gd name="connsiteY0" fmla="*/ 1387914 h 1809146"/>
              <a:gd name="connsiteX1" fmla="*/ 1655327 w 4727950"/>
              <a:gd name="connsiteY1" fmla="*/ 296186 h 1809146"/>
              <a:gd name="connsiteX2" fmla="*/ 4715739 w 4727950"/>
              <a:gd name="connsiteY2" fmla="*/ 628714 h 1809146"/>
              <a:gd name="connsiteX3" fmla="*/ 3175706 w 4727950"/>
              <a:gd name="connsiteY3" fmla="*/ 1456130 h 1809146"/>
              <a:gd name="connsiteX4" fmla="*/ 1510557 w 4727950"/>
              <a:gd name="connsiteY4" fmla="*/ 1274028 h 1809146"/>
              <a:gd name="connsiteX5" fmla="*/ 275988 w 4727950"/>
              <a:gd name="connsiteY5" fmla="*/ 1387914 h 1809146"/>
              <a:gd name="connsiteX0" fmla="*/ 275988 w 4740315"/>
              <a:gd name="connsiteY0" fmla="*/ 1132875 h 1722803"/>
              <a:gd name="connsiteX1" fmla="*/ 1655327 w 4740315"/>
              <a:gd name="connsiteY1" fmla="*/ 41147 h 1722803"/>
              <a:gd name="connsiteX2" fmla="*/ 4715739 w 4740315"/>
              <a:gd name="connsiteY2" fmla="*/ 373675 h 1722803"/>
              <a:gd name="connsiteX3" fmla="*/ 3012343 w 4740315"/>
              <a:gd name="connsiteY3" fmla="*/ 1711656 h 1722803"/>
              <a:gd name="connsiteX4" fmla="*/ 1510557 w 4740315"/>
              <a:gd name="connsiteY4" fmla="*/ 1018989 h 1722803"/>
              <a:gd name="connsiteX5" fmla="*/ 275988 w 4740315"/>
              <a:gd name="connsiteY5" fmla="*/ 1132875 h 1722803"/>
              <a:gd name="connsiteX0" fmla="*/ 275988 w 4756119"/>
              <a:gd name="connsiteY0" fmla="*/ 1127108 h 1542684"/>
              <a:gd name="connsiteX1" fmla="*/ 1655327 w 4756119"/>
              <a:gd name="connsiteY1" fmla="*/ 35380 h 1542684"/>
              <a:gd name="connsiteX2" fmla="*/ 4715739 w 4756119"/>
              <a:gd name="connsiteY2" fmla="*/ 367908 h 1542684"/>
              <a:gd name="connsiteX3" fmla="*/ 3285074 w 4756119"/>
              <a:gd name="connsiteY3" fmla="*/ 1369029 h 1542684"/>
              <a:gd name="connsiteX4" fmla="*/ 1510557 w 4756119"/>
              <a:gd name="connsiteY4" fmla="*/ 1013222 h 1542684"/>
              <a:gd name="connsiteX5" fmla="*/ 275988 w 4756119"/>
              <a:gd name="connsiteY5" fmla="*/ 1127108 h 1542684"/>
              <a:gd name="connsiteX0" fmla="*/ 275988 w 4715923"/>
              <a:gd name="connsiteY0" fmla="*/ 1122352 h 1572226"/>
              <a:gd name="connsiteX1" fmla="*/ 1655327 w 4715923"/>
              <a:gd name="connsiteY1" fmla="*/ 30624 h 1572226"/>
              <a:gd name="connsiteX2" fmla="*/ 4715739 w 4715923"/>
              <a:gd name="connsiteY2" fmla="*/ 363152 h 1572226"/>
              <a:gd name="connsiteX3" fmla="*/ 1510557 w 4715923"/>
              <a:gd name="connsiteY3" fmla="*/ 1008466 h 1572226"/>
              <a:gd name="connsiteX4" fmla="*/ 275988 w 4715923"/>
              <a:gd name="connsiteY4" fmla="*/ 1122352 h 1572226"/>
              <a:gd name="connsiteX0" fmla="*/ 25029 w 4476010"/>
              <a:gd name="connsiteY0" fmla="*/ 1892393 h 2022034"/>
              <a:gd name="connsiteX1" fmla="*/ 2236847 w 4476010"/>
              <a:gd name="connsiteY1" fmla="*/ 11492 h 2022034"/>
              <a:gd name="connsiteX2" fmla="*/ 4464780 w 4476010"/>
              <a:gd name="connsiteY2" fmla="*/ 1133193 h 2022034"/>
              <a:gd name="connsiteX3" fmla="*/ 1259598 w 4476010"/>
              <a:gd name="connsiteY3" fmla="*/ 1778507 h 2022034"/>
              <a:gd name="connsiteX4" fmla="*/ 25029 w 4476010"/>
              <a:gd name="connsiteY4" fmla="*/ 1892393 h 2022034"/>
              <a:gd name="connsiteX0" fmla="*/ 19312 w 4468531"/>
              <a:gd name="connsiteY0" fmla="*/ 1893478 h 2350831"/>
              <a:gd name="connsiteX1" fmla="*/ 2231130 w 4468531"/>
              <a:gd name="connsiteY1" fmla="*/ 12577 h 2350831"/>
              <a:gd name="connsiteX2" fmla="*/ 4459063 w 4468531"/>
              <a:gd name="connsiteY2" fmla="*/ 1134278 h 2350831"/>
              <a:gd name="connsiteX3" fmla="*/ 2962196 w 4468531"/>
              <a:gd name="connsiteY3" fmla="*/ 2337807 h 2350831"/>
              <a:gd name="connsiteX4" fmla="*/ 1253881 w 4468531"/>
              <a:gd name="connsiteY4" fmla="*/ 1779592 h 2350831"/>
              <a:gd name="connsiteX5" fmla="*/ 19312 w 4468531"/>
              <a:gd name="connsiteY5" fmla="*/ 1893478 h 2350831"/>
              <a:gd name="connsiteX0" fmla="*/ 114931 w 4564151"/>
              <a:gd name="connsiteY0" fmla="*/ 1893478 h 2606070"/>
              <a:gd name="connsiteX1" fmla="*/ 2326749 w 4564151"/>
              <a:gd name="connsiteY1" fmla="*/ 12577 h 2606070"/>
              <a:gd name="connsiteX2" fmla="*/ 4554682 w 4564151"/>
              <a:gd name="connsiteY2" fmla="*/ 1134278 h 2606070"/>
              <a:gd name="connsiteX3" fmla="*/ 3057815 w 4564151"/>
              <a:gd name="connsiteY3" fmla="*/ 2337807 h 2606070"/>
              <a:gd name="connsiteX4" fmla="*/ 602599 w 4564151"/>
              <a:gd name="connsiteY4" fmla="*/ 2591133 h 2606070"/>
              <a:gd name="connsiteX5" fmla="*/ 114931 w 4564151"/>
              <a:gd name="connsiteY5" fmla="*/ 1893478 h 2606070"/>
              <a:gd name="connsiteX0" fmla="*/ 339436 w 4163621"/>
              <a:gd name="connsiteY0" fmla="*/ 711041 h 2677547"/>
              <a:gd name="connsiteX1" fmla="*/ 1926219 w 4163621"/>
              <a:gd name="connsiteY1" fmla="*/ 9118 h 2677547"/>
              <a:gd name="connsiteX2" fmla="*/ 4154152 w 4163621"/>
              <a:gd name="connsiteY2" fmla="*/ 1130819 h 2677547"/>
              <a:gd name="connsiteX3" fmla="*/ 2657285 w 4163621"/>
              <a:gd name="connsiteY3" fmla="*/ 2334348 h 2677547"/>
              <a:gd name="connsiteX4" fmla="*/ 202069 w 4163621"/>
              <a:gd name="connsiteY4" fmla="*/ 2587674 h 2677547"/>
              <a:gd name="connsiteX5" fmla="*/ 339436 w 4163621"/>
              <a:gd name="connsiteY5" fmla="*/ 711041 h 2677547"/>
              <a:gd name="connsiteX0" fmla="*/ 8699 w 3970251"/>
              <a:gd name="connsiteY0" fmla="*/ 2578556 h 2717756"/>
              <a:gd name="connsiteX1" fmla="*/ 1732849 w 3970251"/>
              <a:gd name="connsiteY1" fmla="*/ 0 h 2717756"/>
              <a:gd name="connsiteX2" fmla="*/ 3960782 w 3970251"/>
              <a:gd name="connsiteY2" fmla="*/ 1121701 h 2717756"/>
              <a:gd name="connsiteX3" fmla="*/ 2463915 w 3970251"/>
              <a:gd name="connsiteY3" fmla="*/ 2325230 h 2717756"/>
              <a:gd name="connsiteX4" fmla="*/ 8699 w 3970251"/>
              <a:gd name="connsiteY4" fmla="*/ 2578556 h 2717756"/>
              <a:gd name="connsiteX0" fmla="*/ 11617 w 3584652"/>
              <a:gd name="connsiteY0" fmla="*/ 1430838 h 2340009"/>
              <a:gd name="connsiteX1" fmla="*/ 1347250 w 3584652"/>
              <a:gd name="connsiteY1" fmla="*/ 2380 h 2340009"/>
              <a:gd name="connsiteX2" fmla="*/ 3575183 w 3584652"/>
              <a:gd name="connsiteY2" fmla="*/ 1124081 h 2340009"/>
              <a:gd name="connsiteX3" fmla="*/ 2078316 w 3584652"/>
              <a:gd name="connsiteY3" fmla="*/ 2327610 h 2340009"/>
              <a:gd name="connsiteX4" fmla="*/ 11617 w 3584652"/>
              <a:gd name="connsiteY4" fmla="*/ 1430838 h 2340009"/>
              <a:gd name="connsiteX0" fmla="*/ 36322 w 3609357"/>
              <a:gd name="connsiteY0" fmla="*/ 1430838 h 2532978"/>
              <a:gd name="connsiteX1" fmla="*/ 1371955 w 3609357"/>
              <a:gd name="connsiteY1" fmla="*/ 2380 h 2532978"/>
              <a:gd name="connsiteX2" fmla="*/ 3599888 w 3609357"/>
              <a:gd name="connsiteY2" fmla="*/ 1124081 h 2532978"/>
              <a:gd name="connsiteX3" fmla="*/ 2103021 w 3609357"/>
              <a:gd name="connsiteY3" fmla="*/ 2327610 h 2532978"/>
              <a:gd name="connsiteX4" fmla="*/ 36322 w 3609357"/>
              <a:gd name="connsiteY4" fmla="*/ 1430838 h 2532978"/>
              <a:gd name="connsiteX0" fmla="*/ 3580 w 3569301"/>
              <a:gd name="connsiteY0" fmla="*/ 1431089 h 2816320"/>
              <a:gd name="connsiteX1" fmla="*/ 1339213 w 3569301"/>
              <a:gd name="connsiteY1" fmla="*/ 2631 h 2816320"/>
              <a:gd name="connsiteX2" fmla="*/ 3567146 w 3569301"/>
              <a:gd name="connsiteY2" fmla="*/ 1124332 h 2816320"/>
              <a:gd name="connsiteX3" fmla="*/ 1722688 w 3569301"/>
              <a:gd name="connsiteY3" fmla="*/ 2808414 h 2816320"/>
              <a:gd name="connsiteX4" fmla="*/ 3580 w 3569301"/>
              <a:gd name="connsiteY4" fmla="*/ 1431089 h 2816320"/>
              <a:gd name="connsiteX0" fmla="*/ 3579 w 3569300"/>
              <a:gd name="connsiteY0" fmla="*/ 1431089 h 2808414"/>
              <a:gd name="connsiteX1" fmla="*/ 1339212 w 3569300"/>
              <a:gd name="connsiteY1" fmla="*/ 2631 h 2808414"/>
              <a:gd name="connsiteX2" fmla="*/ 3567145 w 3569300"/>
              <a:gd name="connsiteY2" fmla="*/ 1124332 h 2808414"/>
              <a:gd name="connsiteX3" fmla="*/ 1722687 w 3569300"/>
              <a:gd name="connsiteY3" fmla="*/ 2808414 h 2808414"/>
              <a:gd name="connsiteX4" fmla="*/ 3579 w 3569300"/>
              <a:gd name="connsiteY4" fmla="*/ 1431089 h 2808414"/>
              <a:gd name="connsiteX0" fmla="*/ 3579 w 3570402"/>
              <a:gd name="connsiteY0" fmla="*/ 1431089 h 2845664"/>
              <a:gd name="connsiteX1" fmla="*/ 1339212 w 3570402"/>
              <a:gd name="connsiteY1" fmla="*/ 2631 h 2845664"/>
              <a:gd name="connsiteX2" fmla="*/ 3567145 w 3570402"/>
              <a:gd name="connsiteY2" fmla="*/ 1124332 h 2845664"/>
              <a:gd name="connsiteX3" fmla="*/ 1722687 w 3570402"/>
              <a:gd name="connsiteY3" fmla="*/ 2808414 h 2845664"/>
              <a:gd name="connsiteX4" fmla="*/ 3579 w 3570402"/>
              <a:gd name="connsiteY4" fmla="*/ 1431089 h 2845664"/>
              <a:gd name="connsiteX0" fmla="*/ 3579 w 3571531"/>
              <a:gd name="connsiteY0" fmla="*/ 1431089 h 2809355"/>
              <a:gd name="connsiteX1" fmla="*/ 1339212 w 3571531"/>
              <a:gd name="connsiteY1" fmla="*/ 2631 h 2809355"/>
              <a:gd name="connsiteX2" fmla="*/ 3567145 w 3571531"/>
              <a:gd name="connsiteY2" fmla="*/ 1124332 h 2809355"/>
              <a:gd name="connsiteX3" fmla="*/ 1722687 w 3571531"/>
              <a:gd name="connsiteY3" fmla="*/ 2808414 h 2809355"/>
              <a:gd name="connsiteX4" fmla="*/ 3579 w 3571531"/>
              <a:gd name="connsiteY4" fmla="*/ 1431089 h 2809355"/>
              <a:gd name="connsiteX0" fmla="*/ 3579 w 3570449"/>
              <a:gd name="connsiteY0" fmla="*/ 1431089 h 2811091"/>
              <a:gd name="connsiteX1" fmla="*/ 1339212 w 3570449"/>
              <a:gd name="connsiteY1" fmla="*/ 2631 h 2811091"/>
              <a:gd name="connsiteX2" fmla="*/ 3567145 w 3570449"/>
              <a:gd name="connsiteY2" fmla="*/ 1124332 h 2811091"/>
              <a:gd name="connsiteX3" fmla="*/ 1722687 w 3570449"/>
              <a:gd name="connsiteY3" fmla="*/ 2808414 h 2811091"/>
              <a:gd name="connsiteX4" fmla="*/ 3579 w 3570449"/>
              <a:gd name="connsiteY4" fmla="*/ 1431089 h 2811091"/>
              <a:gd name="connsiteX0" fmla="*/ 9477 w 3576347"/>
              <a:gd name="connsiteY0" fmla="*/ 1454488 h 2834490"/>
              <a:gd name="connsiteX1" fmla="*/ 1345110 w 3576347"/>
              <a:gd name="connsiteY1" fmla="*/ 26030 h 2834490"/>
              <a:gd name="connsiteX2" fmla="*/ 3573043 w 3576347"/>
              <a:gd name="connsiteY2" fmla="*/ 1147731 h 2834490"/>
              <a:gd name="connsiteX3" fmla="*/ 1728585 w 3576347"/>
              <a:gd name="connsiteY3" fmla="*/ 2831813 h 2834490"/>
              <a:gd name="connsiteX4" fmla="*/ 9477 w 3576347"/>
              <a:gd name="connsiteY4" fmla="*/ 1454488 h 2834490"/>
              <a:gd name="connsiteX0" fmla="*/ 11200 w 3578070"/>
              <a:gd name="connsiteY0" fmla="*/ 1454488 h 2834490"/>
              <a:gd name="connsiteX1" fmla="*/ 1346833 w 3578070"/>
              <a:gd name="connsiteY1" fmla="*/ 26030 h 2834490"/>
              <a:gd name="connsiteX2" fmla="*/ 3574766 w 3578070"/>
              <a:gd name="connsiteY2" fmla="*/ 1147731 h 2834490"/>
              <a:gd name="connsiteX3" fmla="*/ 1730308 w 3578070"/>
              <a:gd name="connsiteY3" fmla="*/ 2831813 h 2834490"/>
              <a:gd name="connsiteX4" fmla="*/ 11200 w 3578070"/>
              <a:gd name="connsiteY4" fmla="*/ 1454488 h 2834490"/>
              <a:gd name="connsiteX0" fmla="*/ 5238 w 3394494"/>
              <a:gd name="connsiteY0" fmla="*/ 1561249 h 2815719"/>
              <a:gd name="connsiteX1" fmla="*/ 1164359 w 3394494"/>
              <a:gd name="connsiteY1" fmla="*/ 5027 h 2815719"/>
              <a:gd name="connsiteX2" fmla="*/ 3392292 w 3394494"/>
              <a:gd name="connsiteY2" fmla="*/ 1126728 h 2815719"/>
              <a:gd name="connsiteX3" fmla="*/ 1547834 w 3394494"/>
              <a:gd name="connsiteY3" fmla="*/ 2810810 h 2815719"/>
              <a:gd name="connsiteX4" fmla="*/ 5238 w 3394494"/>
              <a:gd name="connsiteY4" fmla="*/ 1561249 h 2815719"/>
              <a:gd name="connsiteX0" fmla="*/ 1714 w 3390970"/>
              <a:gd name="connsiteY0" fmla="*/ 1561249 h 2816846"/>
              <a:gd name="connsiteX1" fmla="*/ 1160835 w 3390970"/>
              <a:gd name="connsiteY1" fmla="*/ 5027 h 2816846"/>
              <a:gd name="connsiteX2" fmla="*/ 3388768 w 3390970"/>
              <a:gd name="connsiteY2" fmla="*/ 1126728 h 2816846"/>
              <a:gd name="connsiteX3" fmla="*/ 1544310 w 3390970"/>
              <a:gd name="connsiteY3" fmla="*/ 2810810 h 2816846"/>
              <a:gd name="connsiteX4" fmla="*/ 1714 w 3390970"/>
              <a:gd name="connsiteY4" fmla="*/ 1561249 h 2816846"/>
              <a:gd name="connsiteX0" fmla="*/ 1714 w 3392183"/>
              <a:gd name="connsiteY0" fmla="*/ 1561249 h 2822298"/>
              <a:gd name="connsiteX1" fmla="*/ 1160835 w 3392183"/>
              <a:gd name="connsiteY1" fmla="*/ 5027 h 2822298"/>
              <a:gd name="connsiteX2" fmla="*/ 3388768 w 3392183"/>
              <a:gd name="connsiteY2" fmla="*/ 1126728 h 2822298"/>
              <a:gd name="connsiteX3" fmla="*/ 1544310 w 3392183"/>
              <a:gd name="connsiteY3" fmla="*/ 2810810 h 2822298"/>
              <a:gd name="connsiteX4" fmla="*/ 1714 w 3392183"/>
              <a:gd name="connsiteY4" fmla="*/ 1561249 h 28222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92183" h="2822298">
                <a:moveTo>
                  <a:pt x="1714" y="1561249"/>
                </a:moveTo>
                <a:cubicBezTo>
                  <a:pt x="-37269" y="828037"/>
                  <a:pt x="596326" y="77447"/>
                  <a:pt x="1160835" y="5027"/>
                </a:cubicBezTo>
                <a:cubicBezTo>
                  <a:pt x="1725344" y="-67393"/>
                  <a:pt x="3324856" y="659098"/>
                  <a:pt x="3388768" y="1126728"/>
                </a:cubicBezTo>
                <a:cubicBezTo>
                  <a:pt x="3452680" y="1594358"/>
                  <a:pt x="2611566" y="2706535"/>
                  <a:pt x="1544310" y="2810810"/>
                </a:cubicBezTo>
                <a:cubicBezTo>
                  <a:pt x="477054" y="2915085"/>
                  <a:pt x="40697" y="2294461"/>
                  <a:pt x="1714" y="1561249"/>
                </a:cubicBezTo>
                <a:close/>
              </a:path>
            </a:pathLst>
          </a:custGeom>
          <a:solidFill>
            <a:srgbClr val="87112E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Freihandform 7">
            <a:extLst>
              <a:ext uri="{FF2B5EF4-FFF2-40B4-BE49-F238E27FC236}">
                <a16:creationId xmlns:a16="http://schemas.microsoft.com/office/drawing/2014/main" id="{53FEF7C6-490A-61FF-48B8-041F69BF613C}"/>
              </a:ext>
            </a:extLst>
          </p:cNvPr>
          <p:cNvSpPr/>
          <p:nvPr userDrawn="1"/>
        </p:nvSpPr>
        <p:spPr>
          <a:xfrm rot="10129930">
            <a:off x="-2360171" y="-819992"/>
            <a:ext cx="5954496" cy="5169791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2630869"/>
              <a:gd name="connsiteY0" fmla="*/ 1913201 h 4484060"/>
              <a:gd name="connsiteX1" fmla="*/ 2156275 w 2630869"/>
              <a:gd name="connsiteY1" fmla="*/ 89473 h 4484060"/>
              <a:gd name="connsiteX2" fmla="*/ 2574031 w 2630869"/>
              <a:gd name="connsiteY2" fmla="*/ 2543820 h 4484060"/>
              <a:gd name="connsiteX3" fmla="*/ 2321781 w 2630869"/>
              <a:gd name="connsiteY3" fmla="*/ 4351600 h 4484060"/>
              <a:gd name="connsiteX4" fmla="*/ 51546 w 2630869"/>
              <a:gd name="connsiteY4" fmla="*/ 3542304 h 4484060"/>
              <a:gd name="connsiteX5" fmla="*/ 829312 w 2630869"/>
              <a:gd name="connsiteY5" fmla="*/ 1913201 h 4484060"/>
              <a:gd name="connsiteX0" fmla="*/ 829312 w 2634983"/>
              <a:gd name="connsiteY0" fmla="*/ 1913201 h 4484060"/>
              <a:gd name="connsiteX1" fmla="*/ 2156275 w 2634983"/>
              <a:gd name="connsiteY1" fmla="*/ 89473 h 4484060"/>
              <a:gd name="connsiteX2" fmla="*/ 2574031 w 2634983"/>
              <a:gd name="connsiteY2" fmla="*/ 2543820 h 4484060"/>
              <a:gd name="connsiteX3" fmla="*/ 2321781 w 2634983"/>
              <a:gd name="connsiteY3" fmla="*/ 4351600 h 4484060"/>
              <a:gd name="connsiteX4" fmla="*/ 51546 w 2634983"/>
              <a:gd name="connsiteY4" fmla="*/ 3542304 h 4484060"/>
              <a:gd name="connsiteX5" fmla="*/ 829312 w 2634983"/>
              <a:gd name="connsiteY5" fmla="*/ 1913201 h 4484060"/>
              <a:gd name="connsiteX0" fmla="*/ 829312 w 2634983"/>
              <a:gd name="connsiteY0" fmla="*/ 1823911 h 4394770"/>
              <a:gd name="connsiteX1" fmla="*/ 2156275 w 2634983"/>
              <a:gd name="connsiteY1" fmla="*/ 183 h 4394770"/>
              <a:gd name="connsiteX2" fmla="*/ 2574031 w 2634983"/>
              <a:gd name="connsiteY2" fmla="*/ 2454530 h 4394770"/>
              <a:gd name="connsiteX3" fmla="*/ 2321781 w 2634983"/>
              <a:gd name="connsiteY3" fmla="*/ 4262310 h 4394770"/>
              <a:gd name="connsiteX4" fmla="*/ 51546 w 2634983"/>
              <a:gd name="connsiteY4" fmla="*/ 3453014 h 4394770"/>
              <a:gd name="connsiteX5" fmla="*/ 829312 w 2634983"/>
              <a:gd name="connsiteY5" fmla="*/ 1823911 h 4394770"/>
              <a:gd name="connsiteX0" fmla="*/ 550921 w 2356592"/>
              <a:gd name="connsiteY0" fmla="*/ 1823911 h 4375660"/>
              <a:gd name="connsiteX1" fmla="*/ 1877884 w 2356592"/>
              <a:gd name="connsiteY1" fmla="*/ 183 h 4375660"/>
              <a:gd name="connsiteX2" fmla="*/ 2295640 w 2356592"/>
              <a:gd name="connsiteY2" fmla="*/ 2454530 h 4375660"/>
              <a:gd name="connsiteX3" fmla="*/ 2043390 w 2356592"/>
              <a:gd name="connsiteY3" fmla="*/ 4262310 h 4375660"/>
              <a:gd name="connsiteX4" fmla="*/ 97666 w 2356592"/>
              <a:gd name="connsiteY4" fmla="*/ 3284751 h 4375660"/>
              <a:gd name="connsiteX5" fmla="*/ 550921 w 2356592"/>
              <a:gd name="connsiteY5" fmla="*/ 1823911 h 4375660"/>
              <a:gd name="connsiteX0" fmla="*/ 1187626 w 2290887"/>
              <a:gd name="connsiteY0" fmla="*/ 1491571 h 4375718"/>
              <a:gd name="connsiteX1" fmla="*/ 1812179 w 2290887"/>
              <a:gd name="connsiteY1" fmla="*/ 241 h 4375718"/>
              <a:gd name="connsiteX2" fmla="*/ 2229935 w 2290887"/>
              <a:gd name="connsiteY2" fmla="*/ 2454588 h 4375718"/>
              <a:gd name="connsiteX3" fmla="*/ 1977685 w 2290887"/>
              <a:gd name="connsiteY3" fmla="*/ 4262368 h 4375718"/>
              <a:gd name="connsiteX4" fmla="*/ 31961 w 2290887"/>
              <a:gd name="connsiteY4" fmla="*/ 3284809 h 4375718"/>
              <a:gd name="connsiteX5" fmla="*/ 1187626 w 2290887"/>
              <a:gd name="connsiteY5" fmla="*/ 1491571 h 4375718"/>
              <a:gd name="connsiteX0" fmla="*/ 1187626 w 2290887"/>
              <a:gd name="connsiteY0" fmla="*/ 1491690 h 4375837"/>
              <a:gd name="connsiteX1" fmla="*/ 1812179 w 2290887"/>
              <a:gd name="connsiteY1" fmla="*/ 360 h 4375837"/>
              <a:gd name="connsiteX2" fmla="*/ 2229935 w 2290887"/>
              <a:gd name="connsiteY2" fmla="*/ 2454707 h 4375837"/>
              <a:gd name="connsiteX3" fmla="*/ 1977685 w 2290887"/>
              <a:gd name="connsiteY3" fmla="*/ 4262487 h 4375837"/>
              <a:gd name="connsiteX4" fmla="*/ 31961 w 2290887"/>
              <a:gd name="connsiteY4" fmla="*/ 3284928 h 4375837"/>
              <a:gd name="connsiteX5" fmla="*/ 1187626 w 2290887"/>
              <a:gd name="connsiteY5" fmla="*/ 1491690 h 4375837"/>
              <a:gd name="connsiteX0" fmla="*/ 1177700 w 2280961"/>
              <a:gd name="connsiteY0" fmla="*/ 1491690 h 4375837"/>
              <a:gd name="connsiteX1" fmla="*/ 1802253 w 2280961"/>
              <a:gd name="connsiteY1" fmla="*/ 360 h 4375837"/>
              <a:gd name="connsiteX2" fmla="*/ 2220009 w 2280961"/>
              <a:gd name="connsiteY2" fmla="*/ 2454707 h 4375837"/>
              <a:gd name="connsiteX3" fmla="*/ 1967759 w 2280961"/>
              <a:gd name="connsiteY3" fmla="*/ 4262487 h 4375837"/>
              <a:gd name="connsiteX4" fmla="*/ 22035 w 2280961"/>
              <a:gd name="connsiteY4" fmla="*/ 3284928 h 4375837"/>
              <a:gd name="connsiteX5" fmla="*/ 1177700 w 2280961"/>
              <a:gd name="connsiteY5" fmla="*/ 1491690 h 4375837"/>
              <a:gd name="connsiteX0" fmla="*/ 1177700 w 2132201"/>
              <a:gd name="connsiteY0" fmla="*/ 1491690 h 4375837"/>
              <a:gd name="connsiteX1" fmla="*/ 1802253 w 2132201"/>
              <a:gd name="connsiteY1" fmla="*/ 360 h 4375837"/>
              <a:gd name="connsiteX2" fmla="*/ 1570986 w 2132201"/>
              <a:gd name="connsiteY2" fmla="*/ 2791232 h 4375837"/>
              <a:gd name="connsiteX3" fmla="*/ 1967759 w 2132201"/>
              <a:gd name="connsiteY3" fmla="*/ 4262487 h 4375837"/>
              <a:gd name="connsiteX4" fmla="*/ 22035 w 2132201"/>
              <a:gd name="connsiteY4" fmla="*/ 3284928 h 4375837"/>
              <a:gd name="connsiteX5" fmla="*/ 1177700 w 2132201"/>
              <a:gd name="connsiteY5" fmla="*/ 1491690 h 4375837"/>
              <a:gd name="connsiteX0" fmla="*/ 1177700 w 2303877"/>
              <a:gd name="connsiteY0" fmla="*/ 654980 h 3539127"/>
              <a:gd name="connsiteX1" fmla="*/ 2105842 w 2303877"/>
              <a:gd name="connsiteY1" fmla="*/ 30327 h 3539127"/>
              <a:gd name="connsiteX2" fmla="*/ 1570986 w 2303877"/>
              <a:gd name="connsiteY2" fmla="*/ 1954522 h 3539127"/>
              <a:gd name="connsiteX3" fmla="*/ 1967759 w 2303877"/>
              <a:gd name="connsiteY3" fmla="*/ 3425777 h 3539127"/>
              <a:gd name="connsiteX4" fmla="*/ 22035 w 2303877"/>
              <a:gd name="connsiteY4" fmla="*/ 2448218 h 3539127"/>
              <a:gd name="connsiteX5" fmla="*/ 1177700 w 2303877"/>
              <a:gd name="connsiteY5" fmla="*/ 654980 h 3539127"/>
              <a:gd name="connsiteX0" fmla="*/ 1177700 w 2303877"/>
              <a:gd name="connsiteY0" fmla="*/ 811890 h 3696037"/>
              <a:gd name="connsiteX1" fmla="*/ 2105842 w 2303877"/>
              <a:gd name="connsiteY1" fmla="*/ 187237 h 3696037"/>
              <a:gd name="connsiteX2" fmla="*/ 1570986 w 2303877"/>
              <a:gd name="connsiteY2" fmla="*/ 2111432 h 3696037"/>
              <a:gd name="connsiteX3" fmla="*/ 1967759 w 2303877"/>
              <a:gd name="connsiteY3" fmla="*/ 3582687 h 3696037"/>
              <a:gd name="connsiteX4" fmla="*/ 22035 w 2303877"/>
              <a:gd name="connsiteY4" fmla="*/ 2605128 h 3696037"/>
              <a:gd name="connsiteX5" fmla="*/ 1177700 w 2303877"/>
              <a:gd name="connsiteY5" fmla="*/ 811890 h 3696037"/>
              <a:gd name="connsiteX0" fmla="*/ 1177700 w 2189200"/>
              <a:gd name="connsiteY0" fmla="*/ 811890 h 3696037"/>
              <a:gd name="connsiteX1" fmla="*/ 2105842 w 2189200"/>
              <a:gd name="connsiteY1" fmla="*/ 187237 h 3696037"/>
              <a:gd name="connsiteX2" fmla="*/ 1570986 w 2189200"/>
              <a:gd name="connsiteY2" fmla="*/ 2111432 h 3696037"/>
              <a:gd name="connsiteX3" fmla="*/ 1967759 w 2189200"/>
              <a:gd name="connsiteY3" fmla="*/ 3582687 h 3696037"/>
              <a:gd name="connsiteX4" fmla="*/ 22035 w 2189200"/>
              <a:gd name="connsiteY4" fmla="*/ 2605128 h 3696037"/>
              <a:gd name="connsiteX5" fmla="*/ 1177700 w 2189200"/>
              <a:gd name="connsiteY5" fmla="*/ 811890 h 3696037"/>
              <a:gd name="connsiteX0" fmla="*/ 1177700 w 2189200"/>
              <a:gd name="connsiteY0" fmla="*/ 743015 h 3627162"/>
              <a:gd name="connsiteX1" fmla="*/ 2105842 w 2189200"/>
              <a:gd name="connsiteY1" fmla="*/ 118362 h 3627162"/>
              <a:gd name="connsiteX2" fmla="*/ 1570986 w 2189200"/>
              <a:gd name="connsiteY2" fmla="*/ 2042557 h 3627162"/>
              <a:gd name="connsiteX3" fmla="*/ 1967759 w 2189200"/>
              <a:gd name="connsiteY3" fmla="*/ 3513812 h 3627162"/>
              <a:gd name="connsiteX4" fmla="*/ 22035 w 2189200"/>
              <a:gd name="connsiteY4" fmla="*/ 2536253 h 3627162"/>
              <a:gd name="connsiteX5" fmla="*/ 1177700 w 2189200"/>
              <a:gd name="connsiteY5" fmla="*/ 743015 h 3627162"/>
              <a:gd name="connsiteX0" fmla="*/ 1177700 w 2189200"/>
              <a:gd name="connsiteY0" fmla="*/ 695554 h 3579701"/>
              <a:gd name="connsiteX1" fmla="*/ 2105842 w 2189200"/>
              <a:gd name="connsiteY1" fmla="*/ 70901 h 3579701"/>
              <a:gd name="connsiteX2" fmla="*/ 1570986 w 2189200"/>
              <a:gd name="connsiteY2" fmla="*/ 1995096 h 3579701"/>
              <a:gd name="connsiteX3" fmla="*/ 1967759 w 2189200"/>
              <a:gd name="connsiteY3" fmla="*/ 3466351 h 3579701"/>
              <a:gd name="connsiteX4" fmla="*/ 22035 w 2189200"/>
              <a:gd name="connsiteY4" fmla="*/ 2488792 h 3579701"/>
              <a:gd name="connsiteX5" fmla="*/ 1177700 w 2189200"/>
              <a:gd name="connsiteY5" fmla="*/ 695554 h 3579701"/>
              <a:gd name="connsiteX0" fmla="*/ 1180449 w 2191949"/>
              <a:gd name="connsiteY0" fmla="*/ 695554 h 3579701"/>
              <a:gd name="connsiteX1" fmla="*/ 2108591 w 2191949"/>
              <a:gd name="connsiteY1" fmla="*/ 70901 h 3579701"/>
              <a:gd name="connsiteX2" fmla="*/ 1573735 w 2191949"/>
              <a:gd name="connsiteY2" fmla="*/ 1995096 h 3579701"/>
              <a:gd name="connsiteX3" fmla="*/ 1970508 w 2191949"/>
              <a:gd name="connsiteY3" fmla="*/ 3466351 h 3579701"/>
              <a:gd name="connsiteX4" fmla="*/ 24784 w 2191949"/>
              <a:gd name="connsiteY4" fmla="*/ 2488792 h 3579701"/>
              <a:gd name="connsiteX5" fmla="*/ 1180449 w 2191949"/>
              <a:gd name="connsiteY5" fmla="*/ 695554 h 3579701"/>
              <a:gd name="connsiteX0" fmla="*/ 1180449 w 2191949"/>
              <a:gd name="connsiteY0" fmla="*/ 688306 h 3572453"/>
              <a:gd name="connsiteX1" fmla="*/ 2108591 w 2191949"/>
              <a:gd name="connsiteY1" fmla="*/ 63653 h 3572453"/>
              <a:gd name="connsiteX2" fmla="*/ 1573735 w 2191949"/>
              <a:gd name="connsiteY2" fmla="*/ 1987848 h 3572453"/>
              <a:gd name="connsiteX3" fmla="*/ 1970508 w 2191949"/>
              <a:gd name="connsiteY3" fmla="*/ 3459103 h 3572453"/>
              <a:gd name="connsiteX4" fmla="*/ 24784 w 2191949"/>
              <a:gd name="connsiteY4" fmla="*/ 2481544 h 3572453"/>
              <a:gd name="connsiteX5" fmla="*/ 1180449 w 2191949"/>
              <a:gd name="connsiteY5" fmla="*/ 688306 h 3572453"/>
              <a:gd name="connsiteX0" fmla="*/ 1180449 w 2191949"/>
              <a:gd name="connsiteY0" fmla="*/ 683650 h 3567797"/>
              <a:gd name="connsiteX1" fmla="*/ 2108591 w 2191949"/>
              <a:gd name="connsiteY1" fmla="*/ 58997 h 3567797"/>
              <a:gd name="connsiteX2" fmla="*/ 1573735 w 2191949"/>
              <a:gd name="connsiteY2" fmla="*/ 1983192 h 3567797"/>
              <a:gd name="connsiteX3" fmla="*/ 1970508 w 2191949"/>
              <a:gd name="connsiteY3" fmla="*/ 3454447 h 3567797"/>
              <a:gd name="connsiteX4" fmla="*/ 24784 w 2191949"/>
              <a:gd name="connsiteY4" fmla="*/ 2476888 h 3567797"/>
              <a:gd name="connsiteX5" fmla="*/ 1180449 w 2191949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3164"/>
              <a:gd name="connsiteY0" fmla="*/ 683650 h 3567797"/>
              <a:gd name="connsiteX1" fmla="*/ 2108591 w 2193164"/>
              <a:gd name="connsiteY1" fmla="*/ 58997 h 3567797"/>
              <a:gd name="connsiteX2" fmla="*/ 1573735 w 2193164"/>
              <a:gd name="connsiteY2" fmla="*/ 1983192 h 3567797"/>
              <a:gd name="connsiteX3" fmla="*/ 1970508 w 2193164"/>
              <a:gd name="connsiteY3" fmla="*/ 3454447 h 3567797"/>
              <a:gd name="connsiteX4" fmla="*/ 24784 w 2193164"/>
              <a:gd name="connsiteY4" fmla="*/ 2476888 h 3567797"/>
              <a:gd name="connsiteX5" fmla="*/ 1180449 w 2193164"/>
              <a:gd name="connsiteY5" fmla="*/ 683650 h 3567797"/>
              <a:gd name="connsiteX0" fmla="*/ 1180310 w 2193025"/>
              <a:gd name="connsiteY0" fmla="*/ 683650 h 3567797"/>
              <a:gd name="connsiteX1" fmla="*/ 2108452 w 2193025"/>
              <a:gd name="connsiteY1" fmla="*/ 58997 h 3567797"/>
              <a:gd name="connsiteX2" fmla="*/ 1573596 w 2193025"/>
              <a:gd name="connsiteY2" fmla="*/ 1983192 h 3567797"/>
              <a:gd name="connsiteX3" fmla="*/ 1970369 w 2193025"/>
              <a:gd name="connsiteY3" fmla="*/ 3454447 h 3567797"/>
              <a:gd name="connsiteX4" fmla="*/ 24645 w 2193025"/>
              <a:gd name="connsiteY4" fmla="*/ 2476888 h 3567797"/>
              <a:gd name="connsiteX5" fmla="*/ 1180310 w 2193025"/>
              <a:gd name="connsiteY5" fmla="*/ 683650 h 3567797"/>
              <a:gd name="connsiteX0" fmla="*/ 1180310 w 2193025"/>
              <a:gd name="connsiteY0" fmla="*/ 693860 h 3578007"/>
              <a:gd name="connsiteX1" fmla="*/ 2108452 w 2193025"/>
              <a:gd name="connsiteY1" fmla="*/ 69207 h 3578007"/>
              <a:gd name="connsiteX2" fmla="*/ 1573596 w 2193025"/>
              <a:gd name="connsiteY2" fmla="*/ 1993402 h 3578007"/>
              <a:gd name="connsiteX3" fmla="*/ 1970369 w 2193025"/>
              <a:gd name="connsiteY3" fmla="*/ 3464657 h 3578007"/>
              <a:gd name="connsiteX4" fmla="*/ 24645 w 2193025"/>
              <a:gd name="connsiteY4" fmla="*/ 2487098 h 3578007"/>
              <a:gd name="connsiteX5" fmla="*/ 1180310 w 2193025"/>
              <a:gd name="connsiteY5" fmla="*/ 693860 h 3578007"/>
              <a:gd name="connsiteX0" fmla="*/ 1180310 w 2193025"/>
              <a:gd name="connsiteY0" fmla="*/ 693860 h 3581308"/>
              <a:gd name="connsiteX1" fmla="*/ 2108452 w 2193025"/>
              <a:gd name="connsiteY1" fmla="*/ 69207 h 3581308"/>
              <a:gd name="connsiteX2" fmla="*/ 1573596 w 2193025"/>
              <a:gd name="connsiteY2" fmla="*/ 1993402 h 3581308"/>
              <a:gd name="connsiteX3" fmla="*/ 1970369 w 2193025"/>
              <a:gd name="connsiteY3" fmla="*/ 3464657 h 3581308"/>
              <a:gd name="connsiteX4" fmla="*/ 24645 w 2193025"/>
              <a:gd name="connsiteY4" fmla="*/ 2487098 h 3581308"/>
              <a:gd name="connsiteX5" fmla="*/ 1180310 w 2193025"/>
              <a:gd name="connsiteY5" fmla="*/ 693860 h 3581308"/>
              <a:gd name="connsiteX0" fmla="*/ 1180701 w 2193416"/>
              <a:gd name="connsiteY0" fmla="*/ 693860 h 3581308"/>
              <a:gd name="connsiteX1" fmla="*/ 2108843 w 2193416"/>
              <a:gd name="connsiteY1" fmla="*/ 69207 h 3581308"/>
              <a:gd name="connsiteX2" fmla="*/ 1573987 w 2193416"/>
              <a:gd name="connsiteY2" fmla="*/ 1993402 h 3581308"/>
              <a:gd name="connsiteX3" fmla="*/ 1970760 w 2193416"/>
              <a:gd name="connsiteY3" fmla="*/ 3464657 h 3581308"/>
              <a:gd name="connsiteX4" fmla="*/ 25036 w 2193416"/>
              <a:gd name="connsiteY4" fmla="*/ 2487098 h 3581308"/>
              <a:gd name="connsiteX5" fmla="*/ 1180701 w 2193416"/>
              <a:gd name="connsiteY5" fmla="*/ 693860 h 3581308"/>
              <a:gd name="connsiteX0" fmla="*/ 928190 w 2150347"/>
              <a:gd name="connsiteY0" fmla="*/ 1084474 h 3508207"/>
              <a:gd name="connsiteX1" fmla="*/ 2108497 w 2150347"/>
              <a:gd name="connsiteY1" fmla="*/ 17094 h 3508207"/>
              <a:gd name="connsiteX2" fmla="*/ 1573641 w 2150347"/>
              <a:gd name="connsiteY2" fmla="*/ 1941289 h 3508207"/>
              <a:gd name="connsiteX3" fmla="*/ 1970414 w 2150347"/>
              <a:gd name="connsiteY3" fmla="*/ 3412544 h 3508207"/>
              <a:gd name="connsiteX4" fmla="*/ 24690 w 2150347"/>
              <a:gd name="connsiteY4" fmla="*/ 2434985 h 3508207"/>
              <a:gd name="connsiteX5" fmla="*/ 928190 w 2150347"/>
              <a:gd name="connsiteY5" fmla="*/ 1084474 h 3508207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4105 w 2214185"/>
              <a:gd name="connsiteY0" fmla="*/ 720680 h 3624865"/>
              <a:gd name="connsiteX1" fmla="*/ 1990259 w 2214185"/>
              <a:gd name="connsiteY1" fmla="*/ 56886 h 3624865"/>
              <a:gd name="connsiteX2" fmla="*/ 1628516 w 2214185"/>
              <a:gd name="connsiteY2" fmla="*/ 2052315 h 3624865"/>
              <a:gd name="connsiteX3" fmla="*/ 2025289 w 2214185"/>
              <a:gd name="connsiteY3" fmla="*/ 3523570 h 3624865"/>
              <a:gd name="connsiteX4" fmla="*/ 79565 w 2214185"/>
              <a:gd name="connsiteY4" fmla="*/ 2546011 h 3624865"/>
              <a:gd name="connsiteX5" fmla="*/ 534105 w 2214185"/>
              <a:gd name="connsiteY5" fmla="*/ 720680 h 3624865"/>
              <a:gd name="connsiteX0" fmla="*/ 534105 w 2214185"/>
              <a:gd name="connsiteY0" fmla="*/ 702134 h 3606319"/>
              <a:gd name="connsiteX1" fmla="*/ 1990259 w 2214185"/>
              <a:gd name="connsiteY1" fmla="*/ 38340 h 3606319"/>
              <a:gd name="connsiteX2" fmla="*/ 1628516 w 2214185"/>
              <a:gd name="connsiteY2" fmla="*/ 2033769 h 3606319"/>
              <a:gd name="connsiteX3" fmla="*/ 2025289 w 2214185"/>
              <a:gd name="connsiteY3" fmla="*/ 3505024 h 3606319"/>
              <a:gd name="connsiteX4" fmla="*/ 79565 w 2214185"/>
              <a:gd name="connsiteY4" fmla="*/ 2527465 h 3606319"/>
              <a:gd name="connsiteX5" fmla="*/ 534105 w 2214185"/>
              <a:gd name="connsiteY5" fmla="*/ 702134 h 3606319"/>
              <a:gd name="connsiteX0" fmla="*/ 591383 w 2201636"/>
              <a:gd name="connsiteY0" fmla="*/ 804752 h 3611345"/>
              <a:gd name="connsiteX1" fmla="*/ 1977710 w 2201636"/>
              <a:gd name="connsiteY1" fmla="*/ 44556 h 3611345"/>
              <a:gd name="connsiteX2" fmla="*/ 1615967 w 2201636"/>
              <a:gd name="connsiteY2" fmla="*/ 2039985 h 3611345"/>
              <a:gd name="connsiteX3" fmla="*/ 2012740 w 2201636"/>
              <a:gd name="connsiteY3" fmla="*/ 3511240 h 3611345"/>
              <a:gd name="connsiteX4" fmla="*/ 67016 w 2201636"/>
              <a:gd name="connsiteY4" fmla="*/ 2533681 h 3611345"/>
              <a:gd name="connsiteX5" fmla="*/ 591383 w 2201636"/>
              <a:gd name="connsiteY5" fmla="*/ 804752 h 3611345"/>
              <a:gd name="connsiteX0" fmla="*/ 621567 w 2231820"/>
              <a:gd name="connsiteY0" fmla="*/ 847596 h 3654189"/>
              <a:gd name="connsiteX1" fmla="*/ 2007894 w 2231820"/>
              <a:gd name="connsiteY1" fmla="*/ 87400 h 3654189"/>
              <a:gd name="connsiteX2" fmla="*/ 1646151 w 2231820"/>
              <a:gd name="connsiteY2" fmla="*/ 2082829 h 3654189"/>
              <a:gd name="connsiteX3" fmla="*/ 2042924 w 2231820"/>
              <a:gd name="connsiteY3" fmla="*/ 3554084 h 3654189"/>
              <a:gd name="connsiteX4" fmla="*/ 97200 w 2231820"/>
              <a:gd name="connsiteY4" fmla="*/ 2576525 h 3654189"/>
              <a:gd name="connsiteX5" fmla="*/ 621567 w 2231820"/>
              <a:gd name="connsiteY5" fmla="*/ 847596 h 36541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31820" h="3654189">
                <a:moveTo>
                  <a:pt x="621567" y="847596"/>
                </a:moveTo>
                <a:cubicBezTo>
                  <a:pt x="1178629" y="2845"/>
                  <a:pt x="1837130" y="-118472"/>
                  <a:pt x="2007894" y="87400"/>
                </a:cubicBezTo>
                <a:cubicBezTo>
                  <a:pt x="2178658" y="293272"/>
                  <a:pt x="1640313" y="1505048"/>
                  <a:pt x="1646151" y="2082829"/>
                </a:cubicBezTo>
                <a:cubicBezTo>
                  <a:pt x="1651989" y="2660610"/>
                  <a:pt x="2633224" y="3039235"/>
                  <a:pt x="2042924" y="3554084"/>
                </a:cubicBezTo>
                <a:cubicBezTo>
                  <a:pt x="1576966" y="3960484"/>
                  <a:pt x="334093" y="3027606"/>
                  <a:pt x="97200" y="2576525"/>
                </a:cubicBezTo>
                <a:cubicBezTo>
                  <a:pt x="-139693" y="2125444"/>
                  <a:pt x="64505" y="1692347"/>
                  <a:pt x="621567" y="847596"/>
                </a:cubicBezTo>
                <a:close/>
              </a:path>
            </a:pathLst>
          </a:custGeom>
          <a:solidFill>
            <a:srgbClr val="E7E7E7">
              <a:alpha val="52941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7F148FD-7C9D-0747-859F-DDCBE8F995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 cap="all" spc="600" baseline="0">
                <a:latin typeface="TheSans Plain" pitchFamily="2" charset="0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922E125-465D-814E-8AE3-3334AE7168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latin typeface="TheSans Plain" pitchFamily="2" charset="0"/>
              </a:defRPr>
            </a:lvl1pPr>
            <a:lvl2pPr>
              <a:defRPr>
                <a:latin typeface="TheSans Plain" pitchFamily="2" charset="0"/>
              </a:defRPr>
            </a:lvl2pPr>
            <a:lvl3pPr>
              <a:defRPr>
                <a:latin typeface="TheSans Plain" pitchFamily="2" charset="0"/>
              </a:defRPr>
            </a:lvl3pPr>
            <a:lvl4pPr>
              <a:defRPr>
                <a:latin typeface="TheSans Plain" pitchFamily="2" charset="0"/>
              </a:defRPr>
            </a:lvl4pPr>
            <a:lvl5pPr>
              <a:defRPr>
                <a:latin typeface="TheSans Plain" pitchFamily="2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6517CC0-3827-824C-BD82-5D524FC77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137DF-46F0-194D-B8E6-89251B633EEA}" type="slidenum">
              <a:rPr lang="de-DE" smtClean="0"/>
              <a:t>‹Nr.›</a:t>
            </a:fld>
            <a:endParaRPr lang="de-DE"/>
          </a:p>
        </p:txBody>
      </p:sp>
      <p:sp>
        <p:nvSpPr>
          <p:cNvPr id="10" name="Freihandform 9">
            <a:extLst>
              <a:ext uri="{FF2B5EF4-FFF2-40B4-BE49-F238E27FC236}">
                <a16:creationId xmlns:a16="http://schemas.microsoft.com/office/drawing/2014/main" id="{329A880C-CDB3-777E-2AB8-1F48254E31AE}"/>
              </a:ext>
            </a:extLst>
          </p:cNvPr>
          <p:cNvSpPr/>
          <p:nvPr userDrawn="1"/>
        </p:nvSpPr>
        <p:spPr>
          <a:xfrm rot="14422122">
            <a:off x="6006382" y="912844"/>
            <a:ext cx="5977263" cy="6665369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3177410"/>
              <a:gd name="connsiteY0" fmla="*/ 1035451 h 3606310"/>
              <a:gd name="connsiteX1" fmla="*/ 3141588 w 3177410"/>
              <a:gd name="connsiteY1" fmla="*/ 152581 h 3606310"/>
              <a:gd name="connsiteX2" fmla="*/ 2574031 w 3177410"/>
              <a:gd name="connsiteY2" fmla="*/ 1666070 h 3606310"/>
              <a:gd name="connsiteX3" fmla="*/ 2321781 w 3177410"/>
              <a:gd name="connsiteY3" fmla="*/ 3473850 h 3606310"/>
              <a:gd name="connsiteX4" fmla="*/ 51546 w 3177410"/>
              <a:gd name="connsiteY4" fmla="*/ 2664554 h 3606310"/>
              <a:gd name="connsiteX5" fmla="*/ 829312 w 3177410"/>
              <a:gd name="connsiteY5" fmla="*/ 1035451 h 3606310"/>
              <a:gd name="connsiteX0" fmla="*/ 829312 w 3177410"/>
              <a:gd name="connsiteY0" fmla="*/ 1013703 h 3584562"/>
              <a:gd name="connsiteX1" fmla="*/ 3141588 w 3177410"/>
              <a:gd name="connsiteY1" fmla="*/ 130833 h 3584562"/>
              <a:gd name="connsiteX2" fmla="*/ 2574031 w 3177410"/>
              <a:gd name="connsiteY2" fmla="*/ 1644322 h 3584562"/>
              <a:gd name="connsiteX3" fmla="*/ 2321781 w 3177410"/>
              <a:gd name="connsiteY3" fmla="*/ 3452102 h 3584562"/>
              <a:gd name="connsiteX4" fmla="*/ 51546 w 3177410"/>
              <a:gd name="connsiteY4" fmla="*/ 2642806 h 3584562"/>
              <a:gd name="connsiteX5" fmla="*/ 829312 w 3177410"/>
              <a:gd name="connsiteY5" fmla="*/ 1013703 h 3584562"/>
              <a:gd name="connsiteX0" fmla="*/ 829578 w 3177676"/>
              <a:gd name="connsiteY0" fmla="*/ 1013703 h 3584562"/>
              <a:gd name="connsiteX1" fmla="*/ 3141854 w 3177676"/>
              <a:gd name="connsiteY1" fmla="*/ 130833 h 3584562"/>
              <a:gd name="connsiteX2" fmla="*/ 2574297 w 3177676"/>
              <a:gd name="connsiteY2" fmla="*/ 1644322 h 3584562"/>
              <a:gd name="connsiteX3" fmla="*/ 2322047 w 3177676"/>
              <a:gd name="connsiteY3" fmla="*/ 3452102 h 3584562"/>
              <a:gd name="connsiteX4" fmla="*/ 51812 w 3177676"/>
              <a:gd name="connsiteY4" fmla="*/ 2642806 h 3584562"/>
              <a:gd name="connsiteX5" fmla="*/ 829578 w 3177676"/>
              <a:gd name="connsiteY5" fmla="*/ 1013703 h 3584562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11178 w 2672400"/>
              <a:gd name="connsiteY0" fmla="*/ 7864 h 2583061"/>
              <a:gd name="connsiteX1" fmla="*/ 1318755 w 2672400"/>
              <a:gd name="connsiteY1" fmla="*/ 1092175 h 2583061"/>
              <a:gd name="connsiteX2" fmla="*/ 2555897 w 2672400"/>
              <a:gd name="connsiteY2" fmla="*/ 638483 h 2583061"/>
              <a:gd name="connsiteX3" fmla="*/ 2303647 w 2672400"/>
              <a:gd name="connsiteY3" fmla="*/ 2446263 h 2583061"/>
              <a:gd name="connsiteX4" fmla="*/ 33412 w 2672400"/>
              <a:gd name="connsiteY4" fmla="*/ 1636967 h 2583061"/>
              <a:gd name="connsiteX5" fmla="*/ 811178 w 2672400"/>
              <a:gd name="connsiteY5" fmla="*/ 7864 h 2583061"/>
              <a:gd name="connsiteX0" fmla="*/ 811178 w 3223026"/>
              <a:gd name="connsiteY0" fmla="*/ 5596 h 2477281"/>
              <a:gd name="connsiteX1" fmla="*/ 1318755 w 3223026"/>
              <a:gd name="connsiteY1" fmla="*/ 1089907 h 2477281"/>
              <a:gd name="connsiteX2" fmla="*/ 3192488 w 3223026"/>
              <a:gd name="connsiteY2" fmla="*/ 802600 h 2477281"/>
              <a:gd name="connsiteX3" fmla="*/ 2303647 w 3223026"/>
              <a:gd name="connsiteY3" fmla="*/ 2443995 h 2477281"/>
              <a:gd name="connsiteX4" fmla="*/ 33412 w 3223026"/>
              <a:gd name="connsiteY4" fmla="*/ 1634699 h 2477281"/>
              <a:gd name="connsiteX5" fmla="*/ 811178 w 3223026"/>
              <a:gd name="connsiteY5" fmla="*/ 5596 h 2477281"/>
              <a:gd name="connsiteX0" fmla="*/ 846588 w 3330250"/>
              <a:gd name="connsiteY0" fmla="*/ 5596 h 2432711"/>
              <a:gd name="connsiteX1" fmla="*/ 1354165 w 3330250"/>
              <a:gd name="connsiteY1" fmla="*/ 1089907 h 2432711"/>
              <a:gd name="connsiteX2" fmla="*/ 3227898 w 3330250"/>
              <a:gd name="connsiteY2" fmla="*/ 802600 h 2432711"/>
              <a:gd name="connsiteX3" fmla="*/ 2761796 w 3330250"/>
              <a:gd name="connsiteY3" fmla="*/ 2409553 h 2432711"/>
              <a:gd name="connsiteX4" fmla="*/ 68822 w 3330250"/>
              <a:gd name="connsiteY4" fmla="*/ 1634699 h 2432711"/>
              <a:gd name="connsiteX5" fmla="*/ 846588 w 3330250"/>
              <a:gd name="connsiteY5" fmla="*/ 5596 h 2432711"/>
              <a:gd name="connsiteX0" fmla="*/ 846588 w 3514825"/>
              <a:gd name="connsiteY0" fmla="*/ 5596 h 2432711"/>
              <a:gd name="connsiteX1" fmla="*/ 1354165 w 3514825"/>
              <a:gd name="connsiteY1" fmla="*/ 1089907 h 2432711"/>
              <a:gd name="connsiteX2" fmla="*/ 3227898 w 3514825"/>
              <a:gd name="connsiteY2" fmla="*/ 802600 h 2432711"/>
              <a:gd name="connsiteX3" fmla="*/ 2761796 w 3514825"/>
              <a:gd name="connsiteY3" fmla="*/ 2409553 h 2432711"/>
              <a:gd name="connsiteX4" fmla="*/ 68822 w 3514825"/>
              <a:gd name="connsiteY4" fmla="*/ 1634699 h 2432711"/>
              <a:gd name="connsiteX5" fmla="*/ 846588 w 3514825"/>
              <a:gd name="connsiteY5" fmla="*/ 5596 h 2432711"/>
              <a:gd name="connsiteX0" fmla="*/ 875402 w 3543639"/>
              <a:gd name="connsiteY0" fmla="*/ 2708 h 2429823"/>
              <a:gd name="connsiteX1" fmla="*/ 1382979 w 3543639"/>
              <a:gd name="connsiteY1" fmla="*/ 1087019 h 2429823"/>
              <a:gd name="connsiteX2" fmla="*/ 3256712 w 3543639"/>
              <a:gd name="connsiteY2" fmla="*/ 799712 h 2429823"/>
              <a:gd name="connsiteX3" fmla="*/ 2790610 w 3543639"/>
              <a:gd name="connsiteY3" fmla="*/ 2406665 h 2429823"/>
              <a:gd name="connsiteX4" fmla="*/ 97636 w 3543639"/>
              <a:gd name="connsiteY4" fmla="*/ 1631811 h 2429823"/>
              <a:gd name="connsiteX5" fmla="*/ 875402 w 3543639"/>
              <a:gd name="connsiteY5" fmla="*/ 2708 h 2429823"/>
              <a:gd name="connsiteX0" fmla="*/ 1035116 w 3703353"/>
              <a:gd name="connsiteY0" fmla="*/ 3586 h 2450893"/>
              <a:gd name="connsiteX1" fmla="*/ 1542693 w 3703353"/>
              <a:gd name="connsiteY1" fmla="*/ 1087897 h 2450893"/>
              <a:gd name="connsiteX2" fmla="*/ 3416426 w 3703353"/>
              <a:gd name="connsiteY2" fmla="*/ 800590 h 2450893"/>
              <a:gd name="connsiteX3" fmla="*/ 2950324 w 3703353"/>
              <a:gd name="connsiteY3" fmla="*/ 2407543 h 2450893"/>
              <a:gd name="connsiteX4" fmla="*/ 257350 w 3703353"/>
              <a:gd name="connsiteY4" fmla="*/ 1632689 h 2450893"/>
              <a:gd name="connsiteX5" fmla="*/ 1035116 w 3703353"/>
              <a:gd name="connsiteY5" fmla="*/ 3586 h 2450893"/>
              <a:gd name="connsiteX0" fmla="*/ 991689 w 3462563"/>
              <a:gd name="connsiteY0" fmla="*/ 10605 h 2457912"/>
              <a:gd name="connsiteX1" fmla="*/ 1674106 w 3462563"/>
              <a:gd name="connsiteY1" fmla="*/ 930710 h 2457912"/>
              <a:gd name="connsiteX2" fmla="*/ 3372999 w 3462563"/>
              <a:gd name="connsiteY2" fmla="*/ 807609 h 2457912"/>
              <a:gd name="connsiteX3" fmla="*/ 2906897 w 3462563"/>
              <a:gd name="connsiteY3" fmla="*/ 2414562 h 2457912"/>
              <a:gd name="connsiteX4" fmla="*/ 213923 w 3462563"/>
              <a:gd name="connsiteY4" fmla="*/ 1639708 h 2457912"/>
              <a:gd name="connsiteX5" fmla="*/ 991689 w 3462563"/>
              <a:gd name="connsiteY5" fmla="*/ 10605 h 2457912"/>
              <a:gd name="connsiteX0" fmla="*/ 991689 w 3644113"/>
              <a:gd name="connsiteY0" fmla="*/ 10605 h 2457912"/>
              <a:gd name="connsiteX1" fmla="*/ 1674106 w 3644113"/>
              <a:gd name="connsiteY1" fmla="*/ 930710 h 2457912"/>
              <a:gd name="connsiteX2" fmla="*/ 3372999 w 3644113"/>
              <a:gd name="connsiteY2" fmla="*/ 807609 h 2457912"/>
              <a:gd name="connsiteX3" fmla="*/ 2906897 w 3644113"/>
              <a:gd name="connsiteY3" fmla="*/ 2414562 h 2457912"/>
              <a:gd name="connsiteX4" fmla="*/ 213923 w 3644113"/>
              <a:gd name="connsiteY4" fmla="*/ 1639708 h 2457912"/>
              <a:gd name="connsiteX5" fmla="*/ 991689 w 3644113"/>
              <a:gd name="connsiteY5" fmla="*/ 10605 h 2457912"/>
              <a:gd name="connsiteX0" fmla="*/ 1054352 w 3706777"/>
              <a:gd name="connsiteY0" fmla="*/ 1046 h 2448353"/>
              <a:gd name="connsiteX1" fmla="*/ 1736769 w 3706777"/>
              <a:gd name="connsiteY1" fmla="*/ 921151 h 2448353"/>
              <a:gd name="connsiteX2" fmla="*/ 3435662 w 3706777"/>
              <a:gd name="connsiteY2" fmla="*/ 798050 h 2448353"/>
              <a:gd name="connsiteX3" fmla="*/ 2969560 w 3706777"/>
              <a:gd name="connsiteY3" fmla="*/ 2405003 h 2448353"/>
              <a:gd name="connsiteX4" fmla="*/ 276586 w 3706777"/>
              <a:gd name="connsiteY4" fmla="*/ 1630149 h 2448353"/>
              <a:gd name="connsiteX5" fmla="*/ 1054352 w 3706777"/>
              <a:gd name="connsiteY5" fmla="*/ 1046 h 2448353"/>
              <a:gd name="connsiteX0" fmla="*/ 590056 w 3683836"/>
              <a:gd name="connsiteY0" fmla="*/ 1109 h 1961431"/>
              <a:gd name="connsiteX1" fmla="*/ 1713828 w 3683836"/>
              <a:gd name="connsiteY1" fmla="*/ 456838 h 1961431"/>
              <a:gd name="connsiteX2" fmla="*/ 3412721 w 3683836"/>
              <a:gd name="connsiteY2" fmla="*/ 333737 h 1961431"/>
              <a:gd name="connsiteX3" fmla="*/ 2946619 w 3683836"/>
              <a:gd name="connsiteY3" fmla="*/ 1940690 h 1961431"/>
              <a:gd name="connsiteX4" fmla="*/ 253645 w 3683836"/>
              <a:gd name="connsiteY4" fmla="*/ 1165836 h 1961431"/>
              <a:gd name="connsiteX5" fmla="*/ 590056 w 3683836"/>
              <a:gd name="connsiteY5" fmla="*/ 1109 h 1961431"/>
              <a:gd name="connsiteX0" fmla="*/ 577152 w 3670932"/>
              <a:gd name="connsiteY0" fmla="*/ 28557 h 1988879"/>
              <a:gd name="connsiteX1" fmla="*/ 1700924 w 3670932"/>
              <a:gd name="connsiteY1" fmla="*/ 484286 h 1988879"/>
              <a:gd name="connsiteX2" fmla="*/ 3399817 w 3670932"/>
              <a:gd name="connsiteY2" fmla="*/ 361185 h 1988879"/>
              <a:gd name="connsiteX3" fmla="*/ 2933715 w 3670932"/>
              <a:gd name="connsiteY3" fmla="*/ 1968138 h 1988879"/>
              <a:gd name="connsiteX4" fmla="*/ 240741 w 3670932"/>
              <a:gd name="connsiteY4" fmla="*/ 1193284 h 1988879"/>
              <a:gd name="connsiteX5" fmla="*/ 577152 w 3670932"/>
              <a:gd name="connsiteY5" fmla="*/ 28557 h 1988879"/>
              <a:gd name="connsiteX0" fmla="*/ 5660 w 3065770"/>
              <a:gd name="connsiteY0" fmla="*/ 41752 h 2084853"/>
              <a:gd name="connsiteX1" fmla="*/ 1129432 w 3065770"/>
              <a:gd name="connsiteY1" fmla="*/ 497481 h 2084853"/>
              <a:gd name="connsiteX2" fmla="*/ 2828325 w 3065770"/>
              <a:gd name="connsiteY2" fmla="*/ 374380 h 2084853"/>
              <a:gd name="connsiteX3" fmla="*/ 2362223 w 3065770"/>
              <a:gd name="connsiteY3" fmla="*/ 1981333 h 2084853"/>
              <a:gd name="connsiteX4" fmla="*/ 768571 w 3065770"/>
              <a:gd name="connsiteY4" fmla="*/ 1718703 h 2084853"/>
              <a:gd name="connsiteX5" fmla="*/ 5660 w 3065770"/>
              <a:gd name="connsiteY5" fmla="*/ 41752 h 2084853"/>
              <a:gd name="connsiteX0" fmla="*/ 12471 w 3072581"/>
              <a:gd name="connsiteY0" fmla="*/ 41752 h 2092530"/>
              <a:gd name="connsiteX1" fmla="*/ 1136243 w 3072581"/>
              <a:gd name="connsiteY1" fmla="*/ 497481 h 2092530"/>
              <a:gd name="connsiteX2" fmla="*/ 2835136 w 3072581"/>
              <a:gd name="connsiteY2" fmla="*/ 374380 h 2092530"/>
              <a:gd name="connsiteX3" fmla="*/ 2369034 w 3072581"/>
              <a:gd name="connsiteY3" fmla="*/ 1981333 h 2092530"/>
              <a:gd name="connsiteX4" fmla="*/ 775382 w 3072581"/>
              <a:gd name="connsiteY4" fmla="*/ 1718703 h 2092530"/>
              <a:gd name="connsiteX5" fmla="*/ 12471 w 3072581"/>
              <a:gd name="connsiteY5" fmla="*/ 41752 h 2092530"/>
              <a:gd name="connsiteX0" fmla="*/ 2798 w 3655173"/>
              <a:gd name="connsiteY0" fmla="*/ 869129 h 2007317"/>
              <a:gd name="connsiteX1" fmla="*/ 1718835 w 3655173"/>
              <a:gd name="connsiteY1" fmla="*/ 445136 h 2007317"/>
              <a:gd name="connsiteX2" fmla="*/ 3417728 w 3655173"/>
              <a:gd name="connsiteY2" fmla="*/ 322035 h 2007317"/>
              <a:gd name="connsiteX3" fmla="*/ 2951626 w 3655173"/>
              <a:gd name="connsiteY3" fmla="*/ 1928988 h 2007317"/>
              <a:gd name="connsiteX4" fmla="*/ 1357974 w 3655173"/>
              <a:gd name="connsiteY4" fmla="*/ 1666358 h 2007317"/>
              <a:gd name="connsiteX5" fmla="*/ 2798 w 3655173"/>
              <a:gd name="connsiteY5" fmla="*/ 869129 h 2007317"/>
              <a:gd name="connsiteX0" fmla="*/ 542 w 3652917"/>
              <a:gd name="connsiteY0" fmla="*/ 869129 h 2007318"/>
              <a:gd name="connsiteX1" fmla="*/ 1716579 w 3652917"/>
              <a:gd name="connsiteY1" fmla="*/ 445136 h 2007318"/>
              <a:gd name="connsiteX2" fmla="*/ 3415472 w 3652917"/>
              <a:gd name="connsiteY2" fmla="*/ 322035 h 2007318"/>
              <a:gd name="connsiteX3" fmla="*/ 2949370 w 3652917"/>
              <a:gd name="connsiteY3" fmla="*/ 1928988 h 2007318"/>
              <a:gd name="connsiteX4" fmla="*/ 1355718 w 3652917"/>
              <a:gd name="connsiteY4" fmla="*/ 1666358 h 2007318"/>
              <a:gd name="connsiteX5" fmla="*/ 542 w 3652917"/>
              <a:gd name="connsiteY5" fmla="*/ 869129 h 2007318"/>
              <a:gd name="connsiteX0" fmla="*/ 243 w 3639926"/>
              <a:gd name="connsiteY0" fmla="*/ 869129 h 1955507"/>
              <a:gd name="connsiteX1" fmla="*/ 1716280 w 3639926"/>
              <a:gd name="connsiteY1" fmla="*/ 445136 h 1955507"/>
              <a:gd name="connsiteX2" fmla="*/ 3415173 w 3639926"/>
              <a:gd name="connsiteY2" fmla="*/ 322035 h 1955507"/>
              <a:gd name="connsiteX3" fmla="*/ 2949071 w 3639926"/>
              <a:gd name="connsiteY3" fmla="*/ 1928988 h 1955507"/>
              <a:gd name="connsiteX4" fmla="*/ 1833458 w 3639926"/>
              <a:gd name="connsiteY4" fmla="*/ 1291535 h 1955507"/>
              <a:gd name="connsiteX5" fmla="*/ 243 w 3639926"/>
              <a:gd name="connsiteY5" fmla="*/ 869129 h 1955507"/>
              <a:gd name="connsiteX0" fmla="*/ 243 w 3639926"/>
              <a:gd name="connsiteY0" fmla="*/ 869129 h 1947022"/>
              <a:gd name="connsiteX1" fmla="*/ 1716280 w 3639926"/>
              <a:gd name="connsiteY1" fmla="*/ 445136 h 1947022"/>
              <a:gd name="connsiteX2" fmla="*/ 3415173 w 3639926"/>
              <a:gd name="connsiteY2" fmla="*/ 322035 h 1947022"/>
              <a:gd name="connsiteX3" fmla="*/ 2949071 w 3639926"/>
              <a:gd name="connsiteY3" fmla="*/ 1928988 h 1947022"/>
              <a:gd name="connsiteX4" fmla="*/ 1833458 w 3639926"/>
              <a:gd name="connsiteY4" fmla="*/ 1291535 h 1947022"/>
              <a:gd name="connsiteX5" fmla="*/ 243 w 3639926"/>
              <a:gd name="connsiteY5" fmla="*/ 869129 h 1947022"/>
              <a:gd name="connsiteX0" fmla="*/ 7345 w 3647028"/>
              <a:gd name="connsiteY0" fmla="*/ 869129 h 1947022"/>
              <a:gd name="connsiteX1" fmla="*/ 1723382 w 3647028"/>
              <a:gd name="connsiteY1" fmla="*/ 445136 h 1947022"/>
              <a:gd name="connsiteX2" fmla="*/ 3422275 w 3647028"/>
              <a:gd name="connsiteY2" fmla="*/ 322035 h 1947022"/>
              <a:gd name="connsiteX3" fmla="*/ 2956173 w 3647028"/>
              <a:gd name="connsiteY3" fmla="*/ 1928988 h 1947022"/>
              <a:gd name="connsiteX4" fmla="*/ 1840560 w 3647028"/>
              <a:gd name="connsiteY4" fmla="*/ 1291535 h 1947022"/>
              <a:gd name="connsiteX5" fmla="*/ 7345 w 3647028"/>
              <a:gd name="connsiteY5" fmla="*/ 869129 h 1947022"/>
              <a:gd name="connsiteX0" fmla="*/ 7345 w 3811052"/>
              <a:gd name="connsiteY0" fmla="*/ 869129 h 1929159"/>
              <a:gd name="connsiteX1" fmla="*/ 1723382 w 3811052"/>
              <a:gd name="connsiteY1" fmla="*/ 445136 h 1929159"/>
              <a:gd name="connsiteX2" fmla="*/ 3422275 w 3811052"/>
              <a:gd name="connsiteY2" fmla="*/ 322035 h 1929159"/>
              <a:gd name="connsiteX3" fmla="*/ 2956173 w 3811052"/>
              <a:gd name="connsiteY3" fmla="*/ 1928988 h 1929159"/>
              <a:gd name="connsiteX4" fmla="*/ 1840560 w 3811052"/>
              <a:gd name="connsiteY4" fmla="*/ 1291535 h 1929159"/>
              <a:gd name="connsiteX5" fmla="*/ 7345 w 3811052"/>
              <a:gd name="connsiteY5" fmla="*/ 869129 h 1929159"/>
              <a:gd name="connsiteX0" fmla="*/ 5264 w 3937957"/>
              <a:gd name="connsiteY0" fmla="*/ 1155023 h 1938909"/>
              <a:gd name="connsiteX1" fmla="*/ 1850286 w 3937957"/>
              <a:gd name="connsiteY1" fmla="*/ 454886 h 1938909"/>
              <a:gd name="connsiteX2" fmla="*/ 3549179 w 3937957"/>
              <a:gd name="connsiteY2" fmla="*/ 331785 h 1938909"/>
              <a:gd name="connsiteX3" fmla="*/ 3083077 w 3937957"/>
              <a:gd name="connsiteY3" fmla="*/ 1938738 h 1938909"/>
              <a:gd name="connsiteX4" fmla="*/ 1967464 w 3937957"/>
              <a:gd name="connsiteY4" fmla="*/ 1301285 h 1938909"/>
              <a:gd name="connsiteX5" fmla="*/ 5264 w 3937957"/>
              <a:gd name="connsiteY5" fmla="*/ 1155023 h 1938909"/>
              <a:gd name="connsiteX0" fmla="*/ 23607 w 3956300"/>
              <a:gd name="connsiteY0" fmla="*/ 1155023 h 1938909"/>
              <a:gd name="connsiteX1" fmla="*/ 1868629 w 3956300"/>
              <a:gd name="connsiteY1" fmla="*/ 454886 h 1938909"/>
              <a:gd name="connsiteX2" fmla="*/ 3567522 w 3956300"/>
              <a:gd name="connsiteY2" fmla="*/ 331785 h 1938909"/>
              <a:gd name="connsiteX3" fmla="*/ 3101420 w 3956300"/>
              <a:gd name="connsiteY3" fmla="*/ 1938738 h 1938909"/>
              <a:gd name="connsiteX4" fmla="*/ 1985807 w 3956300"/>
              <a:gd name="connsiteY4" fmla="*/ 1301285 h 1938909"/>
              <a:gd name="connsiteX5" fmla="*/ 23607 w 3956300"/>
              <a:gd name="connsiteY5" fmla="*/ 1155023 h 1938909"/>
              <a:gd name="connsiteX0" fmla="*/ 356 w 3775841"/>
              <a:gd name="connsiteY0" fmla="*/ 1155023 h 1975367"/>
              <a:gd name="connsiteX1" fmla="*/ 1845378 w 3775841"/>
              <a:gd name="connsiteY1" fmla="*/ 454886 h 1975367"/>
              <a:gd name="connsiteX2" fmla="*/ 3544271 w 3775841"/>
              <a:gd name="connsiteY2" fmla="*/ 331785 h 1975367"/>
              <a:gd name="connsiteX3" fmla="*/ 3078169 w 3775841"/>
              <a:gd name="connsiteY3" fmla="*/ 1938738 h 1975367"/>
              <a:gd name="connsiteX4" fmla="*/ 1700608 w 3775841"/>
              <a:gd name="connsiteY4" fmla="*/ 1432728 h 1975367"/>
              <a:gd name="connsiteX5" fmla="*/ 356 w 3775841"/>
              <a:gd name="connsiteY5" fmla="*/ 1155023 h 1975367"/>
              <a:gd name="connsiteX0" fmla="*/ 385 w 3775871"/>
              <a:gd name="connsiteY0" fmla="*/ 1155023 h 1964875"/>
              <a:gd name="connsiteX1" fmla="*/ 1845407 w 3775871"/>
              <a:gd name="connsiteY1" fmla="*/ 454886 h 1964875"/>
              <a:gd name="connsiteX2" fmla="*/ 3544300 w 3775871"/>
              <a:gd name="connsiteY2" fmla="*/ 331785 h 1964875"/>
              <a:gd name="connsiteX3" fmla="*/ 3078198 w 3775871"/>
              <a:gd name="connsiteY3" fmla="*/ 1938738 h 1964875"/>
              <a:gd name="connsiteX4" fmla="*/ 1700637 w 3775871"/>
              <a:gd name="connsiteY4" fmla="*/ 1432728 h 1964875"/>
              <a:gd name="connsiteX5" fmla="*/ 385 w 3775871"/>
              <a:gd name="connsiteY5" fmla="*/ 1155023 h 1964875"/>
              <a:gd name="connsiteX0" fmla="*/ 518 w 3310321"/>
              <a:gd name="connsiteY0" fmla="*/ 1561197 h 1986949"/>
              <a:gd name="connsiteX1" fmla="*/ 1379857 w 3310321"/>
              <a:gd name="connsiteY1" fmla="*/ 469469 h 1986949"/>
              <a:gd name="connsiteX2" fmla="*/ 3078750 w 3310321"/>
              <a:gd name="connsiteY2" fmla="*/ 346368 h 1986949"/>
              <a:gd name="connsiteX3" fmla="*/ 2612648 w 3310321"/>
              <a:gd name="connsiteY3" fmla="*/ 1953321 h 1986949"/>
              <a:gd name="connsiteX4" fmla="*/ 1235087 w 3310321"/>
              <a:gd name="connsiteY4" fmla="*/ 1447311 h 1986949"/>
              <a:gd name="connsiteX5" fmla="*/ 518 w 3310321"/>
              <a:gd name="connsiteY5" fmla="*/ 1561197 h 1986949"/>
              <a:gd name="connsiteX0" fmla="*/ 252954 w 3562757"/>
              <a:gd name="connsiteY0" fmla="*/ 1561197 h 1986950"/>
              <a:gd name="connsiteX1" fmla="*/ 1632293 w 3562757"/>
              <a:gd name="connsiteY1" fmla="*/ 469469 h 1986950"/>
              <a:gd name="connsiteX2" fmla="*/ 3331186 w 3562757"/>
              <a:gd name="connsiteY2" fmla="*/ 346368 h 1986950"/>
              <a:gd name="connsiteX3" fmla="*/ 2865084 w 3562757"/>
              <a:gd name="connsiteY3" fmla="*/ 1953321 h 1986950"/>
              <a:gd name="connsiteX4" fmla="*/ 1487523 w 3562757"/>
              <a:gd name="connsiteY4" fmla="*/ 1447311 h 1986950"/>
              <a:gd name="connsiteX5" fmla="*/ 252954 w 3562757"/>
              <a:gd name="connsiteY5" fmla="*/ 1561197 h 1986950"/>
              <a:gd name="connsiteX0" fmla="*/ 275988 w 4836894"/>
              <a:gd name="connsiteY0" fmla="*/ 1254188 h 1664972"/>
              <a:gd name="connsiteX1" fmla="*/ 1655327 w 4836894"/>
              <a:gd name="connsiteY1" fmla="*/ 162460 h 1664972"/>
              <a:gd name="connsiteX2" fmla="*/ 4715739 w 4836894"/>
              <a:gd name="connsiteY2" fmla="*/ 494988 h 1664972"/>
              <a:gd name="connsiteX3" fmla="*/ 2888118 w 4836894"/>
              <a:gd name="connsiteY3" fmla="*/ 1646312 h 1664972"/>
              <a:gd name="connsiteX4" fmla="*/ 1510557 w 4836894"/>
              <a:gd name="connsiteY4" fmla="*/ 1140302 h 1664972"/>
              <a:gd name="connsiteX5" fmla="*/ 275988 w 4836894"/>
              <a:gd name="connsiteY5" fmla="*/ 1254188 h 1664972"/>
              <a:gd name="connsiteX0" fmla="*/ 275988 w 4716813"/>
              <a:gd name="connsiteY0" fmla="*/ 1630321 h 2049242"/>
              <a:gd name="connsiteX1" fmla="*/ 1655327 w 4716813"/>
              <a:gd name="connsiteY1" fmla="*/ 538593 h 2049242"/>
              <a:gd name="connsiteX2" fmla="*/ 4715739 w 4716813"/>
              <a:gd name="connsiteY2" fmla="*/ 871121 h 2049242"/>
              <a:gd name="connsiteX3" fmla="*/ 2888118 w 4716813"/>
              <a:gd name="connsiteY3" fmla="*/ 2022445 h 2049242"/>
              <a:gd name="connsiteX4" fmla="*/ 1510557 w 4716813"/>
              <a:gd name="connsiteY4" fmla="*/ 1516435 h 2049242"/>
              <a:gd name="connsiteX5" fmla="*/ 275988 w 4716813"/>
              <a:gd name="connsiteY5" fmla="*/ 1630321 h 2049242"/>
              <a:gd name="connsiteX0" fmla="*/ 275988 w 4749030"/>
              <a:gd name="connsiteY0" fmla="*/ 1124638 h 1545870"/>
              <a:gd name="connsiteX1" fmla="*/ 1655327 w 4749030"/>
              <a:gd name="connsiteY1" fmla="*/ 32910 h 1545870"/>
              <a:gd name="connsiteX2" fmla="*/ 4715739 w 4749030"/>
              <a:gd name="connsiteY2" fmla="*/ 365438 h 1545870"/>
              <a:gd name="connsiteX3" fmla="*/ 3175706 w 4749030"/>
              <a:gd name="connsiteY3" fmla="*/ 1192854 h 1545870"/>
              <a:gd name="connsiteX4" fmla="*/ 1510557 w 4749030"/>
              <a:gd name="connsiteY4" fmla="*/ 1010752 h 1545870"/>
              <a:gd name="connsiteX5" fmla="*/ 275988 w 4749030"/>
              <a:gd name="connsiteY5" fmla="*/ 1124638 h 1545870"/>
              <a:gd name="connsiteX0" fmla="*/ 275988 w 4727950"/>
              <a:gd name="connsiteY0" fmla="*/ 1387914 h 1809146"/>
              <a:gd name="connsiteX1" fmla="*/ 1655327 w 4727950"/>
              <a:gd name="connsiteY1" fmla="*/ 296186 h 1809146"/>
              <a:gd name="connsiteX2" fmla="*/ 4715739 w 4727950"/>
              <a:gd name="connsiteY2" fmla="*/ 628714 h 1809146"/>
              <a:gd name="connsiteX3" fmla="*/ 3175706 w 4727950"/>
              <a:gd name="connsiteY3" fmla="*/ 1456130 h 1809146"/>
              <a:gd name="connsiteX4" fmla="*/ 1510557 w 4727950"/>
              <a:gd name="connsiteY4" fmla="*/ 1274028 h 1809146"/>
              <a:gd name="connsiteX5" fmla="*/ 275988 w 4727950"/>
              <a:gd name="connsiteY5" fmla="*/ 1387914 h 1809146"/>
              <a:gd name="connsiteX0" fmla="*/ 275988 w 4727950"/>
              <a:gd name="connsiteY0" fmla="*/ 1387914 h 1809146"/>
              <a:gd name="connsiteX1" fmla="*/ 1655327 w 4727950"/>
              <a:gd name="connsiteY1" fmla="*/ 296186 h 1809146"/>
              <a:gd name="connsiteX2" fmla="*/ 4715739 w 4727950"/>
              <a:gd name="connsiteY2" fmla="*/ 628714 h 1809146"/>
              <a:gd name="connsiteX3" fmla="*/ 3175706 w 4727950"/>
              <a:gd name="connsiteY3" fmla="*/ 1456130 h 1809146"/>
              <a:gd name="connsiteX4" fmla="*/ 1510557 w 4727950"/>
              <a:gd name="connsiteY4" fmla="*/ 1274028 h 1809146"/>
              <a:gd name="connsiteX5" fmla="*/ 275988 w 4727950"/>
              <a:gd name="connsiteY5" fmla="*/ 1387914 h 1809146"/>
              <a:gd name="connsiteX0" fmla="*/ 275988 w 4740315"/>
              <a:gd name="connsiteY0" fmla="*/ 1132875 h 1722803"/>
              <a:gd name="connsiteX1" fmla="*/ 1655327 w 4740315"/>
              <a:gd name="connsiteY1" fmla="*/ 41147 h 1722803"/>
              <a:gd name="connsiteX2" fmla="*/ 4715739 w 4740315"/>
              <a:gd name="connsiteY2" fmla="*/ 373675 h 1722803"/>
              <a:gd name="connsiteX3" fmla="*/ 3012343 w 4740315"/>
              <a:gd name="connsiteY3" fmla="*/ 1711656 h 1722803"/>
              <a:gd name="connsiteX4" fmla="*/ 1510557 w 4740315"/>
              <a:gd name="connsiteY4" fmla="*/ 1018989 h 1722803"/>
              <a:gd name="connsiteX5" fmla="*/ 275988 w 4740315"/>
              <a:gd name="connsiteY5" fmla="*/ 1132875 h 1722803"/>
              <a:gd name="connsiteX0" fmla="*/ 275988 w 4756119"/>
              <a:gd name="connsiteY0" fmla="*/ 1127108 h 1542684"/>
              <a:gd name="connsiteX1" fmla="*/ 1655327 w 4756119"/>
              <a:gd name="connsiteY1" fmla="*/ 35380 h 1542684"/>
              <a:gd name="connsiteX2" fmla="*/ 4715739 w 4756119"/>
              <a:gd name="connsiteY2" fmla="*/ 367908 h 1542684"/>
              <a:gd name="connsiteX3" fmla="*/ 3285074 w 4756119"/>
              <a:gd name="connsiteY3" fmla="*/ 1369029 h 1542684"/>
              <a:gd name="connsiteX4" fmla="*/ 1510557 w 4756119"/>
              <a:gd name="connsiteY4" fmla="*/ 1013222 h 1542684"/>
              <a:gd name="connsiteX5" fmla="*/ 275988 w 4756119"/>
              <a:gd name="connsiteY5" fmla="*/ 1127108 h 1542684"/>
              <a:gd name="connsiteX0" fmla="*/ 275988 w 4715923"/>
              <a:gd name="connsiteY0" fmla="*/ 1122352 h 1572226"/>
              <a:gd name="connsiteX1" fmla="*/ 1655327 w 4715923"/>
              <a:gd name="connsiteY1" fmla="*/ 30624 h 1572226"/>
              <a:gd name="connsiteX2" fmla="*/ 4715739 w 4715923"/>
              <a:gd name="connsiteY2" fmla="*/ 363152 h 1572226"/>
              <a:gd name="connsiteX3" fmla="*/ 1510557 w 4715923"/>
              <a:gd name="connsiteY3" fmla="*/ 1008466 h 1572226"/>
              <a:gd name="connsiteX4" fmla="*/ 275988 w 4715923"/>
              <a:gd name="connsiteY4" fmla="*/ 1122352 h 1572226"/>
              <a:gd name="connsiteX0" fmla="*/ 25029 w 4476010"/>
              <a:gd name="connsiteY0" fmla="*/ 1892393 h 2022034"/>
              <a:gd name="connsiteX1" fmla="*/ 2236847 w 4476010"/>
              <a:gd name="connsiteY1" fmla="*/ 11492 h 2022034"/>
              <a:gd name="connsiteX2" fmla="*/ 4464780 w 4476010"/>
              <a:gd name="connsiteY2" fmla="*/ 1133193 h 2022034"/>
              <a:gd name="connsiteX3" fmla="*/ 1259598 w 4476010"/>
              <a:gd name="connsiteY3" fmla="*/ 1778507 h 2022034"/>
              <a:gd name="connsiteX4" fmla="*/ 25029 w 4476010"/>
              <a:gd name="connsiteY4" fmla="*/ 1892393 h 2022034"/>
              <a:gd name="connsiteX0" fmla="*/ 19312 w 4468531"/>
              <a:gd name="connsiteY0" fmla="*/ 1893478 h 2350831"/>
              <a:gd name="connsiteX1" fmla="*/ 2231130 w 4468531"/>
              <a:gd name="connsiteY1" fmla="*/ 12577 h 2350831"/>
              <a:gd name="connsiteX2" fmla="*/ 4459063 w 4468531"/>
              <a:gd name="connsiteY2" fmla="*/ 1134278 h 2350831"/>
              <a:gd name="connsiteX3" fmla="*/ 2962196 w 4468531"/>
              <a:gd name="connsiteY3" fmla="*/ 2337807 h 2350831"/>
              <a:gd name="connsiteX4" fmla="*/ 1253881 w 4468531"/>
              <a:gd name="connsiteY4" fmla="*/ 1779592 h 2350831"/>
              <a:gd name="connsiteX5" fmla="*/ 19312 w 4468531"/>
              <a:gd name="connsiteY5" fmla="*/ 1893478 h 2350831"/>
              <a:gd name="connsiteX0" fmla="*/ 114931 w 4564151"/>
              <a:gd name="connsiteY0" fmla="*/ 1893478 h 2606070"/>
              <a:gd name="connsiteX1" fmla="*/ 2326749 w 4564151"/>
              <a:gd name="connsiteY1" fmla="*/ 12577 h 2606070"/>
              <a:gd name="connsiteX2" fmla="*/ 4554682 w 4564151"/>
              <a:gd name="connsiteY2" fmla="*/ 1134278 h 2606070"/>
              <a:gd name="connsiteX3" fmla="*/ 3057815 w 4564151"/>
              <a:gd name="connsiteY3" fmla="*/ 2337807 h 2606070"/>
              <a:gd name="connsiteX4" fmla="*/ 602599 w 4564151"/>
              <a:gd name="connsiteY4" fmla="*/ 2591133 h 2606070"/>
              <a:gd name="connsiteX5" fmla="*/ 114931 w 4564151"/>
              <a:gd name="connsiteY5" fmla="*/ 1893478 h 2606070"/>
              <a:gd name="connsiteX0" fmla="*/ 339436 w 4163621"/>
              <a:gd name="connsiteY0" fmla="*/ 711041 h 2677547"/>
              <a:gd name="connsiteX1" fmla="*/ 1926219 w 4163621"/>
              <a:gd name="connsiteY1" fmla="*/ 9118 h 2677547"/>
              <a:gd name="connsiteX2" fmla="*/ 4154152 w 4163621"/>
              <a:gd name="connsiteY2" fmla="*/ 1130819 h 2677547"/>
              <a:gd name="connsiteX3" fmla="*/ 2657285 w 4163621"/>
              <a:gd name="connsiteY3" fmla="*/ 2334348 h 2677547"/>
              <a:gd name="connsiteX4" fmla="*/ 202069 w 4163621"/>
              <a:gd name="connsiteY4" fmla="*/ 2587674 h 2677547"/>
              <a:gd name="connsiteX5" fmla="*/ 339436 w 4163621"/>
              <a:gd name="connsiteY5" fmla="*/ 711041 h 2677547"/>
              <a:gd name="connsiteX0" fmla="*/ 8699 w 3970251"/>
              <a:gd name="connsiteY0" fmla="*/ 2578556 h 2717756"/>
              <a:gd name="connsiteX1" fmla="*/ 1732849 w 3970251"/>
              <a:gd name="connsiteY1" fmla="*/ 0 h 2717756"/>
              <a:gd name="connsiteX2" fmla="*/ 3960782 w 3970251"/>
              <a:gd name="connsiteY2" fmla="*/ 1121701 h 2717756"/>
              <a:gd name="connsiteX3" fmla="*/ 2463915 w 3970251"/>
              <a:gd name="connsiteY3" fmla="*/ 2325230 h 2717756"/>
              <a:gd name="connsiteX4" fmla="*/ 8699 w 3970251"/>
              <a:gd name="connsiteY4" fmla="*/ 2578556 h 2717756"/>
              <a:gd name="connsiteX0" fmla="*/ 11617 w 3584652"/>
              <a:gd name="connsiteY0" fmla="*/ 1430838 h 2340009"/>
              <a:gd name="connsiteX1" fmla="*/ 1347250 w 3584652"/>
              <a:gd name="connsiteY1" fmla="*/ 2380 h 2340009"/>
              <a:gd name="connsiteX2" fmla="*/ 3575183 w 3584652"/>
              <a:gd name="connsiteY2" fmla="*/ 1124081 h 2340009"/>
              <a:gd name="connsiteX3" fmla="*/ 2078316 w 3584652"/>
              <a:gd name="connsiteY3" fmla="*/ 2327610 h 2340009"/>
              <a:gd name="connsiteX4" fmla="*/ 11617 w 3584652"/>
              <a:gd name="connsiteY4" fmla="*/ 1430838 h 2340009"/>
              <a:gd name="connsiteX0" fmla="*/ 36322 w 3609357"/>
              <a:gd name="connsiteY0" fmla="*/ 1430838 h 2532978"/>
              <a:gd name="connsiteX1" fmla="*/ 1371955 w 3609357"/>
              <a:gd name="connsiteY1" fmla="*/ 2380 h 2532978"/>
              <a:gd name="connsiteX2" fmla="*/ 3599888 w 3609357"/>
              <a:gd name="connsiteY2" fmla="*/ 1124081 h 2532978"/>
              <a:gd name="connsiteX3" fmla="*/ 2103021 w 3609357"/>
              <a:gd name="connsiteY3" fmla="*/ 2327610 h 2532978"/>
              <a:gd name="connsiteX4" fmla="*/ 36322 w 3609357"/>
              <a:gd name="connsiteY4" fmla="*/ 1430838 h 2532978"/>
              <a:gd name="connsiteX0" fmla="*/ 3580 w 3569301"/>
              <a:gd name="connsiteY0" fmla="*/ 1431089 h 2816320"/>
              <a:gd name="connsiteX1" fmla="*/ 1339213 w 3569301"/>
              <a:gd name="connsiteY1" fmla="*/ 2631 h 2816320"/>
              <a:gd name="connsiteX2" fmla="*/ 3567146 w 3569301"/>
              <a:gd name="connsiteY2" fmla="*/ 1124332 h 2816320"/>
              <a:gd name="connsiteX3" fmla="*/ 1722688 w 3569301"/>
              <a:gd name="connsiteY3" fmla="*/ 2808414 h 2816320"/>
              <a:gd name="connsiteX4" fmla="*/ 3580 w 3569301"/>
              <a:gd name="connsiteY4" fmla="*/ 1431089 h 2816320"/>
              <a:gd name="connsiteX0" fmla="*/ 3579 w 3569300"/>
              <a:gd name="connsiteY0" fmla="*/ 1431089 h 2808414"/>
              <a:gd name="connsiteX1" fmla="*/ 1339212 w 3569300"/>
              <a:gd name="connsiteY1" fmla="*/ 2631 h 2808414"/>
              <a:gd name="connsiteX2" fmla="*/ 3567145 w 3569300"/>
              <a:gd name="connsiteY2" fmla="*/ 1124332 h 2808414"/>
              <a:gd name="connsiteX3" fmla="*/ 1722687 w 3569300"/>
              <a:gd name="connsiteY3" fmla="*/ 2808414 h 2808414"/>
              <a:gd name="connsiteX4" fmla="*/ 3579 w 3569300"/>
              <a:gd name="connsiteY4" fmla="*/ 1431089 h 2808414"/>
              <a:gd name="connsiteX0" fmla="*/ 3579 w 3570402"/>
              <a:gd name="connsiteY0" fmla="*/ 1431089 h 2845664"/>
              <a:gd name="connsiteX1" fmla="*/ 1339212 w 3570402"/>
              <a:gd name="connsiteY1" fmla="*/ 2631 h 2845664"/>
              <a:gd name="connsiteX2" fmla="*/ 3567145 w 3570402"/>
              <a:gd name="connsiteY2" fmla="*/ 1124332 h 2845664"/>
              <a:gd name="connsiteX3" fmla="*/ 1722687 w 3570402"/>
              <a:gd name="connsiteY3" fmla="*/ 2808414 h 2845664"/>
              <a:gd name="connsiteX4" fmla="*/ 3579 w 3570402"/>
              <a:gd name="connsiteY4" fmla="*/ 1431089 h 2845664"/>
              <a:gd name="connsiteX0" fmla="*/ 3579 w 3571531"/>
              <a:gd name="connsiteY0" fmla="*/ 1431089 h 2809355"/>
              <a:gd name="connsiteX1" fmla="*/ 1339212 w 3571531"/>
              <a:gd name="connsiteY1" fmla="*/ 2631 h 2809355"/>
              <a:gd name="connsiteX2" fmla="*/ 3567145 w 3571531"/>
              <a:gd name="connsiteY2" fmla="*/ 1124332 h 2809355"/>
              <a:gd name="connsiteX3" fmla="*/ 1722687 w 3571531"/>
              <a:gd name="connsiteY3" fmla="*/ 2808414 h 2809355"/>
              <a:gd name="connsiteX4" fmla="*/ 3579 w 3571531"/>
              <a:gd name="connsiteY4" fmla="*/ 1431089 h 2809355"/>
              <a:gd name="connsiteX0" fmla="*/ 3579 w 3570449"/>
              <a:gd name="connsiteY0" fmla="*/ 1431089 h 2811091"/>
              <a:gd name="connsiteX1" fmla="*/ 1339212 w 3570449"/>
              <a:gd name="connsiteY1" fmla="*/ 2631 h 2811091"/>
              <a:gd name="connsiteX2" fmla="*/ 3567145 w 3570449"/>
              <a:gd name="connsiteY2" fmla="*/ 1124332 h 2811091"/>
              <a:gd name="connsiteX3" fmla="*/ 1722687 w 3570449"/>
              <a:gd name="connsiteY3" fmla="*/ 2808414 h 2811091"/>
              <a:gd name="connsiteX4" fmla="*/ 3579 w 3570449"/>
              <a:gd name="connsiteY4" fmla="*/ 1431089 h 2811091"/>
              <a:gd name="connsiteX0" fmla="*/ 9477 w 3576347"/>
              <a:gd name="connsiteY0" fmla="*/ 1454488 h 2834490"/>
              <a:gd name="connsiteX1" fmla="*/ 1345110 w 3576347"/>
              <a:gd name="connsiteY1" fmla="*/ 26030 h 2834490"/>
              <a:gd name="connsiteX2" fmla="*/ 3573043 w 3576347"/>
              <a:gd name="connsiteY2" fmla="*/ 1147731 h 2834490"/>
              <a:gd name="connsiteX3" fmla="*/ 1728585 w 3576347"/>
              <a:gd name="connsiteY3" fmla="*/ 2831813 h 2834490"/>
              <a:gd name="connsiteX4" fmla="*/ 9477 w 3576347"/>
              <a:gd name="connsiteY4" fmla="*/ 1454488 h 2834490"/>
              <a:gd name="connsiteX0" fmla="*/ 11200 w 3578070"/>
              <a:gd name="connsiteY0" fmla="*/ 1454488 h 2834490"/>
              <a:gd name="connsiteX1" fmla="*/ 1346833 w 3578070"/>
              <a:gd name="connsiteY1" fmla="*/ 26030 h 2834490"/>
              <a:gd name="connsiteX2" fmla="*/ 3574766 w 3578070"/>
              <a:gd name="connsiteY2" fmla="*/ 1147731 h 2834490"/>
              <a:gd name="connsiteX3" fmla="*/ 1730308 w 3578070"/>
              <a:gd name="connsiteY3" fmla="*/ 2831813 h 2834490"/>
              <a:gd name="connsiteX4" fmla="*/ 11200 w 3578070"/>
              <a:gd name="connsiteY4" fmla="*/ 1454488 h 2834490"/>
              <a:gd name="connsiteX0" fmla="*/ 5238 w 3394494"/>
              <a:gd name="connsiteY0" fmla="*/ 1561249 h 2815719"/>
              <a:gd name="connsiteX1" fmla="*/ 1164359 w 3394494"/>
              <a:gd name="connsiteY1" fmla="*/ 5027 h 2815719"/>
              <a:gd name="connsiteX2" fmla="*/ 3392292 w 3394494"/>
              <a:gd name="connsiteY2" fmla="*/ 1126728 h 2815719"/>
              <a:gd name="connsiteX3" fmla="*/ 1547834 w 3394494"/>
              <a:gd name="connsiteY3" fmla="*/ 2810810 h 2815719"/>
              <a:gd name="connsiteX4" fmla="*/ 5238 w 3394494"/>
              <a:gd name="connsiteY4" fmla="*/ 1561249 h 2815719"/>
              <a:gd name="connsiteX0" fmla="*/ 1714 w 3390970"/>
              <a:gd name="connsiteY0" fmla="*/ 1561249 h 2816846"/>
              <a:gd name="connsiteX1" fmla="*/ 1160835 w 3390970"/>
              <a:gd name="connsiteY1" fmla="*/ 5027 h 2816846"/>
              <a:gd name="connsiteX2" fmla="*/ 3388768 w 3390970"/>
              <a:gd name="connsiteY2" fmla="*/ 1126728 h 2816846"/>
              <a:gd name="connsiteX3" fmla="*/ 1544310 w 3390970"/>
              <a:gd name="connsiteY3" fmla="*/ 2810810 h 2816846"/>
              <a:gd name="connsiteX4" fmla="*/ 1714 w 3390970"/>
              <a:gd name="connsiteY4" fmla="*/ 1561249 h 2816846"/>
              <a:gd name="connsiteX0" fmla="*/ 1714 w 3392183"/>
              <a:gd name="connsiteY0" fmla="*/ 1561249 h 2822298"/>
              <a:gd name="connsiteX1" fmla="*/ 1160835 w 3392183"/>
              <a:gd name="connsiteY1" fmla="*/ 5027 h 2822298"/>
              <a:gd name="connsiteX2" fmla="*/ 3388768 w 3392183"/>
              <a:gd name="connsiteY2" fmla="*/ 1126728 h 2822298"/>
              <a:gd name="connsiteX3" fmla="*/ 1544310 w 3392183"/>
              <a:gd name="connsiteY3" fmla="*/ 2810810 h 2822298"/>
              <a:gd name="connsiteX4" fmla="*/ 1714 w 3392183"/>
              <a:gd name="connsiteY4" fmla="*/ 1561249 h 28222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92183" h="2822298">
                <a:moveTo>
                  <a:pt x="1714" y="1561249"/>
                </a:moveTo>
                <a:cubicBezTo>
                  <a:pt x="-37269" y="828037"/>
                  <a:pt x="596326" y="77447"/>
                  <a:pt x="1160835" y="5027"/>
                </a:cubicBezTo>
                <a:cubicBezTo>
                  <a:pt x="1725344" y="-67393"/>
                  <a:pt x="3324856" y="659098"/>
                  <a:pt x="3388768" y="1126728"/>
                </a:cubicBezTo>
                <a:cubicBezTo>
                  <a:pt x="3452680" y="1594358"/>
                  <a:pt x="2611566" y="2706535"/>
                  <a:pt x="1544310" y="2810810"/>
                </a:cubicBezTo>
                <a:cubicBezTo>
                  <a:pt x="477054" y="2915085"/>
                  <a:pt x="40697" y="2294461"/>
                  <a:pt x="1714" y="1561249"/>
                </a:cubicBezTo>
                <a:close/>
              </a:path>
            </a:pathLst>
          </a:custGeom>
          <a:noFill/>
          <a:ln w="76200">
            <a:solidFill>
              <a:srgbClr val="87112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6F6A94F-E95B-DE85-80DE-41A30D6EF535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de-DE"/>
              <a:t>Lukas Peter Sumann, Maximilian Wolf Leopold Lindner</a:t>
            </a:r>
          </a:p>
        </p:txBody>
      </p:sp>
      <p:sp>
        <p:nvSpPr>
          <p:cNvPr id="13" name="Bildplatzhalter 12">
            <a:extLst>
              <a:ext uri="{FF2B5EF4-FFF2-40B4-BE49-F238E27FC236}">
                <a16:creationId xmlns:a16="http://schemas.microsoft.com/office/drawing/2014/main" id="{0019AF08-F98A-249A-70D5-287A396F6F2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81725" y="1825625"/>
            <a:ext cx="5626100" cy="435133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603605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ELTI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ihandform 3">
            <a:extLst>
              <a:ext uri="{FF2B5EF4-FFF2-40B4-BE49-F238E27FC236}">
                <a16:creationId xmlns:a16="http://schemas.microsoft.com/office/drawing/2014/main" id="{FA1ADB5F-FA2E-7BF8-5CB9-563ADE4AE44E}"/>
              </a:ext>
            </a:extLst>
          </p:cNvPr>
          <p:cNvSpPr/>
          <p:nvPr userDrawn="1"/>
        </p:nvSpPr>
        <p:spPr>
          <a:xfrm rot="10129930">
            <a:off x="-2139048" y="-745777"/>
            <a:ext cx="5954496" cy="5169791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2630869"/>
              <a:gd name="connsiteY0" fmla="*/ 1913201 h 4484060"/>
              <a:gd name="connsiteX1" fmla="*/ 2156275 w 2630869"/>
              <a:gd name="connsiteY1" fmla="*/ 89473 h 4484060"/>
              <a:gd name="connsiteX2" fmla="*/ 2574031 w 2630869"/>
              <a:gd name="connsiteY2" fmla="*/ 2543820 h 4484060"/>
              <a:gd name="connsiteX3" fmla="*/ 2321781 w 2630869"/>
              <a:gd name="connsiteY3" fmla="*/ 4351600 h 4484060"/>
              <a:gd name="connsiteX4" fmla="*/ 51546 w 2630869"/>
              <a:gd name="connsiteY4" fmla="*/ 3542304 h 4484060"/>
              <a:gd name="connsiteX5" fmla="*/ 829312 w 2630869"/>
              <a:gd name="connsiteY5" fmla="*/ 1913201 h 4484060"/>
              <a:gd name="connsiteX0" fmla="*/ 829312 w 2634983"/>
              <a:gd name="connsiteY0" fmla="*/ 1913201 h 4484060"/>
              <a:gd name="connsiteX1" fmla="*/ 2156275 w 2634983"/>
              <a:gd name="connsiteY1" fmla="*/ 89473 h 4484060"/>
              <a:gd name="connsiteX2" fmla="*/ 2574031 w 2634983"/>
              <a:gd name="connsiteY2" fmla="*/ 2543820 h 4484060"/>
              <a:gd name="connsiteX3" fmla="*/ 2321781 w 2634983"/>
              <a:gd name="connsiteY3" fmla="*/ 4351600 h 4484060"/>
              <a:gd name="connsiteX4" fmla="*/ 51546 w 2634983"/>
              <a:gd name="connsiteY4" fmla="*/ 3542304 h 4484060"/>
              <a:gd name="connsiteX5" fmla="*/ 829312 w 2634983"/>
              <a:gd name="connsiteY5" fmla="*/ 1913201 h 4484060"/>
              <a:gd name="connsiteX0" fmla="*/ 829312 w 2634983"/>
              <a:gd name="connsiteY0" fmla="*/ 1823911 h 4394770"/>
              <a:gd name="connsiteX1" fmla="*/ 2156275 w 2634983"/>
              <a:gd name="connsiteY1" fmla="*/ 183 h 4394770"/>
              <a:gd name="connsiteX2" fmla="*/ 2574031 w 2634983"/>
              <a:gd name="connsiteY2" fmla="*/ 2454530 h 4394770"/>
              <a:gd name="connsiteX3" fmla="*/ 2321781 w 2634983"/>
              <a:gd name="connsiteY3" fmla="*/ 4262310 h 4394770"/>
              <a:gd name="connsiteX4" fmla="*/ 51546 w 2634983"/>
              <a:gd name="connsiteY4" fmla="*/ 3453014 h 4394770"/>
              <a:gd name="connsiteX5" fmla="*/ 829312 w 2634983"/>
              <a:gd name="connsiteY5" fmla="*/ 1823911 h 4394770"/>
              <a:gd name="connsiteX0" fmla="*/ 550921 w 2356592"/>
              <a:gd name="connsiteY0" fmla="*/ 1823911 h 4375660"/>
              <a:gd name="connsiteX1" fmla="*/ 1877884 w 2356592"/>
              <a:gd name="connsiteY1" fmla="*/ 183 h 4375660"/>
              <a:gd name="connsiteX2" fmla="*/ 2295640 w 2356592"/>
              <a:gd name="connsiteY2" fmla="*/ 2454530 h 4375660"/>
              <a:gd name="connsiteX3" fmla="*/ 2043390 w 2356592"/>
              <a:gd name="connsiteY3" fmla="*/ 4262310 h 4375660"/>
              <a:gd name="connsiteX4" fmla="*/ 97666 w 2356592"/>
              <a:gd name="connsiteY4" fmla="*/ 3284751 h 4375660"/>
              <a:gd name="connsiteX5" fmla="*/ 550921 w 2356592"/>
              <a:gd name="connsiteY5" fmla="*/ 1823911 h 4375660"/>
              <a:gd name="connsiteX0" fmla="*/ 1187626 w 2290887"/>
              <a:gd name="connsiteY0" fmla="*/ 1491571 h 4375718"/>
              <a:gd name="connsiteX1" fmla="*/ 1812179 w 2290887"/>
              <a:gd name="connsiteY1" fmla="*/ 241 h 4375718"/>
              <a:gd name="connsiteX2" fmla="*/ 2229935 w 2290887"/>
              <a:gd name="connsiteY2" fmla="*/ 2454588 h 4375718"/>
              <a:gd name="connsiteX3" fmla="*/ 1977685 w 2290887"/>
              <a:gd name="connsiteY3" fmla="*/ 4262368 h 4375718"/>
              <a:gd name="connsiteX4" fmla="*/ 31961 w 2290887"/>
              <a:gd name="connsiteY4" fmla="*/ 3284809 h 4375718"/>
              <a:gd name="connsiteX5" fmla="*/ 1187626 w 2290887"/>
              <a:gd name="connsiteY5" fmla="*/ 1491571 h 4375718"/>
              <a:gd name="connsiteX0" fmla="*/ 1187626 w 2290887"/>
              <a:gd name="connsiteY0" fmla="*/ 1491690 h 4375837"/>
              <a:gd name="connsiteX1" fmla="*/ 1812179 w 2290887"/>
              <a:gd name="connsiteY1" fmla="*/ 360 h 4375837"/>
              <a:gd name="connsiteX2" fmla="*/ 2229935 w 2290887"/>
              <a:gd name="connsiteY2" fmla="*/ 2454707 h 4375837"/>
              <a:gd name="connsiteX3" fmla="*/ 1977685 w 2290887"/>
              <a:gd name="connsiteY3" fmla="*/ 4262487 h 4375837"/>
              <a:gd name="connsiteX4" fmla="*/ 31961 w 2290887"/>
              <a:gd name="connsiteY4" fmla="*/ 3284928 h 4375837"/>
              <a:gd name="connsiteX5" fmla="*/ 1187626 w 2290887"/>
              <a:gd name="connsiteY5" fmla="*/ 1491690 h 4375837"/>
              <a:gd name="connsiteX0" fmla="*/ 1177700 w 2280961"/>
              <a:gd name="connsiteY0" fmla="*/ 1491690 h 4375837"/>
              <a:gd name="connsiteX1" fmla="*/ 1802253 w 2280961"/>
              <a:gd name="connsiteY1" fmla="*/ 360 h 4375837"/>
              <a:gd name="connsiteX2" fmla="*/ 2220009 w 2280961"/>
              <a:gd name="connsiteY2" fmla="*/ 2454707 h 4375837"/>
              <a:gd name="connsiteX3" fmla="*/ 1967759 w 2280961"/>
              <a:gd name="connsiteY3" fmla="*/ 4262487 h 4375837"/>
              <a:gd name="connsiteX4" fmla="*/ 22035 w 2280961"/>
              <a:gd name="connsiteY4" fmla="*/ 3284928 h 4375837"/>
              <a:gd name="connsiteX5" fmla="*/ 1177700 w 2280961"/>
              <a:gd name="connsiteY5" fmla="*/ 1491690 h 4375837"/>
              <a:gd name="connsiteX0" fmla="*/ 1177700 w 2132201"/>
              <a:gd name="connsiteY0" fmla="*/ 1491690 h 4375837"/>
              <a:gd name="connsiteX1" fmla="*/ 1802253 w 2132201"/>
              <a:gd name="connsiteY1" fmla="*/ 360 h 4375837"/>
              <a:gd name="connsiteX2" fmla="*/ 1570986 w 2132201"/>
              <a:gd name="connsiteY2" fmla="*/ 2791232 h 4375837"/>
              <a:gd name="connsiteX3" fmla="*/ 1967759 w 2132201"/>
              <a:gd name="connsiteY3" fmla="*/ 4262487 h 4375837"/>
              <a:gd name="connsiteX4" fmla="*/ 22035 w 2132201"/>
              <a:gd name="connsiteY4" fmla="*/ 3284928 h 4375837"/>
              <a:gd name="connsiteX5" fmla="*/ 1177700 w 2132201"/>
              <a:gd name="connsiteY5" fmla="*/ 1491690 h 4375837"/>
              <a:gd name="connsiteX0" fmla="*/ 1177700 w 2303877"/>
              <a:gd name="connsiteY0" fmla="*/ 654980 h 3539127"/>
              <a:gd name="connsiteX1" fmla="*/ 2105842 w 2303877"/>
              <a:gd name="connsiteY1" fmla="*/ 30327 h 3539127"/>
              <a:gd name="connsiteX2" fmla="*/ 1570986 w 2303877"/>
              <a:gd name="connsiteY2" fmla="*/ 1954522 h 3539127"/>
              <a:gd name="connsiteX3" fmla="*/ 1967759 w 2303877"/>
              <a:gd name="connsiteY3" fmla="*/ 3425777 h 3539127"/>
              <a:gd name="connsiteX4" fmla="*/ 22035 w 2303877"/>
              <a:gd name="connsiteY4" fmla="*/ 2448218 h 3539127"/>
              <a:gd name="connsiteX5" fmla="*/ 1177700 w 2303877"/>
              <a:gd name="connsiteY5" fmla="*/ 654980 h 3539127"/>
              <a:gd name="connsiteX0" fmla="*/ 1177700 w 2303877"/>
              <a:gd name="connsiteY0" fmla="*/ 811890 h 3696037"/>
              <a:gd name="connsiteX1" fmla="*/ 2105842 w 2303877"/>
              <a:gd name="connsiteY1" fmla="*/ 187237 h 3696037"/>
              <a:gd name="connsiteX2" fmla="*/ 1570986 w 2303877"/>
              <a:gd name="connsiteY2" fmla="*/ 2111432 h 3696037"/>
              <a:gd name="connsiteX3" fmla="*/ 1967759 w 2303877"/>
              <a:gd name="connsiteY3" fmla="*/ 3582687 h 3696037"/>
              <a:gd name="connsiteX4" fmla="*/ 22035 w 2303877"/>
              <a:gd name="connsiteY4" fmla="*/ 2605128 h 3696037"/>
              <a:gd name="connsiteX5" fmla="*/ 1177700 w 2303877"/>
              <a:gd name="connsiteY5" fmla="*/ 811890 h 3696037"/>
              <a:gd name="connsiteX0" fmla="*/ 1177700 w 2189200"/>
              <a:gd name="connsiteY0" fmla="*/ 811890 h 3696037"/>
              <a:gd name="connsiteX1" fmla="*/ 2105842 w 2189200"/>
              <a:gd name="connsiteY1" fmla="*/ 187237 h 3696037"/>
              <a:gd name="connsiteX2" fmla="*/ 1570986 w 2189200"/>
              <a:gd name="connsiteY2" fmla="*/ 2111432 h 3696037"/>
              <a:gd name="connsiteX3" fmla="*/ 1967759 w 2189200"/>
              <a:gd name="connsiteY3" fmla="*/ 3582687 h 3696037"/>
              <a:gd name="connsiteX4" fmla="*/ 22035 w 2189200"/>
              <a:gd name="connsiteY4" fmla="*/ 2605128 h 3696037"/>
              <a:gd name="connsiteX5" fmla="*/ 1177700 w 2189200"/>
              <a:gd name="connsiteY5" fmla="*/ 811890 h 3696037"/>
              <a:gd name="connsiteX0" fmla="*/ 1177700 w 2189200"/>
              <a:gd name="connsiteY0" fmla="*/ 743015 h 3627162"/>
              <a:gd name="connsiteX1" fmla="*/ 2105842 w 2189200"/>
              <a:gd name="connsiteY1" fmla="*/ 118362 h 3627162"/>
              <a:gd name="connsiteX2" fmla="*/ 1570986 w 2189200"/>
              <a:gd name="connsiteY2" fmla="*/ 2042557 h 3627162"/>
              <a:gd name="connsiteX3" fmla="*/ 1967759 w 2189200"/>
              <a:gd name="connsiteY3" fmla="*/ 3513812 h 3627162"/>
              <a:gd name="connsiteX4" fmla="*/ 22035 w 2189200"/>
              <a:gd name="connsiteY4" fmla="*/ 2536253 h 3627162"/>
              <a:gd name="connsiteX5" fmla="*/ 1177700 w 2189200"/>
              <a:gd name="connsiteY5" fmla="*/ 743015 h 3627162"/>
              <a:gd name="connsiteX0" fmla="*/ 1177700 w 2189200"/>
              <a:gd name="connsiteY0" fmla="*/ 695554 h 3579701"/>
              <a:gd name="connsiteX1" fmla="*/ 2105842 w 2189200"/>
              <a:gd name="connsiteY1" fmla="*/ 70901 h 3579701"/>
              <a:gd name="connsiteX2" fmla="*/ 1570986 w 2189200"/>
              <a:gd name="connsiteY2" fmla="*/ 1995096 h 3579701"/>
              <a:gd name="connsiteX3" fmla="*/ 1967759 w 2189200"/>
              <a:gd name="connsiteY3" fmla="*/ 3466351 h 3579701"/>
              <a:gd name="connsiteX4" fmla="*/ 22035 w 2189200"/>
              <a:gd name="connsiteY4" fmla="*/ 2488792 h 3579701"/>
              <a:gd name="connsiteX5" fmla="*/ 1177700 w 2189200"/>
              <a:gd name="connsiteY5" fmla="*/ 695554 h 3579701"/>
              <a:gd name="connsiteX0" fmla="*/ 1180449 w 2191949"/>
              <a:gd name="connsiteY0" fmla="*/ 695554 h 3579701"/>
              <a:gd name="connsiteX1" fmla="*/ 2108591 w 2191949"/>
              <a:gd name="connsiteY1" fmla="*/ 70901 h 3579701"/>
              <a:gd name="connsiteX2" fmla="*/ 1573735 w 2191949"/>
              <a:gd name="connsiteY2" fmla="*/ 1995096 h 3579701"/>
              <a:gd name="connsiteX3" fmla="*/ 1970508 w 2191949"/>
              <a:gd name="connsiteY3" fmla="*/ 3466351 h 3579701"/>
              <a:gd name="connsiteX4" fmla="*/ 24784 w 2191949"/>
              <a:gd name="connsiteY4" fmla="*/ 2488792 h 3579701"/>
              <a:gd name="connsiteX5" fmla="*/ 1180449 w 2191949"/>
              <a:gd name="connsiteY5" fmla="*/ 695554 h 3579701"/>
              <a:gd name="connsiteX0" fmla="*/ 1180449 w 2191949"/>
              <a:gd name="connsiteY0" fmla="*/ 688306 h 3572453"/>
              <a:gd name="connsiteX1" fmla="*/ 2108591 w 2191949"/>
              <a:gd name="connsiteY1" fmla="*/ 63653 h 3572453"/>
              <a:gd name="connsiteX2" fmla="*/ 1573735 w 2191949"/>
              <a:gd name="connsiteY2" fmla="*/ 1987848 h 3572453"/>
              <a:gd name="connsiteX3" fmla="*/ 1970508 w 2191949"/>
              <a:gd name="connsiteY3" fmla="*/ 3459103 h 3572453"/>
              <a:gd name="connsiteX4" fmla="*/ 24784 w 2191949"/>
              <a:gd name="connsiteY4" fmla="*/ 2481544 h 3572453"/>
              <a:gd name="connsiteX5" fmla="*/ 1180449 w 2191949"/>
              <a:gd name="connsiteY5" fmla="*/ 688306 h 3572453"/>
              <a:gd name="connsiteX0" fmla="*/ 1180449 w 2191949"/>
              <a:gd name="connsiteY0" fmla="*/ 683650 h 3567797"/>
              <a:gd name="connsiteX1" fmla="*/ 2108591 w 2191949"/>
              <a:gd name="connsiteY1" fmla="*/ 58997 h 3567797"/>
              <a:gd name="connsiteX2" fmla="*/ 1573735 w 2191949"/>
              <a:gd name="connsiteY2" fmla="*/ 1983192 h 3567797"/>
              <a:gd name="connsiteX3" fmla="*/ 1970508 w 2191949"/>
              <a:gd name="connsiteY3" fmla="*/ 3454447 h 3567797"/>
              <a:gd name="connsiteX4" fmla="*/ 24784 w 2191949"/>
              <a:gd name="connsiteY4" fmla="*/ 2476888 h 3567797"/>
              <a:gd name="connsiteX5" fmla="*/ 1180449 w 2191949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3164"/>
              <a:gd name="connsiteY0" fmla="*/ 683650 h 3567797"/>
              <a:gd name="connsiteX1" fmla="*/ 2108591 w 2193164"/>
              <a:gd name="connsiteY1" fmla="*/ 58997 h 3567797"/>
              <a:gd name="connsiteX2" fmla="*/ 1573735 w 2193164"/>
              <a:gd name="connsiteY2" fmla="*/ 1983192 h 3567797"/>
              <a:gd name="connsiteX3" fmla="*/ 1970508 w 2193164"/>
              <a:gd name="connsiteY3" fmla="*/ 3454447 h 3567797"/>
              <a:gd name="connsiteX4" fmla="*/ 24784 w 2193164"/>
              <a:gd name="connsiteY4" fmla="*/ 2476888 h 3567797"/>
              <a:gd name="connsiteX5" fmla="*/ 1180449 w 2193164"/>
              <a:gd name="connsiteY5" fmla="*/ 683650 h 3567797"/>
              <a:gd name="connsiteX0" fmla="*/ 1180310 w 2193025"/>
              <a:gd name="connsiteY0" fmla="*/ 683650 h 3567797"/>
              <a:gd name="connsiteX1" fmla="*/ 2108452 w 2193025"/>
              <a:gd name="connsiteY1" fmla="*/ 58997 h 3567797"/>
              <a:gd name="connsiteX2" fmla="*/ 1573596 w 2193025"/>
              <a:gd name="connsiteY2" fmla="*/ 1983192 h 3567797"/>
              <a:gd name="connsiteX3" fmla="*/ 1970369 w 2193025"/>
              <a:gd name="connsiteY3" fmla="*/ 3454447 h 3567797"/>
              <a:gd name="connsiteX4" fmla="*/ 24645 w 2193025"/>
              <a:gd name="connsiteY4" fmla="*/ 2476888 h 3567797"/>
              <a:gd name="connsiteX5" fmla="*/ 1180310 w 2193025"/>
              <a:gd name="connsiteY5" fmla="*/ 683650 h 3567797"/>
              <a:gd name="connsiteX0" fmla="*/ 1180310 w 2193025"/>
              <a:gd name="connsiteY0" fmla="*/ 693860 h 3578007"/>
              <a:gd name="connsiteX1" fmla="*/ 2108452 w 2193025"/>
              <a:gd name="connsiteY1" fmla="*/ 69207 h 3578007"/>
              <a:gd name="connsiteX2" fmla="*/ 1573596 w 2193025"/>
              <a:gd name="connsiteY2" fmla="*/ 1993402 h 3578007"/>
              <a:gd name="connsiteX3" fmla="*/ 1970369 w 2193025"/>
              <a:gd name="connsiteY3" fmla="*/ 3464657 h 3578007"/>
              <a:gd name="connsiteX4" fmla="*/ 24645 w 2193025"/>
              <a:gd name="connsiteY4" fmla="*/ 2487098 h 3578007"/>
              <a:gd name="connsiteX5" fmla="*/ 1180310 w 2193025"/>
              <a:gd name="connsiteY5" fmla="*/ 693860 h 3578007"/>
              <a:gd name="connsiteX0" fmla="*/ 1180310 w 2193025"/>
              <a:gd name="connsiteY0" fmla="*/ 693860 h 3581308"/>
              <a:gd name="connsiteX1" fmla="*/ 2108452 w 2193025"/>
              <a:gd name="connsiteY1" fmla="*/ 69207 h 3581308"/>
              <a:gd name="connsiteX2" fmla="*/ 1573596 w 2193025"/>
              <a:gd name="connsiteY2" fmla="*/ 1993402 h 3581308"/>
              <a:gd name="connsiteX3" fmla="*/ 1970369 w 2193025"/>
              <a:gd name="connsiteY3" fmla="*/ 3464657 h 3581308"/>
              <a:gd name="connsiteX4" fmla="*/ 24645 w 2193025"/>
              <a:gd name="connsiteY4" fmla="*/ 2487098 h 3581308"/>
              <a:gd name="connsiteX5" fmla="*/ 1180310 w 2193025"/>
              <a:gd name="connsiteY5" fmla="*/ 693860 h 3581308"/>
              <a:gd name="connsiteX0" fmla="*/ 1180701 w 2193416"/>
              <a:gd name="connsiteY0" fmla="*/ 693860 h 3581308"/>
              <a:gd name="connsiteX1" fmla="*/ 2108843 w 2193416"/>
              <a:gd name="connsiteY1" fmla="*/ 69207 h 3581308"/>
              <a:gd name="connsiteX2" fmla="*/ 1573987 w 2193416"/>
              <a:gd name="connsiteY2" fmla="*/ 1993402 h 3581308"/>
              <a:gd name="connsiteX3" fmla="*/ 1970760 w 2193416"/>
              <a:gd name="connsiteY3" fmla="*/ 3464657 h 3581308"/>
              <a:gd name="connsiteX4" fmla="*/ 25036 w 2193416"/>
              <a:gd name="connsiteY4" fmla="*/ 2487098 h 3581308"/>
              <a:gd name="connsiteX5" fmla="*/ 1180701 w 2193416"/>
              <a:gd name="connsiteY5" fmla="*/ 693860 h 3581308"/>
              <a:gd name="connsiteX0" fmla="*/ 928190 w 2150347"/>
              <a:gd name="connsiteY0" fmla="*/ 1084474 h 3508207"/>
              <a:gd name="connsiteX1" fmla="*/ 2108497 w 2150347"/>
              <a:gd name="connsiteY1" fmla="*/ 17094 h 3508207"/>
              <a:gd name="connsiteX2" fmla="*/ 1573641 w 2150347"/>
              <a:gd name="connsiteY2" fmla="*/ 1941289 h 3508207"/>
              <a:gd name="connsiteX3" fmla="*/ 1970414 w 2150347"/>
              <a:gd name="connsiteY3" fmla="*/ 3412544 h 3508207"/>
              <a:gd name="connsiteX4" fmla="*/ 24690 w 2150347"/>
              <a:gd name="connsiteY4" fmla="*/ 2434985 h 3508207"/>
              <a:gd name="connsiteX5" fmla="*/ 928190 w 2150347"/>
              <a:gd name="connsiteY5" fmla="*/ 1084474 h 3508207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4105 w 2214185"/>
              <a:gd name="connsiteY0" fmla="*/ 720680 h 3624865"/>
              <a:gd name="connsiteX1" fmla="*/ 1990259 w 2214185"/>
              <a:gd name="connsiteY1" fmla="*/ 56886 h 3624865"/>
              <a:gd name="connsiteX2" fmla="*/ 1628516 w 2214185"/>
              <a:gd name="connsiteY2" fmla="*/ 2052315 h 3624865"/>
              <a:gd name="connsiteX3" fmla="*/ 2025289 w 2214185"/>
              <a:gd name="connsiteY3" fmla="*/ 3523570 h 3624865"/>
              <a:gd name="connsiteX4" fmla="*/ 79565 w 2214185"/>
              <a:gd name="connsiteY4" fmla="*/ 2546011 h 3624865"/>
              <a:gd name="connsiteX5" fmla="*/ 534105 w 2214185"/>
              <a:gd name="connsiteY5" fmla="*/ 720680 h 3624865"/>
              <a:gd name="connsiteX0" fmla="*/ 534105 w 2214185"/>
              <a:gd name="connsiteY0" fmla="*/ 702134 h 3606319"/>
              <a:gd name="connsiteX1" fmla="*/ 1990259 w 2214185"/>
              <a:gd name="connsiteY1" fmla="*/ 38340 h 3606319"/>
              <a:gd name="connsiteX2" fmla="*/ 1628516 w 2214185"/>
              <a:gd name="connsiteY2" fmla="*/ 2033769 h 3606319"/>
              <a:gd name="connsiteX3" fmla="*/ 2025289 w 2214185"/>
              <a:gd name="connsiteY3" fmla="*/ 3505024 h 3606319"/>
              <a:gd name="connsiteX4" fmla="*/ 79565 w 2214185"/>
              <a:gd name="connsiteY4" fmla="*/ 2527465 h 3606319"/>
              <a:gd name="connsiteX5" fmla="*/ 534105 w 2214185"/>
              <a:gd name="connsiteY5" fmla="*/ 702134 h 3606319"/>
              <a:gd name="connsiteX0" fmla="*/ 591383 w 2201636"/>
              <a:gd name="connsiteY0" fmla="*/ 804752 h 3611345"/>
              <a:gd name="connsiteX1" fmla="*/ 1977710 w 2201636"/>
              <a:gd name="connsiteY1" fmla="*/ 44556 h 3611345"/>
              <a:gd name="connsiteX2" fmla="*/ 1615967 w 2201636"/>
              <a:gd name="connsiteY2" fmla="*/ 2039985 h 3611345"/>
              <a:gd name="connsiteX3" fmla="*/ 2012740 w 2201636"/>
              <a:gd name="connsiteY3" fmla="*/ 3511240 h 3611345"/>
              <a:gd name="connsiteX4" fmla="*/ 67016 w 2201636"/>
              <a:gd name="connsiteY4" fmla="*/ 2533681 h 3611345"/>
              <a:gd name="connsiteX5" fmla="*/ 591383 w 2201636"/>
              <a:gd name="connsiteY5" fmla="*/ 804752 h 3611345"/>
              <a:gd name="connsiteX0" fmla="*/ 621567 w 2231820"/>
              <a:gd name="connsiteY0" fmla="*/ 847596 h 3654189"/>
              <a:gd name="connsiteX1" fmla="*/ 2007894 w 2231820"/>
              <a:gd name="connsiteY1" fmla="*/ 87400 h 3654189"/>
              <a:gd name="connsiteX2" fmla="*/ 1646151 w 2231820"/>
              <a:gd name="connsiteY2" fmla="*/ 2082829 h 3654189"/>
              <a:gd name="connsiteX3" fmla="*/ 2042924 w 2231820"/>
              <a:gd name="connsiteY3" fmla="*/ 3554084 h 3654189"/>
              <a:gd name="connsiteX4" fmla="*/ 97200 w 2231820"/>
              <a:gd name="connsiteY4" fmla="*/ 2576525 h 3654189"/>
              <a:gd name="connsiteX5" fmla="*/ 621567 w 2231820"/>
              <a:gd name="connsiteY5" fmla="*/ 847596 h 36541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31820" h="3654189">
                <a:moveTo>
                  <a:pt x="621567" y="847596"/>
                </a:moveTo>
                <a:cubicBezTo>
                  <a:pt x="1178629" y="2845"/>
                  <a:pt x="1837130" y="-118472"/>
                  <a:pt x="2007894" y="87400"/>
                </a:cubicBezTo>
                <a:cubicBezTo>
                  <a:pt x="2178658" y="293272"/>
                  <a:pt x="1640313" y="1505048"/>
                  <a:pt x="1646151" y="2082829"/>
                </a:cubicBezTo>
                <a:cubicBezTo>
                  <a:pt x="1651989" y="2660610"/>
                  <a:pt x="2633224" y="3039235"/>
                  <a:pt x="2042924" y="3554084"/>
                </a:cubicBezTo>
                <a:cubicBezTo>
                  <a:pt x="1576966" y="3960484"/>
                  <a:pt x="334093" y="3027606"/>
                  <a:pt x="97200" y="2576525"/>
                </a:cubicBezTo>
                <a:cubicBezTo>
                  <a:pt x="-139693" y="2125444"/>
                  <a:pt x="64505" y="1692347"/>
                  <a:pt x="621567" y="847596"/>
                </a:cubicBezTo>
                <a:close/>
              </a:path>
            </a:pathLst>
          </a:custGeom>
          <a:solidFill>
            <a:srgbClr val="E7E7E7">
              <a:alpha val="52941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BAAE065-A309-1F47-9138-75E78CD01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 cap="all" spc="600" baseline="0">
                <a:solidFill>
                  <a:srgbClr val="647A84"/>
                </a:solidFill>
                <a:latin typeface="TheSans Plain" pitchFamily="2" charset="0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9C6FF71-801A-FC4F-950C-4E2FF76A05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rgbClr val="3EB19B"/>
              </a:buClr>
              <a:defRPr>
                <a:solidFill>
                  <a:srgbClr val="647A84"/>
                </a:solidFill>
                <a:latin typeface="TheSans Plain" pitchFamily="2" charset="0"/>
              </a:defRPr>
            </a:lvl1pPr>
            <a:lvl2pPr>
              <a:buClr>
                <a:srgbClr val="3EB19B"/>
              </a:buClr>
              <a:defRPr>
                <a:solidFill>
                  <a:srgbClr val="647A84"/>
                </a:solidFill>
                <a:latin typeface="TheSans Plain" pitchFamily="2" charset="0"/>
              </a:defRPr>
            </a:lvl2pPr>
            <a:lvl3pPr>
              <a:buClr>
                <a:srgbClr val="3EB19B"/>
              </a:buClr>
              <a:defRPr>
                <a:solidFill>
                  <a:srgbClr val="647A84"/>
                </a:solidFill>
                <a:latin typeface="TheSans Plain" pitchFamily="2" charset="0"/>
              </a:defRPr>
            </a:lvl3pPr>
            <a:lvl4pPr>
              <a:buClr>
                <a:srgbClr val="3EB19B"/>
              </a:buClr>
              <a:defRPr>
                <a:solidFill>
                  <a:srgbClr val="647A84"/>
                </a:solidFill>
                <a:latin typeface="TheSans Plain" pitchFamily="2" charset="0"/>
              </a:defRPr>
            </a:lvl4pPr>
            <a:lvl5pPr>
              <a:buClr>
                <a:srgbClr val="3EB19B"/>
              </a:buClr>
              <a:defRPr>
                <a:solidFill>
                  <a:srgbClr val="647A84"/>
                </a:solidFill>
                <a:latin typeface="TheSans Plain" pitchFamily="2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82311A-FB2F-DA48-8C46-A29BBA46B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137DF-46F0-194D-B8E6-89251B633EEA}" type="slidenum">
              <a:rPr lang="de-DE" smtClean="0"/>
              <a:t>‹Nr.›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32BA182-0060-D786-CA61-63531BC4A4B8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de-DE"/>
              <a:t>Lukas Peter Sumann, Maximilian Wolf Leopold Lindner</a:t>
            </a:r>
          </a:p>
        </p:txBody>
      </p:sp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3CDB8B56-F8ED-E75D-94F8-D19D63A10C6B}"/>
              </a:ext>
            </a:extLst>
          </p:cNvPr>
          <p:cNvGrpSpPr/>
          <p:nvPr userDrawn="1"/>
        </p:nvGrpSpPr>
        <p:grpSpPr>
          <a:xfrm>
            <a:off x="8372798" y="5651780"/>
            <a:ext cx="5498261" cy="2530969"/>
            <a:chOff x="6265416" y="5268016"/>
            <a:chExt cx="7318186" cy="3368719"/>
          </a:xfrm>
        </p:grpSpPr>
        <p:sp>
          <p:nvSpPr>
            <p:cNvPr id="8" name="Freihandform 7">
              <a:extLst>
                <a:ext uri="{FF2B5EF4-FFF2-40B4-BE49-F238E27FC236}">
                  <a16:creationId xmlns:a16="http://schemas.microsoft.com/office/drawing/2014/main" id="{869FC48E-DBA1-2BDA-E17F-5C3F6FDE5395}"/>
                </a:ext>
              </a:extLst>
            </p:cNvPr>
            <p:cNvSpPr/>
            <p:nvPr/>
          </p:nvSpPr>
          <p:spPr>
            <a:xfrm rot="19708695">
              <a:off x="6265416" y="5268016"/>
              <a:ext cx="6636396" cy="3214340"/>
            </a:xfrm>
            <a:custGeom>
              <a:avLst/>
              <a:gdLst>
                <a:gd name="connsiteX0" fmla="*/ 346842 w 3373821"/>
                <a:gd name="connsiteY0" fmla="*/ 283779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346842 w 3373821"/>
                <a:gd name="connsiteY5" fmla="*/ 283779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882870 h 3310759"/>
                <a:gd name="connsiteX1" fmla="*/ 3090042 w 3373821"/>
                <a:gd name="connsiteY1" fmla="*/ 0 h 3310759"/>
                <a:gd name="connsiteX2" fmla="*/ 3373821 w 3373821"/>
                <a:gd name="connsiteY2" fmla="*/ 1849821 h 3310759"/>
                <a:gd name="connsiteX3" fmla="*/ 1902373 w 3373821"/>
                <a:gd name="connsiteY3" fmla="*/ 3310759 h 3310759"/>
                <a:gd name="connsiteX4" fmla="*/ 0 w 3373821"/>
                <a:gd name="connsiteY4" fmla="*/ 2511973 h 3310759"/>
                <a:gd name="connsiteX5" fmla="*/ 777766 w 3373821"/>
                <a:gd name="connsiteY5" fmla="*/ 882870 h 3310759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35451 h 3463340"/>
                <a:gd name="connsiteX1" fmla="*/ 3090042 w 3373821"/>
                <a:gd name="connsiteY1" fmla="*/ 152581 h 3463340"/>
                <a:gd name="connsiteX2" fmla="*/ 3373821 w 3373821"/>
                <a:gd name="connsiteY2" fmla="*/ 2002402 h 3463340"/>
                <a:gd name="connsiteX3" fmla="*/ 1902373 w 3373821"/>
                <a:gd name="connsiteY3" fmla="*/ 3463340 h 3463340"/>
                <a:gd name="connsiteX4" fmla="*/ 0 w 3373821"/>
                <a:gd name="connsiteY4" fmla="*/ 2664554 h 3463340"/>
                <a:gd name="connsiteX5" fmla="*/ 777766 w 3373821"/>
                <a:gd name="connsiteY5" fmla="*/ 1035451 h 3463340"/>
                <a:gd name="connsiteX0" fmla="*/ 777766 w 3468415"/>
                <a:gd name="connsiteY0" fmla="*/ 1035451 h 3463340"/>
                <a:gd name="connsiteX1" fmla="*/ 3090042 w 3468415"/>
                <a:gd name="connsiteY1" fmla="*/ 152581 h 3463340"/>
                <a:gd name="connsiteX2" fmla="*/ 3468415 w 3468415"/>
                <a:gd name="connsiteY2" fmla="*/ 2202098 h 3463340"/>
                <a:gd name="connsiteX3" fmla="*/ 1902373 w 3468415"/>
                <a:gd name="connsiteY3" fmla="*/ 3463340 h 3463340"/>
                <a:gd name="connsiteX4" fmla="*/ 0 w 3468415"/>
                <a:gd name="connsiteY4" fmla="*/ 2664554 h 3463340"/>
                <a:gd name="connsiteX5" fmla="*/ 777766 w 3468415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3748"/>
                <a:gd name="connsiteX1" fmla="*/ 3090042 w 3520921"/>
                <a:gd name="connsiteY1" fmla="*/ 152581 h 3463748"/>
                <a:gd name="connsiteX2" fmla="*/ 3468415 w 3520921"/>
                <a:gd name="connsiteY2" fmla="*/ 2202098 h 3463748"/>
                <a:gd name="connsiteX3" fmla="*/ 1902373 w 3520921"/>
                <a:gd name="connsiteY3" fmla="*/ 3463340 h 3463748"/>
                <a:gd name="connsiteX4" fmla="*/ 0 w 3520921"/>
                <a:gd name="connsiteY4" fmla="*/ 2664554 h 3463748"/>
                <a:gd name="connsiteX5" fmla="*/ 777766 w 3520921"/>
                <a:gd name="connsiteY5" fmla="*/ 1035451 h 3463748"/>
                <a:gd name="connsiteX0" fmla="*/ 815379 w 3558534"/>
                <a:gd name="connsiteY0" fmla="*/ 1035451 h 3463748"/>
                <a:gd name="connsiteX1" fmla="*/ 3127655 w 3558534"/>
                <a:gd name="connsiteY1" fmla="*/ 152581 h 3463748"/>
                <a:gd name="connsiteX2" fmla="*/ 3506028 w 3558534"/>
                <a:gd name="connsiteY2" fmla="*/ 2202098 h 3463748"/>
                <a:gd name="connsiteX3" fmla="*/ 1939986 w 3558534"/>
                <a:gd name="connsiteY3" fmla="*/ 3463340 h 3463748"/>
                <a:gd name="connsiteX4" fmla="*/ 37613 w 3558534"/>
                <a:gd name="connsiteY4" fmla="*/ 2664554 h 3463748"/>
                <a:gd name="connsiteX5" fmla="*/ 815379 w 3558534"/>
                <a:gd name="connsiteY5" fmla="*/ 1035451 h 3463748"/>
                <a:gd name="connsiteX0" fmla="*/ 815379 w 3558534"/>
                <a:gd name="connsiteY0" fmla="*/ 1035451 h 3464371"/>
                <a:gd name="connsiteX1" fmla="*/ 3127655 w 3558534"/>
                <a:gd name="connsiteY1" fmla="*/ 152581 h 3464371"/>
                <a:gd name="connsiteX2" fmla="*/ 3506028 w 3558534"/>
                <a:gd name="connsiteY2" fmla="*/ 2202098 h 3464371"/>
                <a:gd name="connsiteX3" fmla="*/ 1939986 w 3558534"/>
                <a:gd name="connsiteY3" fmla="*/ 3463340 h 3464371"/>
                <a:gd name="connsiteX4" fmla="*/ 37613 w 3558534"/>
                <a:gd name="connsiteY4" fmla="*/ 2664554 h 3464371"/>
                <a:gd name="connsiteX5" fmla="*/ 815379 w 3558534"/>
                <a:gd name="connsiteY5" fmla="*/ 1035451 h 3464371"/>
                <a:gd name="connsiteX0" fmla="*/ 815379 w 3150376"/>
                <a:gd name="connsiteY0" fmla="*/ 1035451 h 3464371"/>
                <a:gd name="connsiteX1" fmla="*/ 3127655 w 3150376"/>
                <a:gd name="connsiteY1" fmla="*/ 152581 h 3464371"/>
                <a:gd name="connsiteX2" fmla="*/ 1961008 w 3150376"/>
                <a:gd name="connsiteY2" fmla="*/ 1655560 h 3464371"/>
                <a:gd name="connsiteX3" fmla="*/ 1939986 w 3150376"/>
                <a:gd name="connsiteY3" fmla="*/ 3463340 h 3464371"/>
                <a:gd name="connsiteX4" fmla="*/ 37613 w 3150376"/>
                <a:gd name="connsiteY4" fmla="*/ 2664554 h 3464371"/>
                <a:gd name="connsiteX5" fmla="*/ 815379 w 3150376"/>
                <a:gd name="connsiteY5" fmla="*/ 1035451 h 3464371"/>
                <a:gd name="connsiteX0" fmla="*/ 815379 w 3162532"/>
                <a:gd name="connsiteY0" fmla="*/ 1035451 h 3464371"/>
                <a:gd name="connsiteX1" fmla="*/ 3127655 w 3162532"/>
                <a:gd name="connsiteY1" fmla="*/ 152581 h 3464371"/>
                <a:gd name="connsiteX2" fmla="*/ 2423463 w 3162532"/>
                <a:gd name="connsiteY2" fmla="*/ 1645049 h 3464371"/>
                <a:gd name="connsiteX3" fmla="*/ 1939986 w 3162532"/>
                <a:gd name="connsiteY3" fmla="*/ 3463340 h 3464371"/>
                <a:gd name="connsiteX4" fmla="*/ 37613 w 3162532"/>
                <a:gd name="connsiteY4" fmla="*/ 2664554 h 3464371"/>
                <a:gd name="connsiteX5" fmla="*/ 815379 w 3162532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606310"/>
                <a:gd name="connsiteX1" fmla="*/ 3127655 w 3171514"/>
                <a:gd name="connsiteY1" fmla="*/ 152581 h 3606310"/>
                <a:gd name="connsiteX2" fmla="*/ 2423463 w 3171514"/>
                <a:gd name="connsiteY2" fmla="*/ 1645049 h 3606310"/>
                <a:gd name="connsiteX3" fmla="*/ 2307848 w 3171514"/>
                <a:gd name="connsiteY3" fmla="*/ 3473850 h 3606310"/>
                <a:gd name="connsiteX4" fmla="*/ 37613 w 3171514"/>
                <a:gd name="connsiteY4" fmla="*/ 2664554 h 3606310"/>
                <a:gd name="connsiteX5" fmla="*/ 815379 w 3171514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64502"/>
                <a:gd name="connsiteY0" fmla="*/ 1035451 h 3606310"/>
                <a:gd name="connsiteX1" fmla="*/ 3127655 w 3164502"/>
                <a:gd name="connsiteY1" fmla="*/ 152581 h 3606310"/>
                <a:gd name="connsiteX2" fmla="*/ 2560098 w 3164502"/>
                <a:gd name="connsiteY2" fmla="*/ 1666070 h 3606310"/>
                <a:gd name="connsiteX3" fmla="*/ 2307848 w 3164502"/>
                <a:gd name="connsiteY3" fmla="*/ 3473850 h 3606310"/>
                <a:gd name="connsiteX4" fmla="*/ 37613 w 3164502"/>
                <a:gd name="connsiteY4" fmla="*/ 2664554 h 3606310"/>
                <a:gd name="connsiteX5" fmla="*/ 815379 w 3164502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29312 w 3176710"/>
                <a:gd name="connsiteY0" fmla="*/ 1035451 h 3606310"/>
                <a:gd name="connsiteX1" fmla="*/ 3141588 w 3176710"/>
                <a:gd name="connsiteY1" fmla="*/ 152581 h 3606310"/>
                <a:gd name="connsiteX2" fmla="*/ 2574031 w 3176710"/>
                <a:gd name="connsiteY2" fmla="*/ 1666070 h 3606310"/>
                <a:gd name="connsiteX3" fmla="*/ 2321781 w 3176710"/>
                <a:gd name="connsiteY3" fmla="*/ 3473850 h 3606310"/>
                <a:gd name="connsiteX4" fmla="*/ 51546 w 3176710"/>
                <a:gd name="connsiteY4" fmla="*/ 2664554 h 3606310"/>
                <a:gd name="connsiteX5" fmla="*/ 829312 w 3176710"/>
                <a:gd name="connsiteY5" fmla="*/ 1035451 h 3606310"/>
                <a:gd name="connsiteX0" fmla="*/ 829312 w 3177410"/>
                <a:gd name="connsiteY0" fmla="*/ 1035451 h 3606310"/>
                <a:gd name="connsiteX1" fmla="*/ 3141588 w 3177410"/>
                <a:gd name="connsiteY1" fmla="*/ 152581 h 3606310"/>
                <a:gd name="connsiteX2" fmla="*/ 2574031 w 3177410"/>
                <a:gd name="connsiteY2" fmla="*/ 1666070 h 3606310"/>
                <a:gd name="connsiteX3" fmla="*/ 2321781 w 3177410"/>
                <a:gd name="connsiteY3" fmla="*/ 3473850 h 3606310"/>
                <a:gd name="connsiteX4" fmla="*/ 51546 w 3177410"/>
                <a:gd name="connsiteY4" fmla="*/ 2664554 h 3606310"/>
                <a:gd name="connsiteX5" fmla="*/ 829312 w 3177410"/>
                <a:gd name="connsiteY5" fmla="*/ 1035451 h 3606310"/>
                <a:gd name="connsiteX0" fmla="*/ 829312 w 3177410"/>
                <a:gd name="connsiteY0" fmla="*/ 1013703 h 3584562"/>
                <a:gd name="connsiteX1" fmla="*/ 3141588 w 3177410"/>
                <a:gd name="connsiteY1" fmla="*/ 130833 h 3584562"/>
                <a:gd name="connsiteX2" fmla="*/ 2574031 w 3177410"/>
                <a:gd name="connsiteY2" fmla="*/ 1644322 h 3584562"/>
                <a:gd name="connsiteX3" fmla="*/ 2321781 w 3177410"/>
                <a:gd name="connsiteY3" fmla="*/ 3452102 h 3584562"/>
                <a:gd name="connsiteX4" fmla="*/ 51546 w 3177410"/>
                <a:gd name="connsiteY4" fmla="*/ 2642806 h 3584562"/>
                <a:gd name="connsiteX5" fmla="*/ 829312 w 3177410"/>
                <a:gd name="connsiteY5" fmla="*/ 1013703 h 3584562"/>
                <a:gd name="connsiteX0" fmla="*/ 829578 w 3177676"/>
                <a:gd name="connsiteY0" fmla="*/ 1013703 h 3584562"/>
                <a:gd name="connsiteX1" fmla="*/ 3141854 w 3177676"/>
                <a:gd name="connsiteY1" fmla="*/ 130833 h 3584562"/>
                <a:gd name="connsiteX2" fmla="*/ 2574297 w 3177676"/>
                <a:gd name="connsiteY2" fmla="*/ 1644322 h 3584562"/>
                <a:gd name="connsiteX3" fmla="*/ 2322047 w 3177676"/>
                <a:gd name="connsiteY3" fmla="*/ 3452102 h 3584562"/>
                <a:gd name="connsiteX4" fmla="*/ 51812 w 3177676"/>
                <a:gd name="connsiteY4" fmla="*/ 2642806 h 3584562"/>
                <a:gd name="connsiteX5" fmla="*/ 829578 w 3177676"/>
                <a:gd name="connsiteY5" fmla="*/ 1013703 h 3584562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11178 w 2672400"/>
                <a:gd name="connsiteY0" fmla="*/ 7864 h 2583061"/>
                <a:gd name="connsiteX1" fmla="*/ 1318755 w 2672400"/>
                <a:gd name="connsiteY1" fmla="*/ 1092175 h 2583061"/>
                <a:gd name="connsiteX2" fmla="*/ 2555897 w 2672400"/>
                <a:gd name="connsiteY2" fmla="*/ 638483 h 2583061"/>
                <a:gd name="connsiteX3" fmla="*/ 2303647 w 2672400"/>
                <a:gd name="connsiteY3" fmla="*/ 2446263 h 2583061"/>
                <a:gd name="connsiteX4" fmla="*/ 33412 w 2672400"/>
                <a:gd name="connsiteY4" fmla="*/ 1636967 h 2583061"/>
                <a:gd name="connsiteX5" fmla="*/ 811178 w 2672400"/>
                <a:gd name="connsiteY5" fmla="*/ 7864 h 2583061"/>
                <a:gd name="connsiteX0" fmla="*/ 811178 w 3223026"/>
                <a:gd name="connsiteY0" fmla="*/ 5596 h 2477281"/>
                <a:gd name="connsiteX1" fmla="*/ 1318755 w 3223026"/>
                <a:gd name="connsiteY1" fmla="*/ 1089907 h 2477281"/>
                <a:gd name="connsiteX2" fmla="*/ 3192488 w 3223026"/>
                <a:gd name="connsiteY2" fmla="*/ 802600 h 2477281"/>
                <a:gd name="connsiteX3" fmla="*/ 2303647 w 3223026"/>
                <a:gd name="connsiteY3" fmla="*/ 2443995 h 2477281"/>
                <a:gd name="connsiteX4" fmla="*/ 33412 w 3223026"/>
                <a:gd name="connsiteY4" fmla="*/ 1634699 h 2477281"/>
                <a:gd name="connsiteX5" fmla="*/ 811178 w 3223026"/>
                <a:gd name="connsiteY5" fmla="*/ 5596 h 2477281"/>
                <a:gd name="connsiteX0" fmla="*/ 846588 w 3330250"/>
                <a:gd name="connsiteY0" fmla="*/ 5596 h 2432711"/>
                <a:gd name="connsiteX1" fmla="*/ 1354165 w 3330250"/>
                <a:gd name="connsiteY1" fmla="*/ 1089907 h 2432711"/>
                <a:gd name="connsiteX2" fmla="*/ 3227898 w 3330250"/>
                <a:gd name="connsiteY2" fmla="*/ 802600 h 2432711"/>
                <a:gd name="connsiteX3" fmla="*/ 2761796 w 3330250"/>
                <a:gd name="connsiteY3" fmla="*/ 2409553 h 2432711"/>
                <a:gd name="connsiteX4" fmla="*/ 68822 w 3330250"/>
                <a:gd name="connsiteY4" fmla="*/ 1634699 h 2432711"/>
                <a:gd name="connsiteX5" fmla="*/ 846588 w 3330250"/>
                <a:gd name="connsiteY5" fmla="*/ 5596 h 2432711"/>
                <a:gd name="connsiteX0" fmla="*/ 846588 w 3514825"/>
                <a:gd name="connsiteY0" fmla="*/ 5596 h 2432711"/>
                <a:gd name="connsiteX1" fmla="*/ 1354165 w 3514825"/>
                <a:gd name="connsiteY1" fmla="*/ 1089907 h 2432711"/>
                <a:gd name="connsiteX2" fmla="*/ 3227898 w 3514825"/>
                <a:gd name="connsiteY2" fmla="*/ 802600 h 2432711"/>
                <a:gd name="connsiteX3" fmla="*/ 2761796 w 3514825"/>
                <a:gd name="connsiteY3" fmla="*/ 2409553 h 2432711"/>
                <a:gd name="connsiteX4" fmla="*/ 68822 w 3514825"/>
                <a:gd name="connsiteY4" fmla="*/ 1634699 h 2432711"/>
                <a:gd name="connsiteX5" fmla="*/ 846588 w 3514825"/>
                <a:gd name="connsiteY5" fmla="*/ 5596 h 2432711"/>
                <a:gd name="connsiteX0" fmla="*/ 875402 w 3543639"/>
                <a:gd name="connsiteY0" fmla="*/ 2708 h 2429823"/>
                <a:gd name="connsiteX1" fmla="*/ 1382979 w 3543639"/>
                <a:gd name="connsiteY1" fmla="*/ 1087019 h 2429823"/>
                <a:gd name="connsiteX2" fmla="*/ 3256712 w 3543639"/>
                <a:gd name="connsiteY2" fmla="*/ 799712 h 2429823"/>
                <a:gd name="connsiteX3" fmla="*/ 2790610 w 3543639"/>
                <a:gd name="connsiteY3" fmla="*/ 2406665 h 2429823"/>
                <a:gd name="connsiteX4" fmla="*/ 97636 w 3543639"/>
                <a:gd name="connsiteY4" fmla="*/ 1631811 h 2429823"/>
                <a:gd name="connsiteX5" fmla="*/ 875402 w 3543639"/>
                <a:gd name="connsiteY5" fmla="*/ 2708 h 2429823"/>
                <a:gd name="connsiteX0" fmla="*/ 1035116 w 3703353"/>
                <a:gd name="connsiteY0" fmla="*/ 3586 h 2450893"/>
                <a:gd name="connsiteX1" fmla="*/ 1542693 w 3703353"/>
                <a:gd name="connsiteY1" fmla="*/ 1087897 h 2450893"/>
                <a:gd name="connsiteX2" fmla="*/ 3416426 w 3703353"/>
                <a:gd name="connsiteY2" fmla="*/ 800590 h 2450893"/>
                <a:gd name="connsiteX3" fmla="*/ 2950324 w 3703353"/>
                <a:gd name="connsiteY3" fmla="*/ 2407543 h 2450893"/>
                <a:gd name="connsiteX4" fmla="*/ 257350 w 3703353"/>
                <a:gd name="connsiteY4" fmla="*/ 1632689 h 2450893"/>
                <a:gd name="connsiteX5" fmla="*/ 1035116 w 3703353"/>
                <a:gd name="connsiteY5" fmla="*/ 3586 h 2450893"/>
                <a:gd name="connsiteX0" fmla="*/ 991689 w 3462563"/>
                <a:gd name="connsiteY0" fmla="*/ 10605 h 2457912"/>
                <a:gd name="connsiteX1" fmla="*/ 1674106 w 3462563"/>
                <a:gd name="connsiteY1" fmla="*/ 930710 h 2457912"/>
                <a:gd name="connsiteX2" fmla="*/ 3372999 w 3462563"/>
                <a:gd name="connsiteY2" fmla="*/ 807609 h 2457912"/>
                <a:gd name="connsiteX3" fmla="*/ 2906897 w 3462563"/>
                <a:gd name="connsiteY3" fmla="*/ 2414562 h 2457912"/>
                <a:gd name="connsiteX4" fmla="*/ 213923 w 3462563"/>
                <a:gd name="connsiteY4" fmla="*/ 1639708 h 2457912"/>
                <a:gd name="connsiteX5" fmla="*/ 991689 w 3462563"/>
                <a:gd name="connsiteY5" fmla="*/ 10605 h 2457912"/>
                <a:gd name="connsiteX0" fmla="*/ 991689 w 3644113"/>
                <a:gd name="connsiteY0" fmla="*/ 10605 h 2457912"/>
                <a:gd name="connsiteX1" fmla="*/ 1674106 w 3644113"/>
                <a:gd name="connsiteY1" fmla="*/ 930710 h 2457912"/>
                <a:gd name="connsiteX2" fmla="*/ 3372999 w 3644113"/>
                <a:gd name="connsiteY2" fmla="*/ 807609 h 2457912"/>
                <a:gd name="connsiteX3" fmla="*/ 2906897 w 3644113"/>
                <a:gd name="connsiteY3" fmla="*/ 2414562 h 2457912"/>
                <a:gd name="connsiteX4" fmla="*/ 213923 w 3644113"/>
                <a:gd name="connsiteY4" fmla="*/ 1639708 h 2457912"/>
                <a:gd name="connsiteX5" fmla="*/ 991689 w 3644113"/>
                <a:gd name="connsiteY5" fmla="*/ 10605 h 2457912"/>
                <a:gd name="connsiteX0" fmla="*/ 1054352 w 3706777"/>
                <a:gd name="connsiteY0" fmla="*/ 1046 h 2448353"/>
                <a:gd name="connsiteX1" fmla="*/ 1736769 w 3706777"/>
                <a:gd name="connsiteY1" fmla="*/ 921151 h 2448353"/>
                <a:gd name="connsiteX2" fmla="*/ 3435662 w 3706777"/>
                <a:gd name="connsiteY2" fmla="*/ 798050 h 2448353"/>
                <a:gd name="connsiteX3" fmla="*/ 2969560 w 3706777"/>
                <a:gd name="connsiteY3" fmla="*/ 2405003 h 2448353"/>
                <a:gd name="connsiteX4" fmla="*/ 276586 w 3706777"/>
                <a:gd name="connsiteY4" fmla="*/ 1630149 h 2448353"/>
                <a:gd name="connsiteX5" fmla="*/ 1054352 w 3706777"/>
                <a:gd name="connsiteY5" fmla="*/ 1046 h 2448353"/>
                <a:gd name="connsiteX0" fmla="*/ 590056 w 3683836"/>
                <a:gd name="connsiteY0" fmla="*/ 1109 h 1961431"/>
                <a:gd name="connsiteX1" fmla="*/ 1713828 w 3683836"/>
                <a:gd name="connsiteY1" fmla="*/ 456838 h 1961431"/>
                <a:gd name="connsiteX2" fmla="*/ 3412721 w 3683836"/>
                <a:gd name="connsiteY2" fmla="*/ 333737 h 1961431"/>
                <a:gd name="connsiteX3" fmla="*/ 2946619 w 3683836"/>
                <a:gd name="connsiteY3" fmla="*/ 1940690 h 1961431"/>
                <a:gd name="connsiteX4" fmla="*/ 253645 w 3683836"/>
                <a:gd name="connsiteY4" fmla="*/ 1165836 h 1961431"/>
                <a:gd name="connsiteX5" fmla="*/ 590056 w 3683836"/>
                <a:gd name="connsiteY5" fmla="*/ 1109 h 1961431"/>
                <a:gd name="connsiteX0" fmla="*/ 577152 w 3670932"/>
                <a:gd name="connsiteY0" fmla="*/ 28557 h 1988879"/>
                <a:gd name="connsiteX1" fmla="*/ 1700924 w 3670932"/>
                <a:gd name="connsiteY1" fmla="*/ 484286 h 1988879"/>
                <a:gd name="connsiteX2" fmla="*/ 3399817 w 3670932"/>
                <a:gd name="connsiteY2" fmla="*/ 361185 h 1988879"/>
                <a:gd name="connsiteX3" fmla="*/ 2933715 w 3670932"/>
                <a:gd name="connsiteY3" fmla="*/ 1968138 h 1988879"/>
                <a:gd name="connsiteX4" fmla="*/ 240741 w 3670932"/>
                <a:gd name="connsiteY4" fmla="*/ 1193284 h 1988879"/>
                <a:gd name="connsiteX5" fmla="*/ 577152 w 3670932"/>
                <a:gd name="connsiteY5" fmla="*/ 28557 h 1988879"/>
                <a:gd name="connsiteX0" fmla="*/ 5660 w 3065770"/>
                <a:gd name="connsiteY0" fmla="*/ 41752 h 2084853"/>
                <a:gd name="connsiteX1" fmla="*/ 1129432 w 3065770"/>
                <a:gd name="connsiteY1" fmla="*/ 497481 h 2084853"/>
                <a:gd name="connsiteX2" fmla="*/ 2828325 w 3065770"/>
                <a:gd name="connsiteY2" fmla="*/ 374380 h 2084853"/>
                <a:gd name="connsiteX3" fmla="*/ 2362223 w 3065770"/>
                <a:gd name="connsiteY3" fmla="*/ 1981333 h 2084853"/>
                <a:gd name="connsiteX4" fmla="*/ 768571 w 3065770"/>
                <a:gd name="connsiteY4" fmla="*/ 1718703 h 2084853"/>
                <a:gd name="connsiteX5" fmla="*/ 5660 w 3065770"/>
                <a:gd name="connsiteY5" fmla="*/ 41752 h 2084853"/>
                <a:gd name="connsiteX0" fmla="*/ 12471 w 3072581"/>
                <a:gd name="connsiteY0" fmla="*/ 41752 h 2092530"/>
                <a:gd name="connsiteX1" fmla="*/ 1136243 w 3072581"/>
                <a:gd name="connsiteY1" fmla="*/ 497481 h 2092530"/>
                <a:gd name="connsiteX2" fmla="*/ 2835136 w 3072581"/>
                <a:gd name="connsiteY2" fmla="*/ 374380 h 2092530"/>
                <a:gd name="connsiteX3" fmla="*/ 2369034 w 3072581"/>
                <a:gd name="connsiteY3" fmla="*/ 1981333 h 2092530"/>
                <a:gd name="connsiteX4" fmla="*/ 775382 w 3072581"/>
                <a:gd name="connsiteY4" fmla="*/ 1718703 h 2092530"/>
                <a:gd name="connsiteX5" fmla="*/ 12471 w 3072581"/>
                <a:gd name="connsiteY5" fmla="*/ 41752 h 2092530"/>
                <a:gd name="connsiteX0" fmla="*/ 2798 w 3655173"/>
                <a:gd name="connsiteY0" fmla="*/ 869129 h 2007317"/>
                <a:gd name="connsiteX1" fmla="*/ 1718835 w 3655173"/>
                <a:gd name="connsiteY1" fmla="*/ 445136 h 2007317"/>
                <a:gd name="connsiteX2" fmla="*/ 3417728 w 3655173"/>
                <a:gd name="connsiteY2" fmla="*/ 322035 h 2007317"/>
                <a:gd name="connsiteX3" fmla="*/ 2951626 w 3655173"/>
                <a:gd name="connsiteY3" fmla="*/ 1928988 h 2007317"/>
                <a:gd name="connsiteX4" fmla="*/ 1357974 w 3655173"/>
                <a:gd name="connsiteY4" fmla="*/ 1666358 h 2007317"/>
                <a:gd name="connsiteX5" fmla="*/ 2798 w 3655173"/>
                <a:gd name="connsiteY5" fmla="*/ 869129 h 2007317"/>
                <a:gd name="connsiteX0" fmla="*/ 542 w 3652917"/>
                <a:gd name="connsiteY0" fmla="*/ 869129 h 2007318"/>
                <a:gd name="connsiteX1" fmla="*/ 1716579 w 3652917"/>
                <a:gd name="connsiteY1" fmla="*/ 445136 h 2007318"/>
                <a:gd name="connsiteX2" fmla="*/ 3415472 w 3652917"/>
                <a:gd name="connsiteY2" fmla="*/ 322035 h 2007318"/>
                <a:gd name="connsiteX3" fmla="*/ 2949370 w 3652917"/>
                <a:gd name="connsiteY3" fmla="*/ 1928988 h 2007318"/>
                <a:gd name="connsiteX4" fmla="*/ 1355718 w 3652917"/>
                <a:gd name="connsiteY4" fmla="*/ 1666358 h 2007318"/>
                <a:gd name="connsiteX5" fmla="*/ 542 w 3652917"/>
                <a:gd name="connsiteY5" fmla="*/ 869129 h 2007318"/>
                <a:gd name="connsiteX0" fmla="*/ 243 w 3639926"/>
                <a:gd name="connsiteY0" fmla="*/ 869129 h 1955507"/>
                <a:gd name="connsiteX1" fmla="*/ 1716280 w 3639926"/>
                <a:gd name="connsiteY1" fmla="*/ 445136 h 1955507"/>
                <a:gd name="connsiteX2" fmla="*/ 3415173 w 3639926"/>
                <a:gd name="connsiteY2" fmla="*/ 322035 h 1955507"/>
                <a:gd name="connsiteX3" fmla="*/ 2949071 w 3639926"/>
                <a:gd name="connsiteY3" fmla="*/ 1928988 h 1955507"/>
                <a:gd name="connsiteX4" fmla="*/ 1833458 w 3639926"/>
                <a:gd name="connsiteY4" fmla="*/ 1291535 h 1955507"/>
                <a:gd name="connsiteX5" fmla="*/ 243 w 3639926"/>
                <a:gd name="connsiteY5" fmla="*/ 869129 h 1955507"/>
                <a:gd name="connsiteX0" fmla="*/ 243 w 3639926"/>
                <a:gd name="connsiteY0" fmla="*/ 869129 h 1947022"/>
                <a:gd name="connsiteX1" fmla="*/ 1716280 w 3639926"/>
                <a:gd name="connsiteY1" fmla="*/ 445136 h 1947022"/>
                <a:gd name="connsiteX2" fmla="*/ 3415173 w 3639926"/>
                <a:gd name="connsiteY2" fmla="*/ 322035 h 1947022"/>
                <a:gd name="connsiteX3" fmla="*/ 2949071 w 3639926"/>
                <a:gd name="connsiteY3" fmla="*/ 1928988 h 1947022"/>
                <a:gd name="connsiteX4" fmla="*/ 1833458 w 3639926"/>
                <a:gd name="connsiteY4" fmla="*/ 1291535 h 1947022"/>
                <a:gd name="connsiteX5" fmla="*/ 243 w 3639926"/>
                <a:gd name="connsiteY5" fmla="*/ 869129 h 1947022"/>
                <a:gd name="connsiteX0" fmla="*/ 7345 w 3647028"/>
                <a:gd name="connsiteY0" fmla="*/ 869129 h 1947022"/>
                <a:gd name="connsiteX1" fmla="*/ 1723382 w 3647028"/>
                <a:gd name="connsiteY1" fmla="*/ 445136 h 1947022"/>
                <a:gd name="connsiteX2" fmla="*/ 3422275 w 3647028"/>
                <a:gd name="connsiteY2" fmla="*/ 322035 h 1947022"/>
                <a:gd name="connsiteX3" fmla="*/ 2956173 w 3647028"/>
                <a:gd name="connsiteY3" fmla="*/ 1928988 h 1947022"/>
                <a:gd name="connsiteX4" fmla="*/ 1840560 w 3647028"/>
                <a:gd name="connsiteY4" fmla="*/ 1291535 h 1947022"/>
                <a:gd name="connsiteX5" fmla="*/ 7345 w 3647028"/>
                <a:gd name="connsiteY5" fmla="*/ 869129 h 1947022"/>
                <a:gd name="connsiteX0" fmla="*/ 7345 w 3811052"/>
                <a:gd name="connsiteY0" fmla="*/ 869129 h 1929159"/>
                <a:gd name="connsiteX1" fmla="*/ 1723382 w 3811052"/>
                <a:gd name="connsiteY1" fmla="*/ 445136 h 1929159"/>
                <a:gd name="connsiteX2" fmla="*/ 3422275 w 3811052"/>
                <a:gd name="connsiteY2" fmla="*/ 322035 h 1929159"/>
                <a:gd name="connsiteX3" fmla="*/ 2956173 w 3811052"/>
                <a:gd name="connsiteY3" fmla="*/ 1928988 h 1929159"/>
                <a:gd name="connsiteX4" fmla="*/ 1840560 w 3811052"/>
                <a:gd name="connsiteY4" fmla="*/ 1291535 h 1929159"/>
                <a:gd name="connsiteX5" fmla="*/ 7345 w 3811052"/>
                <a:gd name="connsiteY5" fmla="*/ 869129 h 1929159"/>
                <a:gd name="connsiteX0" fmla="*/ 5264 w 3937957"/>
                <a:gd name="connsiteY0" fmla="*/ 1155023 h 1938909"/>
                <a:gd name="connsiteX1" fmla="*/ 1850286 w 3937957"/>
                <a:gd name="connsiteY1" fmla="*/ 454886 h 1938909"/>
                <a:gd name="connsiteX2" fmla="*/ 3549179 w 3937957"/>
                <a:gd name="connsiteY2" fmla="*/ 331785 h 1938909"/>
                <a:gd name="connsiteX3" fmla="*/ 3083077 w 3937957"/>
                <a:gd name="connsiteY3" fmla="*/ 1938738 h 1938909"/>
                <a:gd name="connsiteX4" fmla="*/ 1967464 w 3937957"/>
                <a:gd name="connsiteY4" fmla="*/ 1301285 h 1938909"/>
                <a:gd name="connsiteX5" fmla="*/ 5264 w 3937957"/>
                <a:gd name="connsiteY5" fmla="*/ 1155023 h 1938909"/>
                <a:gd name="connsiteX0" fmla="*/ 23607 w 3956300"/>
                <a:gd name="connsiteY0" fmla="*/ 1155023 h 1938909"/>
                <a:gd name="connsiteX1" fmla="*/ 1868629 w 3956300"/>
                <a:gd name="connsiteY1" fmla="*/ 454886 h 1938909"/>
                <a:gd name="connsiteX2" fmla="*/ 3567522 w 3956300"/>
                <a:gd name="connsiteY2" fmla="*/ 331785 h 1938909"/>
                <a:gd name="connsiteX3" fmla="*/ 3101420 w 3956300"/>
                <a:gd name="connsiteY3" fmla="*/ 1938738 h 1938909"/>
                <a:gd name="connsiteX4" fmla="*/ 1985807 w 3956300"/>
                <a:gd name="connsiteY4" fmla="*/ 1301285 h 1938909"/>
                <a:gd name="connsiteX5" fmla="*/ 23607 w 3956300"/>
                <a:gd name="connsiteY5" fmla="*/ 1155023 h 1938909"/>
                <a:gd name="connsiteX0" fmla="*/ 356 w 3775841"/>
                <a:gd name="connsiteY0" fmla="*/ 1155023 h 1975367"/>
                <a:gd name="connsiteX1" fmla="*/ 1845378 w 3775841"/>
                <a:gd name="connsiteY1" fmla="*/ 454886 h 1975367"/>
                <a:gd name="connsiteX2" fmla="*/ 3544271 w 3775841"/>
                <a:gd name="connsiteY2" fmla="*/ 331785 h 1975367"/>
                <a:gd name="connsiteX3" fmla="*/ 3078169 w 3775841"/>
                <a:gd name="connsiteY3" fmla="*/ 1938738 h 1975367"/>
                <a:gd name="connsiteX4" fmla="*/ 1700608 w 3775841"/>
                <a:gd name="connsiteY4" fmla="*/ 1432728 h 1975367"/>
                <a:gd name="connsiteX5" fmla="*/ 356 w 3775841"/>
                <a:gd name="connsiteY5" fmla="*/ 1155023 h 1975367"/>
                <a:gd name="connsiteX0" fmla="*/ 385 w 3775871"/>
                <a:gd name="connsiteY0" fmla="*/ 1155023 h 1964875"/>
                <a:gd name="connsiteX1" fmla="*/ 1845407 w 3775871"/>
                <a:gd name="connsiteY1" fmla="*/ 454886 h 1964875"/>
                <a:gd name="connsiteX2" fmla="*/ 3544300 w 3775871"/>
                <a:gd name="connsiteY2" fmla="*/ 331785 h 1964875"/>
                <a:gd name="connsiteX3" fmla="*/ 3078198 w 3775871"/>
                <a:gd name="connsiteY3" fmla="*/ 1938738 h 1964875"/>
                <a:gd name="connsiteX4" fmla="*/ 1700637 w 3775871"/>
                <a:gd name="connsiteY4" fmla="*/ 1432728 h 1964875"/>
                <a:gd name="connsiteX5" fmla="*/ 385 w 3775871"/>
                <a:gd name="connsiteY5" fmla="*/ 1155023 h 1964875"/>
                <a:gd name="connsiteX0" fmla="*/ 518 w 3310321"/>
                <a:gd name="connsiteY0" fmla="*/ 1561197 h 1986949"/>
                <a:gd name="connsiteX1" fmla="*/ 1379857 w 3310321"/>
                <a:gd name="connsiteY1" fmla="*/ 469469 h 1986949"/>
                <a:gd name="connsiteX2" fmla="*/ 3078750 w 3310321"/>
                <a:gd name="connsiteY2" fmla="*/ 346368 h 1986949"/>
                <a:gd name="connsiteX3" fmla="*/ 2612648 w 3310321"/>
                <a:gd name="connsiteY3" fmla="*/ 1953321 h 1986949"/>
                <a:gd name="connsiteX4" fmla="*/ 1235087 w 3310321"/>
                <a:gd name="connsiteY4" fmla="*/ 1447311 h 1986949"/>
                <a:gd name="connsiteX5" fmla="*/ 518 w 3310321"/>
                <a:gd name="connsiteY5" fmla="*/ 1561197 h 1986949"/>
                <a:gd name="connsiteX0" fmla="*/ 252954 w 3562757"/>
                <a:gd name="connsiteY0" fmla="*/ 1561197 h 1986950"/>
                <a:gd name="connsiteX1" fmla="*/ 1632293 w 3562757"/>
                <a:gd name="connsiteY1" fmla="*/ 469469 h 1986950"/>
                <a:gd name="connsiteX2" fmla="*/ 3331186 w 3562757"/>
                <a:gd name="connsiteY2" fmla="*/ 346368 h 1986950"/>
                <a:gd name="connsiteX3" fmla="*/ 2865084 w 3562757"/>
                <a:gd name="connsiteY3" fmla="*/ 1953321 h 1986950"/>
                <a:gd name="connsiteX4" fmla="*/ 1487523 w 3562757"/>
                <a:gd name="connsiteY4" fmla="*/ 1447311 h 1986950"/>
                <a:gd name="connsiteX5" fmla="*/ 252954 w 3562757"/>
                <a:gd name="connsiteY5" fmla="*/ 1561197 h 1986950"/>
                <a:gd name="connsiteX0" fmla="*/ 275988 w 4836894"/>
                <a:gd name="connsiteY0" fmla="*/ 1254188 h 1664972"/>
                <a:gd name="connsiteX1" fmla="*/ 1655327 w 4836894"/>
                <a:gd name="connsiteY1" fmla="*/ 162460 h 1664972"/>
                <a:gd name="connsiteX2" fmla="*/ 4715739 w 4836894"/>
                <a:gd name="connsiteY2" fmla="*/ 494988 h 1664972"/>
                <a:gd name="connsiteX3" fmla="*/ 2888118 w 4836894"/>
                <a:gd name="connsiteY3" fmla="*/ 1646312 h 1664972"/>
                <a:gd name="connsiteX4" fmla="*/ 1510557 w 4836894"/>
                <a:gd name="connsiteY4" fmla="*/ 1140302 h 1664972"/>
                <a:gd name="connsiteX5" fmla="*/ 275988 w 4836894"/>
                <a:gd name="connsiteY5" fmla="*/ 1254188 h 1664972"/>
                <a:gd name="connsiteX0" fmla="*/ 275988 w 4716813"/>
                <a:gd name="connsiteY0" fmla="*/ 1630321 h 2049242"/>
                <a:gd name="connsiteX1" fmla="*/ 1655327 w 4716813"/>
                <a:gd name="connsiteY1" fmla="*/ 538593 h 2049242"/>
                <a:gd name="connsiteX2" fmla="*/ 4715739 w 4716813"/>
                <a:gd name="connsiteY2" fmla="*/ 871121 h 2049242"/>
                <a:gd name="connsiteX3" fmla="*/ 2888118 w 4716813"/>
                <a:gd name="connsiteY3" fmla="*/ 2022445 h 2049242"/>
                <a:gd name="connsiteX4" fmla="*/ 1510557 w 4716813"/>
                <a:gd name="connsiteY4" fmla="*/ 1516435 h 2049242"/>
                <a:gd name="connsiteX5" fmla="*/ 275988 w 4716813"/>
                <a:gd name="connsiteY5" fmla="*/ 1630321 h 2049242"/>
                <a:gd name="connsiteX0" fmla="*/ 275988 w 4749030"/>
                <a:gd name="connsiteY0" fmla="*/ 1124638 h 1545870"/>
                <a:gd name="connsiteX1" fmla="*/ 1655327 w 4749030"/>
                <a:gd name="connsiteY1" fmla="*/ 32910 h 1545870"/>
                <a:gd name="connsiteX2" fmla="*/ 4715739 w 4749030"/>
                <a:gd name="connsiteY2" fmla="*/ 365438 h 1545870"/>
                <a:gd name="connsiteX3" fmla="*/ 3175706 w 4749030"/>
                <a:gd name="connsiteY3" fmla="*/ 1192854 h 1545870"/>
                <a:gd name="connsiteX4" fmla="*/ 1510557 w 4749030"/>
                <a:gd name="connsiteY4" fmla="*/ 1010752 h 1545870"/>
                <a:gd name="connsiteX5" fmla="*/ 275988 w 4749030"/>
                <a:gd name="connsiteY5" fmla="*/ 1124638 h 1545870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40315"/>
                <a:gd name="connsiteY0" fmla="*/ 1132875 h 1722803"/>
                <a:gd name="connsiteX1" fmla="*/ 1655327 w 4740315"/>
                <a:gd name="connsiteY1" fmla="*/ 41147 h 1722803"/>
                <a:gd name="connsiteX2" fmla="*/ 4715739 w 4740315"/>
                <a:gd name="connsiteY2" fmla="*/ 373675 h 1722803"/>
                <a:gd name="connsiteX3" fmla="*/ 3012343 w 4740315"/>
                <a:gd name="connsiteY3" fmla="*/ 1711656 h 1722803"/>
                <a:gd name="connsiteX4" fmla="*/ 1510557 w 4740315"/>
                <a:gd name="connsiteY4" fmla="*/ 1018989 h 1722803"/>
                <a:gd name="connsiteX5" fmla="*/ 275988 w 4740315"/>
                <a:gd name="connsiteY5" fmla="*/ 1132875 h 1722803"/>
                <a:gd name="connsiteX0" fmla="*/ 275988 w 4756119"/>
                <a:gd name="connsiteY0" fmla="*/ 1127108 h 1542684"/>
                <a:gd name="connsiteX1" fmla="*/ 1655327 w 4756119"/>
                <a:gd name="connsiteY1" fmla="*/ 35380 h 1542684"/>
                <a:gd name="connsiteX2" fmla="*/ 4715739 w 4756119"/>
                <a:gd name="connsiteY2" fmla="*/ 367908 h 1542684"/>
                <a:gd name="connsiteX3" fmla="*/ 3285074 w 4756119"/>
                <a:gd name="connsiteY3" fmla="*/ 1369029 h 1542684"/>
                <a:gd name="connsiteX4" fmla="*/ 1510557 w 4756119"/>
                <a:gd name="connsiteY4" fmla="*/ 1013222 h 1542684"/>
                <a:gd name="connsiteX5" fmla="*/ 275988 w 4756119"/>
                <a:gd name="connsiteY5" fmla="*/ 1127108 h 1542684"/>
                <a:gd name="connsiteX0" fmla="*/ 275988 w 4715923"/>
                <a:gd name="connsiteY0" fmla="*/ 1122352 h 1572226"/>
                <a:gd name="connsiteX1" fmla="*/ 1655327 w 4715923"/>
                <a:gd name="connsiteY1" fmla="*/ 30624 h 1572226"/>
                <a:gd name="connsiteX2" fmla="*/ 4715739 w 4715923"/>
                <a:gd name="connsiteY2" fmla="*/ 363152 h 1572226"/>
                <a:gd name="connsiteX3" fmla="*/ 1510557 w 4715923"/>
                <a:gd name="connsiteY3" fmla="*/ 1008466 h 1572226"/>
                <a:gd name="connsiteX4" fmla="*/ 275988 w 4715923"/>
                <a:gd name="connsiteY4" fmla="*/ 1122352 h 1572226"/>
                <a:gd name="connsiteX0" fmla="*/ 25029 w 4476010"/>
                <a:gd name="connsiteY0" fmla="*/ 1892393 h 2022034"/>
                <a:gd name="connsiteX1" fmla="*/ 2236847 w 4476010"/>
                <a:gd name="connsiteY1" fmla="*/ 11492 h 2022034"/>
                <a:gd name="connsiteX2" fmla="*/ 4464780 w 4476010"/>
                <a:gd name="connsiteY2" fmla="*/ 1133193 h 2022034"/>
                <a:gd name="connsiteX3" fmla="*/ 1259598 w 4476010"/>
                <a:gd name="connsiteY3" fmla="*/ 1778507 h 2022034"/>
                <a:gd name="connsiteX4" fmla="*/ 25029 w 4476010"/>
                <a:gd name="connsiteY4" fmla="*/ 1892393 h 2022034"/>
                <a:gd name="connsiteX0" fmla="*/ 19312 w 4468531"/>
                <a:gd name="connsiteY0" fmla="*/ 1893478 h 2350831"/>
                <a:gd name="connsiteX1" fmla="*/ 2231130 w 4468531"/>
                <a:gd name="connsiteY1" fmla="*/ 12577 h 2350831"/>
                <a:gd name="connsiteX2" fmla="*/ 4459063 w 4468531"/>
                <a:gd name="connsiteY2" fmla="*/ 1134278 h 2350831"/>
                <a:gd name="connsiteX3" fmla="*/ 2962196 w 4468531"/>
                <a:gd name="connsiteY3" fmla="*/ 2337807 h 2350831"/>
                <a:gd name="connsiteX4" fmla="*/ 1253881 w 4468531"/>
                <a:gd name="connsiteY4" fmla="*/ 1779592 h 2350831"/>
                <a:gd name="connsiteX5" fmla="*/ 19312 w 4468531"/>
                <a:gd name="connsiteY5" fmla="*/ 1893478 h 2350831"/>
                <a:gd name="connsiteX0" fmla="*/ 114931 w 4564151"/>
                <a:gd name="connsiteY0" fmla="*/ 1893478 h 2606070"/>
                <a:gd name="connsiteX1" fmla="*/ 2326749 w 4564151"/>
                <a:gd name="connsiteY1" fmla="*/ 12577 h 2606070"/>
                <a:gd name="connsiteX2" fmla="*/ 4554682 w 4564151"/>
                <a:gd name="connsiteY2" fmla="*/ 1134278 h 2606070"/>
                <a:gd name="connsiteX3" fmla="*/ 3057815 w 4564151"/>
                <a:gd name="connsiteY3" fmla="*/ 2337807 h 2606070"/>
                <a:gd name="connsiteX4" fmla="*/ 602599 w 4564151"/>
                <a:gd name="connsiteY4" fmla="*/ 2591133 h 2606070"/>
                <a:gd name="connsiteX5" fmla="*/ 114931 w 4564151"/>
                <a:gd name="connsiteY5" fmla="*/ 1893478 h 2606070"/>
                <a:gd name="connsiteX0" fmla="*/ 339436 w 4163621"/>
                <a:gd name="connsiteY0" fmla="*/ 711041 h 2677547"/>
                <a:gd name="connsiteX1" fmla="*/ 1926219 w 4163621"/>
                <a:gd name="connsiteY1" fmla="*/ 9118 h 2677547"/>
                <a:gd name="connsiteX2" fmla="*/ 4154152 w 4163621"/>
                <a:gd name="connsiteY2" fmla="*/ 1130819 h 2677547"/>
                <a:gd name="connsiteX3" fmla="*/ 2657285 w 4163621"/>
                <a:gd name="connsiteY3" fmla="*/ 2334348 h 2677547"/>
                <a:gd name="connsiteX4" fmla="*/ 202069 w 4163621"/>
                <a:gd name="connsiteY4" fmla="*/ 2587674 h 2677547"/>
                <a:gd name="connsiteX5" fmla="*/ 339436 w 4163621"/>
                <a:gd name="connsiteY5" fmla="*/ 711041 h 2677547"/>
                <a:gd name="connsiteX0" fmla="*/ 8699 w 3970251"/>
                <a:gd name="connsiteY0" fmla="*/ 2578556 h 2717756"/>
                <a:gd name="connsiteX1" fmla="*/ 1732849 w 3970251"/>
                <a:gd name="connsiteY1" fmla="*/ 0 h 2717756"/>
                <a:gd name="connsiteX2" fmla="*/ 3960782 w 3970251"/>
                <a:gd name="connsiteY2" fmla="*/ 1121701 h 2717756"/>
                <a:gd name="connsiteX3" fmla="*/ 2463915 w 3970251"/>
                <a:gd name="connsiteY3" fmla="*/ 2325230 h 2717756"/>
                <a:gd name="connsiteX4" fmla="*/ 8699 w 3970251"/>
                <a:gd name="connsiteY4" fmla="*/ 2578556 h 2717756"/>
                <a:gd name="connsiteX0" fmla="*/ 11617 w 3584652"/>
                <a:gd name="connsiteY0" fmla="*/ 1430838 h 2340009"/>
                <a:gd name="connsiteX1" fmla="*/ 1347250 w 3584652"/>
                <a:gd name="connsiteY1" fmla="*/ 2380 h 2340009"/>
                <a:gd name="connsiteX2" fmla="*/ 3575183 w 3584652"/>
                <a:gd name="connsiteY2" fmla="*/ 1124081 h 2340009"/>
                <a:gd name="connsiteX3" fmla="*/ 2078316 w 3584652"/>
                <a:gd name="connsiteY3" fmla="*/ 2327610 h 2340009"/>
                <a:gd name="connsiteX4" fmla="*/ 11617 w 3584652"/>
                <a:gd name="connsiteY4" fmla="*/ 1430838 h 2340009"/>
                <a:gd name="connsiteX0" fmla="*/ 36322 w 3609357"/>
                <a:gd name="connsiteY0" fmla="*/ 1430838 h 2532978"/>
                <a:gd name="connsiteX1" fmla="*/ 1371955 w 3609357"/>
                <a:gd name="connsiteY1" fmla="*/ 2380 h 2532978"/>
                <a:gd name="connsiteX2" fmla="*/ 3599888 w 3609357"/>
                <a:gd name="connsiteY2" fmla="*/ 1124081 h 2532978"/>
                <a:gd name="connsiteX3" fmla="*/ 2103021 w 3609357"/>
                <a:gd name="connsiteY3" fmla="*/ 2327610 h 2532978"/>
                <a:gd name="connsiteX4" fmla="*/ 36322 w 3609357"/>
                <a:gd name="connsiteY4" fmla="*/ 1430838 h 2532978"/>
                <a:gd name="connsiteX0" fmla="*/ 3580 w 3569301"/>
                <a:gd name="connsiteY0" fmla="*/ 1431089 h 2816320"/>
                <a:gd name="connsiteX1" fmla="*/ 1339213 w 3569301"/>
                <a:gd name="connsiteY1" fmla="*/ 2631 h 2816320"/>
                <a:gd name="connsiteX2" fmla="*/ 3567146 w 3569301"/>
                <a:gd name="connsiteY2" fmla="*/ 1124332 h 2816320"/>
                <a:gd name="connsiteX3" fmla="*/ 1722688 w 3569301"/>
                <a:gd name="connsiteY3" fmla="*/ 2808414 h 2816320"/>
                <a:gd name="connsiteX4" fmla="*/ 3580 w 3569301"/>
                <a:gd name="connsiteY4" fmla="*/ 1431089 h 2816320"/>
                <a:gd name="connsiteX0" fmla="*/ 3579 w 3569300"/>
                <a:gd name="connsiteY0" fmla="*/ 1431089 h 2808414"/>
                <a:gd name="connsiteX1" fmla="*/ 1339212 w 3569300"/>
                <a:gd name="connsiteY1" fmla="*/ 2631 h 2808414"/>
                <a:gd name="connsiteX2" fmla="*/ 3567145 w 3569300"/>
                <a:gd name="connsiteY2" fmla="*/ 1124332 h 2808414"/>
                <a:gd name="connsiteX3" fmla="*/ 1722687 w 3569300"/>
                <a:gd name="connsiteY3" fmla="*/ 2808414 h 2808414"/>
                <a:gd name="connsiteX4" fmla="*/ 3579 w 3569300"/>
                <a:gd name="connsiteY4" fmla="*/ 1431089 h 2808414"/>
                <a:gd name="connsiteX0" fmla="*/ 3579 w 3570402"/>
                <a:gd name="connsiteY0" fmla="*/ 1431089 h 2845664"/>
                <a:gd name="connsiteX1" fmla="*/ 1339212 w 3570402"/>
                <a:gd name="connsiteY1" fmla="*/ 2631 h 2845664"/>
                <a:gd name="connsiteX2" fmla="*/ 3567145 w 3570402"/>
                <a:gd name="connsiteY2" fmla="*/ 1124332 h 2845664"/>
                <a:gd name="connsiteX3" fmla="*/ 1722687 w 3570402"/>
                <a:gd name="connsiteY3" fmla="*/ 2808414 h 2845664"/>
                <a:gd name="connsiteX4" fmla="*/ 3579 w 3570402"/>
                <a:gd name="connsiteY4" fmla="*/ 1431089 h 2845664"/>
                <a:gd name="connsiteX0" fmla="*/ 3579 w 3571531"/>
                <a:gd name="connsiteY0" fmla="*/ 1431089 h 2809355"/>
                <a:gd name="connsiteX1" fmla="*/ 1339212 w 3571531"/>
                <a:gd name="connsiteY1" fmla="*/ 2631 h 2809355"/>
                <a:gd name="connsiteX2" fmla="*/ 3567145 w 3571531"/>
                <a:gd name="connsiteY2" fmla="*/ 1124332 h 2809355"/>
                <a:gd name="connsiteX3" fmla="*/ 1722687 w 3571531"/>
                <a:gd name="connsiteY3" fmla="*/ 2808414 h 2809355"/>
                <a:gd name="connsiteX4" fmla="*/ 3579 w 3571531"/>
                <a:gd name="connsiteY4" fmla="*/ 1431089 h 2809355"/>
                <a:gd name="connsiteX0" fmla="*/ 3579 w 3570449"/>
                <a:gd name="connsiteY0" fmla="*/ 1431089 h 2811091"/>
                <a:gd name="connsiteX1" fmla="*/ 1339212 w 3570449"/>
                <a:gd name="connsiteY1" fmla="*/ 2631 h 2811091"/>
                <a:gd name="connsiteX2" fmla="*/ 3567145 w 3570449"/>
                <a:gd name="connsiteY2" fmla="*/ 1124332 h 2811091"/>
                <a:gd name="connsiteX3" fmla="*/ 1722687 w 3570449"/>
                <a:gd name="connsiteY3" fmla="*/ 2808414 h 2811091"/>
                <a:gd name="connsiteX4" fmla="*/ 3579 w 3570449"/>
                <a:gd name="connsiteY4" fmla="*/ 1431089 h 2811091"/>
                <a:gd name="connsiteX0" fmla="*/ 9477 w 3576347"/>
                <a:gd name="connsiteY0" fmla="*/ 1454488 h 2834490"/>
                <a:gd name="connsiteX1" fmla="*/ 1345110 w 3576347"/>
                <a:gd name="connsiteY1" fmla="*/ 26030 h 2834490"/>
                <a:gd name="connsiteX2" fmla="*/ 3573043 w 3576347"/>
                <a:gd name="connsiteY2" fmla="*/ 1147731 h 2834490"/>
                <a:gd name="connsiteX3" fmla="*/ 1728585 w 3576347"/>
                <a:gd name="connsiteY3" fmla="*/ 2831813 h 2834490"/>
                <a:gd name="connsiteX4" fmla="*/ 9477 w 3576347"/>
                <a:gd name="connsiteY4" fmla="*/ 1454488 h 2834490"/>
                <a:gd name="connsiteX0" fmla="*/ 11200 w 3578070"/>
                <a:gd name="connsiteY0" fmla="*/ 1454488 h 2834490"/>
                <a:gd name="connsiteX1" fmla="*/ 1346833 w 3578070"/>
                <a:gd name="connsiteY1" fmla="*/ 26030 h 2834490"/>
                <a:gd name="connsiteX2" fmla="*/ 3574766 w 3578070"/>
                <a:gd name="connsiteY2" fmla="*/ 1147731 h 2834490"/>
                <a:gd name="connsiteX3" fmla="*/ 1730308 w 3578070"/>
                <a:gd name="connsiteY3" fmla="*/ 2831813 h 2834490"/>
                <a:gd name="connsiteX4" fmla="*/ 11200 w 3578070"/>
                <a:gd name="connsiteY4" fmla="*/ 1454488 h 2834490"/>
                <a:gd name="connsiteX0" fmla="*/ 5238 w 3394494"/>
                <a:gd name="connsiteY0" fmla="*/ 1561249 h 2815719"/>
                <a:gd name="connsiteX1" fmla="*/ 1164359 w 3394494"/>
                <a:gd name="connsiteY1" fmla="*/ 5027 h 2815719"/>
                <a:gd name="connsiteX2" fmla="*/ 3392292 w 3394494"/>
                <a:gd name="connsiteY2" fmla="*/ 1126728 h 2815719"/>
                <a:gd name="connsiteX3" fmla="*/ 1547834 w 3394494"/>
                <a:gd name="connsiteY3" fmla="*/ 2810810 h 2815719"/>
                <a:gd name="connsiteX4" fmla="*/ 5238 w 3394494"/>
                <a:gd name="connsiteY4" fmla="*/ 1561249 h 2815719"/>
                <a:gd name="connsiteX0" fmla="*/ 1714 w 3390970"/>
                <a:gd name="connsiteY0" fmla="*/ 1561249 h 2816846"/>
                <a:gd name="connsiteX1" fmla="*/ 1160835 w 3390970"/>
                <a:gd name="connsiteY1" fmla="*/ 5027 h 2816846"/>
                <a:gd name="connsiteX2" fmla="*/ 3388768 w 3390970"/>
                <a:gd name="connsiteY2" fmla="*/ 1126728 h 2816846"/>
                <a:gd name="connsiteX3" fmla="*/ 1544310 w 3390970"/>
                <a:gd name="connsiteY3" fmla="*/ 2810810 h 2816846"/>
                <a:gd name="connsiteX4" fmla="*/ 1714 w 3390970"/>
                <a:gd name="connsiteY4" fmla="*/ 1561249 h 2816846"/>
                <a:gd name="connsiteX0" fmla="*/ 1714 w 3392183"/>
                <a:gd name="connsiteY0" fmla="*/ 1561249 h 2822298"/>
                <a:gd name="connsiteX1" fmla="*/ 1160835 w 3392183"/>
                <a:gd name="connsiteY1" fmla="*/ 5027 h 2822298"/>
                <a:gd name="connsiteX2" fmla="*/ 3388768 w 3392183"/>
                <a:gd name="connsiteY2" fmla="*/ 1126728 h 2822298"/>
                <a:gd name="connsiteX3" fmla="*/ 1544310 w 3392183"/>
                <a:gd name="connsiteY3" fmla="*/ 2810810 h 2822298"/>
                <a:gd name="connsiteX4" fmla="*/ 1714 w 3392183"/>
                <a:gd name="connsiteY4" fmla="*/ 1561249 h 2822298"/>
                <a:gd name="connsiteX0" fmla="*/ 1599 w 3099681"/>
                <a:gd name="connsiteY0" fmla="*/ 1556274 h 2805936"/>
                <a:gd name="connsiteX1" fmla="*/ 1160720 w 3099681"/>
                <a:gd name="connsiteY1" fmla="*/ 52 h 2805936"/>
                <a:gd name="connsiteX2" fmla="*/ 3097014 w 3099681"/>
                <a:gd name="connsiteY2" fmla="*/ 1505235 h 2805936"/>
                <a:gd name="connsiteX3" fmla="*/ 1544195 w 3099681"/>
                <a:gd name="connsiteY3" fmla="*/ 2805835 h 2805936"/>
                <a:gd name="connsiteX4" fmla="*/ 1599 w 3099681"/>
                <a:gd name="connsiteY4" fmla="*/ 1556274 h 2805936"/>
                <a:gd name="connsiteX0" fmla="*/ 1599 w 3098266"/>
                <a:gd name="connsiteY0" fmla="*/ 1556274 h 2805936"/>
                <a:gd name="connsiteX1" fmla="*/ 1160720 w 3098266"/>
                <a:gd name="connsiteY1" fmla="*/ 52 h 2805936"/>
                <a:gd name="connsiteX2" fmla="*/ 3097014 w 3098266"/>
                <a:gd name="connsiteY2" fmla="*/ 1505235 h 2805936"/>
                <a:gd name="connsiteX3" fmla="*/ 1544195 w 3098266"/>
                <a:gd name="connsiteY3" fmla="*/ 2805835 h 2805936"/>
                <a:gd name="connsiteX4" fmla="*/ 1599 w 3098266"/>
                <a:gd name="connsiteY4" fmla="*/ 1556274 h 2805936"/>
                <a:gd name="connsiteX0" fmla="*/ 6698 w 3107113"/>
                <a:gd name="connsiteY0" fmla="*/ 1556268 h 1995204"/>
                <a:gd name="connsiteX1" fmla="*/ 1165819 w 3107113"/>
                <a:gd name="connsiteY1" fmla="*/ 46 h 1995204"/>
                <a:gd name="connsiteX2" fmla="*/ 3102113 w 3107113"/>
                <a:gd name="connsiteY2" fmla="*/ 1505229 h 1995204"/>
                <a:gd name="connsiteX3" fmla="*/ 1670895 w 3107113"/>
                <a:gd name="connsiteY3" fmla="*/ 1994767 h 1995204"/>
                <a:gd name="connsiteX4" fmla="*/ 6698 w 3107113"/>
                <a:gd name="connsiteY4" fmla="*/ 1556268 h 1995204"/>
                <a:gd name="connsiteX0" fmla="*/ 6698 w 3107610"/>
                <a:gd name="connsiteY0" fmla="*/ 1556268 h 2094159"/>
                <a:gd name="connsiteX1" fmla="*/ 1165819 w 3107610"/>
                <a:gd name="connsiteY1" fmla="*/ 46 h 2094159"/>
                <a:gd name="connsiteX2" fmla="*/ 3102113 w 3107610"/>
                <a:gd name="connsiteY2" fmla="*/ 1505229 h 2094159"/>
                <a:gd name="connsiteX3" fmla="*/ 1670895 w 3107610"/>
                <a:gd name="connsiteY3" fmla="*/ 1994767 h 2094159"/>
                <a:gd name="connsiteX4" fmla="*/ 6698 w 3107610"/>
                <a:gd name="connsiteY4" fmla="*/ 1556268 h 2094159"/>
                <a:gd name="connsiteX0" fmla="*/ 6698 w 3108326"/>
                <a:gd name="connsiteY0" fmla="*/ 1556268 h 2032117"/>
                <a:gd name="connsiteX1" fmla="*/ 1165819 w 3108326"/>
                <a:gd name="connsiteY1" fmla="*/ 46 h 2032117"/>
                <a:gd name="connsiteX2" fmla="*/ 3102113 w 3108326"/>
                <a:gd name="connsiteY2" fmla="*/ 1505229 h 2032117"/>
                <a:gd name="connsiteX3" fmla="*/ 1670895 w 3108326"/>
                <a:gd name="connsiteY3" fmla="*/ 1994767 h 2032117"/>
                <a:gd name="connsiteX4" fmla="*/ 6698 w 3108326"/>
                <a:gd name="connsiteY4" fmla="*/ 1556268 h 2032117"/>
                <a:gd name="connsiteX0" fmla="*/ 2700 w 3101149"/>
                <a:gd name="connsiteY0" fmla="*/ 1588985 h 2065259"/>
                <a:gd name="connsiteX1" fmla="*/ 1324169 w 3101149"/>
                <a:gd name="connsiteY1" fmla="*/ 44 h 2065259"/>
                <a:gd name="connsiteX2" fmla="*/ 3098115 w 3101149"/>
                <a:gd name="connsiteY2" fmla="*/ 1537946 h 2065259"/>
                <a:gd name="connsiteX3" fmla="*/ 1666897 w 3101149"/>
                <a:gd name="connsiteY3" fmla="*/ 2027484 h 2065259"/>
                <a:gd name="connsiteX4" fmla="*/ 2700 w 3101149"/>
                <a:gd name="connsiteY4" fmla="*/ 1588985 h 2065259"/>
                <a:gd name="connsiteX0" fmla="*/ 2700 w 3100106"/>
                <a:gd name="connsiteY0" fmla="*/ 1588985 h 2163738"/>
                <a:gd name="connsiteX1" fmla="*/ 1324169 w 3100106"/>
                <a:gd name="connsiteY1" fmla="*/ 44 h 2163738"/>
                <a:gd name="connsiteX2" fmla="*/ 3098115 w 3100106"/>
                <a:gd name="connsiteY2" fmla="*/ 1537946 h 2163738"/>
                <a:gd name="connsiteX3" fmla="*/ 1666897 w 3100106"/>
                <a:gd name="connsiteY3" fmla="*/ 2027484 h 2163738"/>
                <a:gd name="connsiteX4" fmla="*/ 2700 w 3100106"/>
                <a:gd name="connsiteY4" fmla="*/ 1588985 h 2163738"/>
                <a:gd name="connsiteX0" fmla="*/ 2700 w 3100834"/>
                <a:gd name="connsiteY0" fmla="*/ 1588985 h 2056082"/>
                <a:gd name="connsiteX1" fmla="*/ 1324169 w 3100834"/>
                <a:gd name="connsiteY1" fmla="*/ 44 h 2056082"/>
                <a:gd name="connsiteX2" fmla="*/ 3098115 w 3100834"/>
                <a:gd name="connsiteY2" fmla="*/ 1537946 h 2056082"/>
                <a:gd name="connsiteX3" fmla="*/ 1666897 w 3100834"/>
                <a:gd name="connsiteY3" fmla="*/ 2027484 h 2056082"/>
                <a:gd name="connsiteX4" fmla="*/ 2700 w 3100834"/>
                <a:gd name="connsiteY4" fmla="*/ 1588985 h 2056082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01100" h="2041075">
                  <a:moveTo>
                    <a:pt x="2700" y="1588985"/>
                  </a:moveTo>
                  <a:cubicBezTo>
                    <a:pt x="-54421" y="1251078"/>
                    <a:pt x="808267" y="8550"/>
                    <a:pt x="1324169" y="44"/>
                  </a:cubicBezTo>
                  <a:cubicBezTo>
                    <a:pt x="1840071" y="-8462"/>
                    <a:pt x="3040994" y="1200039"/>
                    <a:pt x="3098115" y="1537946"/>
                  </a:cubicBezTo>
                  <a:cubicBezTo>
                    <a:pt x="3155236" y="1875853"/>
                    <a:pt x="2382291" y="1963492"/>
                    <a:pt x="1666897" y="2027484"/>
                  </a:cubicBezTo>
                  <a:cubicBezTo>
                    <a:pt x="951503" y="2091476"/>
                    <a:pt x="59821" y="1926892"/>
                    <a:pt x="2700" y="1588985"/>
                  </a:cubicBezTo>
                  <a:close/>
                </a:path>
              </a:pathLst>
            </a:custGeom>
            <a:solidFill>
              <a:srgbClr val="3EB19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" name="Freihandform 8">
              <a:extLst>
                <a:ext uri="{FF2B5EF4-FFF2-40B4-BE49-F238E27FC236}">
                  <a16:creationId xmlns:a16="http://schemas.microsoft.com/office/drawing/2014/main" id="{1D38A5A9-B0EC-B19E-2B55-B4EB7BF0062D}"/>
                </a:ext>
              </a:extLst>
            </p:cNvPr>
            <p:cNvSpPr/>
            <p:nvPr/>
          </p:nvSpPr>
          <p:spPr>
            <a:xfrm rot="20823310" flipV="1">
              <a:off x="6947206" y="5460057"/>
              <a:ext cx="6636396" cy="3176678"/>
            </a:xfrm>
            <a:custGeom>
              <a:avLst/>
              <a:gdLst>
                <a:gd name="connsiteX0" fmla="*/ 346842 w 3373821"/>
                <a:gd name="connsiteY0" fmla="*/ 283779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346842 w 3373821"/>
                <a:gd name="connsiteY5" fmla="*/ 283779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882870 h 3310759"/>
                <a:gd name="connsiteX1" fmla="*/ 3090042 w 3373821"/>
                <a:gd name="connsiteY1" fmla="*/ 0 h 3310759"/>
                <a:gd name="connsiteX2" fmla="*/ 3373821 w 3373821"/>
                <a:gd name="connsiteY2" fmla="*/ 1849821 h 3310759"/>
                <a:gd name="connsiteX3" fmla="*/ 1902373 w 3373821"/>
                <a:gd name="connsiteY3" fmla="*/ 3310759 h 3310759"/>
                <a:gd name="connsiteX4" fmla="*/ 0 w 3373821"/>
                <a:gd name="connsiteY4" fmla="*/ 2511973 h 3310759"/>
                <a:gd name="connsiteX5" fmla="*/ 777766 w 3373821"/>
                <a:gd name="connsiteY5" fmla="*/ 882870 h 3310759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35451 h 3463340"/>
                <a:gd name="connsiteX1" fmla="*/ 3090042 w 3373821"/>
                <a:gd name="connsiteY1" fmla="*/ 152581 h 3463340"/>
                <a:gd name="connsiteX2" fmla="*/ 3373821 w 3373821"/>
                <a:gd name="connsiteY2" fmla="*/ 2002402 h 3463340"/>
                <a:gd name="connsiteX3" fmla="*/ 1902373 w 3373821"/>
                <a:gd name="connsiteY3" fmla="*/ 3463340 h 3463340"/>
                <a:gd name="connsiteX4" fmla="*/ 0 w 3373821"/>
                <a:gd name="connsiteY4" fmla="*/ 2664554 h 3463340"/>
                <a:gd name="connsiteX5" fmla="*/ 777766 w 3373821"/>
                <a:gd name="connsiteY5" fmla="*/ 1035451 h 3463340"/>
                <a:gd name="connsiteX0" fmla="*/ 777766 w 3468415"/>
                <a:gd name="connsiteY0" fmla="*/ 1035451 h 3463340"/>
                <a:gd name="connsiteX1" fmla="*/ 3090042 w 3468415"/>
                <a:gd name="connsiteY1" fmla="*/ 152581 h 3463340"/>
                <a:gd name="connsiteX2" fmla="*/ 3468415 w 3468415"/>
                <a:gd name="connsiteY2" fmla="*/ 2202098 h 3463340"/>
                <a:gd name="connsiteX3" fmla="*/ 1902373 w 3468415"/>
                <a:gd name="connsiteY3" fmla="*/ 3463340 h 3463340"/>
                <a:gd name="connsiteX4" fmla="*/ 0 w 3468415"/>
                <a:gd name="connsiteY4" fmla="*/ 2664554 h 3463340"/>
                <a:gd name="connsiteX5" fmla="*/ 777766 w 3468415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3748"/>
                <a:gd name="connsiteX1" fmla="*/ 3090042 w 3520921"/>
                <a:gd name="connsiteY1" fmla="*/ 152581 h 3463748"/>
                <a:gd name="connsiteX2" fmla="*/ 3468415 w 3520921"/>
                <a:gd name="connsiteY2" fmla="*/ 2202098 h 3463748"/>
                <a:gd name="connsiteX3" fmla="*/ 1902373 w 3520921"/>
                <a:gd name="connsiteY3" fmla="*/ 3463340 h 3463748"/>
                <a:gd name="connsiteX4" fmla="*/ 0 w 3520921"/>
                <a:gd name="connsiteY4" fmla="*/ 2664554 h 3463748"/>
                <a:gd name="connsiteX5" fmla="*/ 777766 w 3520921"/>
                <a:gd name="connsiteY5" fmla="*/ 1035451 h 3463748"/>
                <a:gd name="connsiteX0" fmla="*/ 815379 w 3558534"/>
                <a:gd name="connsiteY0" fmla="*/ 1035451 h 3463748"/>
                <a:gd name="connsiteX1" fmla="*/ 3127655 w 3558534"/>
                <a:gd name="connsiteY1" fmla="*/ 152581 h 3463748"/>
                <a:gd name="connsiteX2" fmla="*/ 3506028 w 3558534"/>
                <a:gd name="connsiteY2" fmla="*/ 2202098 h 3463748"/>
                <a:gd name="connsiteX3" fmla="*/ 1939986 w 3558534"/>
                <a:gd name="connsiteY3" fmla="*/ 3463340 h 3463748"/>
                <a:gd name="connsiteX4" fmla="*/ 37613 w 3558534"/>
                <a:gd name="connsiteY4" fmla="*/ 2664554 h 3463748"/>
                <a:gd name="connsiteX5" fmla="*/ 815379 w 3558534"/>
                <a:gd name="connsiteY5" fmla="*/ 1035451 h 3463748"/>
                <a:gd name="connsiteX0" fmla="*/ 815379 w 3558534"/>
                <a:gd name="connsiteY0" fmla="*/ 1035451 h 3464371"/>
                <a:gd name="connsiteX1" fmla="*/ 3127655 w 3558534"/>
                <a:gd name="connsiteY1" fmla="*/ 152581 h 3464371"/>
                <a:gd name="connsiteX2" fmla="*/ 3506028 w 3558534"/>
                <a:gd name="connsiteY2" fmla="*/ 2202098 h 3464371"/>
                <a:gd name="connsiteX3" fmla="*/ 1939986 w 3558534"/>
                <a:gd name="connsiteY3" fmla="*/ 3463340 h 3464371"/>
                <a:gd name="connsiteX4" fmla="*/ 37613 w 3558534"/>
                <a:gd name="connsiteY4" fmla="*/ 2664554 h 3464371"/>
                <a:gd name="connsiteX5" fmla="*/ 815379 w 3558534"/>
                <a:gd name="connsiteY5" fmla="*/ 1035451 h 3464371"/>
                <a:gd name="connsiteX0" fmla="*/ 815379 w 3150376"/>
                <a:gd name="connsiteY0" fmla="*/ 1035451 h 3464371"/>
                <a:gd name="connsiteX1" fmla="*/ 3127655 w 3150376"/>
                <a:gd name="connsiteY1" fmla="*/ 152581 h 3464371"/>
                <a:gd name="connsiteX2" fmla="*/ 1961008 w 3150376"/>
                <a:gd name="connsiteY2" fmla="*/ 1655560 h 3464371"/>
                <a:gd name="connsiteX3" fmla="*/ 1939986 w 3150376"/>
                <a:gd name="connsiteY3" fmla="*/ 3463340 h 3464371"/>
                <a:gd name="connsiteX4" fmla="*/ 37613 w 3150376"/>
                <a:gd name="connsiteY4" fmla="*/ 2664554 h 3464371"/>
                <a:gd name="connsiteX5" fmla="*/ 815379 w 3150376"/>
                <a:gd name="connsiteY5" fmla="*/ 1035451 h 3464371"/>
                <a:gd name="connsiteX0" fmla="*/ 815379 w 3162532"/>
                <a:gd name="connsiteY0" fmla="*/ 1035451 h 3464371"/>
                <a:gd name="connsiteX1" fmla="*/ 3127655 w 3162532"/>
                <a:gd name="connsiteY1" fmla="*/ 152581 h 3464371"/>
                <a:gd name="connsiteX2" fmla="*/ 2423463 w 3162532"/>
                <a:gd name="connsiteY2" fmla="*/ 1645049 h 3464371"/>
                <a:gd name="connsiteX3" fmla="*/ 1939986 w 3162532"/>
                <a:gd name="connsiteY3" fmla="*/ 3463340 h 3464371"/>
                <a:gd name="connsiteX4" fmla="*/ 37613 w 3162532"/>
                <a:gd name="connsiteY4" fmla="*/ 2664554 h 3464371"/>
                <a:gd name="connsiteX5" fmla="*/ 815379 w 3162532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606310"/>
                <a:gd name="connsiteX1" fmla="*/ 3127655 w 3171514"/>
                <a:gd name="connsiteY1" fmla="*/ 152581 h 3606310"/>
                <a:gd name="connsiteX2" fmla="*/ 2423463 w 3171514"/>
                <a:gd name="connsiteY2" fmla="*/ 1645049 h 3606310"/>
                <a:gd name="connsiteX3" fmla="*/ 2307848 w 3171514"/>
                <a:gd name="connsiteY3" fmla="*/ 3473850 h 3606310"/>
                <a:gd name="connsiteX4" fmla="*/ 37613 w 3171514"/>
                <a:gd name="connsiteY4" fmla="*/ 2664554 h 3606310"/>
                <a:gd name="connsiteX5" fmla="*/ 815379 w 3171514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64502"/>
                <a:gd name="connsiteY0" fmla="*/ 1035451 h 3606310"/>
                <a:gd name="connsiteX1" fmla="*/ 3127655 w 3164502"/>
                <a:gd name="connsiteY1" fmla="*/ 152581 h 3606310"/>
                <a:gd name="connsiteX2" fmla="*/ 2560098 w 3164502"/>
                <a:gd name="connsiteY2" fmla="*/ 1666070 h 3606310"/>
                <a:gd name="connsiteX3" fmla="*/ 2307848 w 3164502"/>
                <a:gd name="connsiteY3" fmla="*/ 3473850 h 3606310"/>
                <a:gd name="connsiteX4" fmla="*/ 37613 w 3164502"/>
                <a:gd name="connsiteY4" fmla="*/ 2664554 h 3606310"/>
                <a:gd name="connsiteX5" fmla="*/ 815379 w 3164502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29312 w 3176710"/>
                <a:gd name="connsiteY0" fmla="*/ 1035451 h 3606310"/>
                <a:gd name="connsiteX1" fmla="*/ 3141588 w 3176710"/>
                <a:gd name="connsiteY1" fmla="*/ 152581 h 3606310"/>
                <a:gd name="connsiteX2" fmla="*/ 2574031 w 3176710"/>
                <a:gd name="connsiteY2" fmla="*/ 1666070 h 3606310"/>
                <a:gd name="connsiteX3" fmla="*/ 2321781 w 3176710"/>
                <a:gd name="connsiteY3" fmla="*/ 3473850 h 3606310"/>
                <a:gd name="connsiteX4" fmla="*/ 51546 w 3176710"/>
                <a:gd name="connsiteY4" fmla="*/ 2664554 h 3606310"/>
                <a:gd name="connsiteX5" fmla="*/ 829312 w 3176710"/>
                <a:gd name="connsiteY5" fmla="*/ 1035451 h 3606310"/>
                <a:gd name="connsiteX0" fmla="*/ 829312 w 3177410"/>
                <a:gd name="connsiteY0" fmla="*/ 1035451 h 3606310"/>
                <a:gd name="connsiteX1" fmla="*/ 3141588 w 3177410"/>
                <a:gd name="connsiteY1" fmla="*/ 152581 h 3606310"/>
                <a:gd name="connsiteX2" fmla="*/ 2574031 w 3177410"/>
                <a:gd name="connsiteY2" fmla="*/ 1666070 h 3606310"/>
                <a:gd name="connsiteX3" fmla="*/ 2321781 w 3177410"/>
                <a:gd name="connsiteY3" fmla="*/ 3473850 h 3606310"/>
                <a:gd name="connsiteX4" fmla="*/ 51546 w 3177410"/>
                <a:gd name="connsiteY4" fmla="*/ 2664554 h 3606310"/>
                <a:gd name="connsiteX5" fmla="*/ 829312 w 3177410"/>
                <a:gd name="connsiteY5" fmla="*/ 1035451 h 3606310"/>
                <a:gd name="connsiteX0" fmla="*/ 829312 w 3177410"/>
                <a:gd name="connsiteY0" fmla="*/ 1013703 h 3584562"/>
                <a:gd name="connsiteX1" fmla="*/ 3141588 w 3177410"/>
                <a:gd name="connsiteY1" fmla="*/ 130833 h 3584562"/>
                <a:gd name="connsiteX2" fmla="*/ 2574031 w 3177410"/>
                <a:gd name="connsiteY2" fmla="*/ 1644322 h 3584562"/>
                <a:gd name="connsiteX3" fmla="*/ 2321781 w 3177410"/>
                <a:gd name="connsiteY3" fmla="*/ 3452102 h 3584562"/>
                <a:gd name="connsiteX4" fmla="*/ 51546 w 3177410"/>
                <a:gd name="connsiteY4" fmla="*/ 2642806 h 3584562"/>
                <a:gd name="connsiteX5" fmla="*/ 829312 w 3177410"/>
                <a:gd name="connsiteY5" fmla="*/ 1013703 h 3584562"/>
                <a:gd name="connsiteX0" fmla="*/ 829578 w 3177676"/>
                <a:gd name="connsiteY0" fmla="*/ 1013703 h 3584562"/>
                <a:gd name="connsiteX1" fmla="*/ 3141854 w 3177676"/>
                <a:gd name="connsiteY1" fmla="*/ 130833 h 3584562"/>
                <a:gd name="connsiteX2" fmla="*/ 2574297 w 3177676"/>
                <a:gd name="connsiteY2" fmla="*/ 1644322 h 3584562"/>
                <a:gd name="connsiteX3" fmla="*/ 2322047 w 3177676"/>
                <a:gd name="connsiteY3" fmla="*/ 3452102 h 3584562"/>
                <a:gd name="connsiteX4" fmla="*/ 51812 w 3177676"/>
                <a:gd name="connsiteY4" fmla="*/ 2642806 h 3584562"/>
                <a:gd name="connsiteX5" fmla="*/ 829578 w 3177676"/>
                <a:gd name="connsiteY5" fmla="*/ 1013703 h 3584562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11178 w 2672400"/>
                <a:gd name="connsiteY0" fmla="*/ 7864 h 2583061"/>
                <a:gd name="connsiteX1" fmla="*/ 1318755 w 2672400"/>
                <a:gd name="connsiteY1" fmla="*/ 1092175 h 2583061"/>
                <a:gd name="connsiteX2" fmla="*/ 2555897 w 2672400"/>
                <a:gd name="connsiteY2" fmla="*/ 638483 h 2583061"/>
                <a:gd name="connsiteX3" fmla="*/ 2303647 w 2672400"/>
                <a:gd name="connsiteY3" fmla="*/ 2446263 h 2583061"/>
                <a:gd name="connsiteX4" fmla="*/ 33412 w 2672400"/>
                <a:gd name="connsiteY4" fmla="*/ 1636967 h 2583061"/>
                <a:gd name="connsiteX5" fmla="*/ 811178 w 2672400"/>
                <a:gd name="connsiteY5" fmla="*/ 7864 h 2583061"/>
                <a:gd name="connsiteX0" fmla="*/ 811178 w 3223026"/>
                <a:gd name="connsiteY0" fmla="*/ 5596 h 2477281"/>
                <a:gd name="connsiteX1" fmla="*/ 1318755 w 3223026"/>
                <a:gd name="connsiteY1" fmla="*/ 1089907 h 2477281"/>
                <a:gd name="connsiteX2" fmla="*/ 3192488 w 3223026"/>
                <a:gd name="connsiteY2" fmla="*/ 802600 h 2477281"/>
                <a:gd name="connsiteX3" fmla="*/ 2303647 w 3223026"/>
                <a:gd name="connsiteY3" fmla="*/ 2443995 h 2477281"/>
                <a:gd name="connsiteX4" fmla="*/ 33412 w 3223026"/>
                <a:gd name="connsiteY4" fmla="*/ 1634699 h 2477281"/>
                <a:gd name="connsiteX5" fmla="*/ 811178 w 3223026"/>
                <a:gd name="connsiteY5" fmla="*/ 5596 h 2477281"/>
                <a:gd name="connsiteX0" fmla="*/ 846588 w 3330250"/>
                <a:gd name="connsiteY0" fmla="*/ 5596 h 2432711"/>
                <a:gd name="connsiteX1" fmla="*/ 1354165 w 3330250"/>
                <a:gd name="connsiteY1" fmla="*/ 1089907 h 2432711"/>
                <a:gd name="connsiteX2" fmla="*/ 3227898 w 3330250"/>
                <a:gd name="connsiteY2" fmla="*/ 802600 h 2432711"/>
                <a:gd name="connsiteX3" fmla="*/ 2761796 w 3330250"/>
                <a:gd name="connsiteY3" fmla="*/ 2409553 h 2432711"/>
                <a:gd name="connsiteX4" fmla="*/ 68822 w 3330250"/>
                <a:gd name="connsiteY4" fmla="*/ 1634699 h 2432711"/>
                <a:gd name="connsiteX5" fmla="*/ 846588 w 3330250"/>
                <a:gd name="connsiteY5" fmla="*/ 5596 h 2432711"/>
                <a:gd name="connsiteX0" fmla="*/ 846588 w 3514825"/>
                <a:gd name="connsiteY0" fmla="*/ 5596 h 2432711"/>
                <a:gd name="connsiteX1" fmla="*/ 1354165 w 3514825"/>
                <a:gd name="connsiteY1" fmla="*/ 1089907 h 2432711"/>
                <a:gd name="connsiteX2" fmla="*/ 3227898 w 3514825"/>
                <a:gd name="connsiteY2" fmla="*/ 802600 h 2432711"/>
                <a:gd name="connsiteX3" fmla="*/ 2761796 w 3514825"/>
                <a:gd name="connsiteY3" fmla="*/ 2409553 h 2432711"/>
                <a:gd name="connsiteX4" fmla="*/ 68822 w 3514825"/>
                <a:gd name="connsiteY4" fmla="*/ 1634699 h 2432711"/>
                <a:gd name="connsiteX5" fmla="*/ 846588 w 3514825"/>
                <a:gd name="connsiteY5" fmla="*/ 5596 h 2432711"/>
                <a:gd name="connsiteX0" fmla="*/ 875402 w 3543639"/>
                <a:gd name="connsiteY0" fmla="*/ 2708 h 2429823"/>
                <a:gd name="connsiteX1" fmla="*/ 1382979 w 3543639"/>
                <a:gd name="connsiteY1" fmla="*/ 1087019 h 2429823"/>
                <a:gd name="connsiteX2" fmla="*/ 3256712 w 3543639"/>
                <a:gd name="connsiteY2" fmla="*/ 799712 h 2429823"/>
                <a:gd name="connsiteX3" fmla="*/ 2790610 w 3543639"/>
                <a:gd name="connsiteY3" fmla="*/ 2406665 h 2429823"/>
                <a:gd name="connsiteX4" fmla="*/ 97636 w 3543639"/>
                <a:gd name="connsiteY4" fmla="*/ 1631811 h 2429823"/>
                <a:gd name="connsiteX5" fmla="*/ 875402 w 3543639"/>
                <a:gd name="connsiteY5" fmla="*/ 2708 h 2429823"/>
                <a:gd name="connsiteX0" fmla="*/ 1035116 w 3703353"/>
                <a:gd name="connsiteY0" fmla="*/ 3586 h 2450893"/>
                <a:gd name="connsiteX1" fmla="*/ 1542693 w 3703353"/>
                <a:gd name="connsiteY1" fmla="*/ 1087897 h 2450893"/>
                <a:gd name="connsiteX2" fmla="*/ 3416426 w 3703353"/>
                <a:gd name="connsiteY2" fmla="*/ 800590 h 2450893"/>
                <a:gd name="connsiteX3" fmla="*/ 2950324 w 3703353"/>
                <a:gd name="connsiteY3" fmla="*/ 2407543 h 2450893"/>
                <a:gd name="connsiteX4" fmla="*/ 257350 w 3703353"/>
                <a:gd name="connsiteY4" fmla="*/ 1632689 h 2450893"/>
                <a:gd name="connsiteX5" fmla="*/ 1035116 w 3703353"/>
                <a:gd name="connsiteY5" fmla="*/ 3586 h 2450893"/>
                <a:gd name="connsiteX0" fmla="*/ 991689 w 3462563"/>
                <a:gd name="connsiteY0" fmla="*/ 10605 h 2457912"/>
                <a:gd name="connsiteX1" fmla="*/ 1674106 w 3462563"/>
                <a:gd name="connsiteY1" fmla="*/ 930710 h 2457912"/>
                <a:gd name="connsiteX2" fmla="*/ 3372999 w 3462563"/>
                <a:gd name="connsiteY2" fmla="*/ 807609 h 2457912"/>
                <a:gd name="connsiteX3" fmla="*/ 2906897 w 3462563"/>
                <a:gd name="connsiteY3" fmla="*/ 2414562 h 2457912"/>
                <a:gd name="connsiteX4" fmla="*/ 213923 w 3462563"/>
                <a:gd name="connsiteY4" fmla="*/ 1639708 h 2457912"/>
                <a:gd name="connsiteX5" fmla="*/ 991689 w 3462563"/>
                <a:gd name="connsiteY5" fmla="*/ 10605 h 2457912"/>
                <a:gd name="connsiteX0" fmla="*/ 991689 w 3644113"/>
                <a:gd name="connsiteY0" fmla="*/ 10605 h 2457912"/>
                <a:gd name="connsiteX1" fmla="*/ 1674106 w 3644113"/>
                <a:gd name="connsiteY1" fmla="*/ 930710 h 2457912"/>
                <a:gd name="connsiteX2" fmla="*/ 3372999 w 3644113"/>
                <a:gd name="connsiteY2" fmla="*/ 807609 h 2457912"/>
                <a:gd name="connsiteX3" fmla="*/ 2906897 w 3644113"/>
                <a:gd name="connsiteY3" fmla="*/ 2414562 h 2457912"/>
                <a:gd name="connsiteX4" fmla="*/ 213923 w 3644113"/>
                <a:gd name="connsiteY4" fmla="*/ 1639708 h 2457912"/>
                <a:gd name="connsiteX5" fmla="*/ 991689 w 3644113"/>
                <a:gd name="connsiteY5" fmla="*/ 10605 h 2457912"/>
                <a:gd name="connsiteX0" fmla="*/ 1054352 w 3706777"/>
                <a:gd name="connsiteY0" fmla="*/ 1046 h 2448353"/>
                <a:gd name="connsiteX1" fmla="*/ 1736769 w 3706777"/>
                <a:gd name="connsiteY1" fmla="*/ 921151 h 2448353"/>
                <a:gd name="connsiteX2" fmla="*/ 3435662 w 3706777"/>
                <a:gd name="connsiteY2" fmla="*/ 798050 h 2448353"/>
                <a:gd name="connsiteX3" fmla="*/ 2969560 w 3706777"/>
                <a:gd name="connsiteY3" fmla="*/ 2405003 h 2448353"/>
                <a:gd name="connsiteX4" fmla="*/ 276586 w 3706777"/>
                <a:gd name="connsiteY4" fmla="*/ 1630149 h 2448353"/>
                <a:gd name="connsiteX5" fmla="*/ 1054352 w 3706777"/>
                <a:gd name="connsiteY5" fmla="*/ 1046 h 2448353"/>
                <a:gd name="connsiteX0" fmla="*/ 590056 w 3683836"/>
                <a:gd name="connsiteY0" fmla="*/ 1109 h 1961431"/>
                <a:gd name="connsiteX1" fmla="*/ 1713828 w 3683836"/>
                <a:gd name="connsiteY1" fmla="*/ 456838 h 1961431"/>
                <a:gd name="connsiteX2" fmla="*/ 3412721 w 3683836"/>
                <a:gd name="connsiteY2" fmla="*/ 333737 h 1961431"/>
                <a:gd name="connsiteX3" fmla="*/ 2946619 w 3683836"/>
                <a:gd name="connsiteY3" fmla="*/ 1940690 h 1961431"/>
                <a:gd name="connsiteX4" fmla="*/ 253645 w 3683836"/>
                <a:gd name="connsiteY4" fmla="*/ 1165836 h 1961431"/>
                <a:gd name="connsiteX5" fmla="*/ 590056 w 3683836"/>
                <a:gd name="connsiteY5" fmla="*/ 1109 h 1961431"/>
                <a:gd name="connsiteX0" fmla="*/ 577152 w 3670932"/>
                <a:gd name="connsiteY0" fmla="*/ 28557 h 1988879"/>
                <a:gd name="connsiteX1" fmla="*/ 1700924 w 3670932"/>
                <a:gd name="connsiteY1" fmla="*/ 484286 h 1988879"/>
                <a:gd name="connsiteX2" fmla="*/ 3399817 w 3670932"/>
                <a:gd name="connsiteY2" fmla="*/ 361185 h 1988879"/>
                <a:gd name="connsiteX3" fmla="*/ 2933715 w 3670932"/>
                <a:gd name="connsiteY3" fmla="*/ 1968138 h 1988879"/>
                <a:gd name="connsiteX4" fmla="*/ 240741 w 3670932"/>
                <a:gd name="connsiteY4" fmla="*/ 1193284 h 1988879"/>
                <a:gd name="connsiteX5" fmla="*/ 577152 w 3670932"/>
                <a:gd name="connsiteY5" fmla="*/ 28557 h 1988879"/>
                <a:gd name="connsiteX0" fmla="*/ 5660 w 3065770"/>
                <a:gd name="connsiteY0" fmla="*/ 41752 h 2084853"/>
                <a:gd name="connsiteX1" fmla="*/ 1129432 w 3065770"/>
                <a:gd name="connsiteY1" fmla="*/ 497481 h 2084853"/>
                <a:gd name="connsiteX2" fmla="*/ 2828325 w 3065770"/>
                <a:gd name="connsiteY2" fmla="*/ 374380 h 2084853"/>
                <a:gd name="connsiteX3" fmla="*/ 2362223 w 3065770"/>
                <a:gd name="connsiteY3" fmla="*/ 1981333 h 2084853"/>
                <a:gd name="connsiteX4" fmla="*/ 768571 w 3065770"/>
                <a:gd name="connsiteY4" fmla="*/ 1718703 h 2084853"/>
                <a:gd name="connsiteX5" fmla="*/ 5660 w 3065770"/>
                <a:gd name="connsiteY5" fmla="*/ 41752 h 2084853"/>
                <a:gd name="connsiteX0" fmla="*/ 12471 w 3072581"/>
                <a:gd name="connsiteY0" fmla="*/ 41752 h 2092530"/>
                <a:gd name="connsiteX1" fmla="*/ 1136243 w 3072581"/>
                <a:gd name="connsiteY1" fmla="*/ 497481 h 2092530"/>
                <a:gd name="connsiteX2" fmla="*/ 2835136 w 3072581"/>
                <a:gd name="connsiteY2" fmla="*/ 374380 h 2092530"/>
                <a:gd name="connsiteX3" fmla="*/ 2369034 w 3072581"/>
                <a:gd name="connsiteY3" fmla="*/ 1981333 h 2092530"/>
                <a:gd name="connsiteX4" fmla="*/ 775382 w 3072581"/>
                <a:gd name="connsiteY4" fmla="*/ 1718703 h 2092530"/>
                <a:gd name="connsiteX5" fmla="*/ 12471 w 3072581"/>
                <a:gd name="connsiteY5" fmla="*/ 41752 h 2092530"/>
                <a:gd name="connsiteX0" fmla="*/ 2798 w 3655173"/>
                <a:gd name="connsiteY0" fmla="*/ 869129 h 2007317"/>
                <a:gd name="connsiteX1" fmla="*/ 1718835 w 3655173"/>
                <a:gd name="connsiteY1" fmla="*/ 445136 h 2007317"/>
                <a:gd name="connsiteX2" fmla="*/ 3417728 w 3655173"/>
                <a:gd name="connsiteY2" fmla="*/ 322035 h 2007317"/>
                <a:gd name="connsiteX3" fmla="*/ 2951626 w 3655173"/>
                <a:gd name="connsiteY3" fmla="*/ 1928988 h 2007317"/>
                <a:gd name="connsiteX4" fmla="*/ 1357974 w 3655173"/>
                <a:gd name="connsiteY4" fmla="*/ 1666358 h 2007317"/>
                <a:gd name="connsiteX5" fmla="*/ 2798 w 3655173"/>
                <a:gd name="connsiteY5" fmla="*/ 869129 h 2007317"/>
                <a:gd name="connsiteX0" fmla="*/ 542 w 3652917"/>
                <a:gd name="connsiteY0" fmla="*/ 869129 h 2007318"/>
                <a:gd name="connsiteX1" fmla="*/ 1716579 w 3652917"/>
                <a:gd name="connsiteY1" fmla="*/ 445136 h 2007318"/>
                <a:gd name="connsiteX2" fmla="*/ 3415472 w 3652917"/>
                <a:gd name="connsiteY2" fmla="*/ 322035 h 2007318"/>
                <a:gd name="connsiteX3" fmla="*/ 2949370 w 3652917"/>
                <a:gd name="connsiteY3" fmla="*/ 1928988 h 2007318"/>
                <a:gd name="connsiteX4" fmla="*/ 1355718 w 3652917"/>
                <a:gd name="connsiteY4" fmla="*/ 1666358 h 2007318"/>
                <a:gd name="connsiteX5" fmla="*/ 542 w 3652917"/>
                <a:gd name="connsiteY5" fmla="*/ 869129 h 2007318"/>
                <a:gd name="connsiteX0" fmla="*/ 243 w 3639926"/>
                <a:gd name="connsiteY0" fmla="*/ 869129 h 1955507"/>
                <a:gd name="connsiteX1" fmla="*/ 1716280 w 3639926"/>
                <a:gd name="connsiteY1" fmla="*/ 445136 h 1955507"/>
                <a:gd name="connsiteX2" fmla="*/ 3415173 w 3639926"/>
                <a:gd name="connsiteY2" fmla="*/ 322035 h 1955507"/>
                <a:gd name="connsiteX3" fmla="*/ 2949071 w 3639926"/>
                <a:gd name="connsiteY3" fmla="*/ 1928988 h 1955507"/>
                <a:gd name="connsiteX4" fmla="*/ 1833458 w 3639926"/>
                <a:gd name="connsiteY4" fmla="*/ 1291535 h 1955507"/>
                <a:gd name="connsiteX5" fmla="*/ 243 w 3639926"/>
                <a:gd name="connsiteY5" fmla="*/ 869129 h 1955507"/>
                <a:gd name="connsiteX0" fmla="*/ 243 w 3639926"/>
                <a:gd name="connsiteY0" fmla="*/ 869129 h 1947022"/>
                <a:gd name="connsiteX1" fmla="*/ 1716280 w 3639926"/>
                <a:gd name="connsiteY1" fmla="*/ 445136 h 1947022"/>
                <a:gd name="connsiteX2" fmla="*/ 3415173 w 3639926"/>
                <a:gd name="connsiteY2" fmla="*/ 322035 h 1947022"/>
                <a:gd name="connsiteX3" fmla="*/ 2949071 w 3639926"/>
                <a:gd name="connsiteY3" fmla="*/ 1928988 h 1947022"/>
                <a:gd name="connsiteX4" fmla="*/ 1833458 w 3639926"/>
                <a:gd name="connsiteY4" fmla="*/ 1291535 h 1947022"/>
                <a:gd name="connsiteX5" fmla="*/ 243 w 3639926"/>
                <a:gd name="connsiteY5" fmla="*/ 869129 h 1947022"/>
                <a:gd name="connsiteX0" fmla="*/ 7345 w 3647028"/>
                <a:gd name="connsiteY0" fmla="*/ 869129 h 1947022"/>
                <a:gd name="connsiteX1" fmla="*/ 1723382 w 3647028"/>
                <a:gd name="connsiteY1" fmla="*/ 445136 h 1947022"/>
                <a:gd name="connsiteX2" fmla="*/ 3422275 w 3647028"/>
                <a:gd name="connsiteY2" fmla="*/ 322035 h 1947022"/>
                <a:gd name="connsiteX3" fmla="*/ 2956173 w 3647028"/>
                <a:gd name="connsiteY3" fmla="*/ 1928988 h 1947022"/>
                <a:gd name="connsiteX4" fmla="*/ 1840560 w 3647028"/>
                <a:gd name="connsiteY4" fmla="*/ 1291535 h 1947022"/>
                <a:gd name="connsiteX5" fmla="*/ 7345 w 3647028"/>
                <a:gd name="connsiteY5" fmla="*/ 869129 h 1947022"/>
                <a:gd name="connsiteX0" fmla="*/ 7345 w 3811052"/>
                <a:gd name="connsiteY0" fmla="*/ 869129 h 1929159"/>
                <a:gd name="connsiteX1" fmla="*/ 1723382 w 3811052"/>
                <a:gd name="connsiteY1" fmla="*/ 445136 h 1929159"/>
                <a:gd name="connsiteX2" fmla="*/ 3422275 w 3811052"/>
                <a:gd name="connsiteY2" fmla="*/ 322035 h 1929159"/>
                <a:gd name="connsiteX3" fmla="*/ 2956173 w 3811052"/>
                <a:gd name="connsiteY3" fmla="*/ 1928988 h 1929159"/>
                <a:gd name="connsiteX4" fmla="*/ 1840560 w 3811052"/>
                <a:gd name="connsiteY4" fmla="*/ 1291535 h 1929159"/>
                <a:gd name="connsiteX5" fmla="*/ 7345 w 3811052"/>
                <a:gd name="connsiteY5" fmla="*/ 869129 h 1929159"/>
                <a:gd name="connsiteX0" fmla="*/ 5264 w 3937957"/>
                <a:gd name="connsiteY0" fmla="*/ 1155023 h 1938909"/>
                <a:gd name="connsiteX1" fmla="*/ 1850286 w 3937957"/>
                <a:gd name="connsiteY1" fmla="*/ 454886 h 1938909"/>
                <a:gd name="connsiteX2" fmla="*/ 3549179 w 3937957"/>
                <a:gd name="connsiteY2" fmla="*/ 331785 h 1938909"/>
                <a:gd name="connsiteX3" fmla="*/ 3083077 w 3937957"/>
                <a:gd name="connsiteY3" fmla="*/ 1938738 h 1938909"/>
                <a:gd name="connsiteX4" fmla="*/ 1967464 w 3937957"/>
                <a:gd name="connsiteY4" fmla="*/ 1301285 h 1938909"/>
                <a:gd name="connsiteX5" fmla="*/ 5264 w 3937957"/>
                <a:gd name="connsiteY5" fmla="*/ 1155023 h 1938909"/>
                <a:gd name="connsiteX0" fmla="*/ 23607 w 3956300"/>
                <a:gd name="connsiteY0" fmla="*/ 1155023 h 1938909"/>
                <a:gd name="connsiteX1" fmla="*/ 1868629 w 3956300"/>
                <a:gd name="connsiteY1" fmla="*/ 454886 h 1938909"/>
                <a:gd name="connsiteX2" fmla="*/ 3567522 w 3956300"/>
                <a:gd name="connsiteY2" fmla="*/ 331785 h 1938909"/>
                <a:gd name="connsiteX3" fmla="*/ 3101420 w 3956300"/>
                <a:gd name="connsiteY3" fmla="*/ 1938738 h 1938909"/>
                <a:gd name="connsiteX4" fmla="*/ 1985807 w 3956300"/>
                <a:gd name="connsiteY4" fmla="*/ 1301285 h 1938909"/>
                <a:gd name="connsiteX5" fmla="*/ 23607 w 3956300"/>
                <a:gd name="connsiteY5" fmla="*/ 1155023 h 1938909"/>
                <a:gd name="connsiteX0" fmla="*/ 356 w 3775841"/>
                <a:gd name="connsiteY0" fmla="*/ 1155023 h 1975367"/>
                <a:gd name="connsiteX1" fmla="*/ 1845378 w 3775841"/>
                <a:gd name="connsiteY1" fmla="*/ 454886 h 1975367"/>
                <a:gd name="connsiteX2" fmla="*/ 3544271 w 3775841"/>
                <a:gd name="connsiteY2" fmla="*/ 331785 h 1975367"/>
                <a:gd name="connsiteX3" fmla="*/ 3078169 w 3775841"/>
                <a:gd name="connsiteY3" fmla="*/ 1938738 h 1975367"/>
                <a:gd name="connsiteX4" fmla="*/ 1700608 w 3775841"/>
                <a:gd name="connsiteY4" fmla="*/ 1432728 h 1975367"/>
                <a:gd name="connsiteX5" fmla="*/ 356 w 3775841"/>
                <a:gd name="connsiteY5" fmla="*/ 1155023 h 1975367"/>
                <a:gd name="connsiteX0" fmla="*/ 385 w 3775871"/>
                <a:gd name="connsiteY0" fmla="*/ 1155023 h 1964875"/>
                <a:gd name="connsiteX1" fmla="*/ 1845407 w 3775871"/>
                <a:gd name="connsiteY1" fmla="*/ 454886 h 1964875"/>
                <a:gd name="connsiteX2" fmla="*/ 3544300 w 3775871"/>
                <a:gd name="connsiteY2" fmla="*/ 331785 h 1964875"/>
                <a:gd name="connsiteX3" fmla="*/ 3078198 w 3775871"/>
                <a:gd name="connsiteY3" fmla="*/ 1938738 h 1964875"/>
                <a:gd name="connsiteX4" fmla="*/ 1700637 w 3775871"/>
                <a:gd name="connsiteY4" fmla="*/ 1432728 h 1964875"/>
                <a:gd name="connsiteX5" fmla="*/ 385 w 3775871"/>
                <a:gd name="connsiteY5" fmla="*/ 1155023 h 1964875"/>
                <a:gd name="connsiteX0" fmla="*/ 518 w 3310321"/>
                <a:gd name="connsiteY0" fmla="*/ 1561197 h 1986949"/>
                <a:gd name="connsiteX1" fmla="*/ 1379857 w 3310321"/>
                <a:gd name="connsiteY1" fmla="*/ 469469 h 1986949"/>
                <a:gd name="connsiteX2" fmla="*/ 3078750 w 3310321"/>
                <a:gd name="connsiteY2" fmla="*/ 346368 h 1986949"/>
                <a:gd name="connsiteX3" fmla="*/ 2612648 w 3310321"/>
                <a:gd name="connsiteY3" fmla="*/ 1953321 h 1986949"/>
                <a:gd name="connsiteX4" fmla="*/ 1235087 w 3310321"/>
                <a:gd name="connsiteY4" fmla="*/ 1447311 h 1986949"/>
                <a:gd name="connsiteX5" fmla="*/ 518 w 3310321"/>
                <a:gd name="connsiteY5" fmla="*/ 1561197 h 1986949"/>
                <a:gd name="connsiteX0" fmla="*/ 252954 w 3562757"/>
                <a:gd name="connsiteY0" fmla="*/ 1561197 h 1986950"/>
                <a:gd name="connsiteX1" fmla="*/ 1632293 w 3562757"/>
                <a:gd name="connsiteY1" fmla="*/ 469469 h 1986950"/>
                <a:gd name="connsiteX2" fmla="*/ 3331186 w 3562757"/>
                <a:gd name="connsiteY2" fmla="*/ 346368 h 1986950"/>
                <a:gd name="connsiteX3" fmla="*/ 2865084 w 3562757"/>
                <a:gd name="connsiteY3" fmla="*/ 1953321 h 1986950"/>
                <a:gd name="connsiteX4" fmla="*/ 1487523 w 3562757"/>
                <a:gd name="connsiteY4" fmla="*/ 1447311 h 1986950"/>
                <a:gd name="connsiteX5" fmla="*/ 252954 w 3562757"/>
                <a:gd name="connsiteY5" fmla="*/ 1561197 h 1986950"/>
                <a:gd name="connsiteX0" fmla="*/ 275988 w 4836894"/>
                <a:gd name="connsiteY0" fmla="*/ 1254188 h 1664972"/>
                <a:gd name="connsiteX1" fmla="*/ 1655327 w 4836894"/>
                <a:gd name="connsiteY1" fmla="*/ 162460 h 1664972"/>
                <a:gd name="connsiteX2" fmla="*/ 4715739 w 4836894"/>
                <a:gd name="connsiteY2" fmla="*/ 494988 h 1664972"/>
                <a:gd name="connsiteX3" fmla="*/ 2888118 w 4836894"/>
                <a:gd name="connsiteY3" fmla="*/ 1646312 h 1664972"/>
                <a:gd name="connsiteX4" fmla="*/ 1510557 w 4836894"/>
                <a:gd name="connsiteY4" fmla="*/ 1140302 h 1664972"/>
                <a:gd name="connsiteX5" fmla="*/ 275988 w 4836894"/>
                <a:gd name="connsiteY5" fmla="*/ 1254188 h 1664972"/>
                <a:gd name="connsiteX0" fmla="*/ 275988 w 4716813"/>
                <a:gd name="connsiteY0" fmla="*/ 1630321 h 2049242"/>
                <a:gd name="connsiteX1" fmla="*/ 1655327 w 4716813"/>
                <a:gd name="connsiteY1" fmla="*/ 538593 h 2049242"/>
                <a:gd name="connsiteX2" fmla="*/ 4715739 w 4716813"/>
                <a:gd name="connsiteY2" fmla="*/ 871121 h 2049242"/>
                <a:gd name="connsiteX3" fmla="*/ 2888118 w 4716813"/>
                <a:gd name="connsiteY3" fmla="*/ 2022445 h 2049242"/>
                <a:gd name="connsiteX4" fmla="*/ 1510557 w 4716813"/>
                <a:gd name="connsiteY4" fmla="*/ 1516435 h 2049242"/>
                <a:gd name="connsiteX5" fmla="*/ 275988 w 4716813"/>
                <a:gd name="connsiteY5" fmla="*/ 1630321 h 2049242"/>
                <a:gd name="connsiteX0" fmla="*/ 275988 w 4749030"/>
                <a:gd name="connsiteY0" fmla="*/ 1124638 h 1545870"/>
                <a:gd name="connsiteX1" fmla="*/ 1655327 w 4749030"/>
                <a:gd name="connsiteY1" fmla="*/ 32910 h 1545870"/>
                <a:gd name="connsiteX2" fmla="*/ 4715739 w 4749030"/>
                <a:gd name="connsiteY2" fmla="*/ 365438 h 1545870"/>
                <a:gd name="connsiteX3" fmla="*/ 3175706 w 4749030"/>
                <a:gd name="connsiteY3" fmla="*/ 1192854 h 1545870"/>
                <a:gd name="connsiteX4" fmla="*/ 1510557 w 4749030"/>
                <a:gd name="connsiteY4" fmla="*/ 1010752 h 1545870"/>
                <a:gd name="connsiteX5" fmla="*/ 275988 w 4749030"/>
                <a:gd name="connsiteY5" fmla="*/ 1124638 h 1545870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40315"/>
                <a:gd name="connsiteY0" fmla="*/ 1132875 h 1722803"/>
                <a:gd name="connsiteX1" fmla="*/ 1655327 w 4740315"/>
                <a:gd name="connsiteY1" fmla="*/ 41147 h 1722803"/>
                <a:gd name="connsiteX2" fmla="*/ 4715739 w 4740315"/>
                <a:gd name="connsiteY2" fmla="*/ 373675 h 1722803"/>
                <a:gd name="connsiteX3" fmla="*/ 3012343 w 4740315"/>
                <a:gd name="connsiteY3" fmla="*/ 1711656 h 1722803"/>
                <a:gd name="connsiteX4" fmla="*/ 1510557 w 4740315"/>
                <a:gd name="connsiteY4" fmla="*/ 1018989 h 1722803"/>
                <a:gd name="connsiteX5" fmla="*/ 275988 w 4740315"/>
                <a:gd name="connsiteY5" fmla="*/ 1132875 h 1722803"/>
                <a:gd name="connsiteX0" fmla="*/ 275988 w 4756119"/>
                <a:gd name="connsiteY0" fmla="*/ 1127108 h 1542684"/>
                <a:gd name="connsiteX1" fmla="*/ 1655327 w 4756119"/>
                <a:gd name="connsiteY1" fmla="*/ 35380 h 1542684"/>
                <a:gd name="connsiteX2" fmla="*/ 4715739 w 4756119"/>
                <a:gd name="connsiteY2" fmla="*/ 367908 h 1542684"/>
                <a:gd name="connsiteX3" fmla="*/ 3285074 w 4756119"/>
                <a:gd name="connsiteY3" fmla="*/ 1369029 h 1542684"/>
                <a:gd name="connsiteX4" fmla="*/ 1510557 w 4756119"/>
                <a:gd name="connsiteY4" fmla="*/ 1013222 h 1542684"/>
                <a:gd name="connsiteX5" fmla="*/ 275988 w 4756119"/>
                <a:gd name="connsiteY5" fmla="*/ 1127108 h 1542684"/>
                <a:gd name="connsiteX0" fmla="*/ 275988 w 4715923"/>
                <a:gd name="connsiteY0" fmla="*/ 1122352 h 1572226"/>
                <a:gd name="connsiteX1" fmla="*/ 1655327 w 4715923"/>
                <a:gd name="connsiteY1" fmla="*/ 30624 h 1572226"/>
                <a:gd name="connsiteX2" fmla="*/ 4715739 w 4715923"/>
                <a:gd name="connsiteY2" fmla="*/ 363152 h 1572226"/>
                <a:gd name="connsiteX3" fmla="*/ 1510557 w 4715923"/>
                <a:gd name="connsiteY3" fmla="*/ 1008466 h 1572226"/>
                <a:gd name="connsiteX4" fmla="*/ 275988 w 4715923"/>
                <a:gd name="connsiteY4" fmla="*/ 1122352 h 1572226"/>
                <a:gd name="connsiteX0" fmla="*/ 25029 w 4476010"/>
                <a:gd name="connsiteY0" fmla="*/ 1892393 h 2022034"/>
                <a:gd name="connsiteX1" fmla="*/ 2236847 w 4476010"/>
                <a:gd name="connsiteY1" fmla="*/ 11492 h 2022034"/>
                <a:gd name="connsiteX2" fmla="*/ 4464780 w 4476010"/>
                <a:gd name="connsiteY2" fmla="*/ 1133193 h 2022034"/>
                <a:gd name="connsiteX3" fmla="*/ 1259598 w 4476010"/>
                <a:gd name="connsiteY3" fmla="*/ 1778507 h 2022034"/>
                <a:gd name="connsiteX4" fmla="*/ 25029 w 4476010"/>
                <a:gd name="connsiteY4" fmla="*/ 1892393 h 2022034"/>
                <a:gd name="connsiteX0" fmla="*/ 19312 w 4468531"/>
                <a:gd name="connsiteY0" fmla="*/ 1893478 h 2350831"/>
                <a:gd name="connsiteX1" fmla="*/ 2231130 w 4468531"/>
                <a:gd name="connsiteY1" fmla="*/ 12577 h 2350831"/>
                <a:gd name="connsiteX2" fmla="*/ 4459063 w 4468531"/>
                <a:gd name="connsiteY2" fmla="*/ 1134278 h 2350831"/>
                <a:gd name="connsiteX3" fmla="*/ 2962196 w 4468531"/>
                <a:gd name="connsiteY3" fmla="*/ 2337807 h 2350831"/>
                <a:gd name="connsiteX4" fmla="*/ 1253881 w 4468531"/>
                <a:gd name="connsiteY4" fmla="*/ 1779592 h 2350831"/>
                <a:gd name="connsiteX5" fmla="*/ 19312 w 4468531"/>
                <a:gd name="connsiteY5" fmla="*/ 1893478 h 2350831"/>
                <a:gd name="connsiteX0" fmla="*/ 114931 w 4564151"/>
                <a:gd name="connsiteY0" fmla="*/ 1893478 h 2606070"/>
                <a:gd name="connsiteX1" fmla="*/ 2326749 w 4564151"/>
                <a:gd name="connsiteY1" fmla="*/ 12577 h 2606070"/>
                <a:gd name="connsiteX2" fmla="*/ 4554682 w 4564151"/>
                <a:gd name="connsiteY2" fmla="*/ 1134278 h 2606070"/>
                <a:gd name="connsiteX3" fmla="*/ 3057815 w 4564151"/>
                <a:gd name="connsiteY3" fmla="*/ 2337807 h 2606070"/>
                <a:gd name="connsiteX4" fmla="*/ 602599 w 4564151"/>
                <a:gd name="connsiteY4" fmla="*/ 2591133 h 2606070"/>
                <a:gd name="connsiteX5" fmla="*/ 114931 w 4564151"/>
                <a:gd name="connsiteY5" fmla="*/ 1893478 h 2606070"/>
                <a:gd name="connsiteX0" fmla="*/ 339436 w 4163621"/>
                <a:gd name="connsiteY0" fmla="*/ 711041 h 2677547"/>
                <a:gd name="connsiteX1" fmla="*/ 1926219 w 4163621"/>
                <a:gd name="connsiteY1" fmla="*/ 9118 h 2677547"/>
                <a:gd name="connsiteX2" fmla="*/ 4154152 w 4163621"/>
                <a:gd name="connsiteY2" fmla="*/ 1130819 h 2677547"/>
                <a:gd name="connsiteX3" fmla="*/ 2657285 w 4163621"/>
                <a:gd name="connsiteY3" fmla="*/ 2334348 h 2677547"/>
                <a:gd name="connsiteX4" fmla="*/ 202069 w 4163621"/>
                <a:gd name="connsiteY4" fmla="*/ 2587674 h 2677547"/>
                <a:gd name="connsiteX5" fmla="*/ 339436 w 4163621"/>
                <a:gd name="connsiteY5" fmla="*/ 711041 h 2677547"/>
                <a:gd name="connsiteX0" fmla="*/ 8699 w 3970251"/>
                <a:gd name="connsiteY0" fmla="*/ 2578556 h 2717756"/>
                <a:gd name="connsiteX1" fmla="*/ 1732849 w 3970251"/>
                <a:gd name="connsiteY1" fmla="*/ 0 h 2717756"/>
                <a:gd name="connsiteX2" fmla="*/ 3960782 w 3970251"/>
                <a:gd name="connsiteY2" fmla="*/ 1121701 h 2717756"/>
                <a:gd name="connsiteX3" fmla="*/ 2463915 w 3970251"/>
                <a:gd name="connsiteY3" fmla="*/ 2325230 h 2717756"/>
                <a:gd name="connsiteX4" fmla="*/ 8699 w 3970251"/>
                <a:gd name="connsiteY4" fmla="*/ 2578556 h 2717756"/>
                <a:gd name="connsiteX0" fmla="*/ 11617 w 3584652"/>
                <a:gd name="connsiteY0" fmla="*/ 1430838 h 2340009"/>
                <a:gd name="connsiteX1" fmla="*/ 1347250 w 3584652"/>
                <a:gd name="connsiteY1" fmla="*/ 2380 h 2340009"/>
                <a:gd name="connsiteX2" fmla="*/ 3575183 w 3584652"/>
                <a:gd name="connsiteY2" fmla="*/ 1124081 h 2340009"/>
                <a:gd name="connsiteX3" fmla="*/ 2078316 w 3584652"/>
                <a:gd name="connsiteY3" fmla="*/ 2327610 h 2340009"/>
                <a:gd name="connsiteX4" fmla="*/ 11617 w 3584652"/>
                <a:gd name="connsiteY4" fmla="*/ 1430838 h 2340009"/>
                <a:gd name="connsiteX0" fmla="*/ 36322 w 3609357"/>
                <a:gd name="connsiteY0" fmla="*/ 1430838 h 2532978"/>
                <a:gd name="connsiteX1" fmla="*/ 1371955 w 3609357"/>
                <a:gd name="connsiteY1" fmla="*/ 2380 h 2532978"/>
                <a:gd name="connsiteX2" fmla="*/ 3599888 w 3609357"/>
                <a:gd name="connsiteY2" fmla="*/ 1124081 h 2532978"/>
                <a:gd name="connsiteX3" fmla="*/ 2103021 w 3609357"/>
                <a:gd name="connsiteY3" fmla="*/ 2327610 h 2532978"/>
                <a:gd name="connsiteX4" fmla="*/ 36322 w 3609357"/>
                <a:gd name="connsiteY4" fmla="*/ 1430838 h 2532978"/>
                <a:gd name="connsiteX0" fmla="*/ 3580 w 3569301"/>
                <a:gd name="connsiteY0" fmla="*/ 1431089 h 2816320"/>
                <a:gd name="connsiteX1" fmla="*/ 1339213 w 3569301"/>
                <a:gd name="connsiteY1" fmla="*/ 2631 h 2816320"/>
                <a:gd name="connsiteX2" fmla="*/ 3567146 w 3569301"/>
                <a:gd name="connsiteY2" fmla="*/ 1124332 h 2816320"/>
                <a:gd name="connsiteX3" fmla="*/ 1722688 w 3569301"/>
                <a:gd name="connsiteY3" fmla="*/ 2808414 h 2816320"/>
                <a:gd name="connsiteX4" fmla="*/ 3580 w 3569301"/>
                <a:gd name="connsiteY4" fmla="*/ 1431089 h 2816320"/>
                <a:gd name="connsiteX0" fmla="*/ 3579 w 3569300"/>
                <a:gd name="connsiteY0" fmla="*/ 1431089 h 2808414"/>
                <a:gd name="connsiteX1" fmla="*/ 1339212 w 3569300"/>
                <a:gd name="connsiteY1" fmla="*/ 2631 h 2808414"/>
                <a:gd name="connsiteX2" fmla="*/ 3567145 w 3569300"/>
                <a:gd name="connsiteY2" fmla="*/ 1124332 h 2808414"/>
                <a:gd name="connsiteX3" fmla="*/ 1722687 w 3569300"/>
                <a:gd name="connsiteY3" fmla="*/ 2808414 h 2808414"/>
                <a:gd name="connsiteX4" fmla="*/ 3579 w 3569300"/>
                <a:gd name="connsiteY4" fmla="*/ 1431089 h 2808414"/>
                <a:gd name="connsiteX0" fmla="*/ 3579 w 3570402"/>
                <a:gd name="connsiteY0" fmla="*/ 1431089 h 2845664"/>
                <a:gd name="connsiteX1" fmla="*/ 1339212 w 3570402"/>
                <a:gd name="connsiteY1" fmla="*/ 2631 h 2845664"/>
                <a:gd name="connsiteX2" fmla="*/ 3567145 w 3570402"/>
                <a:gd name="connsiteY2" fmla="*/ 1124332 h 2845664"/>
                <a:gd name="connsiteX3" fmla="*/ 1722687 w 3570402"/>
                <a:gd name="connsiteY3" fmla="*/ 2808414 h 2845664"/>
                <a:gd name="connsiteX4" fmla="*/ 3579 w 3570402"/>
                <a:gd name="connsiteY4" fmla="*/ 1431089 h 2845664"/>
                <a:gd name="connsiteX0" fmla="*/ 3579 w 3571531"/>
                <a:gd name="connsiteY0" fmla="*/ 1431089 h 2809355"/>
                <a:gd name="connsiteX1" fmla="*/ 1339212 w 3571531"/>
                <a:gd name="connsiteY1" fmla="*/ 2631 h 2809355"/>
                <a:gd name="connsiteX2" fmla="*/ 3567145 w 3571531"/>
                <a:gd name="connsiteY2" fmla="*/ 1124332 h 2809355"/>
                <a:gd name="connsiteX3" fmla="*/ 1722687 w 3571531"/>
                <a:gd name="connsiteY3" fmla="*/ 2808414 h 2809355"/>
                <a:gd name="connsiteX4" fmla="*/ 3579 w 3571531"/>
                <a:gd name="connsiteY4" fmla="*/ 1431089 h 2809355"/>
                <a:gd name="connsiteX0" fmla="*/ 3579 w 3570449"/>
                <a:gd name="connsiteY0" fmla="*/ 1431089 h 2811091"/>
                <a:gd name="connsiteX1" fmla="*/ 1339212 w 3570449"/>
                <a:gd name="connsiteY1" fmla="*/ 2631 h 2811091"/>
                <a:gd name="connsiteX2" fmla="*/ 3567145 w 3570449"/>
                <a:gd name="connsiteY2" fmla="*/ 1124332 h 2811091"/>
                <a:gd name="connsiteX3" fmla="*/ 1722687 w 3570449"/>
                <a:gd name="connsiteY3" fmla="*/ 2808414 h 2811091"/>
                <a:gd name="connsiteX4" fmla="*/ 3579 w 3570449"/>
                <a:gd name="connsiteY4" fmla="*/ 1431089 h 2811091"/>
                <a:gd name="connsiteX0" fmla="*/ 9477 w 3576347"/>
                <a:gd name="connsiteY0" fmla="*/ 1454488 h 2834490"/>
                <a:gd name="connsiteX1" fmla="*/ 1345110 w 3576347"/>
                <a:gd name="connsiteY1" fmla="*/ 26030 h 2834490"/>
                <a:gd name="connsiteX2" fmla="*/ 3573043 w 3576347"/>
                <a:gd name="connsiteY2" fmla="*/ 1147731 h 2834490"/>
                <a:gd name="connsiteX3" fmla="*/ 1728585 w 3576347"/>
                <a:gd name="connsiteY3" fmla="*/ 2831813 h 2834490"/>
                <a:gd name="connsiteX4" fmla="*/ 9477 w 3576347"/>
                <a:gd name="connsiteY4" fmla="*/ 1454488 h 2834490"/>
                <a:gd name="connsiteX0" fmla="*/ 11200 w 3578070"/>
                <a:gd name="connsiteY0" fmla="*/ 1454488 h 2834490"/>
                <a:gd name="connsiteX1" fmla="*/ 1346833 w 3578070"/>
                <a:gd name="connsiteY1" fmla="*/ 26030 h 2834490"/>
                <a:gd name="connsiteX2" fmla="*/ 3574766 w 3578070"/>
                <a:gd name="connsiteY2" fmla="*/ 1147731 h 2834490"/>
                <a:gd name="connsiteX3" fmla="*/ 1730308 w 3578070"/>
                <a:gd name="connsiteY3" fmla="*/ 2831813 h 2834490"/>
                <a:gd name="connsiteX4" fmla="*/ 11200 w 3578070"/>
                <a:gd name="connsiteY4" fmla="*/ 1454488 h 2834490"/>
                <a:gd name="connsiteX0" fmla="*/ 5238 w 3394494"/>
                <a:gd name="connsiteY0" fmla="*/ 1561249 h 2815719"/>
                <a:gd name="connsiteX1" fmla="*/ 1164359 w 3394494"/>
                <a:gd name="connsiteY1" fmla="*/ 5027 h 2815719"/>
                <a:gd name="connsiteX2" fmla="*/ 3392292 w 3394494"/>
                <a:gd name="connsiteY2" fmla="*/ 1126728 h 2815719"/>
                <a:gd name="connsiteX3" fmla="*/ 1547834 w 3394494"/>
                <a:gd name="connsiteY3" fmla="*/ 2810810 h 2815719"/>
                <a:gd name="connsiteX4" fmla="*/ 5238 w 3394494"/>
                <a:gd name="connsiteY4" fmla="*/ 1561249 h 2815719"/>
                <a:gd name="connsiteX0" fmla="*/ 1714 w 3390970"/>
                <a:gd name="connsiteY0" fmla="*/ 1561249 h 2816846"/>
                <a:gd name="connsiteX1" fmla="*/ 1160835 w 3390970"/>
                <a:gd name="connsiteY1" fmla="*/ 5027 h 2816846"/>
                <a:gd name="connsiteX2" fmla="*/ 3388768 w 3390970"/>
                <a:gd name="connsiteY2" fmla="*/ 1126728 h 2816846"/>
                <a:gd name="connsiteX3" fmla="*/ 1544310 w 3390970"/>
                <a:gd name="connsiteY3" fmla="*/ 2810810 h 2816846"/>
                <a:gd name="connsiteX4" fmla="*/ 1714 w 3390970"/>
                <a:gd name="connsiteY4" fmla="*/ 1561249 h 2816846"/>
                <a:gd name="connsiteX0" fmla="*/ 1714 w 3392183"/>
                <a:gd name="connsiteY0" fmla="*/ 1561249 h 2822298"/>
                <a:gd name="connsiteX1" fmla="*/ 1160835 w 3392183"/>
                <a:gd name="connsiteY1" fmla="*/ 5027 h 2822298"/>
                <a:gd name="connsiteX2" fmla="*/ 3388768 w 3392183"/>
                <a:gd name="connsiteY2" fmla="*/ 1126728 h 2822298"/>
                <a:gd name="connsiteX3" fmla="*/ 1544310 w 3392183"/>
                <a:gd name="connsiteY3" fmla="*/ 2810810 h 2822298"/>
                <a:gd name="connsiteX4" fmla="*/ 1714 w 3392183"/>
                <a:gd name="connsiteY4" fmla="*/ 1561249 h 2822298"/>
                <a:gd name="connsiteX0" fmla="*/ 1599 w 3099681"/>
                <a:gd name="connsiteY0" fmla="*/ 1556274 h 2805936"/>
                <a:gd name="connsiteX1" fmla="*/ 1160720 w 3099681"/>
                <a:gd name="connsiteY1" fmla="*/ 52 h 2805936"/>
                <a:gd name="connsiteX2" fmla="*/ 3097014 w 3099681"/>
                <a:gd name="connsiteY2" fmla="*/ 1505235 h 2805936"/>
                <a:gd name="connsiteX3" fmla="*/ 1544195 w 3099681"/>
                <a:gd name="connsiteY3" fmla="*/ 2805835 h 2805936"/>
                <a:gd name="connsiteX4" fmla="*/ 1599 w 3099681"/>
                <a:gd name="connsiteY4" fmla="*/ 1556274 h 2805936"/>
                <a:gd name="connsiteX0" fmla="*/ 1599 w 3098266"/>
                <a:gd name="connsiteY0" fmla="*/ 1556274 h 2805936"/>
                <a:gd name="connsiteX1" fmla="*/ 1160720 w 3098266"/>
                <a:gd name="connsiteY1" fmla="*/ 52 h 2805936"/>
                <a:gd name="connsiteX2" fmla="*/ 3097014 w 3098266"/>
                <a:gd name="connsiteY2" fmla="*/ 1505235 h 2805936"/>
                <a:gd name="connsiteX3" fmla="*/ 1544195 w 3098266"/>
                <a:gd name="connsiteY3" fmla="*/ 2805835 h 2805936"/>
                <a:gd name="connsiteX4" fmla="*/ 1599 w 3098266"/>
                <a:gd name="connsiteY4" fmla="*/ 1556274 h 2805936"/>
                <a:gd name="connsiteX0" fmla="*/ 6698 w 3107113"/>
                <a:gd name="connsiteY0" fmla="*/ 1556268 h 1995204"/>
                <a:gd name="connsiteX1" fmla="*/ 1165819 w 3107113"/>
                <a:gd name="connsiteY1" fmla="*/ 46 h 1995204"/>
                <a:gd name="connsiteX2" fmla="*/ 3102113 w 3107113"/>
                <a:gd name="connsiteY2" fmla="*/ 1505229 h 1995204"/>
                <a:gd name="connsiteX3" fmla="*/ 1670895 w 3107113"/>
                <a:gd name="connsiteY3" fmla="*/ 1994767 h 1995204"/>
                <a:gd name="connsiteX4" fmla="*/ 6698 w 3107113"/>
                <a:gd name="connsiteY4" fmla="*/ 1556268 h 1995204"/>
                <a:gd name="connsiteX0" fmla="*/ 6698 w 3107610"/>
                <a:gd name="connsiteY0" fmla="*/ 1556268 h 2094159"/>
                <a:gd name="connsiteX1" fmla="*/ 1165819 w 3107610"/>
                <a:gd name="connsiteY1" fmla="*/ 46 h 2094159"/>
                <a:gd name="connsiteX2" fmla="*/ 3102113 w 3107610"/>
                <a:gd name="connsiteY2" fmla="*/ 1505229 h 2094159"/>
                <a:gd name="connsiteX3" fmla="*/ 1670895 w 3107610"/>
                <a:gd name="connsiteY3" fmla="*/ 1994767 h 2094159"/>
                <a:gd name="connsiteX4" fmla="*/ 6698 w 3107610"/>
                <a:gd name="connsiteY4" fmla="*/ 1556268 h 2094159"/>
                <a:gd name="connsiteX0" fmla="*/ 6698 w 3108326"/>
                <a:gd name="connsiteY0" fmla="*/ 1556268 h 2032117"/>
                <a:gd name="connsiteX1" fmla="*/ 1165819 w 3108326"/>
                <a:gd name="connsiteY1" fmla="*/ 46 h 2032117"/>
                <a:gd name="connsiteX2" fmla="*/ 3102113 w 3108326"/>
                <a:gd name="connsiteY2" fmla="*/ 1505229 h 2032117"/>
                <a:gd name="connsiteX3" fmla="*/ 1670895 w 3108326"/>
                <a:gd name="connsiteY3" fmla="*/ 1994767 h 2032117"/>
                <a:gd name="connsiteX4" fmla="*/ 6698 w 3108326"/>
                <a:gd name="connsiteY4" fmla="*/ 1556268 h 2032117"/>
                <a:gd name="connsiteX0" fmla="*/ 2700 w 3101149"/>
                <a:gd name="connsiteY0" fmla="*/ 1588985 h 2065259"/>
                <a:gd name="connsiteX1" fmla="*/ 1324169 w 3101149"/>
                <a:gd name="connsiteY1" fmla="*/ 44 h 2065259"/>
                <a:gd name="connsiteX2" fmla="*/ 3098115 w 3101149"/>
                <a:gd name="connsiteY2" fmla="*/ 1537946 h 2065259"/>
                <a:gd name="connsiteX3" fmla="*/ 1666897 w 3101149"/>
                <a:gd name="connsiteY3" fmla="*/ 2027484 h 2065259"/>
                <a:gd name="connsiteX4" fmla="*/ 2700 w 3101149"/>
                <a:gd name="connsiteY4" fmla="*/ 1588985 h 2065259"/>
                <a:gd name="connsiteX0" fmla="*/ 2700 w 3100106"/>
                <a:gd name="connsiteY0" fmla="*/ 1588985 h 2163738"/>
                <a:gd name="connsiteX1" fmla="*/ 1324169 w 3100106"/>
                <a:gd name="connsiteY1" fmla="*/ 44 h 2163738"/>
                <a:gd name="connsiteX2" fmla="*/ 3098115 w 3100106"/>
                <a:gd name="connsiteY2" fmla="*/ 1537946 h 2163738"/>
                <a:gd name="connsiteX3" fmla="*/ 1666897 w 3100106"/>
                <a:gd name="connsiteY3" fmla="*/ 2027484 h 2163738"/>
                <a:gd name="connsiteX4" fmla="*/ 2700 w 3100106"/>
                <a:gd name="connsiteY4" fmla="*/ 1588985 h 2163738"/>
                <a:gd name="connsiteX0" fmla="*/ 2700 w 3100834"/>
                <a:gd name="connsiteY0" fmla="*/ 1588985 h 2056082"/>
                <a:gd name="connsiteX1" fmla="*/ 1324169 w 3100834"/>
                <a:gd name="connsiteY1" fmla="*/ 44 h 2056082"/>
                <a:gd name="connsiteX2" fmla="*/ 3098115 w 3100834"/>
                <a:gd name="connsiteY2" fmla="*/ 1537946 h 2056082"/>
                <a:gd name="connsiteX3" fmla="*/ 1666897 w 3100834"/>
                <a:gd name="connsiteY3" fmla="*/ 2027484 h 2056082"/>
                <a:gd name="connsiteX4" fmla="*/ 2700 w 3100834"/>
                <a:gd name="connsiteY4" fmla="*/ 1588985 h 2056082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01100" h="2041075">
                  <a:moveTo>
                    <a:pt x="2700" y="1588985"/>
                  </a:moveTo>
                  <a:cubicBezTo>
                    <a:pt x="-54421" y="1251078"/>
                    <a:pt x="808267" y="8550"/>
                    <a:pt x="1324169" y="44"/>
                  </a:cubicBezTo>
                  <a:cubicBezTo>
                    <a:pt x="1840071" y="-8462"/>
                    <a:pt x="3040994" y="1200039"/>
                    <a:pt x="3098115" y="1537946"/>
                  </a:cubicBezTo>
                  <a:cubicBezTo>
                    <a:pt x="3155236" y="1875853"/>
                    <a:pt x="2382291" y="1963492"/>
                    <a:pt x="1666897" y="2027484"/>
                  </a:cubicBezTo>
                  <a:cubicBezTo>
                    <a:pt x="951503" y="2091476"/>
                    <a:pt x="59821" y="1926892"/>
                    <a:pt x="2700" y="1588985"/>
                  </a:cubicBezTo>
                  <a:close/>
                </a:path>
              </a:pathLst>
            </a:custGeom>
            <a:noFill/>
            <a:ln w="50800">
              <a:solidFill>
                <a:srgbClr val="647A8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10" name="Titel 1">
              <a:extLst>
                <a:ext uri="{FF2B5EF4-FFF2-40B4-BE49-F238E27FC236}">
                  <a16:creationId xmlns:a16="http://schemas.microsoft.com/office/drawing/2014/main" id="{FFF5B99F-0E1F-01A7-744E-2EF82718A002}"/>
                </a:ext>
              </a:extLst>
            </p:cNvPr>
            <p:cNvSpPr txBox="1">
              <a:spLocks/>
            </p:cNvSpPr>
            <p:nvPr/>
          </p:nvSpPr>
          <p:spPr>
            <a:xfrm>
              <a:off x="8051859" y="6045499"/>
              <a:ext cx="2276638" cy="489887"/>
            </a:xfrm>
            <a:prstGeom prst="rect">
              <a:avLst/>
            </a:prstGeom>
          </p:spPr>
          <p:txBody>
            <a:bodyPr/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r"/>
              <a:r>
                <a:rPr lang="de-DE" sz="1200" b="0" dirty="0">
                  <a:solidFill>
                    <a:schemeClr val="bg1"/>
                  </a:solidFill>
                  <a:latin typeface="TheSans Plain" pitchFamily="2" charset="0"/>
                  <a:cs typeface="Kannada Sangam MN" pitchFamily="2" charset="0"/>
                </a:rPr>
                <a:t>Elektronik und Technische Informatik</a:t>
              </a:r>
            </a:p>
          </p:txBody>
        </p:sp>
      </p:grpSp>
      <p:pic>
        <p:nvPicPr>
          <p:cNvPr id="11" name="Grafik 10">
            <a:extLst>
              <a:ext uri="{FF2B5EF4-FFF2-40B4-BE49-F238E27FC236}">
                <a16:creationId xmlns:a16="http://schemas.microsoft.com/office/drawing/2014/main" id="{5B5895DD-FD3C-A0D0-AEA0-14F6E1B6F49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71954" y="6106647"/>
            <a:ext cx="502681" cy="650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7205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LTI_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ihandform 17">
            <a:extLst>
              <a:ext uri="{FF2B5EF4-FFF2-40B4-BE49-F238E27FC236}">
                <a16:creationId xmlns:a16="http://schemas.microsoft.com/office/drawing/2014/main" id="{CEAD9B20-91CB-AE47-12BA-AB1C886877EF}"/>
              </a:ext>
            </a:extLst>
          </p:cNvPr>
          <p:cNvSpPr/>
          <p:nvPr userDrawn="1"/>
        </p:nvSpPr>
        <p:spPr>
          <a:xfrm rot="12664814" flipV="1">
            <a:off x="8029177" y="301128"/>
            <a:ext cx="5610720" cy="8294818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3177410"/>
              <a:gd name="connsiteY0" fmla="*/ 1035451 h 3606310"/>
              <a:gd name="connsiteX1" fmla="*/ 3141588 w 3177410"/>
              <a:gd name="connsiteY1" fmla="*/ 152581 h 3606310"/>
              <a:gd name="connsiteX2" fmla="*/ 2574031 w 3177410"/>
              <a:gd name="connsiteY2" fmla="*/ 1666070 h 3606310"/>
              <a:gd name="connsiteX3" fmla="*/ 2321781 w 3177410"/>
              <a:gd name="connsiteY3" fmla="*/ 3473850 h 3606310"/>
              <a:gd name="connsiteX4" fmla="*/ 51546 w 3177410"/>
              <a:gd name="connsiteY4" fmla="*/ 2664554 h 3606310"/>
              <a:gd name="connsiteX5" fmla="*/ 829312 w 3177410"/>
              <a:gd name="connsiteY5" fmla="*/ 1035451 h 3606310"/>
              <a:gd name="connsiteX0" fmla="*/ 829312 w 3177410"/>
              <a:gd name="connsiteY0" fmla="*/ 1013703 h 3584562"/>
              <a:gd name="connsiteX1" fmla="*/ 3141588 w 3177410"/>
              <a:gd name="connsiteY1" fmla="*/ 130833 h 3584562"/>
              <a:gd name="connsiteX2" fmla="*/ 2574031 w 3177410"/>
              <a:gd name="connsiteY2" fmla="*/ 1644322 h 3584562"/>
              <a:gd name="connsiteX3" fmla="*/ 2321781 w 3177410"/>
              <a:gd name="connsiteY3" fmla="*/ 3452102 h 3584562"/>
              <a:gd name="connsiteX4" fmla="*/ 51546 w 3177410"/>
              <a:gd name="connsiteY4" fmla="*/ 2642806 h 3584562"/>
              <a:gd name="connsiteX5" fmla="*/ 829312 w 3177410"/>
              <a:gd name="connsiteY5" fmla="*/ 1013703 h 3584562"/>
              <a:gd name="connsiteX0" fmla="*/ 829578 w 3177676"/>
              <a:gd name="connsiteY0" fmla="*/ 1013703 h 3584562"/>
              <a:gd name="connsiteX1" fmla="*/ 3141854 w 3177676"/>
              <a:gd name="connsiteY1" fmla="*/ 130833 h 3584562"/>
              <a:gd name="connsiteX2" fmla="*/ 2574297 w 3177676"/>
              <a:gd name="connsiteY2" fmla="*/ 1644322 h 3584562"/>
              <a:gd name="connsiteX3" fmla="*/ 2322047 w 3177676"/>
              <a:gd name="connsiteY3" fmla="*/ 3452102 h 3584562"/>
              <a:gd name="connsiteX4" fmla="*/ 51812 w 3177676"/>
              <a:gd name="connsiteY4" fmla="*/ 2642806 h 3584562"/>
              <a:gd name="connsiteX5" fmla="*/ 829578 w 3177676"/>
              <a:gd name="connsiteY5" fmla="*/ 1013703 h 3584562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77676" h="3588900">
                <a:moveTo>
                  <a:pt x="829578" y="1013703"/>
                </a:moveTo>
                <a:cubicBezTo>
                  <a:pt x="1397137" y="530228"/>
                  <a:pt x="2942157" y="-328119"/>
                  <a:pt x="3141854" y="130833"/>
                </a:cubicBezTo>
                <a:cubicBezTo>
                  <a:pt x="3341551" y="589785"/>
                  <a:pt x="2644367" y="1160846"/>
                  <a:pt x="2574297" y="1644322"/>
                </a:cubicBezTo>
                <a:cubicBezTo>
                  <a:pt x="2504227" y="2127798"/>
                  <a:pt x="2788005" y="3045702"/>
                  <a:pt x="2322047" y="3452102"/>
                </a:cubicBezTo>
                <a:cubicBezTo>
                  <a:pt x="1856089" y="3858502"/>
                  <a:pt x="253064" y="3291335"/>
                  <a:pt x="51812" y="2642806"/>
                </a:cubicBezTo>
                <a:cubicBezTo>
                  <a:pt x="-149440" y="1994277"/>
                  <a:pt x="262019" y="1497178"/>
                  <a:pt x="829578" y="1013703"/>
                </a:cubicBezTo>
                <a:close/>
              </a:path>
            </a:pathLst>
          </a:custGeom>
          <a:solidFill>
            <a:srgbClr val="E7E7E7">
              <a:alpha val="52941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502BA19-22BB-9749-A27A-7E43EF050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137DF-46F0-194D-B8E6-89251B633EEA}" type="slidenum">
              <a:rPr lang="de-DE" smtClean="0"/>
              <a:t>‹Nr.›</a:t>
            </a:fld>
            <a:endParaRPr lang="de-DE"/>
          </a:p>
        </p:txBody>
      </p:sp>
      <p:sp>
        <p:nvSpPr>
          <p:cNvPr id="10" name="Freihandform 9">
            <a:extLst>
              <a:ext uri="{FF2B5EF4-FFF2-40B4-BE49-F238E27FC236}">
                <a16:creationId xmlns:a16="http://schemas.microsoft.com/office/drawing/2014/main" id="{1223AABF-8467-4E9F-86F5-1F1ECB8048B1}"/>
              </a:ext>
            </a:extLst>
          </p:cNvPr>
          <p:cNvSpPr/>
          <p:nvPr userDrawn="1"/>
        </p:nvSpPr>
        <p:spPr>
          <a:xfrm rot="19240800">
            <a:off x="-3534515" y="-2092408"/>
            <a:ext cx="6636396" cy="4457866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3177410"/>
              <a:gd name="connsiteY0" fmla="*/ 1035451 h 3606310"/>
              <a:gd name="connsiteX1" fmla="*/ 3141588 w 3177410"/>
              <a:gd name="connsiteY1" fmla="*/ 152581 h 3606310"/>
              <a:gd name="connsiteX2" fmla="*/ 2574031 w 3177410"/>
              <a:gd name="connsiteY2" fmla="*/ 1666070 h 3606310"/>
              <a:gd name="connsiteX3" fmla="*/ 2321781 w 3177410"/>
              <a:gd name="connsiteY3" fmla="*/ 3473850 h 3606310"/>
              <a:gd name="connsiteX4" fmla="*/ 51546 w 3177410"/>
              <a:gd name="connsiteY4" fmla="*/ 2664554 h 3606310"/>
              <a:gd name="connsiteX5" fmla="*/ 829312 w 3177410"/>
              <a:gd name="connsiteY5" fmla="*/ 1035451 h 3606310"/>
              <a:gd name="connsiteX0" fmla="*/ 829312 w 3177410"/>
              <a:gd name="connsiteY0" fmla="*/ 1013703 h 3584562"/>
              <a:gd name="connsiteX1" fmla="*/ 3141588 w 3177410"/>
              <a:gd name="connsiteY1" fmla="*/ 130833 h 3584562"/>
              <a:gd name="connsiteX2" fmla="*/ 2574031 w 3177410"/>
              <a:gd name="connsiteY2" fmla="*/ 1644322 h 3584562"/>
              <a:gd name="connsiteX3" fmla="*/ 2321781 w 3177410"/>
              <a:gd name="connsiteY3" fmla="*/ 3452102 h 3584562"/>
              <a:gd name="connsiteX4" fmla="*/ 51546 w 3177410"/>
              <a:gd name="connsiteY4" fmla="*/ 2642806 h 3584562"/>
              <a:gd name="connsiteX5" fmla="*/ 829312 w 3177410"/>
              <a:gd name="connsiteY5" fmla="*/ 1013703 h 3584562"/>
              <a:gd name="connsiteX0" fmla="*/ 829578 w 3177676"/>
              <a:gd name="connsiteY0" fmla="*/ 1013703 h 3584562"/>
              <a:gd name="connsiteX1" fmla="*/ 3141854 w 3177676"/>
              <a:gd name="connsiteY1" fmla="*/ 130833 h 3584562"/>
              <a:gd name="connsiteX2" fmla="*/ 2574297 w 3177676"/>
              <a:gd name="connsiteY2" fmla="*/ 1644322 h 3584562"/>
              <a:gd name="connsiteX3" fmla="*/ 2322047 w 3177676"/>
              <a:gd name="connsiteY3" fmla="*/ 3452102 h 3584562"/>
              <a:gd name="connsiteX4" fmla="*/ 51812 w 3177676"/>
              <a:gd name="connsiteY4" fmla="*/ 2642806 h 3584562"/>
              <a:gd name="connsiteX5" fmla="*/ 829578 w 3177676"/>
              <a:gd name="connsiteY5" fmla="*/ 1013703 h 3584562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11178 w 2672400"/>
              <a:gd name="connsiteY0" fmla="*/ 7864 h 2583061"/>
              <a:gd name="connsiteX1" fmla="*/ 1318755 w 2672400"/>
              <a:gd name="connsiteY1" fmla="*/ 1092175 h 2583061"/>
              <a:gd name="connsiteX2" fmla="*/ 2555897 w 2672400"/>
              <a:gd name="connsiteY2" fmla="*/ 638483 h 2583061"/>
              <a:gd name="connsiteX3" fmla="*/ 2303647 w 2672400"/>
              <a:gd name="connsiteY3" fmla="*/ 2446263 h 2583061"/>
              <a:gd name="connsiteX4" fmla="*/ 33412 w 2672400"/>
              <a:gd name="connsiteY4" fmla="*/ 1636967 h 2583061"/>
              <a:gd name="connsiteX5" fmla="*/ 811178 w 2672400"/>
              <a:gd name="connsiteY5" fmla="*/ 7864 h 2583061"/>
              <a:gd name="connsiteX0" fmla="*/ 811178 w 3223026"/>
              <a:gd name="connsiteY0" fmla="*/ 5596 h 2477281"/>
              <a:gd name="connsiteX1" fmla="*/ 1318755 w 3223026"/>
              <a:gd name="connsiteY1" fmla="*/ 1089907 h 2477281"/>
              <a:gd name="connsiteX2" fmla="*/ 3192488 w 3223026"/>
              <a:gd name="connsiteY2" fmla="*/ 802600 h 2477281"/>
              <a:gd name="connsiteX3" fmla="*/ 2303647 w 3223026"/>
              <a:gd name="connsiteY3" fmla="*/ 2443995 h 2477281"/>
              <a:gd name="connsiteX4" fmla="*/ 33412 w 3223026"/>
              <a:gd name="connsiteY4" fmla="*/ 1634699 h 2477281"/>
              <a:gd name="connsiteX5" fmla="*/ 811178 w 3223026"/>
              <a:gd name="connsiteY5" fmla="*/ 5596 h 2477281"/>
              <a:gd name="connsiteX0" fmla="*/ 846588 w 3330250"/>
              <a:gd name="connsiteY0" fmla="*/ 5596 h 2432711"/>
              <a:gd name="connsiteX1" fmla="*/ 1354165 w 3330250"/>
              <a:gd name="connsiteY1" fmla="*/ 1089907 h 2432711"/>
              <a:gd name="connsiteX2" fmla="*/ 3227898 w 3330250"/>
              <a:gd name="connsiteY2" fmla="*/ 802600 h 2432711"/>
              <a:gd name="connsiteX3" fmla="*/ 2761796 w 3330250"/>
              <a:gd name="connsiteY3" fmla="*/ 2409553 h 2432711"/>
              <a:gd name="connsiteX4" fmla="*/ 68822 w 3330250"/>
              <a:gd name="connsiteY4" fmla="*/ 1634699 h 2432711"/>
              <a:gd name="connsiteX5" fmla="*/ 846588 w 3330250"/>
              <a:gd name="connsiteY5" fmla="*/ 5596 h 2432711"/>
              <a:gd name="connsiteX0" fmla="*/ 846588 w 3514825"/>
              <a:gd name="connsiteY0" fmla="*/ 5596 h 2432711"/>
              <a:gd name="connsiteX1" fmla="*/ 1354165 w 3514825"/>
              <a:gd name="connsiteY1" fmla="*/ 1089907 h 2432711"/>
              <a:gd name="connsiteX2" fmla="*/ 3227898 w 3514825"/>
              <a:gd name="connsiteY2" fmla="*/ 802600 h 2432711"/>
              <a:gd name="connsiteX3" fmla="*/ 2761796 w 3514825"/>
              <a:gd name="connsiteY3" fmla="*/ 2409553 h 2432711"/>
              <a:gd name="connsiteX4" fmla="*/ 68822 w 3514825"/>
              <a:gd name="connsiteY4" fmla="*/ 1634699 h 2432711"/>
              <a:gd name="connsiteX5" fmla="*/ 846588 w 3514825"/>
              <a:gd name="connsiteY5" fmla="*/ 5596 h 2432711"/>
              <a:gd name="connsiteX0" fmla="*/ 875402 w 3543639"/>
              <a:gd name="connsiteY0" fmla="*/ 2708 h 2429823"/>
              <a:gd name="connsiteX1" fmla="*/ 1382979 w 3543639"/>
              <a:gd name="connsiteY1" fmla="*/ 1087019 h 2429823"/>
              <a:gd name="connsiteX2" fmla="*/ 3256712 w 3543639"/>
              <a:gd name="connsiteY2" fmla="*/ 799712 h 2429823"/>
              <a:gd name="connsiteX3" fmla="*/ 2790610 w 3543639"/>
              <a:gd name="connsiteY3" fmla="*/ 2406665 h 2429823"/>
              <a:gd name="connsiteX4" fmla="*/ 97636 w 3543639"/>
              <a:gd name="connsiteY4" fmla="*/ 1631811 h 2429823"/>
              <a:gd name="connsiteX5" fmla="*/ 875402 w 3543639"/>
              <a:gd name="connsiteY5" fmla="*/ 2708 h 2429823"/>
              <a:gd name="connsiteX0" fmla="*/ 1035116 w 3703353"/>
              <a:gd name="connsiteY0" fmla="*/ 3586 h 2450893"/>
              <a:gd name="connsiteX1" fmla="*/ 1542693 w 3703353"/>
              <a:gd name="connsiteY1" fmla="*/ 1087897 h 2450893"/>
              <a:gd name="connsiteX2" fmla="*/ 3416426 w 3703353"/>
              <a:gd name="connsiteY2" fmla="*/ 800590 h 2450893"/>
              <a:gd name="connsiteX3" fmla="*/ 2950324 w 3703353"/>
              <a:gd name="connsiteY3" fmla="*/ 2407543 h 2450893"/>
              <a:gd name="connsiteX4" fmla="*/ 257350 w 3703353"/>
              <a:gd name="connsiteY4" fmla="*/ 1632689 h 2450893"/>
              <a:gd name="connsiteX5" fmla="*/ 1035116 w 3703353"/>
              <a:gd name="connsiteY5" fmla="*/ 3586 h 2450893"/>
              <a:gd name="connsiteX0" fmla="*/ 991689 w 3462563"/>
              <a:gd name="connsiteY0" fmla="*/ 10605 h 2457912"/>
              <a:gd name="connsiteX1" fmla="*/ 1674106 w 3462563"/>
              <a:gd name="connsiteY1" fmla="*/ 930710 h 2457912"/>
              <a:gd name="connsiteX2" fmla="*/ 3372999 w 3462563"/>
              <a:gd name="connsiteY2" fmla="*/ 807609 h 2457912"/>
              <a:gd name="connsiteX3" fmla="*/ 2906897 w 3462563"/>
              <a:gd name="connsiteY3" fmla="*/ 2414562 h 2457912"/>
              <a:gd name="connsiteX4" fmla="*/ 213923 w 3462563"/>
              <a:gd name="connsiteY4" fmla="*/ 1639708 h 2457912"/>
              <a:gd name="connsiteX5" fmla="*/ 991689 w 3462563"/>
              <a:gd name="connsiteY5" fmla="*/ 10605 h 2457912"/>
              <a:gd name="connsiteX0" fmla="*/ 991689 w 3644113"/>
              <a:gd name="connsiteY0" fmla="*/ 10605 h 2457912"/>
              <a:gd name="connsiteX1" fmla="*/ 1674106 w 3644113"/>
              <a:gd name="connsiteY1" fmla="*/ 930710 h 2457912"/>
              <a:gd name="connsiteX2" fmla="*/ 3372999 w 3644113"/>
              <a:gd name="connsiteY2" fmla="*/ 807609 h 2457912"/>
              <a:gd name="connsiteX3" fmla="*/ 2906897 w 3644113"/>
              <a:gd name="connsiteY3" fmla="*/ 2414562 h 2457912"/>
              <a:gd name="connsiteX4" fmla="*/ 213923 w 3644113"/>
              <a:gd name="connsiteY4" fmla="*/ 1639708 h 2457912"/>
              <a:gd name="connsiteX5" fmla="*/ 991689 w 3644113"/>
              <a:gd name="connsiteY5" fmla="*/ 10605 h 2457912"/>
              <a:gd name="connsiteX0" fmla="*/ 1054352 w 3706777"/>
              <a:gd name="connsiteY0" fmla="*/ 1046 h 2448353"/>
              <a:gd name="connsiteX1" fmla="*/ 1736769 w 3706777"/>
              <a:gd name="connsiteY1" fmla="*/ 921151 h 2448353"/>
              <a:gd name="connsiteX2" fmla="*/ 3435662 w 3706777"/>
              <a:gd name="connsiteY2" fmla="*/ 798050 h 2448353"/>
              <a:gd name="connsiteX3" fmla="*/ 2969560 w 3706777"/>
              <a:gd name="connsiteY3" fmla="*/ 2405003 h 2448353"/>
              <a:gd name="connsiteX4" fmla="*/ 276586 w 3706777"/>
              <a:gd name="connsiteY4" fmla="*/ 1630149 h 2448353"/>
              <a:gd name="connsiteX5" fmla="*/ 1054352 w 3706777"/>
              <a:gd name="connsiteY5" fmla="*/ 1046 h 2448353"/>
              <a:gd name="connsiteX0" fmla="*/ 590056 w 3683836"/>
              <a:gd name="connsiteY0" fmla="*/ 1109 h 1961431"/>
              <a:gd name="connsiteX1" fmla="*/ 1713828 w 3683836"/>
              <a:gd name="connsiteY1" fmla="*/ 456838 h 1961431"/>
              <a:gd name="connsiteX2" fmla="*/ 3412721 w 3683836"/>
              <a:gd name="connsiteY2" fmla="*/ 333737 h 1961431"/>
              <a:gd name="connsiteX3" fmla="*/ 2946619 w 3683836"/>
              <a:gd name="connsiteY3" fmla="*/ 1940690 h 1961431"/>
              <a:gd name="connsiteX4" fmla="*/ 253645 w 3683836"/>
              <a:gd name="connsiteY4" fmla="*/ 1165836 h 1961431"/>
              <a:gd name="connsiteX5" fmla="*/ 590056 w 3683836"/>
              <a:gd name="connsiteY5" fmla="*/ 1109 h 1961431"/>
              <a:gd name="connsiteX0" fmla="*/ 577152 w 3670932"/>
              <a:gd name="connsiteY0" fmla="*/ 28557 h 1988879"/>
              <a:gd name="connsiteX1" fmla="*/ 1700924 w 3670932"/>
              <a:gd name="connsiteY1" fmla="*/ 484286 h 1988879"/>
              <a:gd name="connsiteX2" fmla="*/ 3399817 w 3670932"/>
              <a:gd name="connsiteY2" fmla="*/ 361185 h 1988879"/>
              <a:gd name="connsiteX3" fmla="*/ 2933715 w 3670932"/>
              <a:gd name="connsiteY3" fmla="*/ 1968138 h 1988879"/>
              <a:gd name="connsiteX4" fmla="*/ 240741 w 3670932"/>
              <a:gd name="connsiteY4" fmla="*/ 1193284 h 1988879"/>
              <a:gd name="connsiteX5" fmla="*/ 577152 w 3670932"/>
              <a:gd name="connsiteY5" fmla="*/ 28557 h 1988879"/>
              <a:gd name="connsiteX0" fmla="*/ 5660 w 3065770"/>
              <a:gd name="connsiteY0" fmla="*/ 41752 h 2084853"/>
              <a:gd name="connsiteX1" fmla="*/ 1129432 w 3065770"/>
              <a:gd name="connsiteY1" fmla="*/ 497481 h 2084853"/>
              <a:gd name="connsiteX2" fmla="*/ 2828325 w 3065770"/>
              <a:gd name="connsiteY2" fmla="*/ 374380 h 2084853"/>
              <a:gd name="connsiteX3" fmla="*/ 2362223 w 3065770"/>
              <a:gd name="connsiteY3" fmla="*/ 1981333 h 2084853"/>
              <a:gd name="connsiteX4" fmla="*/ 768571 w 3065770"/>
              <a:gd name="connsiteY4" fmla="*/ 1718703 h 2084853"/>
              <a:gd name="connsiteX5" fmla="*/ 5660 w 3065770"/>
              <a:gd name="connsiteY5" fmla="*/ 41752 h 2084853"/>
              <a:gd name="connsiteX0" fmla="*/ 12471 w 3072581"/>
              <a:gd name="connsiteY0" fmla="*/ 41752 h 2092530"/>
              <a:gd name="connsiteX1" fmla="*/ 1136243 w 3072581"/>
              <a:gd name="connsiteY1" fmla="*/ 497481 h 2092530"/>
              <a:gd name="connsiteX2" fmla="*/ 2835136 w 3072581"/>
              <a:gd name="connsiteY2" fmla="*/ 374380 h 2092530"/>
              <a:gd name="connsiteX3" fmla="*/ 2369034 w 3072581"/>
              <a:gd name="connsiteY3" fmla="*/ 1981333 h 2092530"/>
              <a:gd name="connsiteX4" fmla="*/ 775382 w 3072581"/>
              <a:gd name="connsiteY4" fmla="*/ 1718703 h 2092530"/>
              <a:gd name="connsiteX5" fmla="*/ 12471 w 3072581"/>
              <a:gd name="connsiteY5" fmla="*/ 41752 h 2092530"/>
              <a:gd name="connsiteX0" fmla="*/ 2798 w 3655173"/>
              <a:gd name="connsiteY0" fmla="*/ 869129 h 2007317"/>
              <a:gd name="connsiteX1" fmla="*/ 1718835 w 3655173"/>
              <a:gd name="connsiteY1" fmla="*/ 445136 h 2007317"/>
              <a:gd name="connsiteX2" fmla="*/ 3417728 w 3655173"/>
              <a:gd name="connsiteY2" fmla="*/ 322035 h 2007317"/>
              <a:gd name="connsiteX3" fmla="*/ 2951626 w 3655173"/>
              <a:gd name="connsiteY3" fmla="*/ 1928988 h 2007317"/>
              <a:gd name="connsiteX4" fmla="*/ 1357974 w 3655173"/>
              <a:gd name="connsiteY4" fmla="*/ 1666358 h 2007317"/>
              <a:gd name="connsiteX5" fmla="*/ 2798 w 3655173"/>
              <a:gd name="connsiteY5" fmla="*/ 869129 h 2007317"/>
              <a:gd name="connsiteX0" fmla="*/ 542 w 3652917"/>
              <a:gd name="connsiteY0" fmla="*/ 869129 h 2007318"/>
              <a:gd name="connsiteX1" fmla="*/ 1716579 w 3652917"/>
              <a:gd name="connsiteY1" fmla="*/ 445136 h 2007318"/>
              <a:gd name="connsiteX2" fmla="*/ 3415472 w 3652917"/>
              <a:gd name="connsiteY2" fmla="*/ 322035 h 2007318"/>
              <a:gd name="connsiteX3" fmla="*/ 2949370 w 3652917"/>
              <a:gd name="connsiteY3" fmla="*/ 1928988 h 2007318"/>
              <a:gd name="connsiteX4" fmla="*/ 1355718 w 3652917"/>
              <a:gd name="connsiteY4" fmla="*/ 1666358 h 2007318"/>
              <a:gd name="connsiteX5" fmla="*/ 542 w 3652917"/>
              <a:gd name="connsiteY5" fmla="*/ 869129 h 2007318"/>
              <a:gd name="connsiteX0" fmla="*/ 243 w 3639926"/>
              <a:gd name="connsiteY0" fmla="*/ 869129 h 1955507"/>
              <a:gd name="connsiteX1" fmla="*/ 1716280 w 3639926"/>
              <a:gd name="connsiteY1" fmla="*/ 445136 h 1955507"/>
              <a:gd name="connsiteX2" fmla="*/ 3415173 w 3639926"/>
              <a:gd name="connsiteY2" fmla="*/ 322035 h 1955507"/>
              <a:gd name="connsiteX3" fmla="*/ 2949071 w 3639926"/>
              <a:gd name="connsiteY3" fmla="*/ 1928988 h 1955507"/>
              <a:gd name="connsiteX4" fmla="*/ 1833458 w 3639926"/>
              <a:gd name="connsiteY4" fmla="*/ 1291535 h 1955507"/>
              <a:gd name="connsiteX5" fmla="*/ 243 w 3639926"/>
              <a:gd name="connsiteY5" fmla="*/ 869129 h 1955507"/>
              <a:gd name="connsiteX0" fmla="*/ 243 w 3639926"/>
              <a:gd name="connsiteY0" fmla="*/ 869129 h 1947022"/>
              <a:gd name="connsiteX1" fmla="*/ 1716280 w 3639926"/>
              <a:gd name="connsiteY1" fmla="*/ 445136 h 1947022"/>
              <a:gd name="connsiteX2" fmla="*/ 3415173 w 3639926"/>
              <a:gd name="connsiteY2" fmla="*/ 322035 h 1947022"/>
              <a:gd name="connsiteX3" fmla="*/ 2949071 w 3639926"/>
              <a:gd name="connsiteY3" fmla="*/ 1928988 h 1947022"/>
              <a:gd name="connsiteX4" fmla="*/ 1833458 w 3639926"/>
              <a:gd name="connsiteY4" fmla="*/ 1291535 h 1947022"/>
              <a:gd name="connsiteX5" fmla="*/ 243 w 3639926"/>
              <a:gd name="connsiteY5" fmla="*/ 869129 h 1947022"/>
              <a:gd name="connsiteX0" fmla="*/ 7345 w 3647028"/>
              <a:gd name="connsiteY0" fmla="*/ 869129 h 1947022"/>
              <a:gd name="connsiteX1" fmla="*/ 1723382 w 3647028"/>
              <a:gd name="connsiteY1" fmla="*/ 445136 h 1947022"/>
              <a:gd name="connsiteX2" fmla="*/ 3422275 w 3647028"/>
              <a:gd name="connsiteY2" fmla="*/ 322035 h 1947022"/>
              <a:gd name="connsiteX3" fmla="*/ 2956173 w 3647028"/>
              <a:gd name="connsiteY3" fmla="*/ 1928988 h 1947022"/>
              <a:gd name="connsiteX4" fmla="*/ 1840560 w 3647028"/>
              <a:gd name="connsiteY4" fmla="*/ 1291535 h 1947022"/>
              <a:gd name="connsiteX5" fmla="*/ 7345 w 3647028"/>
              <a:gd name="connsiteY5" fmla="*/ 869129 h 1947022"/>
              <a:gd name="connsiteX0" fmla="*/ 7345 w 3811052"/>
              <a:gd name="connsiteY0" fmla="*/ 869129 h 1929159"/>
              <a:gd name="connsiteX1" fmla="*/ 1723382 w 3811052"/>
              <a:gd name="connsiteY1" fmla="*/ 445136 h 1929159"/>
              <a:gd name="connsiteX2" fmla="*/ 3422275 w 3811052"/>
              <a:gd name="connsiteY2" fmla="*/ 322035 h 1929159"/>
              <a:gd name="connsiteX3" fmla="*/ 2956173 w 3811052"/>
              <a:gd name="connsiteY3" fmla="*/ 1928988 h 1929159"/>
              <a:gd name="connsiteX4" fmla="*/ 1840560 w 3811052"/>
              <a:gd name="connsiteY4" fmla="*/ 1291535 h 1929159"/>
              <a:gd name="connsiteX5" fmla="*/ 7345 w 3811052"/>
              <a:gd name="connsiteY5" fmla="*/ 869129 h 1929159"/>
              <a:gd name="connsiteX0" fmla="*/ 5264 w 3937957"/>
              <a:gd name="connsiteY0" fmla="*/ 1155023 h 1938909"/>
              <a:gd name="connsiteX1" fmla="*/ 1850286 w 3937957"/>
              <a:gd name="connsiteY1" fmla="*/ 454886 h 1938909"/>
              <a:gd name="connsiteX2" fmla="*/ 3549179 w 3937957"/>
              <a:gd name="connsiteY2" fmla="*/ 331785 h 1938909"/>
              <a:gd name="connsiteX3" fmla="*/ 3083077 w 3937957"/>
              <a:gd name="connsiteY3" fmla="*/ 1938738 h 1938909"/>
              <a:gd name="connsiteX4" fmla="*/ 1967464 w 3937957"/>
              <a:gd name="connsiteY4" fmla="*/ 1301285 h 1938909"/>
              <a:gd name="connsiteX5" fmla="*/ 5264 w 3937957"/>
              <a:gd name="connsiteY5" fmla="*/ 1155023 h 1938909"/>
              <a:gd name="connsiteX0" fmla="*/ 23607 w 3956300"/>
              <a:gd name="connsiteY0" fmla="*/ 1155023 h 1938909"/>
              <a:gd name="connsiteX1" fmla="*/ 1868629 w 3956300"/>
              <a:gd name="connsiteY1" fmla="*/ 454886 h 1938909"/>
              <a:gd name="connsiteX2" fmla="*/ 3567522 w 3956300"/>
              <a:gd name="connsiteY2" fmla="*/ 331785 h 1938909"/>
              <a:gd name="connsiteX3" fmla="*/ 3101420 w 3956300"/>
              <a:gd name="connsiteY3" fmla="*/ 1938738 h 1938909"/>
              <a:gd name="connsiteX4" fmla="*/ 1985807 w 3956300"/>
              <a:gd name="connsiteY4" fmla="*/ 1301285 h 1938909"/>
              <a:gd name="connsiteX5" fmla="*/ 23607 w 3956300"/>
              <a:gd name="connsiteY5" fmla="*/ 1155023 h 1938909"/>
              <a:gd name="connsiteX0" fmla="*/ 356 w 3775841"/>
              <a:gd name="connsiteY0" fmla="*/ 1155023 h 1975367"/>
              <a:gd name="connsiteX1" fmla="*/ 1845378 w 3775841"/>
              <a:gd name="connsiteY1" fmla="*/ 454886 h 1975367"/>
              <a:gd name="connsiteX2" fmla="*/ 3544271 w 3775841"/>
              <a:gd name="connsiteY2" fmla="*/ 331785 h 1975367"/>
              <a:gd name="connsiteX3" fmla="*/ 3078169 w 3775841"/>
              <a:gd name="connsiteY3" fmla="*/ 1938738 h 1975367"/>
              <a:gd name="connsiteX4" fmla="*/ 1700608 w 3775841"/>
              <a:gd name="connsiteY4" fmla="*/ 1432728 h 1975367"/>
              <a:gd name="connsiteX5" fmla="*/ 356 w 3775841"/>
              <a:gd name="connsiteY5" fmla="*/ 1155023 h 1975367"/>
              <a:gd name="connsiteX0" fmla="*/ 385 w 3775871"/>
              <a:gd name="connsiteY0" fmla="*/ 1155023 h 1964875"/>
              <a:gd name="connsiteX1" fmla="*/ 1845407 w 3775871"/>
              <a:gd name="connsiteY1" fmla="*/ 454886 h 1964875"/>
              <a:gd name="connsiteX2" fmla="*/ 3544300 w 3775871"/>
              <a:gd name="connsiteY2" fmla="*/ 331785 h 1964875"/>
              <a:gd name="connsiteX3" fmla="*/ 3078198 w 3775871"/>
              <a:gd name="connsiteY3" fmla="*/ 1938738 h 1964875"/>
              <a:gd name="connsiteX4" fmla="*/ 1700637 w 3775871"/>
              <a:gd name="connsiteY4" fmla="*/ 1432728 h 1964875"/>
              <a:gd name="connsiteX5" fmla="*/ 385 w 3775871"/>
              <a:gd name="connsiteY5" fmla="*/ 1155023 h 1964875"/>
              <a:gd name="connsiteX0" fmla="*/ 518 w 3310321"/>
              <a:gd name="connsiteY0" fmla="*/ 1561197 h 1986949"/>
              <a:gd name="connsiteX1" fmla="*/ 1379857 w 3310321"/>
              <a:gd name="connsiteY1" fmla="*/ 469469 h 1986949"/>
              <a:gd name="connsiteX2" fmla="*/ 3078750 w 3310321"/>
              <a:gd name="connsiteY2" fmla="*/ 346368 h 1986949"/>
              <a:gd name="connsiteX3" fmla="*/ 2612648 w 3310321"/>
              <a:gd name="connsiteY3" fmla="*/ 1953321 h 1986949"/>
              <a:gd name="connsiteX4" fmla="*/ 1235087 w 3310321"/>
              <a:gd name="connsiteY4" fmla="*/ 1447311 h 1986949"/>
              <a:gd name="connsiteX5" fmla="*/ 518 w 3310321"/>
              <a:gd name="connsiteY5" fmla="*/ 1561197 h 1986949"/>
              <a:gd name="connsiteX0" fmla="*/ 252954 w 3562757"/>
              <a:gd name="connsiteY0" fmla="*/ 1561197 h 1986950"/>
              <a:gd name="connsiteX1" fmla="*/ 1632293 w 3562757"/>
              <a:gd name="connsiteY1" fmla="*/ 469469 h 1986950"/>
              <a:gd name="connsiteX2" fmla="*/ 3331186 w 3562757"/>
              <a:gd name="connsiteY2" fmla="*/ 346368 h 1986950"/>
              <a:gd name="connsiteX3" fmla="*/ 2865084 w 3562757"/>
              <a:gd name="connsiteY3" fmla="*/ 1953321 h 1986950"/>
              <a:gd name="connsiteX4" fmla="*/ 1487523 w 3562757"/>
              <a:gd name="connsiteY4" fmla="*/ 1447311 h 1986950"/>
              <a:gd name="connsiteX5" fmla="*/ 252954 w 3562757"/>
              <a:gd name="connsiteY5" fmla="*/ 1561197 h 1986950"/>
              <a:gd name="connsiteX0" fmla="*/ 275988 w 4836894"/>
              <a:gd name="connsiteY0" fmla="*/ 1254188 h 1664972"/>
              <a:gd name="connsiteX1" fmla="*/ 1655327 w 4836894"/>
              <a:gd name="connsiteY1" fmla="*/ 162460 h 1664972"/>
              <a:gd name="connsiteX2" fmla="*/ 4715739 w 4836894"/>
              <a:gd name="connsiteY2" fmla="*/ 494988 h 1664972"/>
              <a:gd name="connsiteX3" fmla="*/ 2888118 w 4836894"/>
              <a:gd name="connsiteY3" fmla="*/ 1646312 h 1664972"/>
              <a:gd name="connsiteX4" fmla="*/ 1510557 w 4836894"/>
              <a:gd name="connsiteY4" fmla="*/ 1140302 h 1664972"/>
              <a:gd name="connsiteX5" fmla="*/ 275988 w 4836894"/>
              <a:gd name="connsiteY5" fmla="*/ 1254188 h 1664972"/>
              <a:gd name="connsiteX0" fmla="*/ 275988 w 4716813"/>
              <a:gd name="connsiteY0" fmla="*/ 1630321 h 2049242"/>
              <a:gd name="connsiteX1" fmla="*/ 1655327 w 4716813"/>
              <a:gd name="connsiteY1" fmla="*/ 538593 h 2049242"/>
              <a:gd name="connsiteX2" fmla="*/ 4715739 w 4716813"/>
              <a:gd name="connsiteY2" fmla="*/ 871121 h 2049242"/>
              <a:gd name="connsiteX3" fmla="*/ 2888118 w 4716813"/>
              <a:gd name="connsiteY3" fmla="*/ 2022445 h 2049242"/>
              <a:gd name="connsiteX4" fmla="*/ 1510557 w 4716813"/>
              <a:gd name="connsiteY4" fmla="*/ 1516435 h 2049242"/>
              <a:gd name="connsiteX5" fmla="*/ 275988 w 4716813"/>
              <a:gd name="connsiteY5" fmla="*/ 1630321 h 2049242"/>
              <a:gd name="connsiteX0" fmla="*/ 275988 w 4749030"/>
              <a:gd name="connsiteY0" fmla="*/ 1124638 h 1545870"/>
              <a:gd name="connsiteX1" fmla="*/ 1655327 w 4749030"/>
              <a:gd name="connsiteY1" fmla="*/ 32910 h 1545870"/>
              <a:gd name="connsiteX2" fmla="*/ 4715739 w 4749030"/>
              <a:gd name="connsiteY2" fmla="*/ 365438 h 1545870"/>
              <a:gd name="connsiteX3" fmla="*/ 3175706 w 4749030"/>
              <a:gd name="connsiteY3" fmla="*/ 1192854 h 1545870"/>
              <a:gd name="connsiteX4" fmla="*/ 1510557 w 4749030"/>
              <a:gd name="connsiteY4" fmla="*/ 1010752 h 1545870"/>
              <a:gd name="connsiteX5" fmla="*/ 275988 w 4749030"/>
              <a:gd name="connsiteY5" fmla="*/ 1124638 h 1545870"/>
              <a:gd name="connsiteX0" fmla="*/ 275988 w 4727950"/>
              <a:gd name="connsiteY0" fmla="*/ 1387914 h 1809146"/>
              <a:gd name="connsiteX1" fmla="*/ 1655327 w 4727950"/>
              <a:gd name="connsiteY1" fmla="*/ 296186 h 1809146"/>
              <a:gd name="connsiteX2" fmla="*/ 4715739 w 4727950"/>
              <a:gd name="connsiteY2" fmla="*/ 628714 h 1809146"/>
              <a:gd name="connsiteX3" fmla="*/ 3175706 w 4727950"/>
              <a:gd name="connsiteY3" fmla="*/ 1456130 h 1809146"/>
              <a:gd name="connsiteX4" fmla="*/ 1510557 w 4727950"/>
              <a:gd name="connsiteY4" fmla="*/ 1274028 h 1809146"/>
              <a:gd name="connsiteX5" fmla="*/ 275988 w 4727950"/>
              <a:gd name="connsiteY5" fmla="*/ 1387914 h 1809146"/>
              <a:gd name="connsiteX0" fmla="*/ 275988 w 4727950"/>
              <a:gd name="connsiteY0" fmla="*/ 1387914 h 1809146"/>
              <a:gd name="connsiteX1" fmla="*/ 1655327 w 4727950"/>
              <a:gd name="connsiteY1" fmla="*/ 296186 h 1809146"/>
              <a:gd name="connsiteX2" fmla="*/ 4715739 w 4727950"/>
              <a:gd name="connsiteY2" fmla="*/ 628714 h 1809146"/>
              <a:gd name="connsiteX3" fmla="*/ 3175706 w 4727950"/>
              <a:gd name="connsiteY3" fmla="*/ 1456130 h 1809146"/>
              <a:gd name="connsiteX4" fmla="*/ 1510557 w 4727950"/>
              <a:gd name="connsiteY4" fmla="*/ 1274028 h 1809146"/>
              <a:gd name="connsiteX5" fmla="*/ 275988 w 4727950"/>
              <a:gd name="connsiteY5" fmla="*/ 1387914 h 1809146"/>
              <a:gd name="connsiteX0" fmla="*/ 275988 w 4740315"/>
              <a:gd name="connsiteY0" fmla="*/ 1132875 h 1722803"/>
              <a:gd name="connsiteX1" fmla="*/ 1655327 w 4740315"/>
              <a:gd name="connsiteY1" fmla="*/ 41147 h 1722803"/>
              <a:gd name="connsiteX2" fmla="*/ 4715739 w 4740315"/>
              <a:gd name="connsiteY2" fmla="*/ 373675 h 1722803"/>
              <a:gd name="connsiteX3" fmla="*/ 3012343 w 4740315"/>
              <a:gd name="connsiteY3" fmla="*/ 1711656 h 1722803"/>
              <a:gd name="connsiteX4" fmla="*/ 1510557 w 4740315"/>
              <a:gd name="connsiteY4" fmla="*/ 1018989 h 1722803"/>
              <a:gd name="connsiteX5" fmla="*/ 275988 w 4740315"/>
              <a:gd name="connsiteY5" fmla="*/ 1132875 h 1722803"/>
              <a:gd name="connsiteX0" fmla="*/ 275988 w 4756119"/>
              <a:gd name="connsiteY0" fmla="*/ 1127108 h 1542684"/>
              <a:gd name="connsiteX1" fmla="*/ 1655327 w 4756119"/>
              <a:gd name="connsiteY1" fmla="*/ 35380 h 1542684"/>
              <a:gd name="connsiteX2" fmla="*/ 4715739 w 4756119"/>
              <a:gd name="connsiteY2" fmla="*/ 367908 h 1542684"/>
              <a:gd name="connsiteX3" fmla="*/ 3285074 w 4756119"/>
              <a:gd name="connsiteY3" fmla="*/ 1369029 h 1542684"/>
              <a:gd name="connsiteX4" fmla="*/ 1510557 w 4756119"/>
              <a:gd name="connsiteY4" fmla="*/ 1013222 h 1542684"/>
              <a:gd name="connsiteX5" fmla="*/ 275988 w 4756119"/>
              <a:gd name="connsiteY5" fmla="*/ 1127108 h 1542684"/>
              <a:gd name="connsiteX0" fmla="*/ 275988 w 4715923"/>
              <a:gd name="connsiteY0" fmla="*/ 1122352 h 1572226"/>
              <a:gd name="connsiteX1" fmla="*/ 1655327 w 4715923"/>
              <a:gd name="connsiteY1" fmla="*/ 30624 h 1572226"/>
              <a:gd name="connsiteX2" fmla="*/ 4715739 w 4715923"/>
              <a:gd name="connsiteY2" fmla="*/ 363152 h 1572226"/>
              <a:gd name="connsiteX3" fmla="*/ 1510557 w 4715923"/>
              <a:gd name="connsiteY3" fmla="*/ 1008466 h 1572226"/>
              <a:gd name="connsiteX4" fmla="*/ 275988 w 4715923"/>
              <a:gd name="connsiteY4" fmla="*/ 1122352 h 1572226"/>
              <a:gd name="connsiteX0" fmla="*/ 25029 w 4476010"/>
              <a:gd name="connsiteY0" fmla="*/ 1892393 h 2022034"/>
              <a:gd name="connsiteX1" fmla="*/ 2236847 w 4476010"/>
              <a:gd name="connsiteY1" fmla="*/ 11492 h 2022034"/>
              <a:gd name="connsiteX2" fmla="*/ 4464780 w 4476010"/>
              <a:gd name="connsiteY2" fmla="*/ 1133193 h 2022034"/>
              <a:gd name="connsiteX3" fmla="*/ 1259598 w 4476010"/>
              <a:gd name="connsiteY3" fmla="*/ 1778507 h 2022034"/>
              <a:gd name="connsiteX4" fmla="*/ 25029 w 4476010"/>
              <a:gd name="connsiteY4" fmla="*/ 1892393 h 2022034"/>
              <a:gd name="connsiteX0" fmla="*/ 19312 w 4468531"/>
              <a:gd name="connsiteY0" fmla="*/ 1893478 h 2350831"/>
              <a:gd name="connsiteX1" fmla="*/ 2231130 w 4468531"/>
              <a:gd name="connsiteY1" fmla="*/ 12577 h 2350831"/>
              <a:gd name="connsiteX2" fmla="*/ 4459063 w 4468531"/>
              <a:gd name="connsiteY2" fmla="*/ 1134278 h 2350831"/>
              <a:gd name="connsiteX3" fmla="*/ 2962196 w 4468531"/>
              <a:gd name="connsiteY3" fmla="*/ 2337807 h 2350831"/>
              <a:gd name="connsiteX4" fmla="*/ 1253881 w 4468531"/>
              <a:gd name="connsiteY4" fmla="*/ 1779592 h 2350831"/>
              <a:gd name="connsiteX5" fmla="*/ 19312 w 4468531"/>
              <a:gd name="connsiteY5" fmla="*/ 1893478 h 2350831"/>
              <a:gd name="connsiteX0" fmla="*/ 114931 w 4564151"/>
              <a:gd name="connsiteY0" fmla="*/ 1893478 h 2606070"/>
              <a:gd name="connsiteX1" fmla="*/ 2326749 w 4564151"/>
              <a:gd name="connsiteY1" fmla="*/ 12577 h 2606070"/>
              <a:gd name="connsiteX2" fmla="*/ 4554682 w 4564151"/>
              <a:gd name="connsiteY2" fmla="*/ 1134278 h 2606070"/>
              <a:gd name="connsiteX3" fmla="*/ 3057815 w 4564151"/>
              <a:gd name="connsiteY3" fmla="*/ 2337807 h 2606070"/>
              <a:gd name="connsiteX4" fmla="*/ 602599 w 4564151"/>
              <a:gd name="connsiteY4" fmla="*/ 2591133 h 2606070"/>
              <a:gd name="connsiteX5" fmla="*/ 114931 w 4564151"/>
              <a:gd name="connsiteY5" fmla="*/ 1893478 h 2606070"/>
              <a:gd name="connsiteX0" fmla="*/ 339436 w 4163621"/>
              <a:gd name="connsiteY0" fmla="*/ 711041 h 2677547"/>
              <a:gd name="connsiteX1" fmla="*/ 1926219 w 4163621"/>
              <a:gd name="connsiteY1" fmla="*/ 9118 h 2677547"/>
              <a:gd name="connsiteX2" fmla="*/ 4154152 w 4163621"/>
              <a:gd name="connsiteY2" fmla="*/ 1130819 h 2677547"/>
              <a:gd name="connsiteX3" fmla="*/ 2657285 w 4163621"/>
              <a:gd name="connsiteY3" fmla="*/ 2334348 h 2677547"/>
              <a:gd name="connsiteX4" fmla="*/ 202069 w 4163621"/>
              <a:gd name="connsiteY4" fmla="*/ 2587674 h 2677547"/>
              <a:gd name="connsiteX5" fmla="*/ 339436 w 4163621"/>
              <a:gd name="connsiteY5" fmla="*/ 711041 h 2677547"/>
              <a:gd name="connsiteX0" fmla="*/ 8699 w 3970251"/>
              <a:gd name="connsiteY0" fmla="*/ 2578556 h 2717756"/>
              <a:gd name="connsiteX1" fmla="*/ 1732849 w 3970251"/>
              <a:gd name="connsiteY1" fmla="*/ 0 h 2717756"/>
              <a:gd name="connsiteX2" fmla="*/ 3960782 w 3970251"/>
              <a:gd name="connsiteY2" fmla="*/ 1121701 h 2717756"/>
              <a:gd name="connsiteX3" fmla="*/ 2463915 w 3970251"/>
              <a:gd name="connsiteY3" fmla="*/ 2325230 h 2717756"/>
              <a:gd name="connsiteX4" fmla="*/ 8699 w 3970251"/>
              <a:gd name="connsiteY4" fmla="*/ 2578556 h 2717756"/>
              <a:gd name="connsiteX0" fmla="*/ 11617 w 3584652"/>
              <a:gd name="connsiteY0" fmla="*/ 1430838 h 2340009"/>
              <a:gd name="connsiteX1" fmla="*/ 1347250 w 3584652"/>
              <a:gd name="connsiteY1" fmla="*/ 2380 h 2340009"/>
              <a:gd name="connsiteX2" fmla="*/ 3575183 w 3584652"/>
              <a:gd name="connsiteY2" fmla="*/ 1124081 h 2340009"/>
              <a:gd name="connsiteX3" fmla="*/ 2078316 w 3584652"/>
              <a:gd name="connsiteY3" fmla="*/ 2327610 h 2340009"/>
              <a:gd name="connsiteX4" fmla="*/ 11617 w 3584652"/>
              <a:gd name="connsiteY4" fmla="*/ 1430838 h 2340009"/>
              <a:gd name="connsiteX0" fmla="*/ 36322 w 3609357"/>
              <a:gd name="connsiteY0" fmla="*/ 1430838 h 2532978"/>
              <a:gd name="connsiteX1" fmla="*/ 1371955 w 3609357"/>
              <a:gd name="connsiteY1" fmla="*/ 2380 h 2532978"/>
              <a:gd name="connsiteX2" fmla="*/ 3599888 w 3609357"/>
              <a:gd name="connsiteY2" fmla="*/ 1124081 h 2532978"/>
              <a:gd name="connsiteX3" fmla="*/ 2103021 w 3609357"/>
              <a:gd name="connsiteY3" fmla="*/ 2327610 h 2532978"/>
              <a:gd name="connsiteX4" fmla="*/ 36322 w 3609357"/>
              <a:gd name="connsiteY4" fmla="*/ 1430838 h 2532978"/>
              <a:gd name="connsiteX0" fmla="*/ 3580 w 3569301"/>
              <a:gd name="connsiteY0" fmla="*/ 1431089 h 2816320"/>
              <a:gd name="connsiteX1" fmla="*/ 1339213 w 3569301"/>
              <a:gd name="connsiteY1" fmla="*/ 2631 h 2816320"/>
              <a:gd name="connsiteX2" fmla="*/ 3567146 w 3569301"/>
              <a:gd name="connsiteY2" fmla="*/ 1124332 h 2816320"/>
              <a:gd name="connsiteX3" fmla="*/ 1722688 w 3569301"/>
              <a:gd name="connsiteY3" fmla="*/ 2808414 h 2816320"/>
              <a:gd name="connsiteX4" fmla="*/ 3580 w 3569301"/>
              <a:gd name="connsiteY4" fmla="*/ 1431089 h 2816320"/>
              <a:gd name="connsiteX0" fmla="*/ 3579 w 3569300"/>
              <a:gd name="connsiteY0" fmla="*/ 1431089 h 2808414"/>
              <a:gd name="connsiteX1" fmla="*/ 1339212 w 3569300"/>
              <a:gd name="connsiteY1" fmla="*/ 2631 h 2808414"/>
              <a:gd name="connsiteX2" fmla="*/ 3567145 w 3569300"/>
              <a:gd name="connsiteY2" fmla="*/ 1124332 h 2808414"/>
              <a:gd name="connsiteX3" fmla="*/ 1722687 w 3569300"/>
              <a:gd name="connsiteY3" fmla="*/ 2808414 h 2808414"/>
              <a:gd name="connsiteX4" fmla="*/ 3579 w 3569300"/>
              <a:gd name="connsiteY4" fmla="*/ 1431089 h 2808414"/>
              <a:gd name="connsiteX0" fmla="*/ 3579 w 3570402"/>
              <a:gd name="connsiteY0" fmla="*/ 1431089 h 2845664"/>
              <a:gd name="connsiteX1" fmla="*/ 1339212 w 3570402"/>
              <a:gd name="connsiteY1" fmla="*/ 2631 h 2845664"/>
              <a:gd name="connsiteX2" fmla="*/ 3567145 w 3570402"/>
              <a:gd name="connsiteY2" fmla="*/ 1124332 h 2845664"/>
              <a:gd name="connsiteX3" fmla="*/ 1722687 w 3570402"/>
              <a:gd name="connsiteY3" fmla="*/ 2808414 h 2845664"/>
              <a:gd name="connsiteX4" fmla="*/ 3579 w 3570402"/>
              <a:gd name="connsiteY4" fmla="*/ 1431089 h 2845664"/>
              <a:gd name="connsiteX0" fmla="*/ 3579 w 3571531"/>
              <a:gd name="connsiteY0" fmla="*/ 1431089 h 2809355"/>
              <a:gd name="connsiteX1" fmla="*/ 1339212 w 3571531"/>
              <a:gd name="connsiteY1" fmla="*/ 2631 h 2809355"/>
              <a:gd name="connsiteX2" fmla="*/ 3567145 w 3571531"/>
              <a:gd name="connsiteY2" fmla="*/ 1124332 h 2809355"/>
              <a:gd name="connsiteX3" fmla="*/ 1722687 w 3571531"/>
              <a:gd name="connsiteY3" fmla="*/ 2808414 h 2809355"/>
              <a:gd name="connsiteX4" fmla="*/ 3579 w 3571531"/>
              <a:gd name="connsiteY4" fmla="*/ 1431089 h 2809355"/>
              <a:gd name="connsiteX0" fmla="*/ 3579 w 3570449"/>
              <a:gd name="connsiteY0" fmla="*/ 1431089 h 2811091"/>
              <a:gd name="connsiteX1" fmla="*/ 1339212 w 3570449"/>
              <a:gd name="connsiteY1" fmla="*/ 2631 h 2811091"/>
              <a:gd name="connsiteX2" fmla="*/ 3567145 w 3570449"/>
              <a:gd name="connsiteY2" fmla="*/ 1124332 h 2811091"/>
              <a:gd name="connsiteX3" fmla="*/ 1722687 w 3570449"/>
              <a:gd name="connsiteY3" fmla="*/ 2808414 h 2811091"/>
              <a:gd name="connsiteX4" fmla="*/ 3579 w 3570449"/>
              <a:gd name="connsiteY4" fmla="*/ 1431089 h 2811091"/>
              <a:gd name="connsiteX0" fmla="*/ 9477 w 3576347"/>
              <a:gd name="connsiteY0" fmla="*/ 1454488 h 2834490"/>
              <a:gd name="connsiteX1" fmla="*/ 1345110 w 3576347"/>
              <a:gd name="connsiteY1" fmla="*/ 26030 h 2834490"/>
              <a:gd name="connsiteX2" fmla="*/ 3573043 w 3576347"/>
              <a:gd name="connsiteY2" fmla="*/ 1147731 h 2834490"/>
              <a:gd name="connsiteX3" fmla="*/ 1728585 w 3576347"/>
              <a:gd name="connsiteY3" fmla="*/ 2831813 h 2834490"/>
              <a:gd name="connsiteX4" fmla="*/ 9477 w 3576347"/>
              <a:gd name="connsiteY4" fmla="*/ 1454488 h 2834490"/>
              <a:gd name="connsiteX0" fmla="*/ 11200 w 3578070"/>
              <a:gd name="connsiteY0" fmla="*/ 1454488 h 2834490"/>
              <a:gd name="connsiteX1" fmla="*/ 1346833 w 3578070"/>
              <a:gd name="connsiteY1" fmla="*/ 26030 h 2834490"/>
              <a:gd name="connsiteX2" fmla="*/ 3574766 w 3578070"/>
              <a:gd name="connsiteY2" fmla="*/ 1147731 h 2834490"/>
              <a:gd name="connsiteX3" fmla="*/ 1730308 w 3578070"/>
              <a:gd name="connsiteY3" fmla="*/ 2831813 h 2834490"/>
              <a:gd name="connsiteX4" fmla="*/ 11200 w 3578070"/>
              <a:gd name="connsiteY4" fmla="*/ 1454488 h 2834490"/>
              <a:gd name="connsiteX0" fmla="*/ 5238 w 3394494"/>
              <a:gd name="connsiteY0" fmla="*/ 1561249 h 2815719"/>
              <a:gd name="connsiteX1" fmla="*/ 1164359 w 3394494"/>
              <a:gd name="connsiteY1" fmla="*/ 5027 h 2815719"/>
              <a:gd name="connsiteX2" fmla="*/ 3392292 w 3394494"/>
              <a:gd name="connsiteY2" fmla="*/ 1126728 h 2815719"/>
              <a:gd name="connsiteX3" fmla="*/ 1547834 w 3394494"/>
              <a:gd name="connsiteY3" fmla="*/ 2810810 h 2815719"/>
              <a:gd name="connsiteX4" fmla="*/ 5238 w 3394494"/>
              <a:gd name="connsiteY4" fmla="*/ 1561249 h 2815719"/>
              <a:gd name="connsiteX0" fmla="*/ 1714 w 3390970"/>
              <a:gd name="connsiteY0" fmla="*/ 1561249 h 2816846"/>
              <a:gd name="connsiteX1" fmla="*/ 1160835 w 3390970"/>
              <a:gd name="connsiteY1" fmla="*/ 5027 h 2816846"/>
              <a:gd name="connsiteX2" fmla="*/ 3388768 w 3390970"/>
              <a:gd name="connsiteY2" fmla="*/ 1126728 h 2816846"/>
              <a:gd name="connsiteX3" fmla="*/ 1544310 w 3390970"/>
              <a:gd name="connsiteY3" fmla="*/ 2810810 h 2816846"/>
              <a:gd name="connsiteX4" fmla="*/ 1714 w 3390970"/>
              <a:gd name="connsiteY4" fmla="*/ 1561249 h 2816846"/>
              <a:gd name="connsiteX0" fmla="*/ 1714 w 3392183"/>
              <a:gd name="connsiteY0" fmla="*/ 1561249 h 2822298"/>
              <a:gd name="connsiteX1" fmla="*/ 1160835 w 3392183"/>
              <a:gd name="connsiteY1" fmla="*/ 5027 h 2822298"/>
              <a:gd name="connsiteX2" fmla="*/ 3388768 w 3392183"/>
              <a:gd name="connsiteY2" fmla="*/ 1126728 h 2822298"/>
              <a:gd name="connsiteX3" fmla="*/ 1544310 w 3392183"/>
              <a:gd name="connsiteY3" fmla="*/ 2810810 h 2822298"/>
              <a:gd name="connsiteX4" fmla="*/ 1714 w 3392183"/>
              <a:gd name="connsiteY4" fmla="*/ 1561249 h 2822298"/>
              <a:gd name="connsiteX0" fmla="*/ 1599 w 3099681"/>
              <a:gd name="connsiteY0" fmla="*/ 1556274 h 2805936"/>
              <a:gd name="connsiteX1" fmla="*/ 1160720 w 3099681"/>
              <a:gd name="connsiteY1" fmla="*/ 52 h 2805936"/>
              <a:gd name="connsiteX2" fmla="*/ 3097014 w 3099681"/>
              <a:gd name="connsiteY2" fmla="*/ 1505235 h 2805936"/>
              <a:gd name="connsiteX3" fmla="*/ 1544195 w 3099681"/>
              <a:gd name="connsiteY3" fmla="*/ 2805835 h 2805936"/>
              <a:gd name="connsiteX4" fmla="*/ 1599 w 3099681"/>
              <a:gd name="connsiteY4" fmla="*/ 1556274 h 2805936"/>
              <a:gd name="connsiteX0" fmla="*/ 1599 w 3098266"/>
              <a:gd name="connsiteY0" fmla="*/ 1556274 h 2805936"/>
              <a:gd name="connsiteX1" fmla="*/ 1160720 w 3098266"/>
              <a:gd name="connsiteY1" fmla="*/ 52 h 2805936"/>
              <a:gd name="connsiteX2" fmla="*/ 3097014 w 3098266"/>
              <a:gd name="connsiteY2" fmla="*/ 1505235 h 2805936"/>
              <a:gd name="connsiteX3" fmla="*/ 1544195 w 3098266"/>
              <a:gd name="connsiteY3" fmla="*/ 2805835 h 2805936"/>
              <a:gd name="connsiteX4" fmla="*/ 1599 w 3098266"/>
              <a:gd name="connsiteY4" fmla="*/ 1556274 h 2805936"/>
              <a:gd name="connsiteX0" fmla="*/ 6698 w 3107113"/>
              <a:gd name="connsiteY0" fmla="*/ 1556268 h 1995204"/>
              <a:gd name="connsiteX1" fmla="*/ 1165819 w 3107113"/>
              <a:gd name="connsiteY1" fmla="*/ 46 h 1995204"/>
              <a:gd name="connsiteX2" fmla="*/ 3102113 w 3107113"/>
              <a:gd name="connsiteY2" fmla="*/ 1505229 h 1995204"/>
              <a:gd name="connsiteX3" fmla="*/ 1670895 w 3107113"/>
              <a:gd name="connsiteY3" fmla="*/ 1994767 h 1995204"/>
              <a:gd name="connsiteX4" fmla="*/ 6698 w 3107113"/>
              <a:gd name="connsiteY4" fmla="*/ 1556268 h 1995204"/>
              <a:gd name="connsiteX0" fmla="*/ 6698 w 3107610"/>
              <a:gd name="connsiteY0" fmla="*/ 1556268 h 2094159"/>
              <a:gd name="connsiteX1" fmla="*/ 1165819 w 3107610"/>
              <a:gd name="connsiteY1" fmla="*/ 46 h 2094159"/>
              <a:gd name="connsiteX2" fmla="*/ 3102113 w 3107610"/>
              <a:gd name="connsiteY2" fmla="*/ 1505229 h 2094159"/>
              <a:gd name="connsiteX3" fmla="*/ 1670895 w 3107610"/>
              <a:gd name="connsiteY3" fmla="*/ 1994767 h 2094159"/>
              <a:gd name="connsiteX4" fmla="*/ 6698 w 3107610"/>
              <a:gd name="connsiteY4" fmla="*/ 1556268 h 2094159"/>
              <a:gd name="connsiteX0" fmla="*/ 6698 w 3108326"/>
              <a:gd name="connsiteY0" fmla="*/ 1556268 h 2032117"/>
              <a:gd name="connsiteX1" fmla="*/ 1165819 w 3108326"/>
              <a:gd name="connsiteY1" fmla="*/ 46 h 2032117"/>
              <a:gd name="connsiteX2" fmla="*/ 3102113 w 3108326"/>
              <a:gd name="connsiteY2" fmla="*/ 1505229 h 2032117"/>
              <a:gd name="connsiteX3" fmla="*/ 1670895 w 3108326"/>
              <a:gd name="connsiteY3" fmla="*/ 1994767 h 2032117"/>
              <a:gd name="connsiteX4" fmla="*/ 6698 w 3108326"/>
              <a:gd name="connsiteY4" fmla="*/ 1556268 h 2032117"/>
              <a:gd name="connsiteX0" fmla="*/ 2700 w 3101149"/>
              <a:gd name="connsiteY0" fmla="*/ 1588985 h 2065259"/>
              <a:gd name="connsiteX1" fmla="*/ 1324169 w 3101149"/>
              <a:gd name="connsiteY1" fmla="*/ 44 h 2065259"/>
              <a:gd name="connsiteX2" fmla="*/ 3098115 w 3101149"/>
              <a:gd name="connsiteY2" fmla="*/ 1537946 h 2065259"/>
              <a:gd name="connsiteX3" fmla="*/ 1666897 w 3101149"/>
              <a:gd name="connsiteY3" fmla="*/ 2027484 h 2065259"/>
              <a:gd name="connsiteX4" fmla="*/ 2700 w 3101149"/>
              <a:gd name="connsiteY4" fmla="*/ 1588985 h 2065259"/>
              <a:gd name="connsiteX0" fmla="*/ 2700 w 3100106"/>
              <a:gd name="connsiteY0" fmla="*/ 1588985 h 2163738"/>
              <a:gd name="connsiteX1" fmla="*/ 1324169 w 3100106"/>
              <a:gd name="connsiteY1" fmla="*/ 44 h 2163738"/>
              <a:gd name="connsiteX2" fmla="*/ 3098115 w 3100106"/>
              <a:gd name="connsiteY2" fmla="*/ 1537946 h 2163738"/>
              <a:gd name="connsiteX3" fmla="*/ 1666897 w 3100106"/>
              <a:gd name="connsiteY3" fmla="*/ 2027484 h 2163738"/>
              <a:gd name="connsiteX4" fmla="*/ 2700 w 3100106"/>
              <a:gd name="connsiteY4" fmla="*/ 1588985 h 2163738"/>
              <a:gd name="connsiteX0" fmla="*/ 2700 w 3100834"/>
              <a:gd name="connsiteY0" fmla="*/ 1588985 h 2056082"/>
              <a:gd name="connsiteX1" fmla="*/ 1324169 w 3100834"/>
              <a:gd name="connsiteY1" fmla="*/ 44 h 2056082"/>
              <a:gd name="connsiteX2" fmla="*/ 3098115 w 3100834"/>
              <a:gd name="connsiteY2" fmla="*/ 1537946 h 2056082"/>
              <a:gd name="connsiteX3" fmla="*/ 1666897 w 3100834"/>
              <a:gd name="connsiteY3" fmla="*/ 2027484 h 2056082"/>
              <a:gd name="connsiteX4" fmla="*/ 2700 w 3100834"/>
              <a:gd name="connsiteY4" fmla="*/ 1588985 h 2056082"/>
              <a:gd name="connsiteX0" fmla="*/ 2700 w 3101100"/>
              <a:gd name="connsiteY0" fmla="*/ 1588985 h 2041075"/>
              <a:gd name="connsiteX1" fmla="*/ 1324169 w 3101100"/>
              <a:gd name="connsiteY1" fmla="*/ 44 h 2041075"/>
              <a:gd name="connsiteX2" fmla="*/ 3098115 w 3101100"/>
              <a:gd name="connsiteY2" fmla="*/ 1537946 h 2041075"/>
              <a:gd name="connsiteX3" fmla="*/ 1666897 w 3101100"/>
              <a:gd name="connsiteY3" fmla="*/ 2027484 h 2041075"/>
              <a:gd name="connsiteX4" fmla="*/ 2700 w 3101100"/>
              <a:gd name="connsiteY4" fmla="*/ 1588985 h 2041075"/>
              <a:gd name="connsiteX0" fmla="*/ 2700 w 3101100"/>
              <a:gd name="connsiteY0" fmla="*/ 1588985 h 2041075"/>
              <a:gd name="connsiteX1" fmla="*/ 1324169 w 3101100"/>
              <a:gd name="connsiteY1" fmla="*/ 44 h 2041075"/>
              <a:gd name="connsiteX2" fmla="*/ 3098115 w 3101100"/>
              <a:gd name="connsiteY2" fmla="*/ 1537946 h 2041075"/>
              <a:gd name="connsiteX3" fmla="*/ 1666897 w 3101100"/>
              <a:gd name="connsiteY3" fmla="*/ 2027484 h 2041075"/>
              <a:gd name="connsiteX4" fmla="*/ 2700 w 3101100"/>
              <a:gd name="connsiteY4" fmla="*/ 1588985 h 2041075"/>
              <a:gd name="connsiteX0" fmla="*/ 2700 w 3101100"/>
              <a:gd name="connsiteY0" fmla="*/ 1588985 h 2041075"/>
              <a:gd name="connsiteX1" fmla="*/ 1324169 w 3101100"/>
              <a:gd name="connsiteY1" fmla="*/ 44 h 2041075"/>
              <a:gd name="connsiteX2" fmla="*/ 3098115 w 3101100"/>
              <a:gd name="connsiteY2" fmla="*/ 1537946 h 2041075"/>
              <a:gd name="connsiteX3" fmla="*/ 1666897 w 3101100"/>
              <a:gd name="connsiteY3" fmla="*/ 2027484 h 2041075"/>
              <a:gd name="connsiteX4" fmla="*/ 2700 w 3101100"/>
              <a:gd name="connsiteY4" fmla="*/ 1588985 h 2041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01100" h="2041075">
                <a:moveTo>
                  <a:pt x="2700" y="1588985"/>
                </a:moveTo>
                <a:cubicBezTo>
                  <a:pt x="-54421" y="1251078"/>
                  <a:pt x="808267" y="8550"/>
                  <a:pt x="1324169" y="44"/>
                </a:cubicBezTo>
                <a:cubicBezTo>
                  <a:pt x="1840071" y="-8462"/>
                  <a:pt x="3040994" y="1200039"/>
                  <a:pt x="3098115" y="1537946"/>
                </a:cubicBezTo>
                <a:cubicBezTo>
                  <a:pt x="3155236" y="1875853"/>
                  <a:pt x="2382291" y="1963492"/>
                  <a:pt x="1666897" y="2027484"/>
                </a:cubicBezTo>
                <a:cubicBezTo>
                  <a:pt x="951503" y="2091476"/>
                  <a:pt x="59821" y="1926892"/>
                  <a:pt x="2700" y="1588985"/>
                </a:cubicBezTo>
                <a:close/>
              </a:path>
            </a:pathLst>
          </a:custGeom>
          <a:solidFill>
            <a:srgbClr val="3EB19B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Freihandform 13">
            <a:extLst>
              <a:ext uri="{FF2B5EF4-FFF2-40B4-BE49-F238E27FC236}">
                <a16:creationId xmlns:a16="http://schemas.microsoft.com/office/drawing/2014/main" id="{4B41898A-F8F9-4A92-44E7-C6856EDDF897}"/>
              </a:ext>
            </a:extLst>
          </p:cNvPr>
          <p:cNvSpPr/>
          <p:nvPr userDrawn="1"/>
        </p:nvSpPr>
        <p:spPr>
          <a:xfrm rot="18508693">
            <a:off x="-3762534" y="-3706289"/>
            <a:ext cx="6589168" cy="6276091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3177410"/>
              <a:gd name="connsiteY0" fmla="*/ 1035451 h 3606310"/>
              <a:gd name="connsiteX1" fmla="*/ 3141588 w 3177410"/>
              <a:gd name="connsiteY1" fmla="*/ 152581 h 3606310"/>
              <a:gd name="connsiteX2" fmla="*/ 2574031 w 3177410"/>
              <a:gd name="connsiteY2" fmla="*/ 1666070 h 3606310"/>
              <a:gd name="connsiteX3" fmla="*/ 2321781 w 3177410"/>
              <a:gd name="connsiteY3" fmla="*/ 3473850 h 3606310"/>
              <a:gd name="connsiteX4" fmla="*/ 51546 w 3177410"/>
              <a:gd name="connsiteY4" fmla="*/ 2664554 h 3606310"/>
              <a:gd name="connsiteX5" fmla="*/ 829312 w 3177410"/>
              <a:gd name="connsiteY5" fmla="*/ 1035451 h 3606310"/>
              <a:gd name="connsiteX0" fmla="*/ 829312 w 3177410"/>
              <a:gd name="connsiteY0" fmla="*/ 1013703 h 3584562"/>
              <a:gd name="connsiteX1" fmla="*/ 3141588 w 3177410"/>
              <a:gd name="connsiteY1" fmla="*/ 130833 h 3584562"/>
              <a:gd name="connsiteX2" fmla="*/ 2574031 w 3177410"/>
              <a:gd name="connsiteY2" fmla="*/ 1644322 h 3584562"/>
              <a:gd name="connsiteX3" fmla="*/ 2321781 w 3177410"/>
              <a:gd name="connsiteY3" fmla="*/ 3452102 h 3584562"/>
              <a:gd name="connsiteX4" fmla="*/ 51546 w 3177410"/>
              <a:gd name="connsiteY4" fmla="*/ 2642806 h 3584562"/>
              <a:gd name="connsiteX5" fmla="*/ 829312 w 3177410"/>
              <a:gd name="connsiteY5" fmla="*/ 1013703 h 3584562"/>
              <a:gd name="connsiteX0" fmla="*/ 829578 w 3177676"/>
              <a:gd name="connsiteY0" fmla="*/ 1013703 h 3584562"/>
              <a:gd name="connsiteX1" fmla="*/ 3141854 w 3177676"/>
              <a:gd name="connsiteY1" fmla="*/ 130833 h 3584562"/>
              <a:gd name="connsiteX2" fmla="*/ 2574297 w 3177676"/>
              <a:gd name="connsiteY2" fmla="*/ 1644322 h 3584562"/>
              <a:gd name="connsiteX3" fmla="*/ 2322047 w 3177676"/>
              <a:gd name="connsiteY3" fmla="*/ 3452102 h 3584562"/>
              <a:gd name="connsiteX4" fmla="*/ 51812 w 3177676"/>
              <a:gd name="connsiteY4" fmla="*/ 2642806 h 3584562"/>
              <a:gd name="connsiteX5" fmla="*/ 829578 w 3177676"/>
              <a:gd name="connsiteY5" fmla="*/ 1013703 h 3584562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11178 w 2672400"/>
              <a:gd name="connsiteY0" fmla="*/ 7864 h 2583061"/>
              <a:gd name="connsiteX1" fmla="*/ 1318755 w 2672400"/>
              <a:gd name="connsiteY1" fmla="*/ 1092175 h 2583061"/>
              <a:gd name="connsiteX2" fmla="*/ 2555897 w 2672400"/>
              <a:gd name="connsiteY2" fmla="*/ 638483 h 2583061"/>
              <a:gd name="connsiteX3" fmla="*/ 2303647 w 2672400"/>
              <a:gd name="connsiteY3" fmla="*/ 2446263 h 2583061"/>
              <a:gd name="connsiteX4" fmla="*/ 33412 w 2672400"/>
              <a:gd name="connsiteY4" fmla="*/ 1636967 h 2583061"/>
              <a:gd name="connsiteX5" fmla="*/ 811178 w 2672400"/>
              <a:gd name="connsiteY5" fmla="*/ 7864 h 2583061"/>
              <a:gd name="connsiteX0" fmla="*/ 811178 w 3223026"/>
              <a:gd name="connsiteY0" fmla="*/ 5596 h 2477281"/>
              <a:gd name="connsiteX1" fmla="*/ 1318755 w 3223026"/>
              <a:gd name="connsiteY1" fmla="*/ 1089907 h 2477281"/>
              <a:gd name="connsiteX2" fmla="*/ 3192488 w 3223026"/>
              <a:gd name="connsiteY2" fmla="*/ 802600 h 2477281"/>
              <a:gd name="connsiteX3" fmla="*/ 2303647 w 3223026"/>
              <a:gd name="connsiteY3" fmla="*/ 2443995 h 2477281"/>
              <a:gd name="connsiteX4" fmla="*/ 33412 w 3223026"/>
              <a:gd name="connsiteY4" fmla="*/ 1634699 h 2477281"/>
              <a:gd name="connsiteX5" fmla="*/ 811178 w 3223026"/>
              <a:gd name="connsiteY5" fmla="*/ 5596 h 2477281"/>
              <a:gd name="connsiteX0" fmla="*/ 846588 w 3330250"/>
              <a:gd name="connsiteY0" fmla="*/ 5596 h 2432711"/>
              <a:gd name="connsiteX1" fmla="*/ 1354165 w 3330250"/>
              <a:gd name="connsiteY1" fmla="*/ 1089907 h 2432711"/>
              <a:gd name="connsiteX2" fmla="*/ 3227898 w 3330250"/>
              <a:gd name="connsiteY2" fmla="*/ 802600 h 2432711"/>
              <a:gd name="connsiteX3" fmla="*/ 2761796 w 3330250"/>
              <a:gd name="connsiteY3" fmla="*/ 2409553 h 2432711"/>
              <a:gd name="connsiteX4" fmla="*/ 68822 w 3330250"/>
              <a:gd name="connsiteY4" fmla="*/ 1634699 h 2432711"/>
              <a:gd name="connsiteX5" fmla="*/ 846588 w 3330250"/>
              <a:gd name="connsiteY5" fmla="*/ 5596 h 2432711"/>
              <a:gd name="connsiteX0" fmla="*/ 846588 w 3514825"/>
              <a:gd name="connsiteY0" fmla="*/ 5596 h 2432711"/>
              <a:gd name="connsiteX1" fmla="*/ 1354165 w 3514825"/>
              <a:gd name="connsiteY1" fmla="*/ 1089907 h 2432711"/>
              <a:gd name="connsiteX2" fmla="*/ 3227898 w 3514825"/>
              <a:gd name="connsiteY2" fmla="*/ 802600 h 2432711"/>
              <a:gd name="connsiteX3" fmla="*/ 2761796 w 3514825"/>
              <a:gd name="connsiteY3" fmla="*/ 2409553 h 2432711"/>
              <a:gd name="connsiteX4" fmla="*/ 68822 w 3514825"/>
              <a:gd name="connsiteY4" fmla="*/ 1634699 h 2432711"/>
              <a:gd name="connsiteX5" fmla="*/ 846588 w 3514825"/>
              <a:gd name="connsiteY5" fmla="*/ 5596 h 2432711"/>
              <a:gd name="connsiteX0" fmla="*/ 875402 w 3543639"/>
              <a:gd name="connsiteY0" fmla="*/ 2708 h 2429823"/>
              <a:gd name="connsiteX1" fmla="*/ 1382979 w 3543639"/>
              <a:gd name="connsiteY1" fmla="*/ 1087019 h 2429823"/>
              <a:gd name="connsiteX2" fmla="*/ 3256712 w 3543639"/>
              <a:gd name="connsiteY2" fmla="*/ 799712 h 2429823"/>
              <a:gd name="connsiteX3" fmla="*/ 2790610 w 3543639"/>
              <a:gd name="connsiteY3" fmla="*/ 2406665 h 2429823"/>
              <a:gd name="connsiteX4" fmla="*/ 97636 w 3543639"/>
              <a:gd name="connsiteY4" fmla="*/ 1631811 h 2429823"/>
              <a:gd name="connsiteX5" fmla="*/ 875402 w 3543639"/>
              <a:gd name="connsiteY5" fmla="*/ 2708 h 2429823"/>
              <a:gd name="connsiteX0" fmla="*/ 1035116 w 3703353"/>
              <a:gd name="connsiteY0" fmla="*/ 3586 h 2450893"/>
              <a:gd name="connsiteX1" fmla="*/ 1542693 w 3703353"/>
              <a:gd name="connsiteY1" fmla="*/ 1087897 h 2450893"/>
              <a:gd name="connsiteX2" fmla="*/ 3416426 w 3703353"/>
              <a:gd name="connsiteY2" fmla="*/ 800590 h 2450893"/>
              <a:gd name="connsiteX3" fmla="*/ 2950324 w 3703353"/>
              <a:gd name="connsiteY3" fmla="*/ 2407543 h 2450893"/>
              <a:gd name="connsiteX4" fmla="*/ 257350 w 3703353"/>
              <a:gd name="connsiteY4" fmla="*/ 1632689 h 2450893"/>
              <a:gd name="connsiteX5" fmla="*/ 1035116 w 3703353"/>
              <a:gd name="connsiteY5" fmla="*/ 3586 h 2450893"/>
              <a:gd name="connsiteX0" fmla="*/ 991689 w 3462563"/>
              <a:gd name="connsiteY0" fmla="*/ 10605 h 2457912"/>
              <a:gd name="connsiteX1" fmla="*/ 1674106 w 3462563"/>
              <a:gd name="connsiteY1" fmla="*/ 930710 h 2457912"/>
              <a:gd name="connsiteX2" fmla="*/ 3372999 w 3462563"/>
              <a:gd name="connsiteY2" fmla="*/ 807609 h 2457912"/>
              <a:gd name="connsiteX3" fmla="*/ 2906897 w 3462563"/>
              <a:gd name="connsiteY3" fmla="*/ 2414562 h 2457912"/>
              <a:gd name="connsiteX4" fmla="*/ 213923 w 3462563"/>
              <a:gd name="connsiteY4" fmla="*/ 1639708 h 2457912"/>
              <a:gd name="connsiteX5" fmla="*/ 991689 w 3462563"/>
              <a:gd name="connsiteY5" fmla="*/ 10605 h 2457912"/>
              <a:gd name="connsiteX0" fmla="*/ 991689 w 3644113"/>
              <a:gd name="connsiteY0" fmla="*/ 10605 h 2457912"/>
              <a:gd name="connsiteX1" fmla="*/ 1674106 w 3644113"/>
              <a:gd name="connsiteY1" fmla="*/ 930710 h 2457912"/>
              <a:gd name="connsiteX2" fmla="*/ 3372999 w 3644113"/>
              <a:gd name="connsiteY2" fmla="*/ 807609 h 2457912"/>
              <a:gd name="connsiteX3" fmla="*/ 2906897 w 3644113"/>
              <a:gd name="connsiteY3" fmla="*/ 2414562 h 2457912"/>
              <a:gd name="connsiteX4" fmla="*/ 213923 w 3644113"/>
              <a:gd name="connsiteY4" fmla="*/ 1639708 h 2457912"/>
              <a:gd name="connsiteX5" fmla="*/ 991689 w 3644113"/>
              <a:gd name="connsiteY5" fmla="*/ 10605 h 2457912"/>
              <a:gd name="connsiteX0" fmla="*/ 1054352 w 3706777"/>
              <a:gd name="connsiteY0" fmla="*/ 1046 h 2448353"/>
              <a:gd name="connsiteX1" fmla="*/ 1736769 w 3706777"/>
              <a:gd name="connsiteY1" fmla="*/ 921151 h 2448353"/>
              <a:gd name="connsiteX2" fmla="*/ 3435662 w 3706777"/>
              <a:gd name="connsiteY2" fmla="*/ 798050 h 2448353"/>
              <a:gd name="connsiteX3" fmla="*/ 2969560 w 3706777"/>
              <a:gd name="connsiteY3" fmla="*/ 2405003 h 2448353"/>
              <a:gd name="connsiteX4" fmla="*/ 276586 w 3706777"/>
              <a:gd name="connsiteY4" fmla="*/ 1630149 h 2448353"/>
              <a:gd name="connsiteX5" fmla="*/ 1054352 w 3706777"/>
              <a:gd name="connsiteY5" fmla="*/ 1046 h 2448353"/>
              <a:gd name="connsiteX0" fmla="*/ 590056 w 3683836"/>
              <a:gd name="connsiteY0" fmla="*/ 1109 h 1961431"/>
              <a:gd name="connsiteX1" fmla="*/ 1713828 w 3683836"/>
              <a:gd name="connsiteY1" fmla="*/ 456838 h 1961431"/>
              <a:gd name="connsiteX2" fmla="*/ 3412721 w 3683836"/>
              <a:gd name="connsiteY2" fmla="*/ 333737 h 1961431"/>
              <a:gd name="connsiteX3" fmla="*/ 2946619 w 3683836"/>
              <a:gd name="connsiteY3" fmla="*/ 1940690 h 1961431"/>
              <a:gd name="connsiteX4" fmla="*/ 253645 w 3683836"/>
              <a:gd name="connsiteY4" fmla="*/ 1165836 h 1961431"/>
              <a:gd name="connsiteX5" fmla="*/ 590056 w 3683836"/>
              <a:gd name="connsiteY5" fmla="*/ 1109 h 1961431"/>
              <a:gd name="connsiteX0" fmla="*/ 577152 w 3670932"/>
              <a:gd name="connsiteY0" fmla="*/ 28557 h 1988879"/>
              <a:gd name="connsiteX1" fmla="*/ 1700924 w 3670932"/>
              <a:gd name="connsiteY1" fmla="*/ 484286 h 1988879"/>
              <a:gd name="connsiteX2" fmla="*/ 3399817 w 3670932"/>
              <a:gd name="connsiteY2" fmla="*/ 361185 h 1988879"/>
              <a:gd name="connsiteX3" fmla="*/ 2933715 w 3670932"/>
              <a:gd name="connsiteY3" fmla="*/ 1968138 h 1988879"/>
              <a:gd name="connsiteX4" fmla="*/ 240741 w 3670932"/>
              <a:gd name="connsiteY4" fmla="*/ 1193284 h 1988879"/>
              <a:gd name="connsiteX5" fmla="*/ 577152 w 3670932"/>
              <a:gd name="connsiteY5" fmla="*/ 28557 h 1988879"/>
              <a:gd name="connsiteX0" fmla="*/ 5660 w 3065770"/>
              <a:gd name="connsiteY0" fmla="*/ 41752 h 2084853"/>
              <a:gd name="connsiteX1" fmla="*/ 1129432 w 3065770"/>
              <a:gd name="connsiteY1" fmla="*/ 497481 h 2084853"/>
              <a:gd name="connsiteX2" fmla="*/ 2828325 w 3065770"/>
              <a:gd name="connsiteY2" fmla="*/ 374380 h 2084853"/>
              <a:gd name="connsiteX3" fmla="*/ 2362223 w 3065770"/>
              <a:gd name="connsiteY3" fmla="*/ 1981333 h 2084853"/>
              <a:gd name="connsiteX4" fmla="*/ 768571 w 3065770"/>
              <a:gd name="connsiteY4" fmla="*/ 1718703 h 2084853"/>
              <a:gd name="connsiteX5" fmla="*/ 5660 w 3065770"/>
              <a:gd name="connsiteY5" fmla="*/ 41752 h 2084853"/>
              <a:gd name="connsiteX0" fmla="*/ 12471 w 3072581"/>
              <a:gd name="connsiteY0" fmla="*/ 41752 h 2092530"/>
              <a:gd name="connsiteX1" fmla="*/ 1136243 w 3072581"/>
              <a:gd name="connsiteY1" fmla="*/ 497481 h 2092530"/>
              <a:gd name="connsiteX2" fmla="*/ 2835136 w 3072581"/>
              <a:gd name="connsiteY2" fmla="*/ 374380 h 2092530"/>
              <a:gd name="connsiteX3" fmla="*/ 2369034 w 3072581"/>
              <a:gd name="connsiteY3" fmla="*/ 1981333 h 2092530"/>
              <a:gd name="connsiteX4" fmla="*/ 775382 w 3072581"/>
              <a:gd name="connsiteY4" fmla="*/ 1718703 h 2092530"/>
              <a:gd name="connsiteX5" fmla="*/ 12471 w 3072581"/>
              <a:gd name="connsiteY5" fmla="*/ 41752 h 2092530"/>
              <a:gd name="connsiteX0" fmla="*/ 2798 w 3655173"/>
              <a:gd name="connsiteY0" fmla="*/ 869129 h 2007317"/>
              <a:gd name="connsiteX1" fmla="*/ 1718835 w 3655173"/>
              <a:gd name="connsiteY1" fmla="*/ 445136 h 2007317"/>
              <a:gd name="connsiteX2" fmla="*/ 3417728 w 3655173"/>
              <a:gd name="connsiteY2" fmla="*/ 322035 h 2007317"/>
              <a:gd name="connsiteX3" fmla="*/ 2951626 w 3655173"/>
              <a:gd name="connsiteY3" fmla="*/ 1928988 h 2007317"/>
              <a:gd name="connsiteX4" fmla="*/ 1357974 w 3655173"/>
              <a:gd name="connsiteY4" fmla="*/ 1666358 h 2007317"/>
              <a:gd name="connsiteX5" fmla="*/ 2798 w 3655173"/>
              <a:gd name="connsiteY5" fmla="*/ 869129 h 2007317"/>
              <a:gd name="connsiteX0" fmla="*/ 542 w 3652917"/>
              <a:gd name="connsiteY0" fmla="*/ 869129 h 2007318"/>
              <a:gd name="connsiteX1" fmla="*/ 1716579 w 3652917"/>
              <a:gd name="connsiteY1" fmla="*/ 445136 h 2007318"/>
              <a:gd name="connsiteX2" fmla="*/ 3415472 w 3652917"/>
              <a:gd name="connsiteY2" fmla="*/ 322035 h 2007318"/>
              <a:gd name="connsiteX3" fmla="*/ 2949370 w 3652917"/>
              <a:gd name="connsiteY3" fmla="*/ 1928988 h 2007318"/>
              <a:gd name="connsiteX4" fmla="*/ 1355718 w 3652917"/>
              <a:gd name="connsiteY4" fmla="*/ 1666358 h 2007318"/>
              <a:gd name="connsiteX5" fmla="*/ 542 w 3652917"/>
              <a:gd name="connsiteY5" fmla="*/ 869129 h 2007318"/>
              <a:gd name="connsiteX0" fmla="*/ 243 w 3639926"/>
              <a:gd name="connsiteY0" fmla="*/ 869129 h 1955507"/>
              <a:gd name="connsiteX1" fmla="*/ 1716280 w 3639926"/>
              <a:gd name="connsiteY1" fmla="*/ 445136 h 1955507"/>
              <a:gd name="connsiteX2" fmla="*/ 3415173 w 3639926"/>
              <a:gd name="connsiteY2" fmla="*/ 322035 h 1955507"/>
              <a:gd name="connsiteX3" fmla="*/ 2949071 w 3639926"/>
              <a:gd name="connsiteY3" fmla="*/ 1928988 h 1955507"/>
              <a:gd name="connsiteX4" fmla="*/ 1833458 w 3639926"/>
              <a:gd name="connsiteY4" fmla="*/ 1291535 h 1955507"/>
              <a:gd name="connsiteX5" fmla="*/ 243 w 3639926"/>
              <a:gd name="connsiteY5" fmla="*/ 869129 h 1955507"/>
              <a:gd name="connsiteX0" fmla="*/ 243 w 3639926"/>
              <a:gd name="connsiteY0" fmla="*/ 869129 h 1947022"/>
              <a:gd name="connsiteX1" fmla="*/ 1716280 w 3639926"/>
              <a:gd name="connsiteY1" fmla="*/ 445136 h 1947022"/>
              <a:gd name="connsiteX2" fmla="*/ 3415173 w 3639926"/>
              <a:gd name="connsiteY2" fmla="*/ 322035 h 1947022"/>
              <a:gd name="connsiteX3" fmla="*/ 2949071 w 3639926"/>
              <a:gd name="connsiteY3" fmla="*/ 1928988 h 1947022"/>
              <a:gd name="connsiteX4" fmla="*/ 1833458 w 3639926"/>
              <a:gd name="connsiteY4" fmla="*/ 1291535 h 1947022"/>
              <a:gd name="connsiteX5" fmla="*/ 243 w 3639926"/>
              <a:gd name="connsiteY5" fmla="*/ 869129 h 1947022"/>
              <a:gd name="connsiteX0" fmla="*/ 7345 w 3647028"/>
              <a:gd name="connsiteY0" fmla="*/ 869129 h 1947022"/>
              <a:gd name="connsiteX1" fmla="*/ 1723382 w 3647028"/>
              <a:gd name="connsiteY1" fmla="*/ 445136 h 1947022"/>
              <a:gd name="connsiteX2" fmla="*/ 3422275 w 3647028"/>
              <a:gd name="connsiteY2" fmla="*/ 322035 h 1947022"/>
              <a:gd name="connsiteX3" fmla="*/ 2956173 w 3647028"/>
              <a:gd name="connsiteY3" fmla="*/ 1928988 h 1947022"/>
              <a:gd name="connsiteX4" fmla="*/ 1840560 w 3647028"/>
              <a:gd name="connsiteY4" fmla="*/ 1291535 h 1947022"/>
              <a:gd name="connsiteX5" fmla="*/ 7345 w 3647028"/>
              <a:gd name="connsiteY5" fmla="*/ 869129 h 1947022"/>
              <a:gd name="connsiteX0" fmla="*/ 7345 w 3811052"/>
              <a:gd name="connsiteY0" fmla="*/ 869129 h 1929159"/>
              <a:gd name="connsiteX1" fmla="*/ 1723382 w 3811052"/>
              <a:gd name="connsiteY1" fmla="*/ 445136 h 1929159"/>
              <a:gd name="connsiteX2" fmla="*/ 3422275 w 3811052"/>
              <a:gd name="connsiteY2" fmla="*/ 322035 h 1929159"/>
              <a:gd name="connsiteX3" fmla="*/ 2956173 w 3811052"/>
              <a:gd name="connsiteY3" fmla="*/ 1928988 h 1929159"/>
              <a:gd name="connsiteX4" fmla="*/ 1840560 w 3811052"/>
              <a:gd name="connsiteY4" fmla="*/ 1291535 h 1929159"/>
              <a:gd name="connsiteX5" fmla="*/ 7345 w 3811052"/>
              <a:gd name="connsiteY5" fmla="*/ 869129 h 1929159"/>
              <a:gd name="connsiteX0" fmla="*/ 5264 w 3937957"/>
              <a:gd name="connsiteY0" fmla="*/ 1155023 h 1938909"/>
              <a:gd name="connsiteX1" fmla="*/ 1850286 w 3937957"/>
              <a:gd name="connsiteY1" fmla="*/ 454886 h 1938909"/>
              <a:gd name="connsiteX2" fmla="*/ 3549179 w 3937957"/>
              <a:gd name="connsiteY2" fmla="*/ 331785 h 1938909"/>
              <a:gd name="connsiteX3" fmla="*/ 3083077 w 3937957"/>
              <a:gd name="connsiteY3" fmla="*/ 1938738 h 1938909"/>
              <a:gd name="connsiteX4" fmla="*/ 1967464 w 3937957"/>
              <a:gd name="connsiteY4" fmla="*/ 1301285 h 1938909"/>
              <a:gd name="connsiteX5" fmla="*/ 5264 w 3937957"/>
              <a:gd name="connsiteY5" fmla="*/ 1155023 h 1938909"/>
              <a:gd name="connsiteX0" fmla="*/ 23607 w 3956300"/>
              <a:gd name="connsiteY0" fmla="*/ 1155023 h 1938909"/>
              <a:gd name="connsiteX1" fmla="*/ 1868629 w 3956300"/>
              <a:gd name="connsiteY1" fmla="*/ 454886 h 1938909"/>
              <a:gd name="connsiteX2" fmla="*/ 3567522 w 3956300"/>
              <a:gd name="connsiteY2" fmla="*/ 331785 h 1938909"/>
              <a:gd name="connsiteX3" fmla="*/ 3101420 w 3956300"/>
              <a:gd name="connsiteY3" fmla="*/ 1938738 h 1938909"/>
              <a:gd name="connsiteX4" fmla="*/ 1985807 w 3956300"/>
              <a:gd name="connsiteY4" fmla="*/ 1301285 h 1938909"/>
              <a:gd name="connsiteX5" fmla="*/ 23607 w 3956300"/>
              <a:gd name="connsiteY5" fmla="*/ 1155023 h 1938909"/>
              <a:gd name="connsiteX0" fmla="*/ 356 w 3775841"/>
              <a:gd name="connsiteY0" fmla="*/ 1155023 h 1975367"/>
              <a:gd name="connsiteX1" fmla="*/ 1845378 w 3775841"/>
              <a:gd name="connsiteY1" fmla="*/ 454886 h 1975367"/>
              <a:gd name="connsiteX2" fmla="*/ 3544271 w 3775841"/>
              <a:gd name="connsiteY2" fmla="*/ 331785 h 1975367"/>
              <a:gd name="connsiteX3" fmla="*/ 3078169 w 3775841"/>
              <a:gd name="connsiteY3" fmla="*/ 1938738 h 1975367"/>
              <a:gd name="connsiteX4" fmla="*/ 1700608 w 3775841"/>
              <a:gd name="connsiteY4" fmla="*/ 1432728 h 1975367"/>
              <a:gd name="connsiteX5" fmla="*/ 356 w 3775841"/>
              <a:gd name="connsiteY5" fmla="*/ 1155023 h 1975367"/>
              <a:gd name="connsiteX0" fmla="*/ 385 w 3775871"/>
              <a:gd name="connsiteY0" fmla="*/ 1155023 h 1964875"/>
              <a:gd name="connsiteX1" fmla="*/ 1845407 w 3775871"/>
              <a:gd name="connsiteY1" fmla="*/ 454886 h 1964875"/>
              <a:gd name="connsiteX2" fmla="*/ 3544300 w 3775871"/>
              <a:gd name="connsiteY2" fmla="*/ 331785 h 1964875"/>
              <a:gd name="connsiteX3" fmla="*/ 3078198 w 3775871"/>
              <a:gd name="connsiteY3" fmla="*/ 1938738 h 1964875"/>
              <a:gd name="connsiteX4" fmla="*/ 1700637 w 3775871"/>
              <a:gd name="connsiteY4" fmla="*/ 1432728 h 1964875"/>
              <a:gd name="connsiteX5" fmla="*/ 385 w 3775871"/>
              <a:gd name="connsiteY5" fmla="*/ 1155023 h 1964875"/>
              <a:gd name="connsiteX0" fmla="*/ 518 w 3310321"/>
              <a:gd name="connsiteY0" fmla="*/ 1561197 h 1986949"/>
              <a:gd name="connsiteX1" fmla="*/ 1379857 w 3310321"/>
              <a:gd name="connsiteY1" fmla="*/ 469469 h 1986949"/>
              <a:gd name="connsiteX2" fmla="*/ 3078750 w 3310321"/>
              <a:gd name="connsiteY2" fmla="*/ 346368 h 1986949"/>
              <a:gd name="connsiteX3" fmla="*/ 2612648 w 3310321"/>
              <a:gd name="connsiteY3" fmla="*/ 1953321 h 1986949"/>
              <a:gd name="connsiteX4" fmla="*/ 1235087 w 3310321"/>
              <a:gd name="connsiteY4" fmla="*/ 1447311 h 1986949"/>
              <a:gd name="connsiteX5" fmla="*/ 518 w 3310321"/>
              <a:gd name="connsiteY5" fmla="*/ 1561197 h 1986949"/>
              <a:gd name="connsiteX0" fmla="*/ 252954 w 3562757"/>
              <a:gd name="connsiteY0" fmla="*/ 1561197 h 1986950"/>
              <a:gd name="connsiteX1" fmla="*/ 1632293 w 3562757"/>
              <a:gd name="connsiteY1" fmla="*/ 469469 h 1986950"/>
              <a:gd name="connsiteX2" fmla="*/ 3331186 w 3562757"/>
              <a:gd name="connsiteY2" fmla="*/ 346368 h 1986950"/>
              <a:gd name="connsiteX3" fmla="*/ 2865084 w 3562757"/>
              <a:gd name="connsiteY3" fmla="*/ 1953321 h 1986950"/>
              <a:gd name="connsiteX4" fmla="*/ 1487523 w 3562757"/>
              <a:gd name="connsiteY4" fmla="*/ 1447311 h 1986950"/>
              <a:gd name="connsiteX5" fmla="*/ 252954 w 3562757"/>
              <a:gd name="connsiteY5" fmla="*/ 1561197 h 1986950"/>
              <a:gd name="connsiteX0" fmla="*/ 275988 w 4836894"/>
              <a:gd name="connsiteY0" fmla="*/ 1254188 h 1664972"/>
              <a:gd name="connsiteX1" fmla="*/ 1655327 w 4836894"/>
              <a:gd name="connsiteY1" fmla="*/ 162460 h 1664972"/>
              <a:gd name="connsiteX2" fmla="*/ 4715739 w 4836894"/>
              <a:gd name="connsiteY2" fmla="*/ 494988 h 1664972"/>
              <a:gd name="connsiteX3" fmla="*/ 2888118 w 4836894"/>
              <a:gd name="connsiteY3" fmla="*/ 1646312 h 1664972"/>
              <a:gd name="connsiteX4" fmla="*/ 1510557 w 4836894"/>
              <a:gd name="connsiteY4" fmla="*/ 1140302 h 1664972"/>
              <a:gd name="connsiteX5" fmla="*/ 275988 w 4836894"/>
              <a:gd name="connsiteY5" fmla="*/ 1254188 h 1664972"/>
              <a:gd name="connsiteX0" fmla="*/ 275988 w 4716813"/>
              <a:gd name="connsiteY0" fmla="*/ 1630321 h 2049242"/>
              <a:gd name="connsiteX1" fmla="*/ 1655327 w 4716813"/>
              <a:gd name="connsiteY1" fmla="*/ 538593 h 2049242"/>
              <a:gd name="connsiteX2" fmla="*/ 4715739 w 4716813"/>
              <a:gd name="connsiteY2" fmla="*/ 871121 h 2049242"/>
              <a:gd name="connsiteX3" fmla="*/ 2888118 w 4716813"/>
              <a:gd name="connsiteY3" fmla="*/ 2022445 h 2049242"/>
              <a:gd name="connsiteX4" fmla="*/ 1510557 w 4716813"/>
              <a:gd name="connsiteY4" fmla="*/ 1516435 h 2049242"/>
              <a:gd name="connsiteX5" fmla="*/ 275988 w 4716813"/>
              <a:gd name="connsiteY5" fmla="*/ 1630321 h 2049242"/>
              <a:gd name="connsiteX0" fmla="*/ 275988 w 4749030"/>
              <a:gd name="connsiteY0" fmla="*/ 1124638 h 1545870"/>
              <a:gd name="connsiteX1" fmla="*/ 1655327 w 4749030"/>
              <a:gd name="connsiteY1" fmla="*/ 32910 h 1545870"/>
              <a:gd name="connsiteX2" fmla="*/ 4715739 w 4749030"/>
              <a:gd name="connsiteY2" fmla="*/ 365438 h 1545870"/>
              <a:gd name="connsiteX3" fmla="*/ 3175706 w 4749030"/>
              <a:gd name="connsiteY3" fmla="*/ 1192854 h 1545870"/>
              <a:gd name="connsiteX4" fmla="*/ 1510557 w 4749030"/>
              <a:gd name="connsiteY4" fmla="*/ 1010752 h 1545870"/>
              <a:gd name="connsiteX5" fmla="*/ 275988 w 4749030"/>
              <a:gd name="connsiteY5" fmla="*/ 1124638 h 1545870"/>
              <a:gd name="connsiteX0" fmla="*/ 275988 w 4727950"/>
              <a:gd name="connsiteY0" fmla="*/ 1387914 h 1809146"/>
              <a:gd name="connsiteX1" fmla="*/ 1655327 w 4727950"/>
              <a:gd name="connsiteY1" fmla="*/ 296186 h 1809146"/>
              <a:gd name="connsiteX2" fmla="*/ 4715739 w 4727950"/>
              <a:gd name="connsiteY2" fmla="*/ 628714 h 1809146"/>
              <a:gd name="connsiteX3" fmla="*/ 3175706 w 4727950"/>
              <a:gd name="connsiteY3" fmla="*/ 1456130 h 1809146"/>
              <a:gd name="connsiteX4" fmla="*/ 1510557 w 4727950"/>
              <a:gd name="connsiteY4" fmla="*/ 1274028 h 1809146"/>
              <a:gd name="connsiteX5" fmla="*/ 275988 w 4727950"/>
              <a:gd name="connsiteY5" fmla="*/ 1387914 h 1809146"/>
              <a:gd name="connsiteX0" fmla="*/ 275988 w 4727950"/>
              <a:gd name="connsiteY0" fmla="*/ 1387914 h 1809146"/>
              <a:gd name="connsiteX1" fmla="*/ 1655327 w 4727950"/>
              <a:gd name="connsiteY1" fmla="*/ 296186 h 1809146"/>
              <a:gd name="connsiteX2" fmla="*/ 4715739 w 4727950"/>
              <a:gd name="connsiteY2" fmla="*/ 628714 h 1809146"/>
              <a:gd name="connsiteX3" fmla="*/ 3175706 w 4727950"/>
              <a:gd name="connsiteY3" fmla="*/ 1456130 h 1809146"/>
              <a:gd name="connsiteX4" fmla="*/ 1510557 w 4727950"/>
              <a:gd name="connsiteY4" fmla="*/ 1274028 h 1809146"/>
              <a:gd name="connsiteX5" fmla="*/ 275988 w 4727950"/>
              <a:gd name="connsiteY5" fmla="*/ 1387914 h 1809146"/>
              <a:gd name="connsiteX0" fmla="*/ 275988 w 4740315"/>
              <a:gd name="connsiteY0" fmla="*/ 1132875 h 1722803"/>
              <a:gd name="connsiteX1" fmla="*/ 1655327 w 4740315"/>
              <a:gd name="connsiteY1" fmla="*/ 41147 h 1722803"/>
              <a:gd name="connsiteX2" fmla="*/ 4715739 w 4740315"/>
              <a:gd name="connsiteY2" fmla="*/ 373675 h 1722803"/>
              <a:gd name="connsiteX3" fmla="*/ 3012343 w 4740315"/>
              <a:gd name="connsiteY3" fmla="*/ 1711656 h 1722803"/>
              <a:gd name="connsiteX4" fmla="*/ 1510557 w 4740315"/>
              <a:gd name="connsiteY4" fmla="*/ 1018989 h 1722803"/>
              <a:gd name="connsiteX5" fmla="*/ 275988 w 4740315"/>
              <a:gd name="connsiteY5" fmla="*/ 1132875 h 1722803"/>
              <a:gd name="connsiteX0" fmla="*/ 275988 w 4756119"/>
              <a:gd name="connsiteY0" fmla="*/ 1127108 h 1542684"/>
              <a:gd name="connsiteX1" fmla="*/ 1655327 w 4756119"/>
              <a:gd name="connsiteY1" fmla="*/ 35380 h 1542684"/>
              <a:gd name="connsiteX2" fmla="*/ 4715739 w 4756119"/>
              <a:gd name="connsiteY2" fmla="*/ 367908 h 1542684"/>
              <a:gd name="connsiteX3" fmla="*/ 3285074 w 4756119"/>
              <a:gd name="connsiteY3" fmla="*/ 1369029 h 1542684"/>
              <a:gd name="connsiteX4" fmla="*/ 1510557 w 4756119"/>
              <a:gd name="connsiteY4" fmla="*/ 1013222 h 1542684"/>
              <a:gd name="connsiteX5" fmla="*/ 275988 w 4756119"/>
              <a:gd name="connsiteY5" fmla="*/ 1127108 h 1542684"/>
              <a:gd name="connsiteX0" fmla="*/ 275988 w 4715923"/>
              <a:gd name="connsiteY0" fmla="*/ 1122352 h 1572226"/>
              <a:gd name="connsiteX1" fmla="*/ 1655327 w 4715923"/>
              <a:gd name="connsiteY1" fmla="*/ 30624 h 1572226"/>
              <a:gd name="connsiteX2" fmla="*/ 4715739 w 4715923"/>
              <a:gd name="connsiteY2" fmla="*/ 363152 h 1572226"/>
              <a:gd name="connsiteX3" fmla="*/ 1510557 w 4715923"/>
              <a:gd name="connsiteY3" fmla="*/ 1008466 h 1572226"/>
              <a:gd name="connsiteX4" fmla="*/ 275988 w 4715923"/>
              <a:gd name="connsiteY4" fmla="*/ 1122352 h 1572226"/>
              <a:gd name="connsiteX0" fmla="*/ 25029 w 4476010"/>
              <a:gd name="connsiteY0" fmla="*/ 1892393 h 2022034"/>
              <a:gd name="connsiteX1" fmla="*/ 2236847 w 4476010"/>
              <a:gd name="connsiteY1" fmla="*/ 11492 h 2022034"/>
              <a:gd name="connsiteX2" fmla="*/ 4464780 w 4476010"/>
              <a:gd name="connsiteY2" fmla="*/ 1133193 h 2022034"/>
              <a:gd name="connsiteX3" fmla="*/ 1259598 w 4476010"/>
              <a:gd name="connsiteY3" fmla="*/ 1778507 h 2022034"/>
              <a:gd name="connsiteX4" fmla="*/ 25029 w 4476010"/>
              <a:gd name="connsiteY4" fmla="*/ 1892393 h 2022034"/>
              <a:gd name="connsiteX0" fmla="*/ 19312 w 4468531"/>
              <a:gd name="connsiteY0" fmla="*/ 1893478 h 2350831"/>
              <a:gd name="connsiteX1" fmla="*/ 2231130 w 4468531"/>
              <a:gd name="connsiteY1" fmla="*/ 12577 h 2350831"/>
              <a:gd name="connsiteX2" fmla="*/ 4459063 w 4468531"/>
              <a:gd name="connsiteY2" fmla="*/ 1134278 h 2350831"/>
              <a:gd name="connsiteX3" fmla="*/ 2962196 w 4468531"/>
              <a:gd name="connsiteY3" fmla="*/ 2337807 h 2350831"/>
              <a:gd name="connsiteX4" fmla="*/ 1253881 w 4468531"/>
              <a:gd name="connsiteY4" fmla="*/ 1779592 h 2350831"/>
              <a:gd name="connsiteX5" fmla="*/ 19312 w 4468531"/>
              <a:gd name="connsiteY5" fmla="*/ 1893478 h 2350831"/>
              <a:gd name="connsiteX0" fmla="*/ 114931 w 4564151"/>
              <a:gd name="connsiteY0" fmla="*/ 1893478 h 2606070"/>
              <a:gd name="connsiteX1" fmla="*/ 2326749 w 4564151"/>
              <a:gd name="connsiteY1" fmla="*/ 12577 h 2606070"/>
              <a:gd name="connsiteX2" fmla="*/ 4554682 w 4564151"/>
              <a:gd name="connsiteY2" fmla="*/ 1134278 h 2606070"/>
              <a:gd name="connsiteX3" fmla="*/ 3057815 w 4564151"/>
              <a:gd name="connsiteY3" fmla="*/ 2337807 h 2606070"/>
              <a:gd name="connsiteX4" fmla="*/ 602599 w 4564151"/>
              <a:gd name="connsiteY4" fmla="*/ 2591133 h 2606070"/>
              <a:gd name="connsiteX5" fmla="*/ 114931 w 4564151"/>
              <a:gd name="connsiteY5" fmla="*/ 1893478 h 2606070"/>
              <a:gd name="connsiteX0" fmla="*/ 339436 w 4163621"/>
              <a:gd name="connsiteY0" fmla="*/ 711041 h 2677547"/>
              <a:gd name="connsiteX1" fmla="*/ 1926219 w 4163621"/>
              <a:gd name="connsiteY1" fmla="*/ 9118 h 2677547"/>
              <a:gd name="connsiteX2" fmla="*/ 4154152 w 4163621"/>
              <a:gd name="connsiteY2" fmla="*/ 1130819 h 2677547"/>
              <a:gd name="connsiteX3" fmla="*/ 2657285 w 4163621"/>
              <a:gd name="connsiteY3" fmla="*/ 2334348 h 2677547"/>
              <a:gd name="connsiteX4" fmla="*/ 202069 w 4163621"/>
              <a:gd name="connsiteY4" fmla="*/ 2587674 h 2677547"/>
              <a:gd name="connsiteX5" fmla="*/ 339436 w 4163621"/>
              <a:gd name="connsiteY5" fmla="*/ 711041 h 2677547"/>
              <a:gd name="connsiteX0" fmla="*/ 8699 w 3970251"/>
              <a:gd name="connsiteY0" fmla="*/ 2578556 h 2717756"/>
              <a:gd name="connsiteX1" fmla="*/ 1732849 w 3970251"/>
              <a:gd name="connsiteY1" fmla="*/ 0 h 2717756"/>
              <a:gd name="connsiteX2" fmla="*/ 3960782 w 3970251"/>
              <a:gd name="connsiteY2" fmla="*/ 1121701 h 2717756"/>
              <a:gd name="connsiteX3" fmla="*/ 2463915 w 3970251"/>
              <a:gd name="connsiteY3" fmla="*/ 2325230 h 2717756"/>
              <a:gd name="connsiteX4" fmla="*/ 8699 w 3970251"/>
              <a:gd name="connsiteY4" fmla="*/ 2578556 h 2717756"/>
              <a:gd name="connsiteX0" fmla="*/ 11617 w 3584652"/>
              <a:gd name="connsiteY0" fmla="*/ 1430838 h 2340009"/>
              <a:gd name="connsiteX1" fmla="*/ 1347250 w 3584652"/>
              <a:gd name="connsiteY1" fmla="*/ 2380 h 2340009"/>
              <a:gd name="connsiteX2" fmla="*/ 3575183 w 3584652"/>
              <a:gd name="connsiteY2" fmla="*/ 1124081 h 2340009"/>
              <a:gd name="connsiteX3" fmla="*/ 2078316 w 3584652"/>
              <a:gd name="connsiteY3" fmla="*/ 2327610 h 2340009"/>
              <a:gd name="connsiteX4" fmla="*/ 11617 w 3584652"/>
              <a:gd name="connsiteY4" fmla="*/ 1430838 h 2340009"/>
              <a:gd name="connsiteX0" fmla="*/ 36322 w 3609357"/>
              <a:gd name="connsiteY0" fmla="*/ 1430838 h 2532978"/>
              <a:gd name="connsiteX1" fmla="*/ 1371955 w 3609357"/>
              <a:gd name="connsiteY1" fmla="*/ 2380 h 2532978"/>
              <a:gd name="connsiteX2" fmla="*/ 3599888 w 3609357"/>
              <a:gd name="connsiteY2" fmla="*/ 1124081 h 2532978"/>
              <a:gd name="connsiteX3" fmla="*/ 2103021 w 3609357"/>
              <a:gd name="connsiteY3" fmla="*/ 2327610 h 2532978"/>
              <a:gd name="connsiteX4" fmla="*/ 36322 w 3609357"/>
              <a:gd name="connsiteY4" fmla="*/ 1430838 h 2532978"/>
              <a:gd name="connsiteX0" fmla="*/ 3580 w 3569301"/>
              <a:gd name="connsiteY0" fmla="*/ 1431089 h 2816320"/>
              <a:gd name="connsiteX1" fmla="*/ 1339213 w 3569301"/>
              <a:gd name="connsiteY1" fmla="*/ 2631 h 2816320"/>
              <a:gd name="connsiteX2" fmla="*/ 3567146 w 3569301"/>
              <a:gd name="connsiteY2" fmla="*/ 1124332 h 2816320"/>
              <a:gd name="connsiteX3" fmla="*/ 1722688 w 3569301"/>
              <a:gd name="connsiteY3" fmla="*/ 2808414 h 2816320"/>
              <a:gd name="connsiteX4" fmla="*/ 3580 w 3569301"/>
              <a:gd name="connsiteY4" fmla="*/ 1431089 h 2816320"/>
              <a:gd name="connsiteX0" fmla="*/ 3579 w 3569300"/>
              <a:gd name="connsiteY0" fmla="*/ 1431089 h 2808414"/>
              <a:gd name="connsiteX1" fmla="*/ 1339212 w 3569300"/>
              <a:gd name="connsiteY1" fmla="*/ 2631 h 2808414"/>
              <a:gd name="connsiteX2" fmla="*/ 3567145 w 3569300"/>
              <a:gd name="connsiteY2" fmla="*/ 1124332 h 2808414"/>
              <a:gd name="connsiteX3" fmla="*/ 1722687 w 3569300"/>
              <a:gd name="connsiteY3" fmla="*/ 2808414 h 2808414"/>
              <a:gd name="connsiteX4" fmla="*/ 3579 w 3569300"/>
              <a:gd name="connsiteY4" fmla="*/ 1431089 h 2808414"/>
              <a:gd name="connsiteX0" fmla="*/ 3579 w 3570402"/>
              <a:gd name="connsiteY0" fmla="*/ 1431089 h 2845664"/>
              <a:gd name="connsiteX1" fmla="*/ 1339212 w 3570402"/>
              <a:gd name="connsiteY1" fmla="*/ 2631 h 2845664"/>
              <a:gd name="connsiteX2" fmla="*/ 3567145 w 3570402"/>
              <a:gd name="connsiteY2" fmla="*/ 1124332 h 2845664"/>
              <a:gd name="connsiteX3" fmla="*/ 1722687 w 3570402"/>
              <a:gd name="connsiteY3" fmla="*/ 2808414 h 2845664"/>
              <a:gd name="connsiteX4" fmla="*/ 3579 w 3570402"/>
              <a:gd name="connsiteY4" fmla="*/ 1431089 h 2845664"/>
              <a:gd name="connsiteX0" fmla="*/ 3579 w 3571531"/>
              <a:gd name="connsiteY0" fmla="*/ 1431089 h 2809355"/>
              <a:gd name="connsiteX1" fmla="*/ 1339212 w 3571531"/>
              <a:gd name="connsiteY1" fmla="*/ 2631 h 2809355"/>
              <a:gd name="connsiteX2" fmla="*/ 3567145 w 3571531"/>
              <a:gd name="connsiteY2" fmla="*/ 1124332 h 2809355"/>
              <a:gd name="connsiteX3" fmla="*/ 1722687 w 3571531"/>
              <a:gd name="connsiteY3" fmla="*/ 2808414 h 2809355"/>
              <a:gd name="connsiteX4" fmla="*/ 3579 w 3571531"/>
              <a:gd name="connsiteY4" fmla="*/ 1431089 h 2809355"/>
              <a:gd name="connsiteX0" fmla="*/ 3579 w 3570449"/>
              <a:gd name="connsiteY0" fmla="*/ 1431089 h 2811091"/>
              <a:gd name="connsiteX1" fmla="*/ 1339212 w 3570449"/>
              <a:gd name="connsiteY1" fmla="*/ 2631 h 2811091"/>
              <a:gd name="connsiteX2" fmla="*/ 3567145 w 3570449"/>
              <a:gd name="connsiteY2" fmla="*/ 1124332 h 2811091"/>
              <a:gd name="connsiteX3" fmla="*/ 1722687 w 3570449"/>
              <a:gd name="connsiteY3" fmla="*/ 2808414 h 2811091"/>
              <a:gd name="connsiteX4" fmla="*/ 3579 w 3570449"/>
              <a:gd name="connsiteY4" fmla="*/ 1431089 h 2811091"/>
              <a:gd name="connsiteX0" fmla="*/ 9477 w 3576347"/>
              <a:gd name="connsiteY0" fmla="*/ 1454488 h 2834490"/>
              <a:gd name="connsiteX1" fmla="*/ 1345110 w 3576347"/>
              <a:gd name="connsiteY1" fmla="*/ 26030 h 2834490"/>
              <a:gd name="connsiteX2" fmla="*/ 3573043 w 3576347"/>
              <a:gd name="connsiteY2" fmla="*/ 1147731 h 2834490"/>
              <a:gd name="connsiteX3" fmla="*/ 1728585 w 3576347"/>
              <a:gd name="connsiteY3" fmla="*/ 2831813 h 2834490"/>
              <a:gd name="connsiteX4" fmla="*/ 9477 w 3576347"/>
              <a:gd name="connsiteY4" fmla="*/ 1454488 h 2834490"/>
              <a:gd name="connsiteX0" fmla="*/ 11200 w 3578070"/>
              <a:gd name="connsiteY0" fmla="*/ 1454488 h 2834490"/>
              <a:gd name="connsiteX1" fmla="*/ 1346833 w 3578070"/>
              <a:gd name="connsiteY1" fmla="*/ 26030 h 2834490"/>
              <a:gd name="connsiteX2" fmla="*/ 3574766 w 3578070"/>
              <a:gd name="connsiteY2" fmla="*/ 1147731 h 2834490"/>
              <a:gd name="connsiteX3" fmla="*/ 1730308 w 3578070"/>
              <a:gd name="connsiteY3" fmla="*/ 2831813 h 2834490"/>
              <a:gd name="connsiteX4" fmla="*/ 11200 w 3578070"/>
              <a:gd name="connsiteY4" fmla="*/ 1454488 h 2834490"/>
              <a:gd name="connsiteX0" fmla="*/ 5238 w 3394494"/>
              <a:gd name="connsiteY0" fmla="*/ 1561249 h 2815719"/>
              <a:gd name="connsiteX1" fmla="*/ 1164359 w 3394494"/>
              <a:gd name="connsiteY1" fmla="*/ 5027 h 2815719"/>
              <a:gd name="connsiteX2" fmla="*/ 3392292 w 3394494"/>
              <a:gd name="connsiteY2" fmla="*/ 1126728 h 2815719"/>
              <a:gd name="connsiteX3" fmla="*/ 1547834 w 3394494"/>
              <a:gd name="connsiteY3" fmla="*/ 2810810 h 2815719"/>
              <a:gd name="connsiteX4" fmla="*/ 5238 w 3394494"/>
              <a:gd name="connsiteY4" fmla="*/ 1561249 h 2815719"/>
              <a:gd name="connsiteX0" fmla="*/ 1714 w 3390970"/>
              <a:gd name="connsiteY0" fmla="*/ 1561249 h 2816846"/>
              <a:gd name="connsiteX1" fmla="*/ 1160835 w 3390970"/>
              <a:gd name="connsiteY1" fmla="*/ 5027 h 2816846"/>
              <a:gd name="connsiteX2" fmla="*/ 3388768 w 3390970"/>
              <a:gd name="connsiteY2" fmla="*/ 1126728 h 2816846"/>
              <a:gd name="connsiteX3" fmla="*/ 1544310 w 3390970"/>
              <a:gd name="connsiteY3" fmla="*/ 2810810 h 2816846"/>
              <a:gd name="connsiteX4" fmla="*/ 1714 w 3390970"/>
              <a:gd name="connsiteY4" fmla="*/ 1561249 h 2816846"/>
              <a:gd name="connsiteX0" fmla="*/ 1714 w 3392183"/>
              <a:gd name="connsiteY0" fmla="*/ 1561249 h 2822298"/>
              <a:gd name="connsiteX1" fmla="*/ 1160835 w 3392183"/>
              <a:gd name="connsiteY1" fmla="*/ 5027 h 2822298"/>
              <a:gd name="connsiteX2" fmla="*/ 3388768 w 3392183"/>
              <a:gd name="connsiteY2" fmla="*/ 1126728 h 2822298"/>
              <a:gd name="connsiteX3" fmla="*/ 1544310 w 3392183"/>
              <a:gd name="connsiteY3" fmla="*/ 2810810 h 2822298"/>
              <a:gd name="connsiteX4" fmla="*/ 1714 w 3392183"/>
              <a:gd name="connsiteY4" fmla="*/ 1561249 h 28222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92183" h="2822298">
                <a:moveTo>
                  <a:pt x="1714" y="1561249"/>
                </a:moveTo>
                <a:cubicBezTo>
                  <a:pt x="-37269" y="828037"/>
                  <a:pt x="596326" y="77447"/>
                  <a:pt x="1160835" y="5027"/>
                </a:cubicBezTo>
                <a:cubicBezTo>
                  <a:pt x="1725344" y="-67393"/>
                  <a:pt x="3324856" y="659098"/>
                  <a:pt x="3388768" y="1126728"/>
                </a:cubicBezTo>
                <a:cubicBezTo>
                  <a:pt x="3452680" y="1594358"/>
                  <a:pt x="2611566" y="2706535"/>
                  <a:pt x="1544310" y="2810810"/>
                </a:cubicBezTo>
                <a:cubicBezTo>
                  <a:pt x="477054" y="2915085"/>
                  <a:pt x="40697" y="2294461"/>
                  <a:pt x="1714" y="1561249"/>
                </a:cubicBezTo>
                <a:close/>
              </a:path>
            </a:pathLst>
          </a:custGeom>
          <a:noFill/>
          <a:ln w="76200">
            <a:solidFill>
              <a:srgbClr val="3EB19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BC239B9-97EB-8147-A4B5-809E65FFBE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52861"/>
            <a:ext cx="9144000" cy="1767223"/>
          </a:xfrm>
        </p:spPr>
        <p:txBody>
          <a:bodyPr anchor="b">
            <a:normAutofit/>
          </a:bodyPr>
          <a:lstStyle>
            <a:lvl1pPr algn="ctr">
              <a:defRPr sz="4800" cap="all" spc="600" baseline="0">
                <a:solidFill>
                  <a:srgbClr val="647A84"/>
                </a:solidFill>
                <a:latin typeface="TheSans Plain" pitchFamily="2" charset="0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607B9D97-45D6-2E45-6F24-F1A04C2406B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81150" y="2465388"/>
            <a:ext cx="9086850" cy="3890962"/>
          </a:xfrm>
        </p:spPr>
        <p:txBody>
          <a:bodyPr/>
          <a:lstStyle>
            <a:lvl1pPr marL="0" indent="0" algn="ctr">
              <a:buNone/>
              <a:defRPr>
                <a:solidFill>
                  <a:srgbClr val="647A84"/>
                </a:solidFill>
                <a:latin typeface="TheSans Plain" pitchFamily="2" charset="0"/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C52D0D56-C509-3DFF-19F7-E0666DDDFD91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Lukas Peter Sumann, Maximilian Wolf Leopold Lindner</a:t>
            </a:r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B69BCD0C-E6FD-A391-31AC-99F7900D6E08}"/>
              </a:ext>
            </a:extLst>
          </p:cNvPr>
          <p:cNvGrpSpPr/>
          <p:nvPr userDrawn="1"/>
        </p:nvGrpSpPr>
        <p:grpSpPr>
          <a:xfrm>
            <a:off x="8372798" y="5651780"/>
            <a:ext cx="5498261" cy="2530969"/>
            <a:chOff x="6265416" y="5268016"/>
            <a:chExt cx="7318186" cy="3368719"/>
          </a:xfrm>
        </p:grpSpPr>
        <p:sp>
          <p:nvSpPr>
            <p:cNvPr id="5" name="Freihandform 4">
              <a:extLst>
                <a:ext uri="{FF2B5EF4-FFF2-40B4-BE49-F238E27FC236}">
                  <a16:creationId xmlns:a16="http://schemas.microsoft.com/office/drawing/2014/main" id="{566959B6-D5FD-115C-4245-14C9A5CA0F7F}"/>
                </a:ext>
              </a:extLst>
            </p:cNvPr>
            <p:cNvSpPr/>
            <p:nvPr/>
          </p:nvSpPr>
          <p:spPr>
            <a:xfrm rot="19708695">
              <a:off x="6265416" y="5268016"/>
              <a:ext cx="6636396" cy="3214340"/>
            </a:xfrm>
            <a:custGeom>
              <a:avLst/>
              <a:gdLst>
                <a:gd name="connsiteX0" fmla="*/ 346842 w 3373821"/>
                <a:gd name="connsiteY0" fmla="*/ 283779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346842 w 3373821"/>
                <a:gd name="connsiteY5" fmla="*/ 283779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882870 h 3310759"/>
                <a:gd name="connsiteX1" fmla="*/ 3090042 w 3373821"/>
                <a:gd name="connsiteY1" fmla="*/ 0 h 3310759"/>
                <a:gd name="connsiteX2" fmla="*/ 3373821 w 3373821"/>
                <a:gd name="connsiteY2" fmla="*/ 1849821 h 3310759"/>
                <a:gd name="connsiteX3" fmla="*/ 1902373 w 3373821"/>
                <a:gd name="connsiteY3" fmla="*/ 3310759 h 3310759"/>
                <a:gd name="connsiteX4" fmla="*/ 0 w 3373821"/>
                <a:gd name="connsiteY4" fmla="*/ 2511973 h 3310759"/>
                <a:gd name="connsiteX5" fmla="*/ 777766 w 3373821"/>
                <a:gd name="connsiteY5" fmla="*/ 882870 h 3310759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35451 h 3463340"/>
                <a:gd name="connsiteX1" fmla="*/ 3090042 w 3373821"/>
                <a:gd name="connsiteY1" fmla="*/ 152581 h 3463340"/>
                <a:gd name="connsiteX2" fmla="*/ 3373821 w 3373821"/>
                <a:gd name="connsiteY2" fmla="*/ 2002402 h 3463340"/>
                <a:gd name="connsiteX3" fmla="*/ 1902373 w 3373821"/>
                <a:gd name="connsiteY3" fmla="*/ 3463340 h 3463340"/>
                <a:gd name="connsiteX4" fmla="*/ 0 w 3373821"/>
                <a:gd name="connsiteY4" fmla="*/ 2664554 h 3463340"/>
                <a:gd name="connsiteX5" fmla="*/ 777766 w 3373821"/>
                <a:gd name="connsiteY5" fmla="*/ 1035451 h 3463340"/>
                <a:gd name="connsiteX0" fmla="*/ 777766 w 3468415"/>
                <a:gd name="connsiteY0" fmla="*/ 1035451 h 3463340"/>
                <a:gd name="connsiteX1" fmla="*/ 3090042 w 3468415"/>
                <a:gd name="connsiteY1" fmla="*/ 152581 h 3463340"/>
                <a:gd name="connsiteX2" fmla="*/ 3468415 w 3468415"/>
                <a:gd name="connsiteY2" fmla="*/ 2202098 h 3463340"/>
                <a:gd name="connsiteX3" fmla="*/ 1902373 w 3468415"/>
                <a:gd name="connsiteY3" fmla="*/ 3463340 h 3463340"/>
                <a:gd name="connsiteX4" fmla="*/ 0 w 3468415"/>
                <a:gd name="connsiteY4" fmla="*/ 2664554 h 3463340"/>
                <a:gd name="connsiteX5" fmla="*/ 777766 w 3468415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3748"/>
                <a:gd name="connsiteX1" fmla="*/ 3090042 w 3520921"/>
                <a:gd name="connsiteY1" fmla="*/ 152581 h 3463748"/>
                <a:gd name="connsiteX2" fmla="*/ 3468415 w 3520921"/>
                <a:gd name="connsiteY2" fmla="*/ 2202098 h 3463748"/>
                <a:gd name="connsiteX3" fmla="*/ 1902373 w 3520921"/>
                <a:gd name="connsiteY3" fmla="*/ 3463340 h 3463748"/>
                <a:gd name="connsiteX4" fmla="*/ 0 w 3520921"/>
                <a:gd name="connsiteY4" fmla="*/ 2664554 h 3463748"/>
                <a:gd name="connsiteX5" fmla="*/ 777766 w 3520921"/>
                <a:gd name="connsiteY5" fmla="*/ 1035451 h 3463748"/>
                <a:gd name="connsiteX0" fmla="*/ 815379 w 3558534"/>
                <a:gd name="connsiteY0" fmla="*/ 1035451 h 3463748"/>
                <a:gd name="connsiteX1" fmla="*/ 3127655 w 3558534"/>
                <a:gd name="connsiteY1" fmla="*/ 152581 h 3463748"/>
                <a:gd name="connsiteX2" fmla="*/ 3506028 w 3558534"/>
                <a:gd name="connsiteY2" fmla="*/ 2202098 h 3463748"/>
                <a:gd name="connsiteX3" fmla="*/ 1939986 w 3558534"/>
                <a:gd name="connsiteY3" fmla="*/ 3463340 h 3463748"/>
                <a:gd name="connsiteX4" fmla="*/ 37613 w 3558534"/>
                <a:gd name="connsiteY4" fmla="*/ 2664554 h 3463748"/>
                <a:gd name="connsiteX5" fmla="*/ 815379 w 3558534"/>
                <a:gd name="connsiteY5" fmla="*/ 1035451 h 3463748"/>
                <a:gd name="connsiteX0" fmla="*/ 815379 w 3558534"/>
                <a:gd name="connsiteY0" fmla="*/ 1035451 h 3464371"/>
                <a:gd name="connsiteX1" fmla="*/ 3127655 w 3558534"/>
                <a:gd name="connsiteY1" fmla="*/ 152581 h 3464371"/>
                <a:gd name="connsiteX2" fmla="*/ 3506028 w 3558534"/>
                <a:gd name="connsiteY2" fmla="*/ 2202098 h 3464371"/>
                <a:gd name="connsiteX3" fmla="*/ 1939986 w 3558534"/>
                <a:gd name="connsiteY3" fmla="*/ 3463340 h 3464371"/>
                <a:gd name="connsiteX4" fmla="*/ 37613 w 3558534"/>
                <a:gd name="connsiteY4" fmla="*/ 2664554 h 3464371"/>
                <a:gd name="connsiteX5" fmla="*/ 815379 w 3558534"/>
                <a:gd name="connsiteY5" fmla="*/ 1035451 h 3464371"/>
                <a:gd name="connsiteX0" fmla="*/ 815379 w 3150376"/>
                <a:gd name="connsiteY0" fmla="*/ 1035451 h 3464371"/>
                <a:gd name="connsiteX1" fmla="*/ 3127655 w 3150376"/>
                <a:gd name="connsiteY1" fmla="*/ 152581 h 3464371"/>
                <a:gd name="connsiteX2" fmla="*/ 1961008 w 3150376"/>
                <a:gd name="connsiteY2" fmla="*/ 1655560 h 3464371"/>
                <a:gd name="connsiteX3" fmla="*/ 1939986 w 3150376"/>
                <a:gd name="connsiteY3" fmla="*/ 3463340 h 3464371"/>
                <a:gd name="connsiteX4" fmla="*/ 37613 w 3150376"/>
                <a:gd name="connsiteY4" fmla="*/ 2664554 h 3464371"/>
                <a:gd name="connsiteX5" fmla="*/ 815379 w 3150376"/>
                <a:gd name="connsiteY5" fmla="*/ 1035451 h 3464371"/>
                <a:gd name="connsiteX0" fmla="*/ 815379 w 3162532"/>
                <a:gd name="connsiteY0" fmla="*/ 1035451 h 3464371"/>
                <a:gd name="connsiteX1" fmla="*/ 3127655 w 3162532"/>
                <a:gd name="connsiteY1" fmla="*/ 152581 h 3464371"/>
                <a:gd name="connsiteX2" fmla="*/ 2423463 w 3162532"/>
                <a:gd name="connsiteY2" fmla="*/ 1645049 h 3464371"/>
                <a:gd name="connsiteX3" fmla="*/ 1939986 w 3162532"/>
                <a:gd name="connsiteY3" fmla="*/ 3463340 h 3464371"/>
                <a:gd name="connsiteX4" fmla="*/ 37613 w 3162532"/>
                <a:gd name="connsiteY4" fmla="*/ 2664554 h 3464371"/>
                <a:gd name="connsiteX5" fmla="*/ 815379 w 3162532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606310"/>
                <a:gd name="connsiteX1" fmla="*/ 3127655 w 3171514"/>
                <a:gd name="connsiteY1" fmla="*/ 152581 h 3606310"/>
                <a:gd name="connsiteX2" fmla="*/ 2423463 w 3171514"/>
                <a:gd name="connsiteY2" fmla="*/ 1645049 h 3606310"/>
                <a:gd name="connsiteX3" fmla="*/ 2307848 w 3171514"/>
                <a:gd name="connsiteY3" fmla="*/ 3473850 h 3606310"/>
                <a:gd name="connsiteX4" fmla="*/ 37613 w 3171514"/>
                <a:gd name="connsiteY4" fmla="*/ 2664554 h 3606310"/>
                <a:gd name="connsiteX5" fmla="*/ 815379 w 3171514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64502"/>
                <a:gd name="connsiteY0" fmla="*/ 1035451 h 3606310"/>
                <a:gd name="connsiteX1" fmla="*/ 3127655 w 3164502"/>
                <a:gd name="connsiteY1" fmla="*/ 152581 h 3606310"/>
                <a:gd name="connsiteX2" fmla="*/ 2560098 w 3164502"/>
                <a:gd name="connsiteY2" fmla="*/ 1666070 h 3606310"/>
                <a:gd name="connsiteX3" fmla="*/ 2307848 w 3164502"/>
                <a:gd name="connsiteY3" fmla="*/ 3473850 h 3606310"/>
                <a:gd name="connsiteX4" fmla="*/ 37613 w 3164502"/>
                <a:gd name="connsiteY4" fmla="*/ 2664554 h 3606310"/>
                <a:gd name="connsiteX5" fmla="*/ 815379 w 3164502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29312 w 3176710"/>
                <a:gd name="connsiteY0" fmla="*/ 1035451 h 3606310"/>
                <a:gd name="connsiteX1" fmla="*/ 3141588 w 3176710"/>
                <a:gd name="connsiteY1" fmla="*/ 152581 h 3606310"/>
                <a:gd name="connsiteX2" fmla="*/ 2574031 w 3176710"/>
                <a:gd name="connsiteY2" fmla="*/ 1666070 h 3606310"/>
                <a:gd name="connsiteX3" fmla="*/ 2321781 w 3176710"/>
                <a:gd name="connsiteY3" fmla="*/ 3473850 h 3606310"/>
                <a:gd name="connsiteX4" fmla="*/ 51546 w 3176710"/>
                <a:gd name="connsiteY4" fmla="*/ 2664554 h 3606310"/>
                <a:gd name="connsiteX5" fmla="*/ 829312 w 3176710"/>
                <a:gd name="connsiteY5" fmla="*/ 1035451 h 3606310"/>
                <a:gd name="connsiteX0" fmla="*/ 829312 w 3177410"/>
                <a:gd name="connsiteY0" fmla="*/ 1035451 h 3606310"/>
                <a:gd name="connsiteX1" fmla="*/ 3141588 w 3177410"/>
                <a:gd name="connsiteY1" fmla="*/ 152581 h 3606310"/>
                <a:gd name="connsiteX2" fmla="*/ 2574031 w 3177410"/>
                <a:gd name="connsiteY2" fmla="*/ 1666070 h 3606310"/>
                <a:gd name="connsiteX3" fmla="*/ 2321781 w 3177410"/>
                <a:gd name="connsiteY3" fmla="*/ 3473850 h 3606310"/>
                <a:gd name="connsiteX4" fmla="*/ 51546 w 3177410"/>
                <a:gd name="connsiteY4" fmla="*/ 2664554 h 3606310"/>
                <a:gd name="connsiteX5" fmla="*/ 829312 w 3177410"/>
                <a:gd name="connsiteY5" fmla="*/ 1035451 h 3606310"/>
                <a:gd name="connsiteX0" fmla="*/ 829312 w 3177410"/>
                <a:gd name="connsiteY0" fmla="*/ 1013703 h 3584562"/>
                <a:gd name="connsiteX1" fmla="*/ 3141588 w 3177410"/>
                <a:gd name="connsiteY1" fmla="*/ 130833 h 3584562"/>
                <a:gd name="connsiteX2" fmla="*/ 2574031 w 3177410"/>
                <a:gd name="connsiteY2" fmla="*/ 1644322 h 3584562"/>
                <a:gd name="connsiteX3" fmla="*/ 2321781 w 3177410"/>
                <a:gd name="connsiteY3" fmla="*/ 3452102 h 3584562"/>
                <a:gd name="connsiteX4" fmla="*/ 51546 w 3177410"/>
                <a:gd name="connsiteY4" fmla="*/ 2642806 h 3584562"/>
                <a:gd name="connsiteX5" fmla="*/ 829312 w 3177410"/>
                <a:gd name="connsiteY5" fmla="*/ 1013703 h 3584562"/>
                <a:gd name="connsiteX0" fmla="*/ 829578 w 3177676"/>
                <a:gd name="connsiteY0" fmla="*/ 1013703 h 3584562"/>
                <a:gd name="connsiteX1" fmla="*/ 3141854 w 3177676"/>
                <a:gd name="connsiteY1" fmla="*/ 130833 h 3584562"/>
                <a:gd name="connsiteX2" fmla="*/ 2574297 w 3177676"/>
                <a:gd name="connsiteY2" fmla="*/ 1644322 h 3584562"/>
                <a:gd name="connsiteX3" fmla="*/ 2322047 w 3177676"/>
                <a:gd name="connsiteY3" fmla="*/ 3452102 h 3584562"/>
                <a:gd name="connsiteX4" fmla="*/ 51812 w 3177676"/>
                <a:gd name="connsiteY4" fmla="*/ 2642806 h 3584562"/>
                <a:gd name="connsiteX5" fmla="*/ 829578 w 3177676"/>
                <a:gd name="connsiteY5" fmla="*/ 1013703 h 3584562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11178 w 2672400"/>
                <a:gd name="connsiteY0" fmla="*/ 7864 h 2583061"/>
                <a:gd name="connsiteX1" fmla="*/ 1318755 w 2672400"/>
                <a:gd name="connsiteY1" fmla="*/ 1092175 h 2583061"/>
                <a:gd name="connsiteX2" fmla="*/ 2555897 w 2672400"/>
                <a:gd name="connsiteY2" fmla="*/ 638483 h 2583061"/>
                <a:gd name="connsiteX3" fmla="*/ 2303647 w 2672400"/>
                <a:gd name="connsiteY3" fmla="*/ 2446263 h 2583061"/>
                <a:gd name="connsiteX4" fmla="*/ 33412 w 2672400"/>
                <a:gd name="connsiteY4" fmla="*/ 1636967 h 2583061"/>
                <a:gd name="connsiteX5" fmla="*/ 811178 w 2672400"/>
                <a:gd name="connsiteY5" fmla="*/ 7864 h 2583061"/>
                <a:gd name="connsiteX0" fmla="*/ 811178 w 3223026"/>
                <a:gd name="connsiteY0" fmla="*/ 5596 h 2477281"/>
                <a:gd name="connsiteX1" fmla="*/ 1318755 w 3223026"/>
                <a:gd name="connsiteY1" fmla="*/ 1089907 h 2477281"/>
                <a:gd name="connsiteX2" fmla="*/ 3192488 w 3223026"/>
                <a:gd name="connsiteY2" fmla="*/ 802600 h 2477281"/>
                <a:gd name="connsiteX3" fmla="*/ 2303647 w 3223026"/>
                <a:gd name="connsiteY3" fmla="*/ 2443995 h 2477281"/>
                <a:gd name="connsiteX4" fmla="*/ 33412 w 3223026"/>
                <a:gd name="connsiteY4" fmla="*/ 1634699 h 2477281"/>
                <a:gd name="connsiteX5" fmla="*/ 811178 w 3223026"/>
                <a:gd name="connsiteY5" fmla="*/ 5596 h 2477281"/>
                <a:gd name="connsiteX0" fmla="*/ 846588 w 3330250"/>
                <a:gd name="connsiteY0" fmla="*/ 5596 h 2432711"/>
                <a:gd name="connsiteX1" fmla="*/ 1354165 w 3330250"/>
                <a:gd name="connsiteY1" fmla="*/ 1089907 h 2432711"/>
                <a:gd name="connsiteX2" fmla="*/ 3227898 w 3330250"/>
                <a:gd name="connsiteY2" fmla="*/ 802600 h 2432711"/>
                <a:gd name="connsiteX3" fmla="*/ 2761796 w 3330250"/>
                <a:gd name="connsiteY3" fmla="*/ 2409553 h 2432711"/>
                <a:gd name="connsiteX4" fmla="*/ 68822 w 3330250"/>
                <a:gd name="connsiteY4" fmla="*/ 1634699 h 2432711"/>
                <a:gd name="connsiteX5" fmla="*/ 846588 w 3330250"/>
                <a:gd name="connsiteY5" fmla="*/ 5596 h 2432711"/>
                <a:gd name="connsiteX0" fmla="*/ 846588 w 3514825"/>
                <a:gd name="connsiteY0" fmla="*/ 5596 h 2432711"/>
                <a:gd name="connsiteX1" fmla="*/ 1354165 w 3514825"/>
                <a:gd name="connsiteY1" fmla="*/ 1089907 h 2432711"/>
                <a:gd name="connsiteX2" fmla="*/ 3227898 w 3514825"/>
                <a:gd name="connsiteY2" fmla="*/ 802600 h 2432711"/>
                <a:gd name="connsiteX3" fmla="*/ 2761796 w 3514825"/>
                <a:gd name="connsiteY3" fmla="*/ 2409553 h 2432711"/>
                <a:gd name="connsiteX4" fmla="*/ 68822 w 3514825"/>
                <a:gd name="connsiteY4" fmla="*/ 1634699 h 2432711"/>
                <a:gd name="connsiteX5" fmla="*/ 846588 w 3514825"/>
                <a:gd name="connsiteY5" fmla="*/ 5596 h 2432711"/>
                <a:gd name="connsiteX0" fmla="*/ 875402 w 3543639"/>
                <a:gd name="connsiteY0" fmla="*/ 2708 h 2429823"/>
                <a:gd name="connsiteX1" fmla="*/ 1382979 w 3543639"/>
                <a:gd name="connsiteY1" fmla="*/ 1087019 h 2429823"/>
                <a:gd name="connsiteX2" fmla="*/ 3256712 w 3543639"/>
                <a:gd name="connsiteY2" fmla="*/ 799712 h 2429823"/>
                <a:gd name="connsiteX3" fmla="*/ 2790610 w 3543639"/>
                <a:gd name="connsiteY3" fmla="*/ 2406665 h 2429823"/>
                <a:gd name="connsiteX4" fmla="*/ 97636 w 3543639"/>
                <a:gd name="connsiteY4" fmla="*/ 1631811 h 2429823"/>
                <a:gd name="connsiteX5" fmla="*/ 875402 w 3543639"/>
                <a:gd name="connsiteY5" fmla="*/ 2708 h 2429823"/>
                <a:gd name="connsiteX0" fmla="*/ 1035116 w 3703353"/>
                <a:gd name="connsiteY0" fmla="*/ 3586 h 2450893"/>
                <a:gd name="connsiteX1" fmla="*/ 1542693 w 3703353"/>
                <a:gd name="connsiteY1" fmla="*/ 1087897 h 2450893"/>
                <a:gd name="connsiteX2" fmla="*/ 3416426 w 3703353"/>
                <a:gd name="connsiteY2" fmla="*/ 800590 h 2450893"/>
                <a:gd name="connsiteX3" fmla="*/ 2950324 w 3703353"/>
                <a:gd name="connsiteY3" fmla="*/ 2407543 h 2450893"/>
                <a:gd name="connsiteX4" fmla="*/ 257350 w 3703353"/>
                <a:gd name="connsiteY4" fmla="*/ 1632689 h 2450893"/>
                <a:gd name="connsiteX5" fmla="*/ 1035116 w 3703353"/>
                <a:gd name="connsiteY5" fmla="*/ 3586 h 2450893"/>
                <a:gd name="connsiteX0" fmla="*/ 991689 w 3462563"/>
                <a:gd name="connsiteY0" fmla="*/ 10605 h 2457912"/>
                <a:gd name="connsiteX1" fmla="*/ 1674106 w 3462563"/>
                <a:gd name="connsiteY1" fmla="*/ 930710 h 2457912"/>
                <a:gd name="connsiteX2" fmla="*/ 3372999 w 3462563"/>
                <a:gd name="connsiteY2" fmla="*/ 807609 h 2457912"/>
                <a:gd name="connsiteX3" fmla="*/ 2906897 w 3462563"/>
                <a:gd name="connsiteY3" fmla="*/ 2414562 h 2457912"/>
                <a:gd name="connsiteX4" fmla="*/ 213923 w 3462563"/>
                <a:gd name="connsiteY4" fmla="*/ 1639708 h 2457912"/>
                <a:gd name="connsiteX5" fmla="*/ 991689 w 3462563"/>
                <a:gd name="connsiteY5" fmla="*/ 10605 h 2457912"/>
                <a:gd name="connsiteX0" fmla="*/ 991689 w 3644113"/>
                <a:gd name="connsiteY0" fmla="*/ 10605 h 2457912"/>
                <a:gd name="connsiteX1" fmla="*/ 1674106 w 3644113"/>
                <a:gd name="connsiteY1" fmla="*/ 930710 h 2457912"/>
                <a:gd name="connsiteX2" fmla="*/ 3372999 w 3644113"/>
                <a:gd name="connsiteY2" fmla="*/ 807609 h 2457912"/>
                <a:gd name="connsiteX3" fmla="*/ 2906897 w 3644113"/>
                <a:gd name="connsiteY3" fmla="*/ 2414562 h 2457912"/>
                <a:gd name="connsiteX4" fmla="*/ 213923 w 3644113"/>
                <a:gd name="connsiteY4" fmla="*/ 1639708 h 2457912"/>
                <a:gd name="connsiteX5" fmla="*/ 991689 w 3644113"/>
                <a:gd name="connsiteY5" fmla="*/ 10605 h 2457912"/>
                <a:gd name="connsiteX0" fmla="*/ 1054352 w 3706777"/>
                <a:gd name="connsiteY0" fmla="*/ 1046 h 2448353"/>
                <a:gd name="connsiteX1" fmla="*/ 1736769 w 3706777"/>
                <a:gd name="connsiteY1" fmla="*/ 921151 h 2448353"/>
                <a:gd name="connsiteX2" fmla="*/ 3435662 w 3706777"/>
                <a:gd name="connsiteY2" fmla="*/ 798050 h 2448353"/>
                <a:gd name="connsiteX3" fmla="*/ 2969560 w 3706777"/>
                <a:gd name="connsiteY3" fmla="*/ 2405003 h 2448353"/>
                <a:gd name="connsiteX4" fmla="*/ 276586 w 3706777"/>
                <a:gd name="connsiteY4" fmla="*/ 1630149 h 2448353"/>
                <a:gd name="connsiteX5" fmla="*/ 1054352 w 3706777"/>
                <a:gd name="connsiteY5" fmla="*/ 1046 h 2448353"/>
                <a:gd name="connsiteX0" fmla="*/ 590056 w 3683836"/>
                <a:gd name="connsiteY0" fmla="*/ 1109 h 1961431"/>
                <a:gd name="connsiteX1" fmla="*/ 1713828 w 3683836"/>
                <a:gd name="connsiteY1" fmla="*/ 456838 h 1961431"/>
                <a:gd name="connsiteX2" fmla="*/ 3412721 w 3683836"/>
                <a:gd name="connsiteY2" fmla="*/ 333737 h 1961431"/>
                <a:gd name="connsiteX3" fmla="*/ 2946619 w 3683836"/>
                <a:gd name="connsiteY3" fmla="*/ 1940690 h 1961431"/>
                <a:gd name="connsiteX4" fmla="*/ 253645 w 3683836"/>
                <a:gd name="connsiteY4" fmla="*/ 1165836 h 1961431"/>
                <a:gd name="connsiteX5" fmla="*/ 590056 w 3683836"/>
                <a:gd name="connsiteY5" fmla="*/ 1109 h 1961431"/>
                <a:gd name="connsiteX0" fmla="*/ 577152 w 3670932"/>
                <a:gd name="connsiteY0" fmla="*/ 28557 h 1988879"/>
                <a:gd name="connsiteX1" fmla="*/ 1700924 w 3670932"/>
                <a:gd name="connsiteY1" fmla="*/ 484286 h 1988879"/>
                <a:gd name="connsiteX2" fmla="*/ 3399817 w 3670932"/>
                <a:gd name="connsiteY2" fmla="*/ 361185 h 1988879"/>
                <a:gd name="connsiteX3" fmla="*/ 2933715 w 3670932"/>
                <a:gd name="connsiteY3" fmla="*/ 1968138 h 1988879"/>
                <a:gd name="connsiteX4" fmla="*/ 240741 w 3670932"/>
                <a:gd name="connsiteY4" fmla="*/ 1193284 h 1988879"/>
                <a:gd name="connsiteX5" fmla="*/ 577152 w 3670932"/>
                <a:gd name="connsiteY5" fmla="*/ 28557 h 1988879"/>
                <a:gd name="connsiteX0" fmla="*/ 5660 w 3065770"/>
                <a:gd name="connsiteY0" fmla="*/ 41752 h 2084853"/>
                <a:gd name="connsiteX1" fmla="*/ 1129432 w 3065770"/>
                <a:gd name="connsiteY1" fmla="*/ 497481 h 2084853"/>
                <a:gd name="connsiteX2" fmla="*/ 2828325 w 3065770"/>
                <a:gd name="connsiteY2" fmla="*/ 374380 h 2084853"/>
                <a:gd name="connsiteX3" fmla="*/ 2362223 w 3065770"/>
                <a:gd name="connsiteY3" fmla="*/ 1981333 h 2084853"/>
                <a:gd name="connsiteX4" fmla="*/ 768571 w 3065770"/>
                <a:gd name="connsiteY4" fmla="*/ 1718703 h 2084853"/>
                <a:gd name="connsiteX5" fmla="*/ 5660 w 3065770"/>
                <a:gd name="connsiteY5" fmla="*/ 41752 h 2084853"/>
                <a:gd name="connsiteX0" fmla="*/ 12471 w 3072581"/>
                <a:gd name="connsiteY0" fmla="*/ 41752 h 2092530"/>
                <a:gd name="connsiteX1" fmla="*/ 1136243 w 3072581"/>
                <a:gd name="connsiteY1" fmla="*/ 497481 h 2092530"/>
                <a:gd name="connsiteX2" fmla="*/ 2835136 w 3072581"/>
                <a:gd name="connsiteY2" fmla="*/ 374380 h 2092530"/>
                <a:gd name="connsiteX3" fmla="*/ 2369034 w 3072581"/>
                <a:gd name="connsiteY3" fmla="*/ 1981333 h 2092530"/>
                <a:gd name="connsiteX4" fmla="*/ 775382 w 3072581"/>
                <a:gd name="connsiteY4" fmla="*/ 1718703 h 2092530"/>
                <a:gd name="connsiteX5" fmla="*/ 12471 w 3072581"/>
                <a:gd name="connsiteY5" fmla="*/ 41752 h 2092530"/>
                <a:gd name="connsiteX0" fmla="*/ 2798 w 3655173"/>
                <a:gd name="connsiteY0" fmla="*/ 869129 h 2007317"/>
                <a:gd name="connsiteX1" fmla="*/ 1718835 w 3655173"/>
                <a:gd name="connsiteY1" fmla="*/ 445136 h 2007317"/>
                <a:gd name="connsiteX2" fmla="*/ 3417728 w 3655173"/>
                <a:gd name="connsiteY2" fmla="*/ 322035 h 2007317"/>
                <a:gd name="connsiteX3" fmla="*/ 2951626 w 3655173"/>
                <a:gd name="connsiteY3" fmla="*/ 1928988 h 2007317"/>
                <a:gd name="connsiteX4" fmla="*/ 1357974 w 3655173"/>
                <a:gd name="connsiteY4" fmla="*/ 1666358 h 2007317"/>
                <a:gd name="connsiteX5" fmla="*/ 2798 w 3655173"/>
                <a:gd name="connsiteY5" fmla="*/ 869129 h 2007317"/>
                <a:gd name="connsiteX0" fmla="*/ 542 w 3652917"/>
                <a:gd name="connsiteY0" fmla="*/ 869129 h 2007318"/>
                <a:gd name="connsiteX1" fmla="*/ 1716579 w 3652917"/>
                <a:gd name="connsiteY1" fmla="*/ 445136 h 2007318"/>
                <a:gd name="connsiteX2" fmla="*/ 3415472 w 3652917"/>
                <a:gd name="connsiteY2" fmla="*/ 322035 h 2007318"/>
                <a:gd name="connsiteX3" fmla="*/ 2949370 w 3652917"/>
                <a:gd name="connsiteY3" fmla="*/ 1928988 h 2007318"/>
                <a:gd name="connsiteX4" fmla="*/ 1355718 w 3652917"/>
                <a:gd name="connsiteY4" fmla="*/ 1666358 h 2007318"/>
                <a:gd name="connsiteX5" fmla="*/ 542 w 3652917"/>
                <a:gd name="connsiteY5" fmla="*/ 869129 h 2007318"/>
                <a:gd name="connsiteX0" fmla="*/ 243 w 3639926"/>
                <a:gd name="connsiteY0" fmla="*/ 869129 h 1955507"/>
                <a:gd name="connsiteX1" fmla="*/ 1716280 w 3639926"/>
                <a:gd name="connsiteY1" fmla="*/ 445136 h 1955507"/>
                <a:gd name="connsiteX2" fmla="*/ 3415173 w 3639926"/>
                <a:gd name="connsiteY2" fmla="*/ 322035 h 1955507"/>
                <a:gd name="connsiteX3" fmla="*/ 2949071 w 3639926"/>
                <a:gd name="connsiteY3" fmla="*/ 1928988 h 1955507"/>
                <a:gd name="connsiteX4" fmla="*/ 1833458 w 3639926"/>
                <a:gd name="connsiteY4" fmla="*/ 1291535 h 1955507"/>
                <a:gd name="connsiteX5" fmla="*/ 243 w 3639926"/>
                <a:gd name="connsiteY5" fmla="*/ 869129 h 1955507"/>
                <a:gd name="connsiteX0" fmla="*/ 243 w 3639926"/>
                <a:gd name="connsiteY0" fmla="*/ 869129 h 1947022"/>
                <a:gd name="connsiteX1" fmla="*/ 1716280 w 3639926"/>
                <a:gd name="connsiteY1" fmla="*/ 445136 h 1947022"/>
                <a:gd name="connsiteX2" fmla="*/ 3415173 w 3639926"/>
                <a:gd name="connsiteY2" fmla="*/ 322035 h 1947022"/>
                <a:gd name="connsiteX3" fmla="*/ 2949071 w 3639926"/>
                <a:gd name="connsiteY3" fmla="*/ 1928988 h 1947022"/>
                <a:gd name="connsiteX4" fmla="*/ 1833458 w 3639926"/>
                <a:gd name="connsiteY4" fmla="*/ 1291535 h 1947022"/>
                <a:gd name="connsiteX5" fmla="*/ 243 w 3639926"/>
                <a:gd name="connsiteY5" fmla="*/ 869129 h 1947022"/>
                <a:gd name="connsiteX0" fmla="*/ 7345 w 3647028"/>
                <a:gd name="connsiteY0" fmla="*/ 869129 h 1947022"/>
                <a:gd name="connsiteX1" fmla="*/ 1723382 w 3647028"/>
                <a:gd name="connsiteY1" fmla="*/ 445136 h 1947022"/>
                <a:gd name="connsiteX2" fmla="*/ 3422275 w 3647028"/>
                <a:gd name="connsiteY2" fmla="*/ 322035 h 1947022"/>
                <a:gd name="connsiteX3" fmla="*/ 2956173 w 3647028"/>
                <a:gd name="connsiteY3" fmla="*/ 1928988 h 1947022"/>
                <a:gd name="connsiteX4" fmla="*/ 1840560 w 3647028"/>
                <a:gd name="connsiteY4" fmla="*/ 1291535 h 1947022"/>
                <a:gd name="connsiteX5" fmla="*/ 7345 w 3647028"/>
                <a:gd name="connsiteY5" fmla="*/ 869129 h 1947022"/>
                <a:gd name="connsiteX0" fmla="*/ 7345 w 3811052"/>
                <a:gd name="connsiteY0" fmla="*/ 869129 h 1929159"/>
                <a:gd name="connsiteX1" fmla="*/ 1723382 w 3811052"/>
                <a:gd name="connsiteY1" fmla="*/ 445136 h 1929159"/>
                <a:gd name="connsiteX2" fmla="*/ 3422275 w 3811052"/>
                <a:gd name="connsiteY2" fmla="*/ 322035 h 1929159"/>
                <a:gd name="connsiteX3" fmla="*/ 2956173 w 3811052"/>
                <a:gd name="connsiteY3" fmla="*/ 1928988 h 1929159"/>
                <a:gd name="connsiteX4" fmla="*/ 1840560 w 3811052"/>
                <a:gd name="connsiteY4" fmla="*/ 1291535 h 1929159"/>
                <a:gd name="connsiteX5" fmla="*/ 7345 w 3811052"/>
                <a:gd name="connsiteY5" fmla="*/ 869129 h 1929159"/>
                <a:gd name="connsiteX0" fmla="*/ 5264 w 3937957"/>
                <a:gd name="connsiteY0" fmla="*/ 1155023 h 1938909"/>
                <a:gd name="connsiteX1" fmla="*/ 1850286 w 3937957"/>
                <a:gd name="connsiteY1" fmla="*/ 454886 h 1938909"/>
                <a:gd name="connsiteX2" fmla="*/ 3549179 w 3937957"/>
                <a:gd name="connsiteY2" fmla="*/ 331785 h 1938909"/>
                <a:gd name="connsiteX3" fmla="*/ 3083077 w 3937957"/>
                <a:gd name="connsiteY3" fmla="*/ 1938738 h 1938909"/>
                <a:gd name="connsiteX4" fmla="*/ 1967464 w 3937957"/>
                <a:gd name="connsiteY4" fmla="*/ 1301285 h 1938909"/>
                <a:gd name="connsiteX5" fmla="*/ 5264 w 3937957"/>
                <a:gd name="connsiteY5" fmla="*/ 1155023 h 1938909"/>
                <a:gd name="connsiteX0" fmla="*/ 23607 w 3956300"/>
                <a:gd name="connsiteY0" fmla="*/ 1155023 h 1938909"/>
                <a:gd name="connsiteX1" fmla="*/ 1868629 w 3956300"/>
                <a:gd name="connsiteY1" fmla="*/ 454886 h 1938909"/>
                <a:gd name="connsiteX2" fmla="*/ 3567522 w 3956300"/>
                <a:gd name="connsiteY2" fmla="*/ 331785 h 1938909"/>
                <a:gd name="connsiteX3" fmla="*/ 3101420 w 3956300"/>
                <a:gd name="connsiteY3" fmla="*/ 1938738 h 1938909"/>
                <a:gd name="connsiteX4" fmla="*/ 1985807 w 3956300"/>
                <a:gd name="connsiteY4" fmla="*/ 1301285 h 1938909"/>
                <a:gd name="connsiteX5" fmla="*/ 23607 w 3956300"/>
                <a:gd name="connsiteY5" fmla="*/ 1155023 h 1938909"/>
                <a:gd name="connsiteX0" fmla="*/ 356 w 3775841"/>
                <a:gd name="connsiteY0" fmla="*/ 1155023 h 1975367"/>
                <a:gd name="connsiteX1" fmla="*/ 1845378 w 3775841"/>
                <a:gd name="connsiteY1" fmla="*/ 454886 h 1975367"/>
                <a:gd name="connsiteX2" fmla="*/ 3544271 w 3775841"/>
                <a:gd name="connsiteY2" fmla="*/ 331785 h 1975367"/>
                <a:gd name="connsiteX3" fmla="*/ 3078169 w 3775841"/>
                <a:gd name="connsiteY3" fmla="*/ 1938738 h 1975367"/>
                <a:gd name="connsiteX4" fmla="*/ 1700608 w 3775841"/>
                <a:gd name="connsiteY4" fmla="*/ 1432728 h 1975367"/>
                <a:gd name="connsiteX5" fmla="*/ 356 w 3775841"/>
                <a:gd name="connsiteY5" fmla="*/ 1155023 h 1975367"/>
                <a:gd name="connsiteX0" fmla="*/ 385 w 3775871"/>
                <a:gd name="connsiteY0" fmla="*/ 1155023 h 1964875"/>
                <a:gd name="connsiteX1" fmla="*/ 1845407 w 3775871"/>
                <a:gd name="connsiteY1" fmla="*/ 454886 h 1964875"/>
                <a:gd name="connsiteX2" fmla="*/ 3544300 w 3775871"/>
                <a:gd name="connsiteY2" fmla="*/ 331785 h 1964875"/>
                <a:gd name="connsiteX3" fmla="*/ 3078198 w 3775871"/>
                <a:gd name="connsiteY3" fmla="*/ 1938738 h 1964875"/>
                <a:gd name="connsiteX4" fmla="*/ 1700637 w 3775871"/>
                <a:gd name="connsiteY4" fmla="*/ 1432728 h 1964875"/>
                <a:gd name="connsiteX5" fmla="*/ 385 w 3775871"/>
                <a:gd name="connsiteY5" fmla="*/ 1155023 h 1964875"/>
                <a:gd name="connsiteX0" fmla="*/ 518 w 3310321"/>
                <a:gd name="connsiteY0" fmla="*/ 1561197 h 1986949"/>
                <a:gd name="connsiteX1" fmla="*/ 1379857 w 3310321"/>
                <a:gd name="connsiteY1" fmla="*/ 469469 h 1986949"/>
                <a:gd name="connsiteX2" fmla="*/ 3078750 w 3310321"/>
                <a:gd name="connsiteY2" fmla="*/ 346368 h 1986949"/>
                <a:gd name="connsiteX3" fmla="*/ 2612648 w 3310321"/>
                <a:gd name="connsiteY3" fmla="*/ 1953321 h 1986949"/>
                <a:gd name="connsiteX4" fmla="*/ 1235087 w 3310321"/>
                <a:gd name="connsiteY4" fmla="*/ 1447311 h 1986949"/>
                <a:gd name="connsiteX5" fmla="*/ 518 w 3310321"/>
                <a:gd name="connsiteY5" fmla="*/ 1561197 h 1986949"/>
                <a:gd name="connsiteX0" fmla="*/ 252954 w 3562757"/>
                <a:gd name="connsiteY0" fmla="*/ 1561197 h 1986950"/>
                <a:gd name="connsiteX1" fmla="*/ 1632293 w 3562757"/>
                <a:gd name="connsiteY1" fmla="*/ 469469 h 1986950"/>
                <a:gd name="connsiteX2" fmla="*/ 3331186 w 3562757"/>
                <a:gd name="connsiteY2" fmla="*/ 346368 h 1986950"/>
                <a:gd name="connsiteX3" fmla="*/ 2865084 w 3562757"/>
                <a:gd name="connsiteY3" fmla="*/ 1953321 h 1986950"/>
                <a:gd name="connsiteX4" fmla="*/ 1487523 w 3562757"/>
                <a:gd name="connsiteY4" fmla="*/ 1447311 h 1986950"/>
                <a:gd name="connsiteX5" fmla="*/ 252954 w 3562757"/>
                <a:gd name="connsiteY5" fmla="*/ 1561197 h 1986950"/>
                <a:gd name="connsiteX0" fmla="*/ 275988 w 4836894"/>
                <a:gd name="connsiteY0" fmla="*/ 1254188 h 1664972"/>
                <a:gd name="connsiteX1" fmla="*/ 1655327 w 4836894"/>
                <a:gd name="connsiteY1" fmla="*/ 162460 h 1664972"/>
                <a:gd name="connsiteX2" fmla="*/ 4715739 w 4836894"/>
                <a:gd name="connsiteY2" fmla="*/ 494988 h 1664972"/>
                <a:gd name="connsiteX3" fmla="*/ 2888118 w 4836894"/>
                <a:gd name="connsiteY3" fmla="*/ 1646312 h 1664972"/>
                <a:gd name="connsiteX4" fmla="*/ 1510557 w 4836894"/>
                <a:gd name="connsiteY4" fmla="*/ 1140302 h 1664972"/>
                <a:gd name="connsiteX5" fmla="*/ 275988 w 4836894"/>
                <a:gd name="connsiteY5" fmla="*/ 1254188 h 1664972"/>
                <a:gd name="connsiteX0" fmla="*/ 275988 w 4716813"/>
                <a:gd name="connsiteY0" fmla="*/ 1630321 h 2049242"/>
                <a:gd name="connsiteX1" fmla="*/ 1655327 w 4716813"/>
                <a:gd name="connsiteY1" fmla="*/ 538593 h 2049242"/>
                <a:gd name="connsiteX2" fmla="*/ 4715739 w 4716813"/>
                <a:gd name="connsiteY2" fmla="*/ 871121 h 2049242"/>
                <a:gd name="connsiteX3" fmla="*/ 2888118 w 4716813"/>
                <a:gd name="connsiteY3" fmla="*/ 2022445 h 2049242"/>
                <a:gd name="connsiteX4" fmla="*/ 1510557 w 4716813"/>
                <a:gd name="connsiteY4" fmla="*/ 1516435 h 2049242"/>
                <a:gd name="connsiteX5" fmla="*/ 275988 w 4716813"/>
                <a:gd name="connsiteY5" fmla="*/ 1630321 h 2049242"/>
                <a:gd name="connsiteX0" fmla="*/ 275988 w 4749030"/>
                <a:gd name="connsiteY0" fmla="*/ 1124638 h 1545870"/>
                <a:gd name="connsiteX1" fmla="*/ 1655327 w 4749030"/>
                <a:gd name="connsiteY1" fmla="*/ 32910 h 1545870"/>
                <a:gd name="connsiteX2" fmla="*/ 4715739 w 4749030"/>
                <a:gd name="connsiteY2" fmla="*/ 365438 h 1545870"/>
                <a:gd name="connsiteX3" fmla="*/ 3175706 w 4749030"/>
                <a:gd name="connsiteY3" fmla="*/ 1192854 h 1545870"/>
                <a:gd name="connsiteX4" fmla="*/ 1510557 w 4749030"/>
                <a:gd name="connsiteY4" fmla="*/ 1010752 h 1545870"/>
                <a:gd name="connsiteX5" fmla="*/ 275988 w 4749030"/>
                <a:gd name="connsiteY5" fmla="*/ 1124638 h 1545870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40315"/>
                <a:gd name="connsiteY0" fmla="*/ 1132875 h 1722803"/>
                <a:gd name="connsiteX1" fmla="*/ 1655327 w 4740315"/>
                <a:gd name="connsiteY1" fmla="*/ 41147 h 1722803"/>
                <a:gd name="connsiteX2" fmla="*/ 4715739 w 4740315"/>
                <a:gd name="connsiteY2" fmla="*/ 373675 h 1722803"/>
                <a:gd name="connsiteX3" fmla="*/ 3012343 w 4740315"/>
                <a:gd name="connsiteY3" fmla="*/ 1711656 h 1722803"/>
                <a:gd name="connsiteX4" fmla="*/ 1510557 w 4740315"/>
                <a:gd name="connsiteY4" fmla="*/ 1018989 h 1722803"/>
                <a:gd name="connsiteX5" fmla="*/ 275988 w 4740315"/>
                <a:gd name="connsiteY5" fmla="*/ 1132875 h 1722803"/>
                <a:gd name="connsiteX0" fmla="*/ 275988 w 4756119"/>
                <a:gd name="connsiteY0" fmla="*/ 1127108 h 1542684"/>
                <a:gd name="connsiteX1" fmla="*/ 1655327 w 4756119"/>
                <a:gd name="connsiteY1" fmla="*/ 35380 h 1542684"/>
                <a:gd name="connsiteX2" fmla="*/ 4715739 w 4756119"/>
                <a:gd name="connsiteY2" fmla="*/ 367908 h 1542684"/>
                <a:gd name="connsiteX3" fmla="*/ 3285074 w 4756119"/>
                <a:gd name="connsiteY3" fmla="*/ 1369029 h 1542684"/>
                <a:gd name="connsiteX4" fmla="*/ 1510557 w 4756119"/>
                <a:gd name="connsiteY4" fmla="*/ 1013222 h 1542684"/>
                <a:gd name="connsiteX5" fmla="*/ 275988 w 4756119"/>
                <a:gd name="connsiteY5" fmla="*/ 1127108 h 1542684"/>
                <a:gd name="connsiteX0" fmla="*/ 275988 w 4715923"/>
                <a:gd name="connsiteY0" fmla="*/ 1122352 h 1572226"/>
                <a:gd name="connsiteX1" fmla="*/ 1655327 w 4715923"/>
                <a:gd name="connsiteY1" fmla="*/ 30624 h 1572226"/>
                <a:gd name="connsiteX2" fmla="*/ 4715739 w 4715923"/>
                <a:gd name="connsiteY2" fmla="*/ 363152 h 1572226"/>
                <a:gd name="connsiteX3" fmla="*/ 1510557 w 4715923"/>
                <a:gd name="connsiteY3" fmla="*/ 1008466 h 1572226"/>
                <a:gd name="connsiteX4" fmla="*/ 275988 w 4715923"/>
                <a:gd name="connsiteY4" fmla="*/ 1122352 h 1572226"/>
                <a:gd name="connsiteX0" fmla="*/ 25029 w 4476010"/>
                <a:gd name="connsiteY0" fmla="*/ 1892393 h 2022034"/>
                <a:gd name="connsiteX1" fmla="*/ 2236847 w 4476010"/>
                <a:gd name="connsiteY1" fmla="*/ 11492 h 2022034"/>
                <a:gd name="connsiteX2" fmla="*/ 4464780 w 4476010"/>
                <a:gd name="connsiteY2" fmla="*/ 1133193 h 2022034"/>
                <a:gd name="connsiteX3" fmla="*/ 1259598 w 4476010"/>
                <a:gd name="connsiteY3" fmla="*/ 1778507 h 2022034"/>
                <a:gd name="connsiteX4" fmla="*/ 25029 w 4476010"/>
                <a:gd name="connsiteY4" fmla="*/ 1892393 h 2022034"/>
                <a:gd name="connsiteX0" fmla="*/ 19312 w 4468531"/>
                <a:gd name="connsiteY0" fmla="*/ 1893478 h 2350831"/>
                <a:gd name="connsiteX1" fmla="*/ 2231130 w 4468531"/>
                <a:gd name="connsiteY1" fmla="*/ 12577 h 2350831"/>
                <a:gd name="connsiteX2" fmla="*/ 4459063 w 4468531"/>
                <a:gd name="connsiteY2" fmla="*/ 1134278 h 2350831"/>
                <a:gd name="connsiteX3" fmla="*/ 2962196 w 4468531"/>
                <a:gd name="connsiteY3" fmla="*/ 2337807 h 2350831"/>
                <a:gd name="connsiteX4" fmla="*/ 1253881 w 4468531"/>
                <a:gd name="connsiteY4" fmla="*/ 1779592 h 2350831"/>
                <a:gd name="connsiteX5" fmla="*/ 19312 w 4468531"/>
                <a:gd name="connsiteY5" fmla="*/ 1893478 h 2350831"/>
                <a:gd name="connsiteX0" fmla="*/ 114931 w 4564151"/>
                <a:gd name="connsiteY0" fmla="*/ 1893478 h 2606070"/>
                <a:gd name="connsiteX1" fmla="*/ 2326749 w 4564151"/>
                <a:gd name="connsiteY1" fmla="*/ 12577 h 2606070"/>
                <a:gd name="connsiteX2" fmla="*/ 4554682 w 4564151"/>
                <a:gd name="connsiteY2" fmla="*/ 1134278 h 2606070"/>
                <a:gd name="connsiteX3" fmla="*/ 3057815 w 4564151"/>
                <a:gd name="connsiteY3" fmla="*/ 2337807 h 2606070"/>
                <a:gd name="connsiteX4" fmla="*/ 602599 w 4564151"/>
                <a:gd name="connsiteY4" fmla="*/ 2591133 h 2606070"/>
                <a:gd name="connsiteX5" fmla="*/ 114931 w 4564151"/>
                <a:gd name="connsiteY5" fmla="*/ 1893478 h 2606070"/>
                <a:gd name="connsiteX0" fmla="*/ 339436 w 4163621"/>
                <a:gd name="connsiteY0" fmla="*/ 711041 h 2677547"/>
                <a:gd name="connsiteX1" fmla="*/ 1926219 w 4163621"/>
                <a:gd name="connsiteY1" fmla="*/ 9118 h 2677547"/>
                <a:gd name="connsiteX2" fmla="*/ 4154152 w 4163621"/>
                <a:gd name="connsiteY2" fmla="*/ 1130819 h 2677547"/>
                <a:gd name="connsiteX3" fmla="*/ 2657285 w 4163621"/>
                <a:gd name="connsiteY3" fmla="*/ 2334348 h 2677547"/>
                <a:gd name="connsiteX4" fmla="*/ 202069 w 4163621"/>
                <a:gd name="connsiteY4" fmla="*/ 2587674 h 2677547"/>
                <a:gd name="connsiteX5" fmla="*/ 339436 w 4163621"/>
                <a:gd name="connsiteY5" fmla="*/ 711041 h 2677547"/>
                <a:gd name="connsiteX0" fmla="*/ 8699 w 3970251"/>
                <a:gd name="connsiteY0" fmla="*/ 2578556 h 2717756"/>
                <a:gd name="connsiteX1" fmla="*/ 1732849 w 3970251"/>
                <a:gd name="connsiteY1" fmla="*/ 0 h 2717756"/>
                <a:gd name="connsiteX2" fmla="*/ 3960782 w 3970251"/>
                <a:gd name="connsiteY2" fmla="*/ 1121701 h 2717756"/>
                <a:gd name="connsiteX3" fmla="*/ 2463915 w 3970251"/>
                <a:gd name="connsiteY3" fmla="*/ 2325230 h 2717756"/>
                <a:gd name="connsiteX4" fmla="*/ 8699 w 3970251"/>
                <a:gd name="connsiteY4" fmla="*/ 2578556 h 2717756"/>
                <a:gd name="connsiteX0" fmla="*/ 11617 w 3584652"/>
                <a:gd name="connsiteY0" fmla="*/ 1430838 h 2340009"/>
                <a:gd name="connsiteX1" fmla="*/ 1347250 w 3584652"/>
                <a:gd name="connsiteY1" fmla="*/ 2380 h 2340009"/>
                <a:gd name="connsiteX2" fmla="*/ 3575183 w 3584652"/>
                <a:gd name="connsiteY2" fmla="*/ 1124081 h 2340009"/>
                <a:gd name="connsiteX3" fmla="*/ 2078316 w 3584652"/>
                <a:gd name="connsiteY3" fmla="*/ 2327610 h 2340009"/>
                <a:gd name="connsiteX4" fmla="*/ 11617 w 3584652"/>
                <a:gd name="connsiteY4" fmla="*/ 1430838 h 2340009"/>
                <a:gd name="connsiteX0" fmla="*/ 36322 w 3609357"/>
                <a:gd name="connsiteY0" fmla="*/ 1430838 h 2532978"/>
                <a:gd name="connsiteX1" fmla="*/ 1371955 w 3609357"/>
                <a:gd name="connsiteY1" fmla="*/ 2380 h 2532978"/>
                <a:gd name="connsiteX2" fmla="*/ 3599888 w 3609357"/>
                <a:gd name="connsiteY2" fmla="*/ 1124081 h 2532978"/>
                <a:gd name="connsiteX3" fmla="*/ 2103021 w 3609357"/>
                <a:gd name="connsiteY3" fmla="*/ 2327610 h 2532978"/>
                <a:gd name="connsiteX4" fmla="*/ 36322 w 3609357"/>
                <a:gd name="connsiteY4" fmla="*/ 1430838 h 2532978"/>
                <a:gd name="connsiteX0" fmla="*/ 3580 w 3569301"/>
                <a:gd name="connsiteY0" fmla="*/ 1431089 h 2816320"/>
                <a:gd name="connsiteX1" fmla="*/ 1339213 w 3569301"/>
                <a:gd name="connsiteY1" fmla="*/ 2631 h 2816320"/>
                <a:gd name="connsiteX2" fmla="*/ 3567146 w 3569301"/>
                <a:gd name="connsiteY2" fmla="*/ 1124332 h 2816320"/>
                <a:gd name="connsiteX3" fmla="*/ 1722688 w 3569301"/>
                <a:gd name="connsiteY3" fmla="*/ 2808414 h 2816320"/>
                <a:gd name="connsiteX4" fmla="*/ 3580 w 3569301"/>
                <a:gd name="connsiteY4" fmla="*/ 1431089 h 2816320"/>
                <a:gd name="connsiteX0" fmla="*/ 3579 w 3569300"/>
                <a:gd name="connsiteY0" fmla="*/ 1431089 h 2808414"/>
                <a:gd name="connsiteX1" fmla="*/ 1339212 w 3569300"/>
                <a:gd name="connsiteY1" fmla="*/ 2631 h 2808414"/>
                <a:gd name="connsiteX2" fmla="*/ 3567145 w 3569300"/>
                <a:gd name="connsiteY2" fmla="*/ 1124332 h 2808414"/>
                <a:gd name="connsiteX3" fmla="*/ 1722687 w 3569300"/>
                <a:gd name="connsiteY3" fmla="*/ 2808414 h 2808414"/>
                <a:gd name="connsiteX4" fmla="*/ 3579 w 3569300"/>
                <a:gd name="connsiteY4" fmla="*/ 1431089 h 2808414"/>
                <a:gd name="connsiteX0" fmla="*/ 3579 w 3570402"/>
                <a:gd name="connsiteY0" fmla="*/ 1431089 h 2845664"/>
                <a:gd name="connsiteX1" fmla="*/ 1339212 w 3570402"/>
                <a:gd name="connsiteY1" fmla="*/ 2631 h 2845664"/>
                <a:gd name="connsiteX2" fmla="*/ 3567145 w 3570402"/>
                <a:gd name="connsiteY2" fmla="*/ 1124332 h 2845664"/>
                <a:gd name="connsiteX3" fmla="*/ 1722687 w 3570402"/>
                <a:gd name="connsiteY3" fmla="*/ 2808414 h 2845664"/>
                <a:gd name="connsiteX4" fmla="*/ 3579 w 3570402"/>
                <a:gd name="connsiteY4" fmla="*/ 1431089 h 2845664"/>
                <a:gd name="connsiteX0" fmla="*/ 3579 w 3571531"/>
                <a:gd name="connsiteY0" fmla="*/ 1431089 h 2809355"/>
                <a:gd name="connsiteX1" fmla="*/ 1339212 w 3571531"/>
                <a:gd name="connsiteY1" fmla="*/ 2631 h 2809355"/>
                <a:gd name="connsiteX2" fmla="*/ 3567145 w 3571531"/>
                <a:gd name="connsiteY2" fmla="*/ 1124332 h 2809355"/>
                <a:gd name="connsiteX3" fmla="*/ 1722687 w 3571531"/>
                <a:gd name="connsiteY3" fmla="*/ 2808414 h 2809355"/>
                <a:gd name="connsiteX4" fmla="*/ 3579 w 3571531"/>
                <a:gd name="connsiteY4" fmla="*/ 1431089 h 2809355"/>
                <a:gd name="connsiteX0" fmla="*/ 3579 w 3570449"/>
                <a:gd name="connsiteY0" fmla="*/ 1431089 h 2811091"/>
                <a:gd name="connsiteX1" fmla="*/ 1339212 w 3570449"/>
                <a:gd name="connsiteY1" fmla="*/ 2631 h 2811091"/>
                <a:gd name="connsiteX2" fmla="*/ 3567145 w 3570449"/>
                <a:gd name="connsiteY2" fmla="*/ 1124332 h 2811091"/>
                <a:gd name="connsiteX3" fmla="*/ 1722687 w 3570449"/>
                <a:gd name="connsiteY3" fmla="*/ 2808414 h 2811091"/>
                <a:gd name="connsiteX4" fmla="*/ 3579 w 3570449"/>
                <a:gd name="connsiteY4" fmla="*/ 1431089 h 2811091"/>
                <a:gd name="connsiteX0" fmla="*/ 9477 w 3576347"/>
                <a:gd name="connsiteY0" fmla="*/ 1454488 h 2834490"/>
                <a:gd name="connsiteX1" fmla="*/ 1345110 w 3576347"/>
                <a:gd name="connsiteY1" fmla="*/ 26030 h 2834490"/>
                <a:gd name="connsiteX2" fmla="*/ 3573043 w 3576347"/>
                <a:gd name="connsiteY2" fmla="*/ 1147731 h 2834490"/>
                <a:gd name="connsiteX3" fmla="*/ 1728585 w 3576347"/>
                <a:gd name="connsiteY3" fmla="*/ 2831813 h 2834490"/>
                <a:gd name="connsiteX4" fmla="*/ 9477 w 3576347"/>
                <a:gd name="connsiteY4" fmla="*/ 1454488 h 2834490"/>
                <a:gd name="connsiteX0" fmla="*/ 11200 w 3578070"/>
                <a:gd name="connsiteY0" fmla="*/ 1454488 h 2834490"/>
                <a:gd name="connsiteX1" fmla="*/ 1346833 w 3578070"/>
                <a:gd name="connsiteY1" fmla="*/ 26030 h 2834490"/>
                <a:gd name="connsiteX2" fmla="*/ 3574766 w 3578070"/>
                <a:gd name="connsiteY2" fmla="*/ 1147731 h 2834490"/>
                <a:gd name="connsiteX3" fmla="*/ 1730308 w 3578070"/>
                <a:gd name="connsiteY3" fmla="*/ 2831813 h 2834490"/>
                <a:gd name="connsiteX4" fmla="*/ 11200 w 3578070"/>
                <a:gd name="connsiteY4" fmla="*/ 1454488 h 2834490"/>
                <a:gd name="connsiteX0" fmla="*/ 5238 w 3394494"/>
                <a:gd name="connsiteY0" fmla="*/ 1561249 h 2815719"/>
                <a:gd name="connsiteX1" fmla="*/ 1164359 w 3394494"/>
                <a:gd name="connsiteY1" fmla="*/ 5027 h 2815719"/>
                <a:gd name="connsiteX2" fmla="*/ 3392292 w 3394494"/>
                <a:gd name="connsiteY2" fmla="*/ 1126728 h 2815719"/>
                <a:gd name="connsiteX3" fmla="*/ 1547834 w 3394494"/>
                <a:gd name="connsiteY3" fmla="*/ 2810810 h 2815719"/>
                <a:gd name="connsiteX4" fmla="*/ 5238 w 3394494"/>
                <a:gd name="connsiteY4" fmla="*/ 1561249 h 2815719"/>
                <a:gd name="connsiteX0" fmla="*/ 1714 w 3390970"/>
                <a:gd name="connsiteY0" fmla="*/ 1561249 h 2816846"/>
                <a:gd name="connsiteX1" fmla="*/ 1160835 w 3390970"/>
                <a:gd name="connsiteY1" fmla="*/ 5027 h 2816846"/>
                <a:gd name="connsiteX2" fmla="*/ 3388768 w 3390970"/>
                <a:gd name="connsiteY2" fmla="*/ 1126728 h 2816846"/>
                <a:gd name="connsiteX3" fmla="*/ 1544310 w 3390970"/>
                <a:gd name="connsiteY3" fmla="*/ 2810810 h 2816846"/>
                <a:gd name="connsiteX4" fmla="*/ 1714 w 3390970"/>
                <a:gd name="connsiteY4" fmla="*/ 1561249 h 2816846"/>
                <a:gd name="connsiteX0" fmla="*/ 1714 w 3392183"/>
                <a:gd name="connsiteY0" fmla="*/ 1561249 h 2822298"/>
                <a:gd name="connsiteX1" fmla="*/ 1160835 w 3392183"/>
                <a:gd name="connsiteY1" fmla="*/ 5027 h 2822298"/>
                <a:gd name="connsiteX2" fmla="*/ 3388768 w 3392183"/>
                <a:gd name="connsiteY2" fmla="*/ 1126728 h 2822298"/>
                <a:gd name="connsiteX3" fmla="*/ 1544310 w 3392183"/>
                <a:gd name="connsiteY3" fmla="*/ 2810810 h 2822298"/>
                <a:gd name="connsiteX4" fmla="*/ 1714 w 3392183"/>
                <a:gd name="connsiteY4" fmla="*/ 1561249 h 2822298"/>
                <a:gd name="connsiteX0" fmla="*/ 1599 w 3099681"/>
                <a:gd name="connsiteY0" fmla="*/ 1556274 h 2805936"/>
                <a:gd name="connsiteX1" fmla="*/ 1160720 w 3099681"/>
                <a:gd name="connsiteY1" fmla="*/ 52 h 2805936"/>
                <a:gd name="connsiteX2" fmla="*/ 3097014 w 3099681"/>
                <a:gd name="connsiteY2" fmla="*/ 1505235 h 2805936"/>
                <a:gd name="connsiteX3" fmla="*/ 1544195 w 3099681"/>
                <a:gd name="connsiteY3" fmla="*/ 2805835 h 2805936"/>
                <a:gd name="connsiteX4" fmla="*/ 1599 w 3099681"/>
                <a:gd name="connsiteY4" fmla="*/ 1556274 h 2805936"/>
                <a:gd name="connsiteX0" fmla="*/ 1599 w 3098266"/>
                <a:gd name="connsiteY0" fmla="*/ 1556274 h 2805936"/>
                <a:gd name="connsiteX1" fmla="*/ 1160720 w 3098266"/>
                <a:gd name="connsiteY1" fmla="*/ 52 h 2805936"/>
                <a:gd name="connsiteX2" fmla="*/ 3097014 w 3098266"/>
                <a:gd name="connsiteY2" fmla="*/ 1505235 h 2805936"/>
                <a:gd name="connsiteX3" fmla="*/ 1544195 w 3098266"/>
                <a:gd name="connsiteY3" fmla="*/ 2805835 h 2805936"/>
                <a:gd name="connsiteX4" fmla="*/ 1599 w 3098266"/>
                <a:gd name="connsiteY4" fmla="*/ 1556274 h 2805936"/>
                <a:gd name="connsiteX0" fmla="*/ 6698 w 3107113"/>
                <a:gd name="connsiteY0" fmla="*/ 1556268 h 1995204"/>
                <a:gd name="connsiteX1" fmla="*/ 1165819 w 3107113"/>
                <a:gd name="connsiteY1" fmla="*/ 46 h 1995204"/>
                <a:gd name="connsiteX2" fmla="*/ 3102113 w 3107113"/>
                <a:gd name="connsiteY2" fmla="*/ 1505229 h 1995204"/>
                <a:gd name="connsiteX3" fmla="*/ 1670895 w 3107113"/>
                <a:gd name="connsiteY3" fmla="*/ 1994767 h 1995204"/>
                <a:gd name="connsiteX4" fmla="*/ 6698 w 3107113"/>
                <a:gd name="connsiteY4" fmla="*/ 1556268 h 1995204"/>
                <a:gd name="connsiteX0" fmla="*/ 6698 w 3107610"/>
                <a:gd name="connsiteY0" fmla="*/ 1556268 h 2094159"/>
                <a:gd name="connsiteX1" fmla="*/ 1165819 w 3107610"/>
                <a:gd name="connsiteY1" fmla="*/ 46 h 2094159"/>
                <a:gd name="connsiteX2" fmla="*/ 3102113 w 3107610"/>
                <a:gd name="connsiteY2" fmla="*/ 1505229 h 2094159"/>
                <a:gd name="connsiteX3" fmla="*/ 1670895 w 3107610"/>
                <a:gd name="connsiteY3" fmla="*/ 1994767 h 2094159"/>
                <a:gd name="connsiteX4" fmla="*/ 6698 w 3107610"/>
                <a:gd name="connsiteY4" fmla="*/ 1556268 h 2094159"/>
                <a:gd name="connsiteX0" fmla="*/ 6698 w 3108326"/>
                <a:gd name="connsiteY0" fmla="*/ 1556268 h 2032117"/>
                <a:gd name="connsiteX1" fmla="*/ 1165819 w 3108326"/>
                <a:gd name="connsiteY1" fmla="*/ 46 h 2032117"/>
                <a:gd name="connsiteX2" fmla="*/ 3102113 w 3108326"/>
                <a:gd name="connsiteY2" fmla="*/ 1505229 h 2032117"/>
                <a:gd name="connsiteX3" fmla="*/ 1670895 w 3108326"/>
                <a:gd name="connsiteY3" fmla="*/ 1994767 h 2032117"/>
                <a:gd name="connsiteX4" fmla="*/ 6698 w 3108326"/>
                <a:gd name="connsiteY4" fmla="*/ 1556268 h 2032117"/>
                <a:gd name="connsiteX0" fmla="*/ 2700 w 3101149"/>
                <a:gd name="connsiteY0" fmla="*/ 1588985 h 2065259"/>
                <a:gd name="connsiteX1" fmla="*/ 1324169 w 3101149"/>
                <a:gd name="connsiteY1" fmla="*/ 44 h 2065259"/>
                <a:gd name="connsiteX2" fmla="*/ 3098115 w 3101149"/>
                <a:gd name="connsiteY2" fmla="*/ 1537946 h 2065259"/>
                <a:gd name="connsiteX3" fmla="*/ 1666897 w 3101149"/>
                <a:gd name="connsiteY3" fmla="*/ 2027484 h 2065259"/>
                <a:gd name="connsiteX4" fmla="*/ 2700 w 3101149"/>
                <a:gd name="connsiteY4" fmla="*/ 1588985 h 2065259"/>
                <a:gd name="connsiteX0" fmla="*/ 2700 w 3100106"/>
                <a:gd name="connsiteY0" fmla="*/ 1588985 h 2163738"/>
                <a:gd name="connsiteX1" fmla="*/ 1324169 w 3100106"/>
                <a:gd name="connsiteY1" fmla="*/ 44 h 2163738"/>
                <a:gd name="connsiteX2" fmla="*/ 3098115 w 3100106"/>
                <a:gd name="connsiteY2" fmla="*/ 1537946 h 2163738"/>
                <a:gd name="connsiteX3" fmla="*/ 1666897 w 3100106"/>
                <a:gd name="connsiteY3" fmla="*/ 2027484 h 2163738"/>
                <a:gd name="connsiteX4" fmla="*/ 2700 w 3100106"/>
                <a:gd name="connsiteY4" fmla="*/ 1588985 h 2163738"/>
                <a:gd name="connsiteX0" fmla="*/ 2700 w 3100834"/>
                <a:gd name="connsiteY0" fmla="*/ 1588985 h 2056082"/>
                <a:gd name="connsiteX1" fmla="*/ 1324169 w 3100834"/>
                <a:gd name="connsiteY1" fmla="*/ 44 h 2056082"/>
                <a:gd name="connsiteX2" fmla="*/ 3098115 w 3100834"/>
                <a:gd name="connsiteY2" fmla="*/ 1537946 h 2056082"/>
                <a:gd name="connsiteX3" fmla="*/ 1666897 w 3100834"/>
                <a:gd name="connsiteY3" fmla="*/ 2027484 h 2056082"/>
                <a:gd name="connsiteX4" fmla="*/ 2700 w 3100834"/>
                <a:gd name="connsiteY4" fmla="*/ 1588985 h 2056082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01100" h="2041075">
                  <a:moveTo>
                    <a:pt x="2700" y="1588985"/>
                  </a:moveTo>
                  <a:cubicBezTo>
                    <a:pt x="-54421" y="1251078"/>
                    <a:pt x="808267" y="8550"/>
                    <a:pt x="1324169" y="44"/>
                  </a:cubicBezTo>
                  <a:cubicBezTo>
                    <a:pt x="1840071" y="-8462"/>
                    <a:pt x="3040994" y="1200039"/>
                    <a:pt x="3098115" y="1537946"/>
                  </a:cubicBezTo>
                  <a:cubicBezTo>
                    <a:pt x="3155236" y="1875853"/>
                    <a:pt x="2382291" y="1963492"/>
                    <a:pt x="1666897" y="2027484"/>
                  </a:cubicBezTo>
                  <a:cubicBezTo>
                    <a:pt x="951503" y="2091476"/>
                    <a:pt x="59821" y="1926892"/>
                    <a:pt x="2700" y="1588985"/>
                  </a:cubicBezTo>
                  <a:close/>
                </a:path>
              </a:pathLst>
            </a:custGeom>
            <a:solidFill>
              <a:srgbClr val="3EB19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7" name="Freihandform 6">
              <a:extLst>
                <a:ext uri="{FF2B5EF4-FFF2-40B4-BE49-F238E27FC236}">
                  <a16:creationId xmlns:a16="http://schemas.microsoft.com/office/drawing/2014/main" id="{56C46375-AF90-59A2-15DE-8F74AF01B24E}"/>
                </a:ext>
              </a:extLst>
            </p:cNvPr>
            <p:cNvSpPr/>
            <p:nvPr/>
          </p:nvSpPr>
          <p:spPr>
            <a:xfrm rot="20823310" flipV="1">
              <a:off x="6947206" y="5460057"/>
              <a:ext cx="6636396" cy="3176678"/>
            </a:xfrm>
            <a:custGeom>
              <a:avLst/>
              <a:gdLst>
                <a:gd name="connsiteX0" fmla="*/ 346842 w 3373821"/>
                <a:gd name="connsiteY0" fmla="*/ 283779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346842 w 3373821"/>
                <a:gd name="connsiteY5" fmla="*/ 283779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882870 h 3310759"/>
                <a:gd name="connsiteX1" fmla="*/ 3090042 w 3373821"/>
                <a:gd name="connsiteY1" fmla="*/ 0 h 3310759"/>
                <a:gd name="connsiteX2" fmla="*/ 3373821 w 3373821"/>
                <a:gd name="connsiteY2" fmla="*/ 1849821 h 3310759"/>
                <a:gd name="connsiteX3" fmla="*/ 1902373 w 3373821"/>
                <a:gd name="connsiteY3" fmla="*/ 3310759 h 3310759"/>
                <a:gd name="connsiteX4" fmla="*/ 0 w 3373821"/>
                <a:gd name="connsiteY4" fmla="*/ 2511973 h 3310759"/>
                <a:gd name="connsiteX5" fmla="*/ 777766 w 3373821"/>
                <a:gd name="connsiteY5" fmla="*/ 882870 h 3310759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35451 h 3463340"/>
                <a:gd name="connsiteX1" fmla="*/ 3090042 w 3373821"/>
                <a:gd name="connsiteY1" fmla="*/ 152581 h 3463340"/>
                <a:gd name="connsiteX2" fmla="*/ 3373821 w 3373821"/>
                <a:gd name="connsiteY2" fmla="*/ 2002402 h 3463340"/>
                <a:gd name="connsiteX3" fmla="*/ 1902373 w 3373821"/>
                <a:gd name="connsiteY3" fmla="*/ 3463340 h 3463340"/>
                <a:gd name="connsiteX4" fmla="*/ 0 w 3373821"/>
                <a:gd name="connsiteY4" fmla="*/ 2664554 h 3463340"/>
                <a:gd name="connsiteX5" fmla="*/ 777766 w 3373821"/>
                <a:gd name="connsiteY5" fmla="*/ 1035451 h 3463340"/>
                <a:gd name="connsiteX0" fmla="*/ 777766 w 3468415"/>
                <a:gd name="connsiteY0" fmla="*/ 1035451 h 3463340"/>
                <a:gd name="connsiteX1" fmla="*/ 3090042 w 3468415"/>
                <a:gd name="connsiteY1" fmla="*/ 152581 h 3463340"/>
                <a:gd name="connsiteX2" fmla="*/ 3468415 w 3468415"/>
                <a:gd name="connsiteY2" fmla="*/ 2202098 h 3463340"/>
                <a:gd name="connsiteX3" fmla="*/ 1902373 w 3468415"/>
                <a:gd name="connsiteY3" fmla="*/ 3463340 h 3463340"/>
                <a:gd name="connsiteX4" fmla="*/ 0 w 3468415"/>
                <a:gd name="connsiteY4" fmla="*/ 2664554 h 3463340"/>
                <a:gd name="connsiteX5" fmla="*/ 777766 w 3468415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3748"/>
                <a:gd name="connsiteX1" fmla="*/ 3090042 w 3520921"/>
                <a:gd name="connsiteY1" fmla="*/ 152581 h 3463748"/>
                <a:gd name="connsiteX2" fmla="*/ 3468415 w 3520921"/>
                <a:gd name="connsiteY2" fmla="*/ 2202098 h 3463748"/>
                <a:gd name="connsiteX3" fmla="*/ 1902373 w 3520921"/>
                <a:gd name="connsiteY3" fmla="*/ 3463340 h 3463748"/>
                <a:gd name="connsiteX4" fmla="*/ 0 w 3520921"/>
                <a:gd name="connsiteY4" fmla="*/ 2664554 h 3463748"/>
                <a:gd name="connsiteX5" fmla="*/ 777766 w 3520921"/>
                <a:gd name="connsiteY5" fmla="*/ 1035451 h 3463748"/>
                <a:gd name="connsiteX0" fmla="*/ 815379 w 3558534"/>
                <a:gd name="connsiteY0" fmla="*/ 1035451 h 3463748"/>
                <a:gd name="connsiteX1" fmla="*/ 3127655 w 3558534"/>
                <a:gd name="connsiteY1" fmla="*/ 152581 h 3463748"/>
                <a:gd name="connsiteX2" fmla="*/ 3506028 w 3558534"/>
                <a:gd name="connsiteY2" fmla="*/ 2202098 h 3463748"/>
                <a:gd name="connsiteX3" fmla="*/ 1939986 w 3558534"/>
                <a:gd name="connsiteY3" fmla="*/ 3463340 h 3463748"/>
                <a:gd name="connsiteX4" fmla="*/ 37613 w 3558534"/>
                <a:gd name="connsiteY4" fmla="*/ 2664554 h 3463748"/>
                <a:gd name="connsiteX5" fmla="*/ 815379 w 3558534"/>
                <a:gd name="connsiteY5" fmla="*/ 1035451 h 3463748"/>
                <a:gd name="connsiteX0" fmla="*/ 815379 w 3558534"/>
                <a:gd name="connsiteY0" fmla="*/ 1035451 h 3464371"/>
                <a:gd name="connsiteX1" fmla="*/ 3127655 w 3558534"/>
                <a:gd name="connsiteY1" fmla="*/ 152581 h 3464371"/>
                <a:gd name="connsiteX2" fmla="*/ 3506028 w 3558534"/>
                <a:gd name="connsiteY2" fmla="*/ 2202098 h 3464371"/>
                <a:gd name="connsiteX3" fmla="*/ 1939986 w 3558534"/>
                <a:gd name="connsiteY3" fmla="*/ 3463340 h 3464371"/>
                <a:gd name="connsiteX4" fmla="*/ 37613 w 3558534"/>
                <a:gd name="connsiteY4" fmla="*/ 2664554 h 3464371"/>
                <a:gd name="connsiteX5" fmla="*/ 815379 w 3558534"/>
                <a:gd name="connsiteY5" fmla="*/ 1035451 h 3464371"/>
                <a:gd name="connsiteX0" fmla="*/ 815379 w 3150376"/>
                <a:gd name="connsiteY0" fmla="*/ 1035451 h 3464371"/>
                <a:gd name="connsiteX1" fmla="*/ 3127655 w 3150376"/>
                <a:gd name="connsiteY1" fmla="*/ 152581 h 3464371"/>
                <a:gd name="connsiteX2" fmla="*/ 1961008 w 3150376"/>
                <a:gd name="connsiteY2" fmla="*/ 1655560 h 3464371"/>
                <a:gd name="connsiteX3" fmla="*/ 1939986 w 3150376"/>
                <a:gd name="connsiteY3" fmla="*/ 3463340 h 3464371"/>
                <a:gd name="connsiteX4" fmla="*/ 37613 w 3150376"/>
                <a:gd name="connsiteY4" fmla="*/ 2664554 h 3464371"/>
                <a:gd name="connsiteX5" fmla="*/ 815379 w 3150376"/>
                <a:gd name="connsiteY5" fmla="*/ 1035451 h 3464371"/>
                <a:gd name="connsiteX0" fmla="*/ 815379 w 3162532"/>
                <a:gd name="connsiteY0" fmla="*/ 1035451 h 3464371"/>
                <a:gd name="connsiteX1" fmla="*/ 3127655 w 3162532"/>
                <a:gd name="connsiteY1" fmla="*/ 152581 h 3464371"/>
                <a:gd name="connsiteX2" fmla="*/ 2423463 w 3162532"/>
                <a:gd name="connsiteY2" fmla="*/ 1645049 h 3464371"/>
                <a:gd name="connsiteX3" fmla="*/ 1939986 w 3162532"/>
                <a:gd name="connsiteY3" fmla="*/ 3463340 h 3464371"/>
                <a:gd name="connsiteX4" fmla="*/ 37613 w 3162532"/>
                <a:gd name="connsiteY4" fmla="*/ 2664554 h 3464371"/>
                <a:gd name="connsiteX5" fmla="*/ 815379 w 3162532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606310"/>
                <a:gd name="connsiteX1" fmla="*/ 3127655 w 3171514"/>
                <a:gd name="connsiteY1" fmla="*/ 152581 h 3606310"/>
                <a:gd name="connsiteX2" fmla="*/ 2423463 w 3171514"/>
                <a:gd name="connsiteY2" fmla="*/ 1645049 h 3606310"/>
                <a:gd name="connsiteX3" fmla="*/ 2307848 w 3171514"/>
                <a:gd name="connsiteY3" fmla="*/ 3473850 h 3606310"/>
                <a:gd name="connsiteX4" fmla="*/ 37613 w 3171514"/>
                <a:gd name="connsiteY4" fmla="*/ 2664554 h 3606310"/>
                <a:gd name="connsiteX5" fmla="*/ 815379 w 3171514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64502"/>
                <a:gd name="connsiteY0" fmla="*/ 1035451 h 3606310"/>
                <a:gd name="connsiteX1" fmla="*/ 3127655 w 3164502"/>
                <a:gd name="connsiteY1" fmla="*/ 152581 h 3606310"/>
                <a:gd name="connsiteX2" fmla="*/ 2560098 w 3164502"/>
                <a:gd name="connsiteY2" fmla="*/ 1666070 h 3606310"/>
                <a:gd name="connsiteX3" fmla="*/ 2307848 w 3164502"/>
                <a:gd name="connsiteY3" fmla="*/ 3473850 h 3606310"/>
                <a:gd name="connsiteX4" fmla="*/ 37613 w 3164502"/>
                <a:gd name="connsiteY4" fmla="*/ 2664554 h 3606310"/>
                <a:gd name="connsiteX5" fmla="*/ 815379 w 3164502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29312 w 3176710"/>
                <a:gd name="connsiteY0" fmla="*/ 1035451 h 3606310"/>
                <a:gd name="connsiteX1" fmla="*/ 3141588 w 3176710"/>
                <a:gd name="connsiteY1" fmla="*/ 152581 h 3606310"/>
                <a:gd name="connsiteX2" fmla="*/ 2574031 w 3176710"/>
                <a:gd name="connsiteY2" fmla="*/ 1666070 h 3606310"/>
                <a:gd name="connsiteX3" fmla="*/ 2321781 w 3176710"/>
                <a:gd name="connsiteY3" fmla="*/ 3473850 h 3606310"/>
                <a:gd name="connsiteX4" fmla="*/ 51546 w 3176710"/>
                <a:gd name="connsiteY4" fmla="*/ 2664554 h 3606310"/>
                <a:gd name="connsiteX5" fmla="*/ 829312 w 3176710"/>
                <a:gd name="connsiteY5" fmla="*/ 1035451 h 3606310"/>
                <a:gd name="connsiteX0" fmla="*/ 829312 w 3177410"/>
                <a:gd name="connsiteY0" fmla="*/ 1035451 h 3606310"/>
                <a:gd name="connsiteX1" fmla="*/ 3141588 w 3177410"/>
                <a:gd name="connsiteY1" fmla="*/ 152581 h 3606310"/>
                <a:gd name="connsiteX2" fmla="*/ 2574031 w 3177410"/>
                <a:gd name="connsiteY2" fmla="*/ 1666070 h 3606310"/>
                <a:gd name="connsiteX3" fmla="*/ 2321781 w 3177410"/>
                <a:gd name="connsiteY3" fmla="*/ 3473850 h 3606310"/>
                <a:gd name="connsiteX4" fmla="*/ 51546 w 3177410"/>
                <a:gd name="connsiteY4" fmla="*/ 2664554 h 3606310"/>
                <a:gd name="connsiteX5" fmla="*/ 829312 w 3177410"/>
                <a:gd name="connsiteY5" fmla="*/ 1035451 h 3606310"/>
                <a:gd name="connsiteX0" fmla="*/ 829312 w 3177410"/>
                <a:gd name="connsiteY0" fmla="*/ 1013703 h 3584562"/>
                <a:gd name="connsiteX1" fmla="*/ 3141588 w 3177410"/>
                <a:gd name="connsiteY1" fmla="*/ 130833 h 3584562"/>
                <a:gd name="connsiteX2" fmla="*/ 2574031 w 3177410"/>
                <a:gd name="connsiteY2" fmla="*/ 1644322 h 3584562"/>
                <a:gd name="connsiteX3" fmla="*/ 2321781 w 3177410"/>
                <a:gd name="connsiteY3" fmla="*/ 3452102 h 3584562"/>
                <a:gd name="connsiteX4" fmla="*/ 51546 w 3177410"/>
                <a:gd name="connsiteY4" fmla="*/ 2642806 h 3584562"/>
                <a:gd name="connsiteX5" fmla="*/ 829312 w 3177410"/>
                <a:gd name="connsiteY5" fmla="*/ 1013703 h 3584562"/>
                <a:gd name="connsiteX0" fmla="*/ 829578 w 3177676"/>
                <a:gd name="connsiteY0" fmla="*/ 1013703 h 3584562"/>
                <a:gd name="connsiteX1" fmla="*/ 3141854 w 3177676"/>
                <a:gd name="connsiteY1" fmla="*/ 130833 h 3584562"/>
                <a:gd name="connsiteX2" fmla="*/ 2574297 w 3177676"/>
                <a:gd name="connsiteY2" fmla="*/ 1644322 h 3584562"/>
                <a:gd name="connsiteX3" fmla="*/ 2322047 w 3177676"/>
                <a:gd name="connsiteY3" fmla="*/ 3452102 h 3584562"/>
                <a:gd name="connsiteX4" fmla="*/ 51812 w 3177676"/>
                <a:gd name="connsiteY4" fmla="*/ 2642806 h 3584562"/>
                <a:gd name="connsiteX5" fmla="*/ 829578 w 3177676"/>
                <a:gd name="connsiteY5" fmla="*/ 1013703 h 3584562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11178 w 2672400"/>
                <a:gd name="connsiteY0" fmla="*/ 7864 h 2583061"/>
                <a:gd name="connsiteX1" fmla="*/ 1318755 w 2672400"/>
                <a:gd name="connsiteY1" fmla="*/ 1092175 h 2583061"/>
                <a:gd name="connsiteX2" fmla="*/ 2555897 w 2672400"/>
                <a:gd name="connsiteY2" fmla="*/ 638483 h 2583061"/>
                <a:gd name="connsiteX3" fmla="*/ 2303647 w 2672400"/>
                <a:gd name="connsiteY3" fmla="*/ 2446263 h 2583061"/>
                <a:gd name="connsiteX4" fmla="*/ 33412 w 2672400"/>
                <a:gd name="connsiteY4" fmla="*/ 1636967 h 2583061"/>
                <a:gd name="connsiteX5" fmla="*/ 811178 w 2672400"/>
                <a:gd name="connsiteY5" fmla="*/ 7864 h 2583061"/>
                <a:gd name="connsiteX0" fmla="*/ 811178 w 3223026"/>
                <a:gd name="connsiteY0" fmla="*/ 5596 h 2477281"/>
                <a:gd name="connsiteX1" fmla="*/ 1318755 w 3223026"/>
                <a:gd name="connsiteY1" fmla="*/ 1089907 h 2477281"/>
                <a:gd name="connsiteX2" fmla="*/ 3192488 w 3223026"/>
                <a:gd name="connsiteY2" fmla="*/ 802600 h 2477281"/>
                <a:gd name="connsiteX3" fmla="*/ 2303647 w 3223026"/>
                <a:gd name="connsiteY3" fmla="*/ 2443995 h 2477281"/>
                <a:gd name="connsiteX4" fmla="*/ 33412 w 3223026"/>
                <a:gd name="connsiteY4" fmla="*/ 1634699 h 2477281"/>
                <a:gd name="connsiteX5" fmla="*/ 811178 w 3223026"/>
                <a:gd name="connsiteY5" fmla="*/ 5596 h 2477281"/>
                <a:gd name="connsiteX0" fmla="*/ 846588 w 3330250"/>
                <a:gd name="connsiteY0" fmla="*/ 5596 h 2432711"/>
                <a:gd name="connsiteX1" fmla="*/ 1354165 w 3330250"/>
                <a:gd name="connsiteY1" fmla="*/ 1089907 h 2432711"/>
                <a:gd name="connsiteX2" fmla="*/ 3227898 w 3330250"/>
                <a:gd name="connsiteY2" fmla="*/ 802600 h 2432711"/>
                <a:gd name="connsiteX3" fmla="*/ 2761796 w 3330250"/>
                <a:gd name="connsiteY3" fmla="*/ 2409553 h 2432711"/>
                <a:gd name="connsiteX4" fmla="*/ 68822 w 3330250"/>
                <a:gd name="connsiteY4" fmla="*/ 1634699 h 2432711"/>
                <a:gd name="connsiteX5" fmla="*/ 846588 w 3330250"/>
                <a:gd name="connsiteY5" fmla="*/ 5596 h 2432711"/>
                <a:gd name="connsiteX0" fmla="*/ 846588 w 3514825"/>
                <a:gd name="connsiteY0" fmla="*/ 5596 h 2432711"/>
                <a:gd name="connsiteX1" fmla="*/ 1354165 w 3514825"/>
                <a:gd name="connsiteY1" fmla="*/ 1089907 h 2432711"/>
                <a:gd name="connsiteX2" fmla="*/ 3227898 w 3514825"/>
                <a:gd name="connsiteY2" fmla="*/ 802600 h 2432711"/>
                <a:gd name="connsiteX3" fmla="*/ 2761796 w 3514825"/>
                <a:gd name="connsiteY3" fmla="*/ 2409553 h 2432711"/>
                <a:gd name="connsiteX4" fmla="*/ 68822 w 3514825"/>
                <a:gd name="connsiteY4" fmla="*/ 1634699 h 2432711"/>
                <a:gd name="connsiteX5" fmla="*/ 846588 w 3514825"/>
                <a:gd name="connsiteY5" fmla="*/ 5596 h 2432711"/>
                <a:gd name="connsiteX0" fmla="*/ 875402 w 3543639"/>
                <a:gd name="connsiteY0" fmla="*/ 2708 h 2429823"/>
                <a:gd name="connsiteX1" fmla="*/ 1382979 w 3543639"/>
                <a:gd name="connsiteY1" fmla="*/ 1087019 h 2429823"/>
                <a:gd name="connsiteX2" fmla="*/ 3256712 w 3543639"/>
                <a:gd name="connsiteY2" fmla="*/ 799712 h 2429823"/>
                <a:gd name="connsiteX3" fmla="*/ 2790610 w 3543639"/>
                <a:gd name="connsiteY3" fmla="*/ 2406665 h 2429823"/>
                <a:gd name="connsiteX4" fmla="*/ 97636 w 3543639"/>
                <a:gd name="connsiteY4" fmla="*/ 1631811 h 2429823"/>
                <a:gd name="connsiteX5" fmla="*/ 875402 w 3543639"/>
                <a:gd name="connsiteY5" fmla="*/ 2708 h 2429823"/>
                <a:gd name="connsiteX0" fmla="*/ 1035116 w 3703353"/>
                <a:gd name="connsiteY0" fmla="*/ 3586 h 2450893"/>
                <a:gd name="connsiteX1" fmla="*/ 1542693 w 3703353"/>
                <a:gd name="connsiteY1" fmla="*/ 1087897 h 2450893"/>
                <a:gd name="connsiteX2" fmla="*/ 3416426 w 3703353"/>
                <a:gd name="connsiteY2" fmla="*/ 800590 h 2450893"/>
                <a:gd name="connsiteX3" fmla="*/ 2950324 w 3703353"/>
                <a:gd name="connsiteY3" fmla="*/ 2407543 h 2450893"/>
                <a:gd name="connsiteX4" fmla="*/ 257350 w 3703353"/>
                <a:gd name="connsiteY4" fmla="*/ 1632689 h 2450893"/>
                <a:gd name="connsiteX5" fmla="*/ 1035116 w 3703353"/>
                <a:gd name="connsiteY5" fmla="*/ 3586 h 2450893"/>
                <a:gd name="connsiteX0" fmla="*/ 991689 w 3462563"/>
                <a:gd name="connsiteY0" fmla="*/ 10605 h 2457912"/>
                <a:gd name="connsiteX1" fmla="*/ 1674106 w 3462563"/>
                <a:gd name="connsiteY1" fmla="*/ 930710 h 2457912"/>
                <a:gd name="connsiteX2" fmla="*/ 3372999 w 3462563"/>
                <a:gd name="connsiteY2" fmla="*/ 807609 h 2457912"/>
                <a:gd name="connsiteX3" fmla="*/ 2906897 w 3462563"/>
                <a:gd name="connsiteY3" fmla="*/ 2414562 h 2457912"/>
                <a:gd name="connsiteX4" fmla="*/ 213923 w 3462563"/>
                <a:gd name="connsiteY4" fmla="*/ 1639708 h 2457912"/>
                <a:gd name="connsiteX5" fmla="*/ 991689 w 3462563"/>
                <a:gd name="connsiteY5" fmla="*/ 10605 h 2457912"/>
                <a:gd name="connsiteX0" fmla="*/ 991689 w 3644113"/>
                <a:gd name="connsiteY0" fmla="*/ 10605 h 2457912"/>
                <a:gd name="connsiteX1" fmla="*/ 1674106 w 3644113"/>
                <a:gd name="connsiteY1" fmla="*/ 930710 h 2457912"/>
                <a:gd name="connsiteX2" fmla="*/ 3372999 w 3644113"/>
                <a:gd name="connsiteY2" fmla="*/ 807609 h 2457912"/>
                <a:gd name="connsiteX3" fmla="*/ 2906897 w 3644113"/>
                <a:gd name="connsiteY3" fmla="*/ 2414562 h 2457912"/>
                <a:gd name="connsiteX4" fmla="*/ 213923 w 3644113"/>
                <a:gd name="connsiteY4" fmla="*/ 1639708 h 2457912"/>
                <a:gd name="connsiteX5" fmla="*/ 991689 w 3644113"/>
                <a:gd name="connsiteY5" fmla="*/ 10605 h 2457912"/>
                <a:gd name="connsiteX0" fmla="*/ 1054352 w 3706777"/>
                <a:gd name="connsiteY0" fmla="*/ 1046 h 2448353"/>
                <a:gd name="connsiteX1" fmla="*/ 1736769 w 3706777"/>
                <a:gd name="connsiteY1" fmla="*/ 921151 h 2448353"/>
                <a:gd name="connsiteX2" fmla="*/ 3435662 w 3706777"/>
                <a:gd name="connsiteY2" fmla="*/ 798050 h 2448353"/>
                <a:gd name="connsiteX3" fmla="*/ 2969560 w 3706777"/>
                <a:gd name="connsiteY3" fmla="*/ 2405003 h 2448353"/>
                <a:gd name="connsiteX4" fmla="*/ 276586 w 3706777"/>
                <a:gd name="connsiteY4" fmla="*/ 1630149 h 2448353"/>
                <a:gd name="connsiteX5" fmla="*/ 1054352 w 3706777"/>
                <a:gd name="connsiteY5" fmla="*/ 1046 h 2448353"/>
                <a:gd name="connsiteX0" fmla="*/ 590056 w 3683836"/>
                <a:gd name="connsiteY0" fmla="*/ 1109 h 1961431"/>
                <a:gd name="connsiteX1" fmla="*/ 1713828 w 3683836"/>
                <a:gd name="connsiteY1" fmla="*/ 456838 h 1961431"/>
                <a:gd name="connsiteX2" fmla="*/ 3412721 w 3683836"/>
                <a:gd name="connsiteY2" fmla="*/ 333737 h 1961431"/>
                <a:gd name="connsiteX3" fmla="*/ 2946619 w 3683836"/>
                <a:gd name="connsiteY3" fmla="*/ 1940690 h 1961431"/>
                <a:gd name="connsiteX4" fmla="*/ 253645 w 3683836"/>
                <a:gd name="connsiteY4" fmla="*/ 1165836 h 1961431"/>
                <a:gd name="connsiteX5" fmla="*/ 590056 w 3683836"/>
                <a:gd name="connsiteY5" fmla="*/ 1109 h 1961431"/>
                <a:gd name="connsiteX0" fmla="*/ 577152 w 3670932"/>
                <a:gd name="connsiteY0" fmla="*/ 28557 h 1988879"/>
                <a:gd name="connsiteX1" fmla="*/ 1700924 w 3670932"/>
                <a:gd name="connsiteY1" fmla="*/ 484286 h 1988879"/>
                <a:gd name="connsiteX2" fmla="*/ 3399817 w 3670932"/>
                <a:gd name="connsiteY2" fmla="*/ 361185 h 1988879"/>
                <a:gd name="connsiteX3" fmla="*/ 2933715 w 3670932"/>
                <a:gd name="connsiteY3" fmla="*/ 1968138 h 1988879"/>
                <a:gd name="connsiteX4" fmla="*/ 240741 w 3670932"/>
                <a:gd name="connsiteY4" fmla="*/ 1193284 h 1988879"/>
                <a:gd name="connsiteX5" fmla="*/ 577152 w 3670932"/>
                <a:gd name="connsiteY5" fmla="*/ 28557 h 1988879"/>
                <a:gd name="connsiteX0" fmla="*/ 5660 w 3065770"/>
                <a:gd name="connsiteY0" fmla="*/ 41752 h 2084853"/>
                <a:gd name="connsiteX1" fmla="*/ 1129432 w 3065770"/>
                <a:gd name="connsiteY1" fmla="*/ 497481 h 2084853"/>
                <a:gd name="connsiteX2" fmla="*/ 2828325 w 3065770"/>
                <a:gd name="connsiteY2" fmla="*/ 374380 h 2084853"/>
                <a:gd name="connsiteX3" fmla="*/ 2362223 w 3065770"/>
                <a:gd name="connsiteY3" fmla="*/ 1981333 h 2084853"/>
                <a:gd name="connsiteX4" fmla="*/ 768571 w 3065770"/>
                <a:gd name="connsiteY4" fmla="*/ 1718703 h 2084853"/>
                <a:gd name="connsiteX5" fmla="*/ 5660 w 3065770"/>
                <a:gd name="connsiteY5" fmla="*/ 41752 h 2084853"/>
                <a:gd name="connsiteX0" fmla="*/ 12471 w 3072581"/>
                <a:gd name="connsiteY0" fmla="*/ 41752 h 2092530"/>
                <a:gd name="connsiteX1" fmla="*/ 1136243 w 3072581"/>
                <a:gd name="connsiteY1" fmla="*/ 497481 h 2092530"/>
                <a:gd name="connsiteX2" fmla="*/ 2835136 w 3072581"/>
                <a:gd name="connsiteY2" fmla="*/ 374380 h 2092530"/>
                <a:gd name="connsiteX3" fmla="*/ 2369034 w 3072581"/>
                <a:gd name="connsiteY3" fmla="*/ 1981333 h 2092530"/>
                <a:gd name="connsiteX4" fmla="*/ 775382 w 3072581"/>
                <a:gd name="connsiteY4" fmla="*/ 1718703 h 2092530"/>
                <a:gd name="connsiteX5" fmla="*/ 12471 w 3072581"/>
                <a:gd name="connsiteY5" fmla="*/ 41752 h 2092530"/>
                <a:gd name="connsiteX0" fmla="*/ 2798 w 3655173"/>
                <a:gd name="connsiteY0" fmla="*/ 869129 h 2007317"/>
                <a:gd name="connsiteX1" fmla="*/ 1718835 w 3655173"/>
                <a:gd name="connsiteY1" fmla="*/ 445136 h 2007317"/>
                <a:gd name="connsiteX2" fmla="*/ 3417728 w 3655173"/>
                <a:gd name="connsiteY2" fmla="*/ 322035 h 2007317"/>
                <a:gd name="connsiteX3" fmla="*/ 2951626 w 3655173"/>
                <a:gd name="connsiteY3" fmla="*/ 1928988 h 2007317"/>
                <a:gd name="connsiteX4" fmla="*/ 1357974 w 3655173"/>
                <a:gd name="connsiteY4" fmla="*/ 1666358 h 2007317"/>
                <a:gd name="connsiteX5" fmla="*/ 2798 w 3655173"/>
                <a:gd name="connsiteY5" fmla="*/ 869129 h 2007317"/>
                <a:gd name="connsiteX0" fmla="*/ 542 w 3652917"/>
                <a:gd name="connsiteY0" fmla="*/ 869129 h 2007318"/>
                <a:gd name="connsiteX1" fmla="*/ 1716579 w 3652917"/>
                <a:gd name="connsiteY1" fmla="*/ 445136 h 2007318"/>
                <a:gd name="connsiteX2" fmla="*/ 3415472 w 3652917"/>
                <a:gd name="connsiteY2" fmla="*/ 322035 h 2007318"/>
                <a:gd name="connsiteX3" fmla="*/ 2949370 w 3652917"/>
                <a:gd name="connsiteY3" fmla="*/ 1928988 h 2007318"/>
                <a:gd name="connsiteX4" fmla="*/ 1355718 w 3652917"/>
                <a:gd name="connsiteY4" fmla="*/ 1666358 h 2007318"/>
                <a:gd name="connsiteX5" fmla="*/ 542 w 3652917"/>
                <a:gd name="connsiteY5" fmla="*/ 869129 h 2007318"/>
                <a:gd name="connsiteX0" fmla="*/ 243 w 3639926"/>
                <a:gd name="connsiteY0" fmla="*/ 869129 h 1955507"/>
                <a:gd name="connsiteX1" fmla="*/ 1716280 w 3639926"/>
                <a:gd name="connsiteY1" fmla="*/ 445136 h 1955507"/>
                <a:gd name="connsiteX2" fmla="*/ 3415173 w 3639926"/>
                <a:gd name="connsiteY2" fmla="*/ 322035 h 1955507"/>
                <a:gd name="connsiteX3" fmla="*/ 2949071 w 3639926"/>
                <a:gd name="connsiteY3" fmla="*/ 1928988 h 1955507"/>
                <a:gd name="connsiteX4" fmla="*/ 1833458 w 3639926"/>
                <a:gd name="connsiteY4" fmla="*/ 1291535 h 1955507"/>
                <a:gd name="connsiteX5" fmla="*/ 243 w 3639926"/>
                <a:gd name="connsiteY5" fmla="*/ 869129 h 1955507"/>
                <a:gd name="connsiteX0" fmla="*/ 243 w 3639926"/>
                <a:gd name="connsiteY0" fmla="*/ 869129 h 1947022"/>
                <a:gd name="connsiteX1" fmla="*/ 1716280 w 3639926"/>
                <a:gd name="connsiteY1" fmla="*/ 445136 h 1947022"/>
                <a:gd name="connsiteX2" fmla="*/ 3415173 w 3639926"/>
                <a:gd name="connsiteY2" fmla="*/ 322035 h 1947022"/>
                <a:gd name="connsiteX3" fmla="*/ 2949071 w 3639926"/>
                <a:gd name="connsiteY3" fmla="*/ 1928988 h 1947022"/>
                <a:gd name="connsiteX4" fmla="*/ 1833458 w 3639926"/>
                <a:gd name="connsiteY4" fmla="*/ 1291535 h 1947022"/>
                <a:gd name="connsiteX5" fmla="*/ 243 w 3639926"/>
                <a:gd name="connsiteY5" fmla="*/ 869129 h 1947022"/>
                <a:gd name="connsiteX0" fmla="*/ 7345 w 3647028"/>
                <a:gd name="connsiteY0" fmla="*/ 869129 h 1947022"/>
                <a:gd name="connsiteX1" fmla="*/ 1723382 w 3647028"/>
                <a:gd name="connsiteY1" fmla="*/ 445136 h 1947022"/>
                <a:gd name="connsiteX2" fmla="*/ 3422275 w 3647028"/>
                <a:gd name="connsiteY2" fmla="*/ 322035 h 1947022"/>
                <a:gd name="connsiteX3" fmla="*/ 2956173 w 3647028"/>
                <a:gd name="connsiteY3" fmla="*/ 1928988 h 1947022"/>
                <a:gd name="connsiteX4" fmla="*/ 1840560 w 3647028"/>
                <a:gd name="connsiteY4" fmla="*/ 1291535 h 1947022"/>
                <a:gd name="connsiteX5" fmla="*/ 7345 w 3647028"/>
                <a:gd name="connsiteY5" fmla="*/ 869129 h 1947022"/>
                <a:gd name="connsiteX0" fmla="*/ 7345 w 3811052"/>
                <a:gd name="connsiteY0" fmla="*/ 869129 h 1929159"/>
                <a:gd name="connsiteX1" fmla="*/ 1723382 w 3811052"/>
                <a:gd name="connsiteY1" fmla="*/ 445136 h 1929159"/>
                <a:gd name="connsiteX2" fmla="*/ 3422275 w 3811052"/>
                <a:gd name="connsiteY2" fmla="*/ 322035 h 1929159"/>
                <a:gd name="connsiteX3" fmla="*/ 2956173 w 3811052"/>
                <a:gd name="connsiteY3" fmla="*/ 1928988 h 1929159"/>
                <a:gd name="connsiteX4" fmla="*/ 1840560 w 3811052"/>
                <a:gd name="connsiteY4" fmla="*/ 1291535 h 1929159"/>
                <a:gd name="connsiteX5" fmla="*/ 7345 w 3811052"/>
                <a:gd name="connsiteY5" fmla="*/ 869129 h 1929159"/>
                <a:gd name="connsiteX0" fmla="*/ 5264 w 3937957"/>
                <a:gd name="connsiteY0" fmla="*/ 1155023 h 1938909"/>
                <a:gd name="connsiteX1" fmla="*/ 1850286 w 3937957"/>
                <a:gd name="connsiteY1" fmla="*/ 454886 h 1938909"/>
                <a:gd name="connsiteX2" fmla="*/ 3549179 w 3937957"/>
                <a:gd name="connsiteY2" fmla="*/ 331785 h 1938909"/>
                <a:gd name="connsiteX3" fmla="*/ 3083077 w 3937957"/>
                <a:gd name="connsiteY3" fmla="*/ 1938738 h 1938909"/>
                <a:gd name="connsiteX4" fmla="*/ 1967464 w 3937957"/>
                <a:gd name="connsiteY4" fmla="*/ 1301285 h 1938909"/>
                <a:gd name="connsiteX5" fmla="*/ 5264 w 3937957"/>
                <a:gd name="connsiteY5" fmla="*/ 1155023 h 1938909"/>
                <a:gd name="connsiteX0" fmla="*/ 23607 w 3956300"/>
                <a:gd name="connsiteY0" fmla="*/ 1155023 h 1938909"/>
                <a:gd name="connsiteX1" fmla="*/ 1868629 w 3956300"/>
                <a:gd name="connsiteY1" fmla="*/ 454886 h 1938909"/>
                <a:gd name="connsiteX2" fmla="*/ 3567522 w 3956300"/>
                <a:gd name="connsiteY2" fmla="*/ 331785 h 1938909"/>
                <a:gd name="connsiteX3" fmla="*/ 3101420 w 3956300"/>
                <a:gd name="connsiteY3" fmla="*/ 1938738 h 1938909"/>
                <a:gd name="connsiteX4" fmla="*/ 1985807 w 3956300"/>
                <a:gd name="connsiteY4" fmla="*/ 1301285 h 1938909"/>
                <a:gd name="connsiteX5" fmla="*/ 23607 w 3956300"/>
                <a:gd name="connsiteY5" fmla="*/ 1155023 h 1938909"/>
                <a:gd name="connsiteX0" fmla="*/ 356 w 3775841"/>
                <a:gd name="connsiteY0" fmla="*/ 1155023 h 1975367"/>
                <a:gd name="connsiteX1" fmla="*/ 1845378 w 3775841"/>
                <a:gd name="connsiteY1" fmla="*/ 454886 h 1975367"/>
                <a:gd name="connsiteX2" fmla="*/ 3544271 w 3775841"/>
                <a:gd name="connsiteY2" fmla="*/ 331785 h 1975367"/>
                <a:gd name="connsiteX3" fmla="*/ 3078169 w 3775841"/>
                <a:gd name="connsiteY3" fmla="*/ 1938738 h 1975367"/>
                <a:gd name="connsiteX4" fmla="*/ 1700608 w 3775841"/>
                <a:gd name="connsiteY4" fmla="*/ 1432728 h 1975367"/>
                <a:gd name="connsiteX5" fmla="*/ 356 w 3775841"/>
                <a:gd name="connsiteY5" fmla="*/ 1155023 h 1975367"/>
                <a:gd name="connsiteX0" fmla="*/ 385 w 3775871"/>
                <a:gd name="connsiteY0" fmla="*/ 1155023 h 1964875"/>
                <a:gd name="connsiteX1" fmla="*/ 1845407 w 3775871"/>
                <a:gd name="connsiteY1" fmla="*/ 454886 h 1964875"/>
                <a:gd name="connsiteX2" fmla="*/ 3544300 w 3775871"/>
                <a:gd name="connsiteY2" fmla="*/ 331785 h 1964875"/>
                <a:gd name="connsiteX3" fmla="*/ 3078198 w 3775871"/>
                <a:gd name="connsiteY3" fmla="*/ 1938738 h 1964875"/>
                <a:gd name="connsiteX4" fmla="*/ 1700637 w 3775871"/>
                <a:gd name="connsiteY4" fmla="*/ 1432728 h 1964875"/>
                <a:gd name="connsiteX5" fmla="*/ 385 w 3775871"/>
                <a:gd name="connsiteY5" fmla="*/ 1155023 h 1964875"/>
                <a:gd name="connsiteX0" fmla="*/ 518 w 3310321"/>
                <a:gd name="connsiteY0" fmla="*/ 1561197 h 1986949"/>
                <a:gd name="connsiteX1" fmla="*/ 1379857 w 3310321"/>
                <a:gd name="connsiteY1" fmla="*/ 469469 h 1986949"/>
                <a:gd name="connsiteX2" fmla="*/ 3078750 w 3310321"/>
                <a:gd name="connsiteY2" fmla="*/ 346368 h 1986949"/>
                <a:gd name="connsiteX3" fmla="*/ 2612648 w 3310321"/>
                <a:gd name="connsiteY3" fmla="*/ 1953321 h 1986949"/>
                <a:gd name="connsiteX4" fmla="*/ 1235087 w 3310321"/>
                <a:gd name="connsiteY4" fmla="*/ 1447311 h 1986949"/>
                <a:gd name="connsiteX5" fmla="*/ 518 w 3310321"/>
                <a:gd name="connsiteY5" fmla="*/ 1561197 h 1986949"/>
                <a:gd name="connsiteX0" fmla="*/ 252954 w 3562757"/>
                <a:gd name="connsiteY0" fmla="*/ 1561197 h 1986950"/>
                <a:gd name="connsiteX1" fmla="*/ 1632293 w 3562757"/>
                <a:gd name="connsiteY1" fmla="*/ 469469 h 1986950"/>
                <a:gd name="connsiteX2" fmla="*/ 3331186 w 3562757"/>
                <a:gd name="connsiteY2" fmla="*/ 346368 h 1986950"/>
                <a:gd name="connsiteX3" fmla="*/ 2865084 w 3562757"/>
                <a:gd name="connsiteY3" fmla="*/ 1953321 h 1986950"/>
                <a:gd name="connsiteX4" fmla="*/ 1487523 w 3562757"/>
                <a:gd name="connsiteY4" fmla="*/ 1447311 h 1986950"/>
                <a:gd name="connsiteX5" fmla="*/ 252954 w 3562757"/>
                <a:gd name="connsiteY5" fmla="*/ 1561197 h 1986950"/>
                <a:gd name="connsiteX0" fmla="*/ 275988 w 4836894"/>
                <a:gd name="connsiteY0" fmla="*/ 1254188 h 1664972"/>
                <a:gd name="connsiteX1" fmla="*/ 1655327 w 4836894"/>
                <a:gd name="connsiteY1" fmla="*/ 162460 h 1664972"/>
                <a:gd name="connsiteX2" fmla="*/ 4715739 w 4836894"/>
                <a:gd name="connsiteY2" fmla="*/ 494988 h 1664972"/>
                <a:gd name="connsiteX3" fmla="*/ 2888118 w 4836894"/>
                <a:gd name="connsiteY3" fmla="*/ 1646312 h 1664972"/>
                <a:gd name="connsiteX4" fmla="*/ 1510557 w 4836894"/>
                <a:gd name="connsiteY4" fmla="*/ 1140302 h 1664972"/>
                <a:gd name="connsiteX5" fmla="*/ 275988 w 4836894"/>
                <a:gd name="connsiteY5" fmla="*/ 1254188 h 1664972"/>
                <a:gd name="connsiteX0" fmla="*/ 275988 w 4716813"/>
                <a:gd name="connsiteY0" fmla="*/ 1630321 h 2049242"/>
                <a:gd name="connsiteX1" fmla="*/ 1655327 w 4716813"/>
                <a:gd name="connsiteY1" fmla="*/ 538593 h 2049242"/>
                <a:gd name="connsiteX2" fmla="*/ 4715739 w 4716813"/>
                <a:gd name="connsiteY2" fmla="*/ 871121 h 2049242"/>
                <a:gd name="connsiteX3" fmla="*/ 2888118 w 4716813"/>
                <a:gd name="connsiteY3" fmla="*/ 2022445 h 2049242"/>
                <a:gd name="connsiteX4" fmla="*/ 1510557 w 4716813"/>
                <a:gd name="connsiteY4" fmla="*/ 1516435 h 2049242"/>
                <a:gd name="connsiteX5" fmla="*/ 275988 w 4716813"/>
                <a:gd name="connsiteY5" fmla="*/ 1630321 h 2049242"/>
                <a:gd name="connsiteX0" fmla="*/ 275988 w 4749030"/>
                <a:gd name="connsiteY0" fmla="*/ 1124638 h 1545870"/>
                <a:gd name="connsiteX1" fmla="*/ 1655327 w 4749030"/>
                <a:gd name="connsiteY1" fmla="*/ 32910 h 1545870"/>
                <a:gd name="connsiteX2" fmla="*/ 4715739 w 4749030"/>
                <a:gd name="connsiteY2" fmla="*/ 365438 h 1545870"/>
                <a:gd name="connsiteX3" fmla="*/ 3175706 w 4749030"/>
                <a:gd name="connsiteY3" fmla="*/ 1192854 h 1545870"/>
                <a:gd name="connsiteX4" fmla="*/ 1510557 w 4749030"/>
                <a:gd name="connsiteY4" fmla="*/ 1010752 h 1545870"/>
                <a:gd name="connsiteX5" fmla="*/ 275988 w 4749030"/>
                <a:gd name="connsiteY5" fmla="*/ 1124638 h 1545870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40315"/>
                <a:gd name="connsiteY0" fmla="*/ 1132875 h 1722803"/>
                <a:gd name="connsiteX1" fmla="*/ 1655327 w 4740315"/>
                <a:gd name="connsiteY1" fmla="*/ 41147 h 1722803"/>
                <a:gd name="connsiteX2" fmla="*/ 4715739 w 4740315"/>
                <a:gd name="connsiteY2" fmla="*/ 373675 h 1722803"/>
                <a:gd name="connsiteX3" fmla="*/ 3012343 w 4740315"/>
                <a:gd name="connsiteY3" fmla="*/ 1711656 h 1722803"/>
                <a:gd name="connsiteX4" fmla="*/ 1510557 w 4740315"/>
                <a:gd name="connsiteY4" fmla="*/ 1018989 h 1722803"/>
                <a:gd name="connsiteX5" fmla="*/ 275988 w 4740315"/>
                <a:gd name="connsiteY5" fmla="*/ 1132875 h 1722803"/>
                <a:gd name="connsiteX0" fmla="*/ 275988 w 4756119"/>
                <a:gd name="connsiteY0" fmla="*/ 1127108 h 1542684"/>
                <a:gd name="connsiteX1" fmla="*/ 1655327 w 4756119"/>
                <a:gd name="connsiteY1" fmla="*/ 35380 h 1542684"/>
                <a:gd name="connsiteX2" fmla="*/ 4715739 w 4756119"/>
                <a:gd name="connsiteY2" fmla="*/ 367908 h 1542684"/>
                <a:gd name="connsiteX3" fmla="*/ 3285074 w 4756119"/>
                <a:gd name="connsiteY3" fmla="*/ 1369029 h 1542684"/>
                <a:gd name="connsiteX4" fmla="*/ 1510557 w 4756119"/>
                <a:gd name="connsiteY4" fmla="*/ 1013222 h 1542684"/>
                <a:gd name="connsiteX5" fmla="*/ 275988 w 4756119"/>
                <a:gd name="connsiteY5" fmla="*/ 1127108 h 1542684"/>
                <a:gd name="connsiteX0" fmla="*/ 275988 w 4715923"/>
                <a:gd name="connsiteY0" fmla="*/ 1122352 h 1572226"/>
                <a:gd name="connsiteX1" fmla="*/ 1655327 w 4715923"/>
                <a:gd name="connsiteY1" fmla="*/ 30624 h 1572226"/>
                <a:gd name="connsiteX2" fmla="*/ 4715739 w 4715923"/>
                <a:gd name="connsiteY2" fmla="*/ 363152 h 1572226"/>
                <a:gd name="connsiteX3" fmla="*/ 1510557 w 4715923"/>
                <a:gd name="connsiteY3" fmla="*/ 1008466 h 1572226"/>
                <a:gd name="connsiteX4" fmla="*/ 275988 w 4715923"/>
                <a:gd name="connsiteY4" fmla="*/ 1122352 h 1572226"/>
                <a:gd name="connsiteX0" fmla="*/ 25029 w 4476010"/>
                <a:gd name="connsiteY0" fmla="*/ 1892393 h 2022034"/>
                <a:gd name="connsiteX1" fmla="*/ 2236847 w 4476010"/>
                <a:gd name="connsiteY1" fmla="*/ 11492 h 2022034"/>
                <a:gd name="connsiteX2" fmla="*/ 4464780 w 4476010"/>
                <a:gd name="connsiteY2" fmla="*/ 1133193 h 2022034"/>
                <a:gd name="connsiteX3" fmla="*/ 1259598 w 4476010"/>
                <a:gd name="connsiteY3" fmla="*/ 1778507 h 2022034"/>
                <a:gd name="connsiteX4" fmla="*/ 25029 w 4476010"/>
                <a:gd name="connsiteY4" fmla="*/ 1892393 h 2022034"/>
                <a:gd name="connsiteX0" fmla="*/ 19312 w 4468531"/>
                <a:gd name="connsiteY0" fmla="*/ 1893478 h 2350831"/>
                <a:gd name="connsiteX1" fmla="*/ 2231130 w 4468531"/>
                <a:gd name="connsiteY1" fmla="*/ 12577 h 2350831"/>
                <a:gd name="connsiteX2" fmla="*/ 4459063 w 4468531"/>
                <a:gd name="connsiteY2" fmla="*/ 1134278 h 2350831"/>
                <a:gd name="connsiteX3" fmla="*/ 2962196 w 4468531"/>
                <a:gd name="connsiteY3" fmla="*/ 2337807 h 2350831"/>
                <a:gd name="connsiteX4" fmla="*/ 1253881 w 4468531"/>
                <a:gd name="connsiteY4" fmla="*/ 1779592 h 2350831"/>
                <a:gd name="connsiteX5" fmla="*/ 19312 w 4468531"/>
                <a:gd name="connsiteY5" fmla="*/ 1893478 h 2350831"/>
                <a:gd name="connsiteX0" fmla="*/ 114931 w 4564151"/>
                <a:gd name="connsiteY0" fmla="*/ 1893478 h 2606070"/>
                <a:gd name="connsiteX1" fmla="*/ 2326749 w 4564151"/>
                <a:gd name="connsiteY1" fmla="*/ 12577 h 2606070"/>
                <a:gd name="connsiteX2" fmla="*/ 4554682 w 4564151"/>
                <a:gd name="connsiteY2" fmla="*/ 1134278 h 2606070"/>
                <a:gd name="connsiteX3" fmla="*/ 3057815 w 4564151"/>
                <a:gd name="connsiteY3" fmla="*/ 2337807 h 2606070"/>
                <a:gd name="connsiteX4" fmla="*/ 602599 w 4564151"/>
                <a:gd name="connsiteY4" fmla="*/ 2591133 h 2606070"/>
                <a:gd name="connsiteX5" fmla="*/ 114931 w 4564151"/>
                <a:gd name="connsiteY5" fmla="*/ 1893478 h 2606070"/>
                <a:gd name="connsiteX0" fmla="*/ 339436 w 4163621"/>
                <a:gd name="connsiteY0" fmla="*/ 711041 h 2677547"/>
                <a:gd name="connsiteX1" fmla="*/ 1926219 w 4163621"/>
                <a:gd name="connsiteY1" fmla="*/ 9118 h 2677547"/>
                <a:gd name="connsiteX2" fmla="*/ 4154152 w 4163621"/>
                <a:gd name="connsiteY2" fmla="*/ 1130819 h 2677547"/>
                <a:gd name="connsiteX3" fmla="*/ 2657285 w 4163621"/>
                <a:gd name="connsiteY3" fmla="*/ 2334348 h 2677547"/>
                <a:gd name="connsiteX4" fmla="*/ 202069 w 4163621"/>
                <a:gd name="connsiteY4" fmla="*/ 2587674 h 2677547"/>
                <a:gd name="connsiteX5" fmla="*/ 339436 w 4163621"/>
                <a:gd name="connsiteY5" fmla="*/ 711041 h 2677547"/>
                <a:gd name="connsiteX0" fmla="*/ 8699 w 3970251"/>
                <a:gd name="connsiteY0" fmla="*/ 2578556 h 2717756"/>
                <a:gd name="connsiteX1" fmla="*/ 1732849 w 3970251"/>
                <a:gd name="connsiteY1" fmla="*/ 0 h 2717756"/>
                <a:gd name="connsiteX2" fmla="*/ 3960782 w 3970251"/>
                <a:gd name="connsiteY2" fmla="*/ 1121701 h 2717756"/>
                <a:gd name="connsiteX3" fmla="*/ 2463915 w 3970251"/>
                <a:gd name="connsiteY3" fmla="*/ 2325230 h 2717756"/>
                <a:gd name="connsiteX4" fmla="*/ 8699 w 3970251"/>
                <a:gd name="connsiteY4" fmla="*/ 2578556 h 2717756"/>
                <a:gd name="connsiteX0" fmla="*/ 11617 w 3584652"/>
                <a:gd name="connsiteY0" fmla="*/ 1430838 h 2340009"/>
                <a:gd name="connsiteX1" fmla="*/ 1347250 w 3584652"/>
                <a:gd name="connsiteY1" fmla="*/ 2380 h 2340009"/>
                <a:gd name="connsiteX2" fmla="*/ 3575183 w 3584652"/>
                <a:gd name="connsiteY2" fmla="*/ 1124081 h 2340009"/>
                <a:gd name="connsiteX3" fmla="*/ 2078316 w 3584652"/>
                <a:gd name="connsiteY3" fmla="*/ 2327610 h 2340009"/>
                <a:gd name="connsiteX4" fmla="*/ 11617 w 3584652"/>
                <a:gd name="connsiteY4" fmla="*/ 1430838 h 2340009"/>
                <a:gd name="connsiteX0" fmla="*/ 36322 w 3609357"/>
                <a:gd name="connsiteY0" fmla="*/ 1430838 h 2532978"/>
                <a:gd name="connsiteX1" fmla="*/ 1371955 w 3609357"/>
                <a:gd name="connsiteY1" fmla="*/ 2380 h 2532978"/>
                <a:gd name="connsiteX2" fmla="*/ 3599888 w 3609357"/>
                <a:gd name="connsiteY2" fmla="*/ 1124081 h 2532978"/>
                <a:gd name="connsiteX3" fmla="*/ 2103021 w 3609357"/>
                <a:gd name="connsiteY3" fmla="*/ 2327610 h 2532978"/>
                <a:gd name="connsiteX4" fmla="*/ 36322 w 3609357"/>
                <a:gd name="connsiteY4" fmla="*/ 1430838 h 2532978"/>
                <a:gd name="connsiteX0" fmla="*/ 3580 w 3569301"/>
                <a:gd name="connsiteY0" fmla="*/ 1431089 h 2816320"/>
                <a:gd name="connsiteX1" fmla="*/ 1339213 w 3569301"/>
                <a:gd name="connsiteY1" fmla="*/ 2631 h 2816320"/>
                <a:gd name="connsiteX2" fmla="*/ 3567146 w 3569301"/>
                <a:gd name="connsiteY2" fmla="*/ 1124332 h 2816320"/>
                <a:gd name="connsiteX3" fmla="*/ 1722688 w 3569301"/>
                <a:gd name="connsiteY3" fmla="*/ 2808414 h 2816320"/>
                <a:gd name="connsiteX4" fmla="*/ 3580 w 3569301"/>
                <a:gd name="connsiteY4" fmla="*/ 1431089 h 2816320"/>
                <a:gd name="connsiteX0" fmla="*/ 3579 w 3569300"/>
                <a:gd name="connsiteY0" fmla="*/ 1431089 h 2808414"/>
                <a:gd name="connsiteX1" fmla="*/ 1339212 w 3569300"/>
                <a:gd name="connsiteY1" fmla="*/ 2631 h 2808414"/>
                <a:gd name="connsiteX2" fmla="*/ 3567145 w 3569300"/>
                <a:gd name="connsiteY2" fmla="*/ 1124332 h 2808414"/>
                <a:gd name="connsiteX3" fmla="*/ 1722687 w 3569300"/>
                <a:gd name="connsiteY3" fmla="*/ 2808414 h 2808414"/>
                <a:gd name="connsiteX4" fmla="*/ 3579 w 3569300"/>
                <a:gd name="connsiteY4" fmla="*/ 1431089 h 2808414"/>
                <a:gd name="connsiteX0" fmla="*/ 3579 w 3570402"/>
                <a:gd name="connsiteY0" fmla="*/ 1431089 h 2845664"/>
                <a:gd name="connsiteX1" fmla="*/ 1339212 w 3570402"/>
                <a:gd name="connsiteY1" fmla="*/ 2631 h 2845664"/>
                <a:gd name="connsiteX2" fmla="*/ 3567145 w 3570402"/>
                <a:gd name="connsiteY2" fmla="*/ 1124332 h 2845664"/>
                <a:gd name="connsiteX3" fmla="*/ 1722687 w 3570402"/>
                <a:gd name="connsiteY3" fmla="*/ 2808414 h 2845664"/>
                <a:gd name="connsiteX4" fmla="*/ 3579 w 3570402"/>
                <a:gd name="connsiteY4" fmla="*/ 1431089 h 2845664"/>
                <a:gd name="connsiteX0" fmla="*/ 3579 w 3571531"/>
                <a:gd name="connsiteY0" fmla="*/ 1431089 h 2809355"/>
                <a:gd name="connsiteX1" fmla="*/ 1339212 w 3571531"/>
                <a:gd name="connsiteY1" fmla="*/ 2631 h 2809355"/>
                <a:gd name="connsiteX2" fmla="*/ 3567145 w 3571531"/>
                <a:gd name="connsiteY2" fmla="*/ 1124332 h 2809355"/>
                <a:gd name="connsiteX3" fmla="*/ 1722687 w 3571531"/>
                <a:gd name="connsiteY3" fmla="*/ 2808414 h 2809355"/>
                <a:gd name="connsiteX4" fmla="*/ 3579 w 3571531"/>
                <a:gd name="connsiteY4" fmla="*/ 1431089 h 2809355"/>
                <a:gd name="connsiteX0" fmla="*/ 3579 w 3570449"/>
                <a:gd name="connsiteY0" fmla="*/ 1431089 h 2811091"/>
                <a:gd name="connsiteX1" fmla="*/ 1339212 w 3570449"/>
                <a:gd name="connsiteY1" fmla="*/ 2631 h 2811091"/>
                <a:gd name="connsiteX2" fmla="*/ 3567145 w 3570449"/>
                <a:gd name="connsiteY2" fmla="*/ 1124332 h 2811091"/>
                <a:gd name="connsiteX3" fmla="*/ 1722687 w 3570449"/>
                <a:gd name="connsiteY3" fmla="*/ 2808414 h 2811091"/>
                <a:gd name="connsiteX4" fmla="*/ 3579 w 3570449"/>
                <a:gd name="connsiteY4" fmla="*/ 1431089 h 2811091"/>
                <a:gd name="connsiteX0" fmla="*/ 9477 w 3576347"/>
                <a:gd name="connsiteY0" fmla="*/ 1454488 h 2834490"/>
                <a:gd name="connsiteX1" fmla="*/ 1345110 w 3576347"/>
                <a:gd name="connsiteY1" fmla="*/ 26030 h 2834490"/>
                <a:gd name="connsiteX2" fmla="*/ 3573043 w 3576347"/>
                <a:gd name="connsiteY2" fmla="*/ 1147731 h 2834490"/>
                <a:gd name="connsiteX3" fmla="*/ 1728585 w 3576347"/>
                <a:gd name="connsiteY3" fmla="*/ 2831813 h 2834490"/>
                <a:gd name="connsiteX4" fmla="*/ 9477 w 3576347"/>
                <a:gd name="connsiteY4" fmla="*/ 1454488 h 2834490"/>
                <a:gd name="connsiteX0" fmla="*/ 11200 w 3578070"/>
                <a:gd name="connsiteY0" fmla="*/ 1454488 h 2834490"/>
                <a:gd name="connsiteX1" fmla="*/ 1346833 w 3578070"/>
                <a:gd name="connsiteY1" fmla="*/ 26030 h 2834490"/>
                <a:gd name="connsiteX2" fmla="*/ 3574766 w 3578070"/>
                <a:gd name="connsiteY2" fmla="*/ 1147731 h 2834490"/>
                <a:gd name="connsiteX3" fmla="*/ 1730308 w 3578070"/>
                <a:gd name="connsiteY3" fmla="*/ 2831813 h 2834490"/>
                <a:gd name="connsiteX4" fmla="*/ 11200 w 3578070"/>
                <a:gd name="connsiteY4" fmla="*/ 1454488 h 2834490"/>
                <a:gd name="connsiteX0" fmla="*/ 5238 w 3394494"/>
                <a:gd name="connsiteY0" fmla="*/ 1561249 h 2815719"/>
                <a:gd name="connsiteX1" fmla="*/ 1164359 w 3394494"/>
                <a:gd name="connsiteY1" fmla="*/ 5027 h 2815719"/>
                <a:gd name="connsiteX2" fmla="*/ 3392292 w 3394494"/>
                <a:gd name="connsiteY2" fmla="*/ 1126728 h 2815719"/>
                <a:gd name="connsiteX3" fmla="*/ 1547834 w 3394494"/>
                <a:gd name="connsiteY3" fmla="*/ 2810810 h 2815719"/>
                <a:gd name="connsiteX4" fmla="*/ 5238 w 3394494"/>
                <a:gd name="connsiteY4" fmla="*/ 1561249 h 2815719"/>
                <a:gd name="connsiteX0" fmla="*/ 1714 w 3390970"/>
                <a:gd name="connsiteY0" fmla="*/ 1561249 h 2816846"/>
                <a:gd name="connsiteX1" fmla="*/ 1160835 w 3390970"/>
                <a:gd name="connsiteY1" fmla="*/ 5027 h 2816846"/>
                <a:gd name="connsiteX2" fmla="*/ 3388768 w 3390970"/>
                <a:gd name="connsiteY2" fmla="*/ 1126728 h 2816846"/>
                <a:gd name="connsiteX3" fmla="*/ 1544310 w 3390970"/>
                <a:gd name="connsiteY3" fmla="*/ 2810810 h 2816846"/>
                <a:gd name="connsiteX4" fmla="*/ 1714 w 3390970"/>
                <a:gd name="connsiteY4" fmla="*/ 1561249 h 2816846"/>
                <a:gd name="connsiteX0" fmla="*/ 1714 w 3392183"/>
                <a:gd name="connsiteY0" fmla="*/ 1561249 h 2822298"/>
                <a:gd name="connsiteX1" fmla="*/ 1160835 w 3392183"/>
                <a:gd name="connsiteY1" fmla="*/ 5027 h 2822298"/>
                <a:gd name="connsiteX2" fmla="*/ 3388768 w 3392183"/>
                <a:gd name="connsiteY2" fmla="*/ 1126728 h 2822298"/>
                <a:gd name="connsiteX3" fmla="*/ 1544310 w 3392183"/>
                <a:gd name="connsiteY3" fmla="*/ 2810810 h 2822298"/>
                <a:gd name="connsiteX4" fmla="*/ 1714 w 3392183"/>
                <a:gd name="connsiteY4" fmla="*/ 1561249 h 2822298"/>
                <a:gd name="connsiteX0" fmla="*/ 1599 w 3099681"/>
                <a:gd name="connsiteY0" fmla="*/ 1556274 h 2805936"/>
                <a:gd name="connsiteX1" fmla="*/ 1160720 w 3099681"/>
                <a:gd name="connsiteY1" fmla="*/ 52 h 2805936"/>
                <a:gd name="connsiteX2" fmla="*/ 3097014 w 3099681"/>
                <a:gd name="connsiteY2" fmla="*/ 1505235 h 2805936"/>
                <a:gd name="connsiteX3" fmla="*/ 1544195 w 3099681"/>
                <a:gd name="connsiteY3" fmla="*/ 2805835 h 2805936"/>
                <a:gd name="connsiteX4" fmla="*/ 1599 w 3099681"/>
                <a:gd name="connsiteY4" fmla="*/ 1556274 h 2805936"/>
                <a:gd name="connsiteX0" fmla="*/ 1599 w 3098266"/>
                <a:gd name="connsiteY0" fmla="*/ 1556274 h 2805936"/>
                <a:gd name="connsiteX1" fmla="*/ 1160720 w 3098266"/>
                <a:gd name="connsiteY1" fmla="*/ 52 h 2805936"/>
                <a:gd name="connsiteX2" fmla="*/ 3097014 w 3098266"/>
                <a:gd name="connsiteY2" fmla="*/ 1505235 h 2805936"/>
                <a:gd name="connsiteX3" fmla="*/ 1544195 w 3098266"/>
                <a:gd name="connsiteY3" fmla="*/ 2805835 h 2805936"/>
                <a:gd name="connsiteX4" fmla="*/ 1599 w 3098266"/>
                <a:gd name="connsiteY4" fmla="*/ 1556274 h 2805936"/>
                <a:gd name="connsiteX0" fmla="*/ 6698 w 3107113"/>
                <a:gd name="connsiteY0" fmla="*/ 1556268 h 1995204"/>
                <a:gd name="connsiteX1" fmla="*/ 1165819 w 3107113"/>
                <a:gd name="connsiteY1" fmla="*/ 46 h 1995204"/>
                <a:gd name="connsiteX2" fmla="*/ 3102113 w 3107113"/>
                <a:gd name="connsiteY2" fmla="*/ 1505229 h 1995204"/>
                <a:gd name="connsiteX3" fmla="*/ 1670895 w 3107113"/>
                <a:gd name="connsiteY3" fmla="*/ 1994767 h 1995204"/>
                <a:gd name="connsiteX4" fmla="*/ 6698 w 3107113"/>
                <a:gd name="connsiteY4" fmla="*/ 1556268 h 1995204"/>
                <a:gd name="connsiteX0" fmla="*/ 6698 w 3107610"/>
                <a:gd name="connsiteY0" fmla="*/ 1556268 h 2094159"/>
                <a:gd name="connsiteX1" fmla="*/ 1165819 w 3107610"/>
                <a:gd name="connsiteY1" fmla="*/ 46 h 2094159"/>
                <a:gd name="connsiteX2" fmla="*/ 3102113 w 3107610"/>
                <a:gd name="connsiteY2" fmla="*/ 1505229 h 2094159"/>
                <a:gd name="connsiteX3" fmla="*/ 1670895 w 3107610"/>
                <a:gd name="connsiteY3" fmla="*/ 1994767 h 2094159"/>
                <a:gd name="connsiteX4" fmla="*/ 6698 w 3107610"/>
                <a:gd name="connsiteY4" fmla="*/ 1556268 h 2094159"/>
                <a:gd name="connsiteX0" fmla="*/ 6698 w 3108326"/>
                <a:gd name="connsiteY0" fmla="*/ 1556268 h 2032117"/>
                <a:gd name="connsiteX1" fmla="*/ 1165819 w 3108326"/>
                <a:gd name="connsiteY1" fmla="*/ 46 h 2032117"/>
                <a:gd name="connsiteX2" fmla="*/ 3102113 w 3108326"/>
                <a:gd name="connsiteY2" fmla="*/ 1505229 h 2032117"/>
                <a:gd name="connsiteX3" fmla="*/ 1670895 w 3108326"/>
                <a:gd name="connsiteY3" fmla="*/ 1994767 h 2032117"/>
                <a:gd name="connsiteX4" fmla="*/ 6698 w 3108326"/>
                <a:gd name="connsiteY4" fmla="*/ 1556268 h 2032117"/>
                <a:gd name="connsiteX0" fmla="*/ 2700 w 3101149"/>
                <a:gd name="connsiteY0" fmla="*/ 1588985 h 2065259"/>
                <a:gd name="connsiteX1" fmla="*/ 1324169 w 3101149"/>
                <a:gd name="connsiteY1" fmla="*/ 44 h 2065259"/>
                <a:gd name="connsiteX2" fmla="*/ 3098115 w 3101149"/>
                <a:gd name="connsiteY2" fmla="*/ 1537946 h 2065259"/>
                <a:gd name="connsiteX3" fmla="*/ 1666897 w 3101149"/>
                <a:gd name="connsiteY3" fmla="*/ 2027484 h 2065259"/>
                <a:gd name="connsiteX4" fmla="*/ 2700 w 3101149"/>
                <a:gd name="connsiteY4" fmla="*/ 1588985 h 2065259"/>
                <a:gd name="connsiteX0" fmla="*/ 2700 w 3100106"/>
                <a:gd name="connsiteY0" fmla="*/ 1588985 h 2163738"/>
                <a:gd name="connsiteX1" fmla="*/ 1324169 w 3100106"/>
                <a:gd name="connsiteY1" fmla="*/ 44 h 2163738"/>
                <a:gd name="connsiteX2" fmla="*/ 3098115 w 3100106"/>
                <a:gd name="connsiteY2" fmla="*/ 1537946 h 2163738"/>
                <a:gd name="connsiteX3" fmla="*/ 1666897 w 3100106"/>
                <a:gd name="connsiteY3" fmla="*/ 2027484 h 2163738"/>
                <a:gd name="connsiteX4" fmla="*/ 2700 w 3100106"/>
                <a:gd name="connsiteY4" fmla="*/ 1588985 h 2163738"/>
                <a:gd name="connsiteX0" fmla="*/ 2700 w 3100834"/>
                <a:gd name="connsiteY0" fmla="*/ 1588985 h 2056082"/>
                <a:gd name="connsiteX1" fmla="*/ 1324169 w 3100834"/>
                <a:gd name="connsiteY1" fmla="*/ 44 h 2056082"/>
                <a:gd name="connsiteX2" fmla="*/ 3098115 w 3100834"/>
                <a:gd name="connsiteY2" fmla="*/ 1537946 h 2056082"/>
                <a:gd name="connsiteX3" fmla="*/ 1666897 w 3100834"/>
                <a:gd name="connsiteY3" fmla="*/ 2027484 h 2056082"/>
                <a:gd name="connsiteX4" fmla="*/ 2700 w 3100834"/>
                <a:gd name="connsiteY4" fmla="*/ 1588985 h 2056082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01100" h="2041075">
                  <a:moveTo>
                    <a:pt x="2700" y="1588985"/>
                  </a:moveTo>
                  <a:cubicBezTo>
                    <a:pt x="-54421" y="1251078"/>
                    <a:pt x="808267" y="8550"/>
                    <a:pt x="1324169" y="44"/>
                  </a:cubicBezTo>
                  <a:cubicBezTo>
                    <a:pt x="1840071" y="-8462"/>
                    <a:pt x="3040994" y="1200039"/>
                    <a:pt x="3098115" y="1537946"/>
                  </a:cubicBezTo>
                  <a:cubicBezTo>
                    <a:pt x="3155236" y="1875853"/>
                    <a:pt x="2382291" y="1963492"/>
                    <a:pt x="1666897" y="2027484"/>
                  </a:cubicBezTo>
                  <a:cubicBezTo>
                    <a:pt x="951503" y="2091476"/>
                    <a:pt x="59821" y="1926892"/>
                    <a:pt x="2700" y="1588985"/>
                  </a:cubicBezTo>
                  <a:close/>
                </a:path>
              </a:pathLst>
            </a:custGeom>
            <a:noFill/>
            <a:ln w="50800">
              <a:solidFill>
                <a:srgbClr val="647A8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8" name="Titel 1">
              <a:extLst>
                <a:ext uri="{FF2B5EF4-FFF2-40B4-BE49-F238E27FC236}">
                  <a16:creationId xmlns:a16="http://schemas.microsoft.com/office/drawing/2014/main" id="{C6706052-A8A0-EC8B-DE2A-37753BFF141B}"/>
                </a:ext>
              </a:extLst>
            </p:cNvPr>
            <p:cNvSpPr txBox="1">
              <a:spLocks/>
            </p:cNvSpPr>
            <p:nvPr/>
          </p:nvSpPr>
          <p:spPr>
            <a:xfrm>
              <a:off x="8051859" y="6045499"/>
              <a:ext cx="2276638" cy="489887"/>
            </a:xfrm>
            <a:prstGeom prst="rect">
              <a:avLst/>
            </a:prstGeom>
          </p:spPr>
          <p:txBody>
            <a:bodyPr/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r"/>
              <a:r>
                <a:rPr lang="de-DE" sz="1200" b="0" dirty="0">
                  <a:solidFill>
                    <a:schemeClr val="bg1"/>
                  </a:solidFill>
                  <a:latin typeface="TheSans Plain" pitchFamily="2" charset="0"/>
                  <a:cs typeface="Kannada Sangam MN" pitchFamily="2" charset="0"/>
                </a:rPr>
                <a:t>Elektronik und Technische Informatik</a:t>
              </a:r>
            </a:p>
          </p:txBody>
        </p:sp>
      </p:grpSp>
      <p:pic>
        <p:nvPicPr>
          <p:cNvPr id="9" name="Grafik 8">
            <a:extLst>
              <a:ext uri="{FF2B5EF4-FFF2-40B4-BE49-F238E27FC236}">
                <a16:creationId xmlns:a16="http://schemas.microsoft.com/office/drawing/2014/main" id="{71AECDBA-926D-2333-8D63-C7AA5FF5FD0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71954" y="6106647"/>
            <a:ext cx="502681" cy="650528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86F006BF-ED77-B4FA-C85C-8038B25331E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858375" y="216695"/>
            <a:ext cx="2078627" cy="466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3879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LTI_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ihandform 13">
            <a:extLst>
              <a:ext uri="{FF2B5EF4-FFF2-40B4-BE49-F238E27FC236}">
                <a16:creationId xmlns:a16="http://schemas.microsoft.com/office/drawing/2014/main" id="{44E8D287-3E84-0CEF-FE7D-A2F5ACFCCE39}"/>
              </a:ext>
            </a:extLst>
          </p:cNvPr>
          <p:cNvSpPr/>
          <p:nvPr userDrawn="1"/>
        </p:nvSpPr>
        <p:spPr>
          <a:xfrm rot="12964706">
            <a:off x="7061387" y="-688096"/>
            <a:ext cx="5830459" cy="6730241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2630869"/>
              <a:gd name="connsiteY0" fmla="*/ 1913201 h 4484060"/>
              <a:gd name="connsiteX1" fmla="*/ 2156275 w 2630869"/>
              <a:gd name="connsiteY1" fmla="*/ 89473 h 4484060"/>
              <a:gd name="connsiteX2" fmla="*/ 2574031 w 2630869"/>
              <a:gd name="connsiteY2" fmla="*/ 2543820 h 4484060"/>
              <a:gd name="connsiteX3" fmla="*/ 2321781 w 2630869"/>
              <a:gd name="connsiteY3" fmla="*/ 4351600 h 4484060"/>
              <a:gd name="connsiteX4" fmla="*/ 51546 w 2630869"/>
              <a:gd name="connsiteY4" fmla="*/ 3542304 h 4484060"/>
              <a:gd name="connsiteX5" fmla="*/ 829312 w 2630869"/>
              <a:gd name="connsiteY5" fmla="*/ 1913201 h 4484060"/>
              <a:gd name="connsiteX0" fmla="*/ 829312 w 2634983"/>
              <a:gd name="connsiteY0" fmla="*/ 1913201 h 4484060"/>
              <a:gd name="connsiteX1" fmla="*/ 2156275 w 2634983"/>
              <a:gd name="connsiteY1" fmla="*/ 89473 h 4484060"/>
              <a:gd name="connsiteX2" fmla="*/ 2574031 w 2634983"/>
              <a:gd name="connsiteY2" fmla="*/ 2543820 h 4484060"/>
              <a:gd name="connsiteX3" fmla="*/ 2321781 w 2634983"/>
              <a:gd name="connsiteY3" fmla="*/ 4351600 h 4484060"/>
              <a:gd name="connsiteX4" fmla="*/ 51546 w 2634983"/>
              <a:gd name="connsiteY4" fmla="*/ 3542304 h 4484060"/>
              <a:gd name="connsiteX5" fmla="*/ 829312 w 2634983"/>
              <a:gd name="connsiteY5" fmla="*/ 1913201 h 4484060"/>
              <a:gd name="connsiteX0" fmla="*/ 829312 w 2634983"/>
              <a:gd name="connsiteY0" fmla="*/ 1823911 h 4394770"/>
              <a:gd name="connsiteX1" fmla="*/ 2156275 w 2634983"/>
              <a:gd name="connsiteY1" fmla="*/ 183 h 4394770"/>
              <a:gd name="connsiteX2" fmla="*/ 2574031 w 2634983"/>
              <a:gd name="connsiteY2" fmla="*/ 2454530 h 4394770"/>
              <a:gd name="connsiteX3" fmla="*/ 2321781 w 2634983"/>
              <a:gd name="connsiteY3" fmla="*/ 4262310 h 4394770"/>
              <a:gd name="connsiteX4" fmla="*/ 51546 w 2634983"/>
              <a:gd name="connsiteY4" fmla="*/ 3453014 h 4394770"/>
              <a:gd name="connsiteX5" fmla="*/ 829312 w 2634983"/>
              <a:gd name="connsiteY5" fmla="*/ 1823911 h 4394770"/>
              <a:gd name="connsiteX0" fmla="*/ 550921 w 2356592"/>
              <a:gd name="connsiteY0" fmla="*/ 1823911 h 4375660"/>
              <a:gd name="connsiteX1" fmla="*/ 1877884 w 2356592"/>
              <a:gd name="connsiteY1" fmla="*/ 183 h 4375660"/>
              <a:gd name="connsiteX2" fmla="*/ 2295640 w 2356592"/>
              <a:gd name="connsiteY2" fmla="*/ 2454530 h 4375660"/>
              <a:gd name="connsiteX3" fmla="*/ 2043390 w 2356592"/>
              <a:gd name="connsiteY3" fmla="*/ 4262310 h 4375660"/>
              <a:gd name="connsiteX4" fmla="*/ 97666 w 2356592"/>
              <a:gd name="connsiteY4" fmla="*/ 3284751 h 4375660"/>
              <a:gd name="connsiteX5" fmla="*/ 550921 w 2356592"/>
              <a:gd name="connsiteY5" fmla="*/ 1823911 h 4375660"/>
              <a:gd name="connsiteX0" fmla="*/ 1187626 w 2290887"/>
              <a:gd name="connsiteY0" fmla="*/ 1491571 h 4375718"/>
              <a:gd name="connsiteX1" fmla="*/ 1812179 w 2290887"/>
              <a:gd name="connsiteY1" fmla="*/ 241 h 4375718"/>
              <a:gd name="connsiteX2" fmla="*/ 2229935 w 2290887"/>
              <a:gd name="connsiteY2" fmla="*/ 2454588 h 4375718"/>
              <a:gd name="connsiteX3" fmla="*/ 1977685 w 2290887"/>
              <a:gd name="connsiteY3" fmla="*/ 4262368 h 4375718"/>
              <a:gd name="connsiteX4" fmla="*/ 31961 w 2290887"/>
              <a:gd name="connsiteY4" fmla="*/ 3284809 h 4375718"/>
              <a:gd name="connsiteX5" fmla="*/ 1187626 w 2290887"/>
              <a:gd name="connsiteY5" fmla="*/ 1491571 h 4375718"/>
              <a:gd name="connsiteX0" fmla="*/ 1187626 w 2290887"/>
              <a:gd name="connsiteY0" fmla="*/ 1491690 h 4375837"/>
              <a:gd name="connsiteX1" fmla="*/ 1812179 w 2290887"/>
              <a:gd name="connsiteY1" fmla="*/ 360 h 4375837"/>
              <a:gd name="connsiteX2" fmla="*/ 2229935 w 2290887"/>
              <a:gd name="connsiteY2" fmla="*/ 2454707 h 4375837"/>
              <a:gd name="connsiteX3" fmla="*/ 1977685 w 2290887"/>
              <a:gd name="connsiteY3" fmla="*/ 4262487 h 4375837"/>
              <a:gd name="connsiteX4" fmla="*/ 31961 w 2290887"/>
              <a:gd name="connsiteY4" fmla="*/ 3284928 h 4375837"/>
              <a:gd name="connsiteX5" fmla="*/ 1187626 w 2290887"/>
              <a:gd name="connsiteY5" fmla="*/ 1491690 h 4375837"/>
              <a:gd name="connsiteX0" fmla="*/ 1177700 w 2280961"/>
              <a:gd name="connsiteY0" fmla="*/ 1491690 h 4375837"/>
              <a:gd name="connsiteX1" fmla="*/ 1802253 w 2280961"/>
              <a:gd name="connsiteY1" fmla="*/ 360 h 4375837"/>
              <a:gd name="connsiteX2" fmla="*/ 2220009 w 2280961"/>
              <a:gd name="connsiteY2" fmla="*/ 2454707 h 4375837"/>
              <a:gd name="connsiteX3" fmla="*/ 1967759 w 2280961"/>
              <a:gd name="connsiteY3" fmla="*/ 4262487 h 4375837"/>
              <a:gd name="connsiteX4" fmla="*/ 22035 w 2280961"/>
              <a:gd name="connsiteY4" fmla="*/ 3284928 h 4375837"/>
              <a:gd name="connsiteX5" fmla="*/ 1177700 w 2280961"/>
              <a:gd name="connsiteY5" fmla="*/ 1491690 h 4375837"/>
              <a:gd name="connsiteX0" fmla="*/ 1177700 w 2132201"/>
              <a:gd name="connsiteY0" fmla="*/ 1491690 h 4375837"/>
              <a:gd name="connsiteX1" fmla="*/ 1802253 w 2132201"/>
              <a:gd name="connsiteY1" fmla="*/ 360 h 4375837"/>
              <a:gd name="connsiteX2" fmla="*/ 1570986 w 2132201"/>
              <a:gd name="connsiteY2" fmla="*/ 2791232 h 4375837"/>
              <a:gd name="connsiteX3" fmla="*/ 1967759 w 2132201"/>
              <a:gd name="connsiteY3" fmla="*/ 4262487 h 4375837"/>
              <a:gd name="connsiteX4" fmla="*/ 22035 w 2132201"/>
              <a:gd name="connsiteY4" fmla="*/ 3284928 h 4375837"/>
              <a:gd name="connsiteX5" fmla="*/ 1177700 w 2132201"/>
              <a:gd name="connsiteY5" fmla="*/ 1491690 h 4375837"/>
              <a:gd name="connsiteX0" fmla="*/ 1177700 w 2303877"/>
              <a:gd name="connsiteY0" fmla="*/ 654980 h 3539127"/>
              <a:gd name="connsiteX1" fmla="*/ 2105842 w 2303877"/>
              <a:gd name="connsiteY1" fmla="*/ 30327 h 3539127"/>
              <a:gd name="connsiteX2" fmla="*/ 1570986 w 2303877"/>
              <a:gd name="connsiteY2" fmla="*/ 1954522 h 3539127"/>
              <a:gd name="connsiteX3" fmla="*/ 1967759 w 2303877"/>
              <a:gd name="connsiteY3" fmla="*/ 3425777 h 3539127"/>
              <a:gd name="connsiteX4" fmla="*/ 22035 w 2303877"/>
              <a:gd name="connsiteY4" fmla="*/ 2448218 h 3539127"/>
              <a:gd name="connsiteX5" fmla="*/ 1177700 w 2303877"/>
              <a:gd name="connsiteY5" fmla="*/ 654980 h 3539127"/>
              <a:gd name="connsiteX0" fmla="*/ 1177700 w 2303877"/>
              <a:gd name="connsiteY0" fmla="*/ 811890 h 3696037"/>
              <a:gd name="connsiteX1" fmla="*/ 2105842 w 2303877"/>
              <a:gd name="connsiteY1" fmla="*/ 187237 h 3696037"/>
              <a:gd name="connsiteX2" fmla="*/ 1570986 w 2303877"/>
              <a:gd name="connsiteY2" fmla="*/ 2111432 h 3696037"/>
              <a:gd name="connsiteX3" fmla="*/ 1967759 w 2303877"/>
              <a:gd name="connsiteY3" fmla="*/ 3582687 h 3696037"/>
              <a:gd name="connsiteX4" fmla="*/ 22035 w 2303877"/>
              <a:gd name="connsiteY4" fmla="*/ 2605128 h 3696037"/>
              <a:gd name="connsiteX5" fmla="*/ 1177700 w 2303877"/>
              <a:gd name="connsiteY5" fmla="*/ 811890 h 3696037"/>
              <a:gd name="connsiteX0" fmla="*/ 1177700 w 2189200"/>
              <a:gd name="connsiteY0" fmla="*/ 811890 h 3696037"/>
              <a:gd name="connsiteX1" fmla="*/ 2105842 w 2189200"/>
              <a:gd name="connsiteY1" fmla="*/ 187237 h 3696037"/>
              <a:gd name="connsiteX2" fmla="*/ 1570986 w 2189200"/>
              <a:gd name="connsiteY2" fmla="*/ 2111432 h 3696037"/>
              <a:gd name="connsiteX3" fmla="*/ 1967759 w 2189200"/>
              <a:gd name="connsiteY3" fmla="*/ 3582687 h 3696037"/>
              <a:gd name="connsiteX4" fmla="*/ 22035 w 2189200"/>
              <a:gd name="connsiteY4" fmla="*/ 2605128 h 3696037"/>
              <a:gd name="connsiteX5" fmla="*/ 1177700 w 2189200"/>
              <a:gd name="connsiteY5" fmla="*/ 811890 h 3696037"/>
              <a:gd name="connsiteX0" fmla="*/ 1177700 w 2189200"/>
              <a:gd name="connsiteY0" fmla="*/ 743015 h 3627162"/>
              <a:gd name="connsiteX1" fmla="*/ 2105842 w 2189200"/>
              <a:gd name="connsiteY1" fmla="*/ 118362 h 3627162"/>
              <a:gd name="connsiteX2" fmla="*/ 1570986 w 2189200"/>
              <a:gd name="connsiteY2" fmla="*/ 2042557 h 3627162"/>
              <a:gd name="connsiteX3" fmla="*/ 1967759 w 2189200"/>
              <a:gd name="connsiteY3" fmla="*/ 3513812 h 3627162"/>
              <a:gd name="connsiteX4" fmla="*/ 22035 w 2189200"/>
              <a:gd name="connsiteY4" fmla="*/ 2536253 h 3627162"/>
              <a:gd name="connsiteX5" fmla="*/ 1177700 w 2189200"/>
              <a:gd name="connsiteY5" fmla="*/ 743015 h 3627162"/>
              <a:gd name="connsiteX0" fmla="*/ 1177700 w 2189200"/>
              <a:gd name="connsiteY0" fmla="*/ 695554 h 3579701"/>
              <a:gd name="connsiteX1" fmla="*/ 2105842 w 2189200"/>
              <a:gd name="connsiteY1" fmla="*/ 70901 h 3579701"/>
              <a:gd name="connsiteX2" fmla="*/ 1570986 w 2189200"/>
              <a:gd name="connsiteY2" fmla="*/ 1995096 h 3579701"/>
              <a:gd name="connsiteX3" fmla="*/ 1967759 w 2189200"/>
              <a:gd name="connsiteY3" fmla="*/ 3466351 h 3579701"/>
              <a:gd name="connsiteX4" fmla="*/ 22035 w 2189200"/>
              <a:gd name="connsiteY4" fmla="*/ 2488792 h 3579701"/>
              <a:gd name="connsiteX5" fmla="*/ 1177700 w 2189200"/>
              <a:gd name="connsiteY5" fmla="*/ 695554 h 3579701"/>
              <a:gd name="connsiteX0" fmla="*/ 1180449 w 2191949"/>
              <a:gd name="connsiteY0" fmla="*/ 695554 h 3579701"/>
              <a:gd name="connsiteX1" fmla="*/ 2108591 w 2191949"/>
              <a:gd name="connsiteY1" fmla="*/ 70901 h 3579701"/>
              <a:gd name="connsiteX2" fmla="*/ 1573735 w 2191949"/>
              <a:gd name="connsiteY2" fmla="*/ 1995096 h 3579701"/>
              <a:gd name="connsiteX3" fmla="*/ 1970508 w 2191949"/>
              <a:gd name="connsiteY3" fmla="*/ 3466351 h 3579701"/>
              <a:gd name="connsiteX4" fmla="*/ 24784 w 2191949"/>
              <a:gd name="connsiteY4" fmla="*/ 2488792 h 3579701"/>
              <a:gd name="connsiteX5" fmla="*/ 1180449 w 2191949"/>
              <a:gd name="connsiteY5" fmla="*/ 695554 h 3579701"/>
              <a:gd name="connsiteX0" fmla="*/ 1180449 w 2191949"/>
              <a:gd name="connsiteY0" fmla="*/ 688306 h 3572453"/>
              <a:gd name="connsiteX1" fmla="*/ 2108591 w 2191949"/>
              <a:gd name="connsiteY1" fmla="*/ 63653 h 3572453"/>
              <a:gd name="connsiteX2" fmla="*/ 1573735 w 2191949"/>
              <a:gd name="connsiteY2" fmla="*/ 1987848 h 3572453"/>
              <a:gd name="connsiteX3" fmla="*/ 1970508 w 2191949"/>
              <a:gd name="connsiteY3" fmla="*/ 3459103 h 3572453"/>
              <a:gd name="connsiteX4" fmla="*/ 24784 w 2191949"/>
              <a:gd name="connsiteY4" fmla="*/ 2481544 h 3572453"/>
              <a:gd name="connsiteX5" fmla="*/ 1180449 w 2191949"/>
              <a:gd name="connsiteY5" fmla="*/ 688306 h 3572453"/>
              <a:gd name="connsiteX0" fmla="*/ 1180449 w 2191949"/>
              <a:gd name="connsiteY0" fmla="*/ 683650 h 3567797"/>
              <a:gd name="connsiteX1" fmla="*/ 2108591 w 2191949"/>
              <a:gd name="connsiteY1" fmla="*/ 58997 h 3567797"/>
              <a:gd name="connsiteX2" fmla="*/ 1573735 w 2191949"/>
              <a:gd name="connsiteY2" fmla="*/ 1983192 h 3567797"/>
              <a:gd name="connsiteX3" fmla="*/ 1970508 w 2191949"/>
              <a:gd name="connsiteY3" fmla="*/ 3454447 h 3567797"/>
              <a:gd name="connsiteX4" fmla="*/ 24784 w 2191949"/>
              <a:gd name="connsiteY4" fmla="*/ 2476888 h 3567797"/>
              <a:gd name="connsiteX5" fmla="*/ 1180449 w 2191949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3164"/>
              <a:gd name="connsiteY0" fmla="*/ 683650 h 3567797"/>
              <a:gd name="connsiteX1" fmla="*/ 2108591 w 2193164"/>
              <a:gd name="connsiteY1" fmla="*/ 58997 h 3567797"/>
              <a:gd name="connsiteX2" fmla="*/ 1573735 w 2193164"/>
              <a:gd name="connsiteY2" fmla="*/ 1983192 h 3567797"/>
              <a:gd name="connsiteX3" fmla="*/ 1970508 w 2193164"/>
              <a:gd name="connsiteY3" fmla="*/ 3454447 h 3567797"/>
              <a:gd name="connsiteX4" fmla="*/ 24784 w 2193164"/>
              <a:gd name="connsiteY4" fmla="*/ 2476888 h 3567797"/>
              <a:gd name="connsiteX5" fmla="*/ 1180449 w 2193164"/>
              <a:gd name="connsiteY5" fmla="*/ 683650 h 3567797"/>
              <a:gd name="connsiteX0" fmla="*/ 1180310 w 2193025"/>
              <a:gd name="connsiteY0" fmla="*/ 683650 h 3567797"/>
              <a:gd name="connsiteX1" fmla="*/ 2108452 w 2193025"/>
              <a:gd name="connsiteY1" fmla="*/ 58997 h 3567797"/>
              <a:gd name="connsiteX2" fmla="*/ 1573596 w 2193025"/>
              <a:gd name="connsiteY2" fmla="*/ 1983192 h 3567797"/>
              <a:gd name="connsiteX3" fmla="*/ 1970369 w 2193025"/>
              <a:gd name="connsiteY3" fmla="*/ 3454447 h 3567797"/>
              <a:gd name="connsiteX4" fmla="*/ 24645 w 2193025"/>
              <a:gd name="connsiteY4" fmla="*/ 2476888 h 3567797"/>
              <a:gd name="connsiteX5" fmla="*/ 1180310 w 2193025"/>
              <a:gd name="connsiteY5" fmla="*/ 683650 h 3567797"/>
              <a:gd name="connsiteX0" fmla="*/ 1180310 w 2193025"/>
              <a:gd name="connsiteY0" fmla="*/ 693860 h 3578007"/>
              <a:gd name="connsiteX1" fmla="*/ 2108452 w 2193025"/>
              <a:gd name="connsiteY1" fmla="*/ 69207 h 3578007"/>
              <a:gd name="connsiteX2" fmla="*/ 1573596 w 2193025"/>
              <a:gd name="connsiteY2" fmla="*/ 1993402 h 3578007"/>
              <a:gd name="connsiteX3" fmla="*/ 1970369 w 2193025"/>
              <a:gd name="connsiteY3" fmla="*/ 3464657 h 3578007"/>
              <a:gd name="connsiteX4" fmla="*/ 24645 w 2193025"/>
              <a:gd name="connsiteY4" fmla="*/ 2487098 h 3578007"/>
              <a:gd name="connsiteX5" fmla="*/ 1180310 w 2193025"/>
              <a:gd name="connsiteY5" fmla="*/ 693860 h 3578007"/>
              <a:gd name="connsiteX0" fmla="*/ 1180310 w 2193025"/>
              <a:gd name="connsiteY0" fmla="*/ 693860 h 3581308"/>
              <a:gd name="connsiteX1" fmla="*/ 2108452 w 2193025"/>
              <a:gd name="connsiteY1" fmla="*/ 69207 h 3581308"/>
              <a:gd name="connsiteX2" fmla="*/ 1573596 w 2193025"/>
              <a:gd name="connsiteY2" fmla="*/ 1993402 h 3581308"/>
              <a:gd name="connsiteX3" fmla="*/ 1970369 w 2193025"/>
              <a:gd name="connsiteY3" fmla="*/ 3464657 h 3581308"/>
              <a:gd name="connsiteX4" fmla="*/ 24645 w 2193025"/>
              <a:gd name="connsiteY4" fmla="*/ 2487098 h 3581308"/>
              <a:gd name="connsiteX5" fmla="*/ 1180310 w 2193025"/>
              <a:gd name="connsiteY5" fmla="*/ 693860 h 3581308"/>
              <a:gd name="connsiteX0" fmla="*/ 1180701 w 2193416"/>
              <a:gd name="connsiteY0" fmla="*/ 693860 h 3581308"/>
              <a:gd name="connsiteX1" fmla="*/ 2108843 w 2193416"/>
              <a:gd name="connsiteY1" fmla="*/ 69207 h 3581308"/>
              <a:gd name="connsiteX2" fmla="*/ 1573987 w 2193416"/>
              <a:gd name="connsiteY2" fmla="*/ 1993402 h 3581308"/>
              <a:gd name="connsiteX3" fmla="*/ 1970760 w 2193416"/>
              <a:gd name="connsiteY3" fmla="*/ 3464657 h 3581308"/>
              <a:gd name="connsiteX4" fmla="*/ 25036 w 2193416"/>
              <a:gd name="connsiteY4" fmla="*/ 2487098 h 3581308"/>
              <a:gd name="connsiteX5" fmla="*/ 1180701 w 2193416"/>
              <a:gd name="connsiteY5" fmla="*/ 693860 h 3581308"/>
              <a:gd name="connsiteX0" fmla="*/ 928190 w 2150347"/>
              <a:gd name="connsiteY0" fmla="*/ 1084474 h 3508207"/>
              <a:gd name="connsiteX1" fmla="*/ 2108497 w 2150347"/>
              <a:gd name="connsiteY1" fmla="*/ 17094 h 3508207"/>
              <a:gd name="connsiteX2" fmla="*/ 1573641 w 2150347"/>
              <a:gd name="connsiteY2" fmla="*/ 1941289 h 3508207"/>
              <a:gd name="connsiteX3" fmla="*/ 1970414 w 2150347"/>
              <a:gd name="connsiteY3" fmla="*/ 3412544 h 3508207"/>
              <a:gd name="connsiteX4" fmla="*/ 24690 w 2150347"/>
              <a:gd name="connsiteY4" fmla="*/ 2434985 h 3508207"/>
              <a:gd name="connsiteX5" fmla="*/ 928190 w 2150347"/>
              <a:gd name="connsiteY5" fmla="*/ 1084474 h 3508207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4105 w 2214185"/>
              <a:gd name="connsiteY0" fmla="*/ 720680 h 3624865"/>
              <a:gd name="connsiteX1" fmla="*/ 1990259 w 2214185"/>
              <a:gd name="connsiteY1" fmla="*/ 56886 h 3624865"/>
              <a:gd name="connsiteX2" fmla="*/ 1628516 w 2214185"/>
              <a:gd name="connsiteY2" fmla="*/ 2052315 h 3624865"/>
              <a:gd name="connsiteX3" fmla="*/ 2025289 w 2214185"/>
              <a:gd name="connsiteY3" fmla="*/ 3523570 h 3624865"/>
              <a:gd name="connsiteX4" fmla="*/ 79565 w 2214185"/>
              <a:gd name="connsiteY4" fmla="*/ 2546011 h 3624865"/>
              <a:gd name="connsiteX5" fmla="*/ 534105 w 2214185"/>
              <a:gd name="connsiteY5" fmla="*/ 720680 h 3624865"/>
              <a:gd name="connsiteX0" fmla="*/ 534105 w 2214185"/>
              <a:gd name="connsiteY0" fmla="*/ 702134 h 3606319"/>
              <a:gd name="connsiteX1" fmla="*/ 1990259 w 2214185"/>
              <a:gd name="connsiteY1" fmla="*/ 38340 h 3606319"/>
              <a:gd name="connsiteX2" fmla="*/ 1628516 w 2214185"/>
              <a:gd name="connsiteY2" fmla="*/ 2033769 h 3606319"/>
              <a:gd name="connsiteX3" fmla="*/ 2025289 w 2214185"/>
              <a:gd name="connsiteY3" fmla="*/ 3505024 h 3606319"/>
              <a:gd name="connsiteX4" fmla="*/ 79565 w 2214185"/>
              <a:gd name="connsiteY4" fmla="*/ 2527465 h 3606319"/>
              <a:gd name="connsiteX5" fmla="*/ 534105 w 2214185"/>
              <a:gd name="connsiteY5" fmla="*/ 702134 h 3606319"/>
              <a:gd name="connsiteX0" fmla="*/ 591383 w 2201636"/>
              <a:gd name="connsiteY0" fmla="*/ 804752 h 3611345"/>
              <a:gd name="connsiteX1" fmla="*/ 1977710 w 2201636"/>
              <a:gd name="connsiteY1" fmla="*/ 44556 h 3611345"/>
              <a:gd name="connsiteX2" fmla="*/ 1615967 w 2201636"/>
              <a:gd name="connsiteY2" fmla="*/ 2039985 h 3611345"/>
              <a:gd name="connsiteX3" fmla="*/ 2012740 w 2201636"/>
              <a:gd name="connsiteY3" fmla="*/ 3511240 h 3611345"/>
              <a:gd name="connsiteX4" fmla="*/ 67016 w 2201636"/>
              <a:gd name="connsiteY4" fmla="*/ 2533681 h 3611345"/>
              <a:gd name="connsiteX5" fmla="*/ 591383 w 2201636"/>
              <a:gd name="connsiteY5" fmla="*/ 804752 h 3611345"/>
              <a:gd name="connsiteX0" fmla="*/ 621567 w 2231820"/>
              <a:gd name="connsiteY0" fmla="*/ 847596 h 3654189"/>
              <a:gd name="connsiteX1" fmla="*/ 2007894 w 2231820"/>
              <a:gd name="connsiteY1" fmla="*/ 87400 h 3654189"/>
              <a:gd name="connsiteX2" fmla="*/ 1646151 w 2231820"/>
              <a:gd name="connsiteY2" fmla="*/ 2082829 h 3654189"/>
              <a:gd name="connsiteX3" fmla="*/ 2042924 w 2231820"/>
              <a:gd name="connsiteY3" fmla="*/ 3554084 h 3654189"/>
              <a:gd name="connsiteX4" fmla="*/ 97200 w 2231820"/>
              <a:gd name="connsiteY4" fmla="*/ 2576525 h 3654189"/>
              <a:gd name="connsiteX5" fmla="*/ 621567 w 2231820"/>
              <a:gd name="connsiteY5" fmla="*/ 847596 h 36541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31820" h="3654189">
                <a:moveTo>
                  <a:pt x="621567" y="847596"/>
                </a:moveTo>
                <a:cubicBezTo>
                  <a:pt x="1178629" y="2845"/>
                  <a:pt x="1837130" y="-118472"/>
                  <a:pt x="2007894" y="87400"/>
                </a:cubicBezTo>
                <a:cubicBezTo>
                  <a:pt x="2178658" y="293272"/>
                  <a:pt x="1640313" y="1505048"/>
                  <a:pt x="1646151" y="2082829"/>
                </a:cubicBezTo>
                <a:cubicBezTo>
                  <a:pt x="1651989" y="2660610"/>
                  <a:pt x="2633224" y="3039235"/>
                  <a:pt x="2042924" y="3554084"/>
                </a:cubicBezTo>
                <a:cubicBezTo>
                  <a:pt x="1576966" y="3960484"/>
                  <a:pt x="334093" y="3027606"/>
                  <a:pt x="97200" y="2576525"/>
                </a:cubicBezTo>
                <a:cubicBezTo>
                  <a:pt x="-139693" y="2125444"/>
                  <a:pt x="64505" y="1692347"/>
                  <a:pt x="621567" y="847596"/>
                </a:cubicBezTo>
                <a:close/>
              </a:path>
            </a:pathLst>
          </a:custGeom>
          <a:solidFill>
            <a:srgbClr val="3EB19B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Freihandform 14">
            <a:extLst>
              <a:ext uri="{FF2B5EF4-FFF2-40B4-BE49-F238E27FC236}">
                <a16:creationId xmlns:a16="http://schemas.microsoft.com/office/drawing/2014/main" id="{DE57907C-840A-5BB1-5D69-DE4552E00CDF}"/>
              </a:ext>
            </a:extLst>
          </p:cNvPr>
          <p:cNvSpPr/>
          <p:nvPr userDrawn="1"/>
        </p:nvSpPr>
        <p:spPr>
          <a:xfrm rot="12433821">
            <a:off x="6943358" y="-1183844"/>
            <a:ext cx="6379201" cy="7374662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2630869"/>
              <a:gd name="connsiteY0" fmla="*/ 1913201 h 4484060"/>
              <a:gd name="connsiteX1" fmla="*/ 2156275 w 2630869"/>
              <a:gd name="connsiteY1" fmla="*/ 89473 h 4484060"/>
              <a:gd name="connsiteX2" fmla="*/ 2574031 w 2630869"/>
              <a:gd name="connsiteY2" fmla="*/ 2543820 h 4484060"/>
              <a:gd name="connsiteX3" fmla="*/ 2321781 w 2630869"/>
              <a:gd name="connsiteY3" fmla="*/ 4351600 h 4484060"/>
              <a:gd name="connsiteX4" fmla="*/ 51546 w 2630869"/>
              <a:gd name="connsiteY4" fmla="*/ 3542304 h 4484060"/>
              <a:gd name="connsiteX5" fmla="*/ 829312 w 2630869"/>
              <a:gd name="connsiteY5" fmla="*/ 1913201 h 4484060"/>
              <a:gd name="connsiteX0" fmla="*/ 829312 w 2634983"/>
              <a:gd name="connsiteY0" fmla="*/ 1913201 h 4484060"/>
              <a:gd name="connsiteX1" fmla="*/ 2156275 w 2634983"/>
              <a:gd name="connsiteY1" fmla="*/ 89473 h 4484060"/>
              <a:gd name="connsiteX2" fmla="*/ 2574031 w 2634983"/>
              <a:gd name="connsiteY2" fmla="*/ 2543820 h 4484060"/>
              <a:gd name="connsiteX3" fmla="*/ 2321781 w 2634983"/>
              <a:gd name="connsiteY3" fmla="*/ 4351600 h 4484060"/>
              <a:gd name="connsiteX4" fmla="*/ 51546 w 2634983"/>
              <a:gd name="connsiteY4" fmla="*/ 3542304 h 4484060"/>
              <a:gd name="connsiteX5" fmla="*/ 829312 w 2634983"/>
              <a:gd name="connsiteY5" fmla="*/ 1913201 h 4484060"/>
              <a:gd name="connsiteX0" fmla="*/ 829312 w 2634983"/>
              <a:gd name="connsiteY0" fmla="*/ 1823911 h 4394770"/>
              <a:gd name="connsiteX1" fmla="*/ 2156275 w 2634983"/>
              <a:gd name="connsiteY1" fmla="*/ 183 h 4394770"/>
              <a:gd name="connsiteX2" fmla="*/ 2574031 w 2634983"/>
              <a:gd name="connsiteY2" fmla="*/ 2454530 h 4394770"/>
              <a:gd name="connsiteX3" fmla="*/ 2321781 w 2634983"/>
              <a:gd name="connsiteY3" fmla="*/ 4262310 h 4394770"/>
              <a:gd name="connsiteX4" fmla="*/ 51546 w 2634983"/>
              <a:gd name="connsiteY4" fmla="*/ 3453014 h 4394770"/>
              <a:gd name="connsiteX5" fmla="*/ 829312 w 2634983"/>
              <a:gd name="connsiteY5" fmla="*/ 1823911 h 4394770"/>
              <a:gd name="connsiteX0" fmla="*/ 550921 w 2356592"/>
              <a:gd name="connsiteY0" fmla="*/ 1823911 h 4375660"/>
              <a:gd name="connsiteX1" fmla="*/ 1877884 w 2356592"/>
              <a:gd name="connsiteY1" fmla="*/ 183 h 4375660"/>
              <a:gd name="connsiteX2" fmla="*/ 2295640 w 2356592"/>
              <a:gd name="connsiteY2" fmla="*/ 2454530 h 4375660"/>
              <a:gd name="connsiteX3" fmla="*/ 2043390 w 2356592"/>
              <a:gd name="connsiteY3" fmla="*/ 4262310 h 4375660"/>
              <a:gd name="connsiteX4" fmla="*/ 97666 w 2356592"/>
              <a:gd name="connsiteY4" fmla="*/ 3284751 h 4375660"/>
              <a:gd name="connsiteX5" fmla="*/ 550921 w 2356592"/>
              <a:gd name="connsiteY5" fmla="*/ 1823911 h 4375660"/>
              <a:gd name="connsiteX0" fmla="*/ 1187626 w 2290887"/>
              <a:gd name="connsiteY0" fmla="*/ 1491571 h 4375718"/>
              <a:gd name="connsiteX1" fmla="*/ 1812179 w 2290887"/>
              <a:gd name="connsiteY1" fmla="*/ 241 h 4375718"/>
              <a:gd name="connsiteX2" fmla="*/ 2229935 w 2290887"/>
              <a:gd name="connsiteY2" fmla="*/ 2454588 h 4375718"/>
              <a:gd name="connsiteX3" fmla="*/ 1977685 w 2290887"/>
              <a:gd name="connsiteY3" fmla="*/ 4262368 h 4375718"/>
              <a:gd name="connsiteX4" fmla="*/ 31961 w 2290887"/>
              <a:gd name="connsiteY4" fmla="*/ 3284809 h 4375718"/>
              <a:gd name="connsiteX5" fmla="*/ 1187626 w 2290887"/>
              <a:gd name="connsiteY5" fmla="*/ 1491571 h 4375718"/>
              <a:gd name="connsiteX0" fmla="*/ 1187626 w 2290887"/>
              <a:gd name="connsiteY0" fmla="*/ 1491690 h 4375837"/>
              <a:gd name="connsiteX1" fmla="*/ 1812179 w 2290887"/>
              <a:gd name="connsiteY1" fmla="*/ 360 h 4375837"/>
              <a:gd name="connsiteX2" fmla="*/ 2229935 w 2290887"/>
              <a:gd name="connsiteY2" fmla="*/ 2454707 h 4375837"/>
              <a:gd name="connsiteX3" fmla="*/ 1977685 w 2290887"/>
              <a:gd name="connsiteY3" fmla="*/ 4262487 h 4375837"/>
              <a:gd name="connsiteX4" fmla="*/ 31961 w 2290887"/>
              <a:gd name="connsiteY4" fmla="*/ 3284928 h 4375837"/>
              <a:gd name="connsiteX5" fmla="*/ 1187626 w 2290887"/>
              <a:gd name="connsiteY5" fmla="*/ 1491690 h 4375837"/>
              <a:gd name="connsiteX0" fmla="*/ 1177700 w 2280961"/>
              <a:gd name="connsiteY0" fmla="*/ 1491690 h 4375837"/>
              <a:gd name="connsiteX1" fmla="*/ 1802253 w 2280961"/>
              <a:gd name="connsiteY1" fmla="*/ 360 h 4375837"/>
              <a:gd name="connsiteX2" fmla="*/ 2220009 w 2280961"/>
              <a:gd name="connsiteY2" fmla="*/ 2454707 h 4375837"/>
              <a:gd name="connsiteX3" fmla="*/ 1967759 w 2280961"/>
              <a:gd name="connsiteY3" fmla="*/ 4262487 h 4375837"/>
              <a:gd name="connsiteX4" fmla="*/ 22035 w 2280961"/>
              <a:gd name="connsiteY4" fmla="*/ 3284928 h 4375837"/>
              <a:gd name="connsiteX5" fmla="*/ 1177700 w 2280961"/>
              <a:gd name="connsiteY5" fmla="*/ 1491690 h 4375837"/>
              <a:gd name="connsiteX0" fmla="*/ 1177700 w 2132201"/>
              <a:gd name="connsiteY0" fmla="*/ 1491690 h 4375837"/>
              <a:gd name="connsiteX1" fmla="*/ 1802253 w 2132201"/>
              <a:gd name="connsiteY1" fmla="*/ 360 h 4375837"/>
              <a:gd name="connsiteX2" fmla="*/ 1570986 w 2132201"/>
              <a:gd name="connsiteY2" fmla="*/ 2791232 h 4375837"/>
              <a:gd name="connsiteX3" fmla="*/ 1967759 w 2132201"/>
              <a:gd name="connsiteY3" fmla="*/ 4262487 h 4375837"/>
              <a:gd name="connsiteX4" fmla="*/ 22035 w 2132201"/>
              <a:gd name="connsiteY4" fmla="*/ 3284928 h 4375837"/>
              <a:gd name="connsiteX5" fmla="*/ 1177700 w 2132201"/>
              <a:gd name="connsiteY5" fmla="*/ 1491690 h 4375837"/>
              <a:gd name="connsiteX0" fmla="*/ 1177700 w 2303877"/>
              <a:gd name="connsiteY0" fmla="*/ 654980 h 3539127"/>
              <a:gd name="connsiteX1" fmla="*/ 2105842 w 2303877"/>
              <a:gd name="connsiteY1" fmla="*/ 30327 h 3539127"/>
              <a:gd name="connsiteX2" fmla="*/ 1570986 w 2303877"/>
              <a:gd name="connsiteY2" fmla="*/ 1954522 h 3539127"/>
              <a:gd name="connsiteX3" fmla="*/ 1967759 w 2303877"/>
              <a:gd name="connsiteY3" fmla="*/ 3425777 h 3539127"/>
              <a:gd name="connsiteX4" fmla="*/ 22035 w 2303877"/>
              <a:gd name="connsiteY4" fmla="*/ 2448218 h 3539127"/>
              <a:gd name="connsiteX5" fmla="*/ 1177700 w 2303877"/>
              <a:gd name="connsiteY5" fmla="*/ 654980 h 3539127"/>
              <a:gd name="connsiteX0" fmla="*/ 1177700 w 2303877"/>
              <a:gd name="connsiteY0" fmla="*/ 811890 h 3696037"/>
              <a:gd name="connsiteX1" fmla="*/ 2105842 w 2303877"/>
              <a:gd name="connsiteY1" fmla="*/ 187237 h 3696037"/>
              <a:gd name="connsiteX2" fmla="*/ 1570986 w 2303877"/>
              <a:gd name="connsiteY2" fmla="*/ 2111432 h 3696037"/>
              <a:gd name="connsiteX3" fmla="*/ 1967759 w 2303877"/>
              <a:gd name="connsiteY3" fmla="*/ 3582687 h 3696037"/>
              <a:gd name="connsiteX4" fmla="*/ 22035 w 2303877"/>
              <a:gd name="connsiteY4" fmla="*/ 2605128 h 3696037"/>
              <a:gd name="connsiteX5" fmla="*/ 1177700 w 2303877"/>
              <a:gd name="connsiteY5" fmla="*/ 811890 h 3696037"/>
              <a:gd name="connsiteX0" fmla="*/ 1177700 w 2189200"/>
              <a:gd name="connsiteY0" fmla="*/ 811890 h 3696037"/>
              <a:gd name="connsiteX1" fmla="*/ 2105842 w 2189200"/>
              <a:gd name="connsiteY1" fmla="*/ 187237 h 3696037"/>
              <a:gd name="connsiteX2" fmla="*/ 1570986 w 2189200"/>
              <a:gd name="connsiteY2" fmla="*/ 2111432 h 3696037"/>
              <a:gd name="connsiteX3" fmla="*/ 1967759 w 2189200"/>
              <a:gd name="connsiteY3" fmla="*/ 3582687 h 3696037"/>
              <a:gd name="connsiteX4" fmla="*/ 22035 w 2189200"/>
              <a:gd name="connsiteY4" fmla="*/ 2605128 h 3696037"/>
              <a:gd name="connsiteX5" fmla="*/ 1177700 w 2189200"/>
              <a:gd name="connsiteY5" fmla="*/ 811890 h 3696037"/>
              <a:gd name="connsiteX0" fmla="*/ 1177700 w 2189200"/>
              <a:gd name="connsiteY0" fmla="*/ 743015 h 3627162"/>
              <a:gd name="connsiteX1" fmla="*/ 2105842 w 2189200"/>
              <a:gd name="connsiteY1" fmla="*/ 118362 h 3627162"/>
              <a:gd name="connsiteX2" fmla="*/ 1570986 w 2189200"/>
              <a:gd name="connsiteY2" fmla="*/ 2042557 h 3627162"/>
              <a:gd name="connsiteX3" fmla="*/ 1967759 w 2189200"/>
              <a:gd name="connsiteY3" fmla="*/ 3513812 h 3627162"/>
              <a:gd name="connsiteX4" fmla="*/ 22035 w 2189200"/>
              <a:gd name="connsiteY4" fmla="*/ 2536253 h 3627162"/>
              <a:gd name="connsiteX5" fmla="*/ 1177700 w 2189200"/>
              <a:gd name="connsiteY5" fmla="*/ 743015 h 3627162"/>
              <a:gd name="connsiteX0" fmla="*/ 1177700 w 2189200"/>
              <a:gd name="connsiteY0" fmla="*/ 695554 h 3579701"/>
              <a:gd name="connsiteX1" fmla="*/ 2105842 w 2189200"/>
              <a:gd name="connsiteY1" fmla="*/ 70901 h 3579701"/>
              <a:gd name="connsiteX2" fmla="*/ 1570986 w 2189200"/>
              <a:gd name="connsiteY2" fmla="*/ 1995096 h 3579701"/>
              <a:gd name="connsiteX3" fmla="*/ 1967759 w 2189200"/>
              <a:gd name="connsiteY3" fmla="*/ 3466351 h 3579701"/>
              <a:gd name="connsiteX4" fmla="*/ 22035 w 2189200"/>
              <a:gd name="connsiteY4" fmla="*/ 2488792 h 3579701"/>
              <a:gd name="connsiteX5" fmla="*/ 1177700 w 2189200"/>
              <a:gd name="connsiteY5" fmla="*/ 695554 h 3579701"/>
              <a:gd name="connsiteX0" fmla="*/ 1180449 w 2191949"/>
              <a:gd name="connsiteY0" fmla="*/ 695554 h 3579701"/>
              <a:gd name="connsiteX1" fmla="*/ 2108591 w 2191949"/>
              <a:gd name="connsiteY1" fmla="*/ 70901 h 3579701"/>
              <a:gd name="connsiteX2" fmla="*/ 1573735 w 2191949"/>
              <a:gd name="connsiteY2" fmla="*/ 1995096 h 3579701"/>
              <a:gd name="connsiteX3" fmla="*/ 1970508 w 2191949"/>
              <a:gd name="connsiteY3" fmla="*/ 3466351 h 3579701"/>
              <a:gd name="connsiteX4" fmla="*/ 24784 w 2191949"/>
              <a:gd name="connsiteY4" fmla="*/ 2488792 h 3579701"/>
              <a:gd name="connsiteX5" fmla="*/ 1180449 w 2191949"/>
              <a:gd name="connsiteY5" fmla="*/ 695554 h 3579701"/>
              <a:gd name="connsiteX0" fmla="*/ 1180449 w 2191949"/>
              <a:gd name="connsiteY0" fmla="*/ 688306 h 3572453"/>
              <a:gd name="connsiteX1" fmla="*/ 2108591 w 2191949"/>
              <a:gd name="connsiteY1" fmla="*/ 63653 h 3572453"/>
              <a:gd name="connsiteX2" fmla="*/ 1573735 w 2191949"/>
              <a:gd name="connsiteY2" fmla="*/ 1987848 h 3572453"/>
              <a:gd name="connsiteX3" fmla="*/ 1970508 w 2191949"/>
              <a:gd name="connsiteY3" fmla="*/ 3459103 h 3572453"/>
              <a:gd name="connsiteX4" fmla="*/ 24784 w 2191949"/>
              <a:gd name="connsiteY4" fmla="*/ 2481544 h 3572453"/>
              <a:gd name="connsiteX5" fmla="*/ 1180449 w 2191949"/>
              <a:gd name="connsiteY5" fmla="*/ 688306 h 3572453"/>
              <a:gd name="connsiteX0" fmla="*/ 1180449 w 2191949"/>
              <a:gd name="connsiteY0" fmla="*/ 683650 h 3567797"/>
              <a:gd name="connsiteX1" fmla="*/ 2108591 w 2191949"/>
              <a:gd name="connsiteY1" fmla="*/ 58997 h 3567797"/>
              <a:gd name="connsiteX2" fmla="*/ 1573735 w 2191949"/>
              <a:gd name="connsiteY2" fmla="*/ 1983192 h 3567797"/>
              <a:gd name="connsiteX3" fmla="*/ 1970508 w 2191949"/>
              <a:gd name="connsiteY3" fmla="*/ 3454447 h 3567797"/>
              <a:gd name="connsiteX4" fmla="*/ 24784 w 2191949"/>
              <a:gd name="connsiteY4" fmla="*/ 2476888 h 3567797"/>
              <a:gd name="connsiteX5" fmla="*/ 1180449 w 2191949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3164"/>
              <a:gd name="connsiteY0" fmla="*/ 683650 h 3567797"/>
              <a:gd name="connsiteX1" fmla="*/ 2108591 w 2193164"/>
              <a:gd name="connsiteY1" fmla="*/ 58997 h 3567797"/>
              <a:gd name="connsiteX2" fmla="*/ 1573735 w 2193164"/>
              <a:gd name="connsiteY2" fmla="*/ 1983192 h 3567797"/>
              <a:gd name="connsiteX3" fmla="*/ 1970508 w 2193164"/>
              <a:gd name="connsiteY3" fmla="*/ 3454447 h 3567797"/>
              <a:gd name="connsiteX4" fmla="*/ 24784 w 2193164"/>
              <a:gd name="connsiteY4" fmla="*/ 2476888 h 3567797"/>
              <a:gd name="connsiteX5" fmla="*/ 1180449 w 2193164"/>
              <a:gd name="connsiteY5" fmla="*/ 683650 h 3567797"/>
              <a:gd name="connsiteX0" fmla="*/ 1180310 w 2193025"/>
              <a:gd name="connsiteY0" fmla="*/ 683650 h 3567797"/>
              <a:gd name="connsiteX1" fmla="*/ 2108452 w 2193025"/>
              <a:gd name="connsiteY1" fmla="*/ 58997 h 3567797"/>
              <a:gd name="connsiteX2" fmla="*/ 1573596 w 2193025"/>
              <a:gd name="connsiteY2" fmla="*/ 1983192 h 3567797"/>
              <a:gd name="connsiteX3" fmla="*/ 1970369 w 2193025"/>
              <a:gd name="connsiteY3" fmla="*/ 3454447 h 3567797"/>
              <a:gd name="connsiteX4" fmla="*/ 24645 w 2193025"/>
              <a:gd name="connsiteY4" fmla="*/ 2476888 h 3567797"/>
              <a:gd name="connsiteX5" fmla="*/ 1180310 w 2193025"/>
              <a:gd name="connsiteY5" fmla="*/ 683650 h 3567797"/>
              <a:gd name="connsiteX0" fmla="*/ 1180310 w 2193025"/>
              <a:gd name="connsiteY0" fmla="*/ 693860 h 3578007"/>
              <a:gd name="connsiteX1" fmla="*/ 2108452 w 2193025"/>
              <a:gd name="connsiteY1" fmla="*/ 69207 h 3578007"/>
              <a:gd name="connsiteX2" fmla="*/ 1573596 w 2193025"/>
              <a:gd name="connsiteY2" fmla="*/ 1993402 h 3578007"/>
              <a:gd name="connsiteX3" fmla="*/ 1970369 w 2193025"/>
              <a:gd name="connsiteY3" fmla="*/ 3464657 h 3578007"/>
              <a:gd name="connsiteX4" fmla="*/ 24645 w 2193025"/>
              <a:gd name="connsiteY4" fmla="*/ 2487098 h 3578007"/>
              <a:gd name="connsiteX5" fmla="*/ 1180310 w 2193025"/>
              <a:gd name="connsiteY5" fmla="*/ 693860 h 3578007"/>
              <a:gd name="connsiteX0" fmla="*/ 1180310 w 2193025"/>
              <a:gd name="connsiteY0" fmla="*/ 693860 h 3581308"/>
              <a:gd name="connsiteX1" fmla="*/ 2108452 w 2193025"/>
              <a:gd name="connsiteY1" fmla="*/ 69207 h 3581308"/>
              <a:gd name="connsiteX2" fmla="*/ 1573596 w 2193025"/>
              <a:gd name="connsiteY2" fmla="*/ 1993402 h 3581308"/>
              <a:gd name="connsiteX3" fmla="*/ 1970369 w 2193025"/>
              <a:gd name="connsiteY3" fmla="*/ 3464657 h 3581308"/>
              <a:gd name="connsiteX4" fmla="*/ 24645 w 2193025"/>
              <a:gd name="connsiteY4" fmla="*/ 2487098 h 3581308"/>
              <a:gd name="connsiteX5" fmla="*/ 1180310 w 2193025"/>
              <a:gd name="connsiteY5" fmla="*/ 693860 h 3581308"/>
              <a:gd name="connsiteX0" fmla="*/ 1180701 w 2193416"/>
              <a:gd name="connsiteY0" fmla="*/ 693860 h 3581308"/>
              <a:gd name="connsiteX1" fmla="*/ 2108843 w 2193416"/>
              <a:gd name="connsiteY1" fmla="*/ 69207 h 3581308"/>
              <a:gd name="connsiteX2" fmla="*/ 1573987 w 2193416"/>
              <a:gd name="connsiteY2" fmla="*/ 1993402 h 3581308"/>
              <a:gd name="connsiteX3" fmla="*/ 1970760 w 2193416"/>
              <a:gd name="connsiteY3" fmla="*/ 3464657 h 3581308"/>
              <a:gd name="connsiteX4" fmla="*/ 25036 w 2193416"/>
              <a:gd name="connsiteY4" fmla="*/ 2487098 h 3581308"/>
              <a:gd name="connsiteX5" fmla="*/ 1180701 w 2193416"/>
              <a:gd name="connsiteY5" fmla="*/ 693860 h 3581308"/>
              <a:gd name="connsiteX0" fmla="*/ 928190 w 2150347"/>
              <a:gd name="connsiteY0" fmla="*/ 1084474 h 3508207"/>
              <a:gd name="connsiteX1" fmla="*/ 2108497 w 2150347"/>
              <a:gd name="connsiteY1" fmla="*/ 17094 h 3508207"/>
              <a:gd name="connsiteX2" fmla="*/ 1573641 w 2150347"/>
              <a:gd name="connsiteY2" fmla="*/ 1941289 h 3508207"/>
              <a:gd name="connsiteX3" fmla="*/ 1970414 w 2150347"/>
              <a:gd name="connsiteY3" fmla="*/ 3412544 h 3508207"/>
              <a:gd name="connsiteX4" fmla="*/ 24690 w 2150347"/>
              <a:gd name="connsiteY4" fmla="*/ 2434985 h 3508207"/>
              <a:gd name="connsiteX5" fmla="*/ 928190 w 2150347"/>
              <a:gd name="connsiteY5" fmla="*/ 1084474 h 3508207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4105 w 2214185"/>
              <a:gd name="connsiteY0" fmla="*/ 720680 h 3624865"/>
              <a:gd name="connsiteX1" fmla="*/ 1990259 w 2214185"/>
              <a:gd name="connsiteY1" fmla="*/ 56886 h 3624865"/>
              <a:gd name="connsiteX2" fmla="*/ 1628516 w 2214185"/>
              <a:gd name="connsiteY2" fmla="*/ 2052315 h 3624865"/>
              <a:gd name="connsiteX3" fmla="*/ 2025289 w 2214185"/>
              <a:gd name="connsiteY3" fmla="*/ 3523570 h 3624865"/>
              <a:gd name="connsiteX4" fmla="*/ 79565 w 2214185"/>
              <a:gd name="connsiteY4" fmla="*/ 2546011 h 3624865"/>
              <a:gd name="connsiteX5" fmla="*/ 534105 w 2214185"/>
              <a:gd name="connsiteY5" fmla="*/ 720680 h 3624865"/>
              <a:gd name="connsiteX0" fmla="*/ 534105 w 2214185"/>
              <a:gd name="connsiteY0" fmla="*/ 702134 h 3606319"/>
              <a:gd name="connsiteX1" fmla="*/ 1990259 w 2214185"/>
              <a:gd name="connsiteY1" fmla="*/ 38340 h 3606319"/>
              <a:gd name="connsiteX2" fmla="*/ 1628516 w 2214185"/>
              <a:gd name="connsiteY2" fmla="*/ 2033769 h 3606319"/>
              <a:gd name="connsiteX3" fmla="*/ 2025289 w 2214185"/>
              <a:gd name="connsiteY3" fmla="*/ 3505024 h 3606319"/>
              <a:gd name="connsiteX4" fmla="*/ 79565 w 2214185"/>
              <a:gd name="connsiteY4" fmla="*/ 2527465 h 3606319"/>
              <a:gd name="connsiteX5" fmla="*/ 534105 w 2214185"/>
              <a:gd name="connsiteY5" fmla="*/ 702134 h 3606319"/>
              <a:gd name="connsiteX0" fmla="*/ 591383 w 2201636"/>
              <a:gd name="connsiteY0" fmla="*/ 804752 h 3611345"/>
              <a:gd name="connsiteX1" fmla="*/ 1977710 w 2201636"/>
              <a:gd name="connsiteY1" fmla="*/ 44556 h 3611345"/>
              <a:gd name="connsiteX2" fmla="*/ 1615967 w 2201636"/>
              <a:gd name="connsiteY2" fmla="*/ 2039985 h 3611345"/>
              <a:gd name="connsiteX3" fmla="*/ 2012740 w 2201636"/>
              <a:gd name="connsiteY3" fmla="*/ 3511240 h 3611345"/>
              <a:gd name="connsiteX4" fmla="*/ 67016 w 2201636"/>
              <a:gd name="connsiteY4" fmla="*/ 2533681 h 3611345"/>
              <a:gd name="connsiteX5" fmla="*/ 591383 w 2201636"/>
              <a:gd name="connsiteY5" fmla="*/ 804752 h 3611345"/>
              <a:gd name="connsiteX0" fmla="*/ 621567 w 2231820"/>
              <a:gd name="connsiteY0" fmla="*/ 847596 h 3654189"/>
              <a:gd name="connsiteX1" fmla="*/ 2007894 w 2231820"/>
              <a:gd name="connsiteY1" fmla="*/ 87400 h 3654189"/>
              <a:gd name="connsiteX2" fmla="*/ 1646151 w 2231820"/>
              <a:gd name="connsiteY2" fmla="*/ 2082829 h 3654189"/>
              <a:gd name="connsiteX3" fmla="*/ 2042924 w 2231820"/>
              <a:gd name="connsiteY3" fmla="*/ 3554084 h 3654189"/>
              <a:gd name="connsiteX4" fmla="*/ 97200 w 2231820"/>
              <a:gd name="connsiteY4" fmla="*/ 2576525 h 3654189"/>
              <a:gd name="connsiteX5" fmla="*/ 621567 w 2231820"/>
              <a:gd name="connsiteY5" fmla="*/ 847596 h 36541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31820" h="3654189">
                <a:moveTo>
                  <a:pt x="621567" y="847596"/>
                </a:moveTo>
                <a:cubicBezTo>
                  <a:pt x="1178629" y="2845"/>
                  <a:pt x="1837130" y="-118472"/>
                  <a:pt x="2007894" y="87400"/>
                </a:cubicBezTo>
                <a:cubicBezTo>
                  <a:pt x="2178658" y="293272"/>
                  <a:pt x="1640313" y="1505048"/>
                  <a:pt x="1646151" y="2082829"/>
                </a:cubicBezTo>
                <a:cubicBezTo>
                  <a:pt x="1651989" y="2660610"/>
                  <a:pt x="2633224" y="3039235"/>
                  <a:pt x="2042924" y="3554084"/>
                </a:cubicBezTo>
                <a:cubicBezTo>
                  <a:pt x="1576966" y="3960484"/>
                  <a:pt x="334093" y="3027606"/>
                  <a:pt x="97200" y="2576525"/>
                </a:cubicBezTo>
                <a:cubicBezTo>
                  <a:pt x="-139693" y="2125444"/>
                  <a:pt x="64505" y="1692347"/>
                  <a:pt x="621567" y="847596"/>
                </a:cubicBezTo>
                <a:close/>
              </a:path>
            </a:pathLst>
          </a:custGeom>
          <a:noFill/>
          <a:ln w="76200">
            <a:solidFill>
              <a:srgbClr val="3EB19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Freihandform 7">
            <a:extLst>
              <a:ext uri="{FF2B5EF4-FFF2-40B4-BE49-F238E27FC236}">
                <a16:creationId xmlns:a16="http://schemas.microsoft.com/office/drawing/2014/main" id="{53FEF7C6-490A-61FF-48B8-041F69BF613C}"/>
              </a:ext>
            </a:extLst>
          </p:cNvPr>
          <p:cNvSpPr/>
          <p:nvPr userDrawn="1"/>
        </p:nvSpPr>
        <p:spPr>
          <a:xfrm rot="10129930">
            <a:off x="-2360171" y="-819992"/>
            <a:ext cx="5954496" cy="5169791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2630869"/>
              <a:gd name="connsiteY0" fmla="*/ 1913201 h 4484060"/>
              <a:gd name="connsiteX1" fmla="*/ 2156275 w 2630869"/>
              <a:gd name="connsiteY1" fmla="*/ 89473 h 4484060"/>
              <a:gd name="connsiteX2" fmla="*/ 2574031 w 2630869"/>
              <a:gd name="connsiteY2" fmla="*/ 2543820 h 4484060"/>
              <a:gd name="connsiteX3" fmla="*/ 2321781 w 2630869"/>
              <a:gd name="connsiteY3" fmla="*/ 4351600 h 4484060"/>
              <a:gd name="connsiteX4" fmla="*/ 51546 w 2630869"/>
              <a:gd name="connsiteY4" fmla="*/ 3542304 h 4484060"/>
              <a:gd name="connsiteX5" fmla="*/ 829312 w 2630869"/>
              <a:gd name="connsiteY5" fmla="*/ 1913201 h 4484060"/>
              <a:gd name="connsiteX0" fmla="*/ 829312 w 2634983"/>
              <a:gd name="connsiteY0" fmla="*/ 1913201 h 4484060"/>
              <a:gd name="connsiteX1" fmla="*/ 2156275 w 2634983"/>
              <a:gd name="connsiteY1" fmla="*/ 89473 h 4484060"/>
              <a:gd name="connsiteX2" fmla="*/ 2574031 w 2634983"/>
              <a:gd name="connsiteY2" fmla="*/ 2543820 h 4484060"/>
              <a:gd name="connsiteX3" fmla="*/ 2321781 w 2634983"/>
              <a:gd name="connsiteY3" fmla="*/ 4351600 h 4484060"/>
              <a:gd name="connsiteX4" fmla="*/ 51546 w 2634983"/>
              <a:gd name="connsiteY4" fmla="*/ 3542304 h 4484060"/>
              <a:gd name="connsiteX5" fmla="*/ 829312 w 2634983"/>
              <a:gd name="connsiteY5" fmla="*/ 1913201 h 4484060"/>
              <a:gd name="connsiteX0" fmla="*/ 829312 w 2634983"/>
              <a:gd name="connsiteY0" fmla="*/ 1823911 h 4394770"/>
              <a:gd name="connsiteX1" fmla="*/ 2156275 w 2634983"/>
              <a:gd name="connsiteY1" fmla="*/ 183 h 4394770"/>
              <a:gd name="connsiteX2" fmla="*/ 2574031 w 2634983"/>
              <a:gd name="connsiteY2" fmla="*/ 2454530 h 4394770"/>
              <a:gd name="connsiteX3" fmla="*/ 2321781 w 2634983"/>
              <a:gd name="connsiteY3" fmla="*/ 4262310 h 4394770"/>
              <a:gd name="connsiteX4" fmla="*/ 51546 w 2634983"/>
              <a:gd name="connsiteY4" fmla="*/ 3453014 h 4394770"/>
              <a:gd name="connsiteX5" fmla="*/ 829312 w 2634983"/>
              <a:gd name="connsiteY5" fmla="*/ 1823911 h 4394770"/>
              <a:gd name="connsiteX0" fmla="*/ 550921 w 2356592"/>
              <a:gd name="connsiteY0" fmla="*/ 1823911 h 4375660"/>
              <a:gd name="connsiteX1" fmla="*/ 1877884 w 2356592"/>
              <a:gd name="connsiteY1" fmla="*/ 183 h 4375660"/>
              <a:gd name="connsiteX2" fmla="*/ 2295640 w 2356592"/>
              <a:gd name="connsiteY2" fmla="*/ 2454530 h 4375660"/>
              <a:gd name="connsiteX3" fmla="*/ 2043390 w 2356592"/>
              <a:gd name="connsiteY3" fmla="*/ 4262310 h 4375660"/>
              <a:gd name="connsiteX4" fmla="*/ 97666 w 2356592"/>
              <a:gd name="connsiteY4" fmla="*/ 3284751 h 4375660"/>
              <a:gd name="connsiteX5" fmla="*/ 550921 w 2356592"/>
              <a:gd name="connsiteY5" fmla="*/ 1823911 h 4375660"/>
              <a:gd name="connsiteX0" fmla="*/ 1187626 w 2290887"/>
              <a:gd name="connsiteY0" fmla="*/ 1491571 h 4375718"/>
              <a:gd name="connsiteX1" fmla="*/ 1812179 w 2290887"/>
              <a:gd name="connsiteY1" fmla="*/ 241 h 4375718"/>
              <a:gd name="connsiteX2" fmla="*/ 2229935 w 2290887"/>
              <a:gd name="connsiteY2" fmla="*/ 2454588 h 4375718"/>
              <a:gd name="connsiteX3" fmla="*/ 1977685 w 2290887"/>
              <a:gd name="connsiteY3" fmla="*/ 4262368 h 4375718"/>
              <a:gd name="connsiteX4" fmla="*/ 31961 w 2290887"/>
              <a:gd name="connsiteY4" fmla="*/ 3284809 h 4375718"/>
              <a:gd name="connsiteX5" fmla="*/ 1187626 w 2290887"/>
              <a:gd name="connsiteY5" fmla="*/ 1491571 h 4375718"/>
              <a:gd name="connsiteX0" fmla="*/ 1187626 w 2290887"/>
              <a:gd name="connsiteY0" fmla="*/ 1491690 h 4375837"/>
              <a:gd name="connsiteX1" fmla="*/ 1812179 w 2290887"/>
              <a:gd name="connsiteY1" fmla="*/ 360 h 4375837"/>
              <a:gd name="connsiteX2" fmla="*/ 2229935 w 2290887"/>
              <a:gd name="connsiteY2" fmla="*/ 2454707 h 4375837"/>
              <a:gd name="connsiteX3" fmla="*/ 1977685 w 2290887"/>
              <a:gd name="connsiteY3" fmla="*/ 4262487 h 4375837"/>
              <a:gd name="connsiteX4" fmla="*/ 31961 w 2290887"/>
              <a:gd name="connsiteY4" fmla="*/ 3284928 h 4375837"/>
              <a:gd name="connsiteX5" fmla="*/ 1187626 w 2290887"/>
              <a:gd name="connsiteY5" fmla="*/ 1491690 h 4375837"/>
              <a:gd name="connsiteX0" fmla="*/ 1177700 w 2280961"/>
              <a:gd name="connsiteY0" fmla="*/ 1491690 h 4375837"/>
              <a:gd name="connsiteX1" fmla="*/ 1802253 w 2280961"/>
              <a:gd name="connsiteY1" fmla="*/ 360 h 4375837"/>
              <a:gd name="connsiteX2" fmla="*/ 2220009 w 2280961"/>
              <a:gd name="connsiteY2" fmla="*/ 2454707 h 4375837"/>
              <a:gd name="connsiteX3" fmla="*/ 1967759 w 2280961"/>
              <a:gd name="connsiteY3" fmla="*/ 4262487 h 4375837"/>
              <a:gd name="connsiteX4" fmla="*/ 22035 w 2280961"/>
              <a:gd name="connsiteY4" fmla="*/ 3284928 h 4375837"/>
              <a:gd name="connsiteX5" fmla="*/ 1177700 w 2280961"/>
              <a:gd name="connsiteY5" fmla="*/ 1491690 h 4375837"/>
              <a:gd name="connsiteX0" fmla="*/ 1177700 w 2132201"/>
              <a:gd name="connsiteY0" fmla="*/ 1491690 h 4375837"/>
              <a:gd name="connsiteX1" fmla="*/ 1802253 w 2132201"/>
              <a:gd name="connsiteY1" fmla="*/ 360 h 4375837"/>
              <a:gd name="connsiteX2" fmla="*/ 1570986 w 2132201"/>
              <a:gd name="connsiteY2" fmla="*/ 2791232 h 4375837"/>
              <a:gd name="connsiteX3" fmla="*/ 1967759 w 2132201"/>
              <a:gd name="connsiteY3" fmla="*/ 4262487 h 4375837"/>
              <a:gd name="connsiteX4" fmla="*/ 22035 w 2132201"/>
              <a:gd name="connsiteY4" fmla="*/ 3284928 h 4375837"/>
              <a:gd name="connsiteX5" fmla="*/ 1177700 w 2132201"/>
              <a:gd name="connsiteY5" fmla="*/ 1491690 h 4375837"/>
              <a:gd name="connsiteX0" fmla="*/ 1177700 w 2303877"/>
              <a:gd name="connsiteY0" fmla="*/ 654980 h 3539127"/>
              <a:gd name="connsiteX1" fmla="*/ 2105842 w 2303877"/>
              <a:gd name="connsiteY1" fmla="*/ 30327 h 3539127"/>
              <a:gd name="connsiteX2" fmla="*/ 1570986 w 2303877"/>
              <a:gd name="connsiteY2" fmla="*/ 1954522 h 3539127"/>
              <a:gd name="connsiteX3" fmla="*/ 1967759 w 2303877"/>
              <a:gd name="connsiteY3" fmla="*/ 3425777 h 3539127"/>
              <a:gd name="connsiteX4" fmla="*/ 22035 w 2303877"/>
              <a:gd name="connsiteY4" fmla="*/ 2448218 h 3539127"/>
              <a:gd name="connsiteX5" fmla="*/ 1177700 w 2303877"/>
              <a:gd name="connsiteY5" fmla="*/ 654980 h 3539127"/>
              <a:gd name="connsiteX0" fmla="*/ 1177700 w 2303877"/>
              <a:gd name="connsiteY0" fmla="*/ 811890 h 3696037"/>
              <a:gd name="connsiteX1" fmla="*/ 2105842 w 2303877"/>
              <a:gd name="connsiteY1" fmla="*/ 187237 h 3696037"/>
              <a:gd name="connsiteX2" fmla="*/ 1570986 w 2303877"/>
              <a:gd name="connsiteY2" fmla="*/ 2111432 h 3696037"/>
              <a:gd name="connsiteX3" fmla="*/ 1967759 w 2303877"/>
              <a:gd name="connsiteY3" fmla="*/ 3582687 h 3696037"/>
              <a:gd name="connsiteX4" fmla="*/ 22035 w 2303877"/>
              <a:gd name="connsiteY4" fmla="*/ 2605128 h 3696037"/>
              <a:gd name="connsiteX5" fmla="*/ 1177700 w 2303877"/>
              <a:gd name="connsiteY5" fmla="*/ 811890 h 3696037"/>
              <a:gd name="connsiteX0" fmla="*/ 1177700 w 2189200"/>
              <a:gd name="connsiteY0" fmla="*/ 811890 h 3696037"/>
              <a:gd name="connsiteX1" fmla="*/ 2105842 w 2189200"/>
              <a:gd name="connsiteY1" fmla="*/ 187237 h 3696037"/>
              <a:gd name="connsiteX2" fmla="*/ 1570986 w 2189200"/>
              <a:gd name="connsiteY2" fmla="*/ 2111432 h 3696037"/>
              <a:gd name="connsiteX3" fmla="*/ 1967759 w 2189200"/>
              <a:gd name="connsiteY3" fmla="*/ 3582687 h 3696037"/>
              <a:gd name="connsiteX4" fmla="*/ 22035 w 2189200"/>
              <a:gd name="connsiteY4" fmla="*/ 2605128 h 3696037"/>
              <a:gd name="connsiteX5" fmla="*/ 1177700 w 2189200"/>
              <a:gd name="connsiteY5" fmla="*/ 811890 h 3696037"/>
              <a:gd name="connsiteX0" fmla="*/ 1177700 w 2189200"/>
              <a:gd name="connsiteY0" fmla="*/ 743015 h 3627162"/>
              <a:gd name="connsiteX1" fmla="*/ 2105842 w 2189200"/>
              <a:gd name="connsiteY1" fmla="*/ 118362 h 3627162"/>
              <a:gd name="connsiteX2" fmla="*/ 1570986 w 2189200"/>
              <a:gd name="connsiteY2" fmla="*/ 2042557 h 3627162"/>
              <a:gd name="connsiteX3" fmla="*/ 1967759 w 2189200"/>
              <a:gd name="connsiteY3" fmla="*/ 3513812 h 3627162"/>
              <a:gd name="connsiteX4" fmla="*/ 22035 w 2189200"/>
              <a:gd name="connsiteY4" fmla="*/ 2536253 h 3627162"/>
              <a:gd name="connsiteX5" fmla="*/ 1177700 w 2189200"/>
              <a:gd name="connsiteY5" fmla="*/ 743015 h 3627162"/>
              <a:gd name="connsiteX0" fmla="*/ 1177700 w 2189200"/>
              <a:gd name="connsiteY0" fmla="*/ 695554 h 3579701"/>
              <a:gd name="connsiteX1" fmla="*/ 2105842 w 2189200"/>
              <a:gd name="connsiteY1" fmla="*/ 70901 h 3579701"/>
              <a:gd name="connsiteX2" fmla="*/ 1570986 w 2189200"/>
              <a:gd name="connsiteY2" fmla="*/ 1995096 h 3579701"/>
              <a:gd name="connsiteX3" fmla="*/ 1967759 w 2189200"/>
              <a:gd name="connsiteY3" fmla="*/ 3466351 h 3579701"/>
              <a:gd name="connsiteX4" fmla="*/ 22035 w 2189200"/>
              <a:gd name="connsiteY4" fmla="*/ 2488792 h 3579701"/>
              <a:gd name="connsiteX5" fmla="*/ 1177700 w 2189200"/>
              <a:gd name="connsiteY5" fmla="*/ 695554 h 3579701"/>
              <a:gd name="connsiteX0" fmla="*/ 1180449 w 2191949"/>
              <a:gd name="connsiteY0" fmla="*/ 695554 h 3579701"/>
              <a:gd name="connsiteX1" fmla="*/ 2108591 w 2191949"/>
              <a:gd name="connsiteY1" fmla="*/ 70901 h 3579701"/>
              <a:gd name="connsiteX2" fmla="*/ 1573735 w 2191949"/>
              <a:gd name="connsiteY2" fmla="*/ 1995096 h 3579701"/>
              <a:gd name="connsiteX3" fmla="*/ 1970508 w 2191949"/>
              <a:gd name="connsiteY3" fmla="*/ 3466351 h 3579701"/>
              <a:gd name="connsiteX4" fmla="*/ 24784 w 2191949"/>
              <a:gd name="connsiteY4" fmla="*/ 2488792 h 3579701"/>
              <a:gd name="connsiteX5" fmla="*/ 1180449 w 2191949"/>
              <a:gd name="connsiteY5" fmla="*/ 695554 h 3579701"/>
              <a:gd name="connsiteX0" fmla="*/ 1180449 w 2191949"/>
              <a:gd name="connsiteY0" fmla="*/ 688306 h 3572453"/>
              <a:gd name="connsiteX1" fmla="*/ 2108591 w 2191949"/>
              <a:gd name="connsiteY1" fmla="*/ 63653 h 3572453"/>
              <a:gd name="connsiteX2" fmla="*/ 1573735 w 2191949"/>
              <a:gd name="connsiteY2" fmla="*/ 1987848 h 3572453"/>
              <a:gd name="connsiteX3" fmla="*/ 1970508 w 2191949"/>
              <a:gd name="connsiteY3" fmla="*/ 3459103 h 3572453"/>
              <a:gd name="connsiteX4" fmla="*/ 24784 w 2191949"/>
              <a:gd name="connsiteY4" fmla="*/ 2481544 h 3572453"/>
              <a:gd name="connsiteX5" fmla="*/ 1180449 w 2191949"/>
              <a:gd name="connsiteY5" fmla="*/ 688306 h 3572453"/>
              <a:gd name="connsiteX0" fmla="*/ 1180449 w 2191949"/>
              <a:gd name="connsiteY0" fmla="*/ 683650 h 3567797"/>
              <a:gd name="connsiteX1" fmla="*/ 2108591 w 2191949"/>
              <a:gd name="connsiteY1" fmla="*/ 58997 h 3567797"/>
              <a:gd name="connsiteX2" fmla="*/ 1573735 w 2191949"/>
              <a:gd name="connsiteY2" fmla="*/ 1983192 h 3567797"/>
              <a:gd name="connsiteX3" fmla="*/ 1970508 w 2191949"/>
              <a:gd name="connsiteY3" fmla="*/ 3454447 h 3567797"/>
              <a:gd name="connsiteX4" fmla="*/ 24784 w 2191949"/>
              <a:gd name="connsiteY4" fmla="*/ 2476888 h 3567797"/>
              <a:gd name="connsiteX5" fmla="*/ 1180449 w 2191949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3164"/>
              <a:gd name="connsiteY0" fmla="*/ 683650 h 3567797"/>
              <a:gd name="connsiteX1" fmla="*/ 2108591 w 2193164"/>
              <a:gd name="connsiteY1" fmla="*/ 58997 h 3567797"/>
              <a:gd name="connsiteX2" fmla="*/ 1573735 w 2193164"/>
              <a:gd name="connsiteY2" fmla="*/ 1983192 h 3567797"/>
              <a:gd name="connsiteX3" fmla="*/ 1970508 w 2193164"/>
              <a:gd name="connsiteY3" fmla="*/ 3454447 h 3567797"/>
              <a:gd name="connsiteX4" fmla="*/ 24784 w 2193164"/>
              <a:gd name="connsiteY4" fmla="*/ 2476888 h 3567797"/>
              <a:gd name="connsiteX5" fmla="*/ 1180449 w 2193164"/>
              <a:gd name="connsiteY5" fmla="*/ 683650 h 3567797"/>
              <a:gd name="connsiteX0" fmla="*/ 1180310 w 2193025"/>
              <a:gd name="connsiteY0" fmla="*/ 683650 h 3567797"/>
              <a:gd name="connsiteX1" fmla="*/ 2108452 w 2193025"/>
              <a:gd name="connsiteY1" fmla="*/ 58997 h 3567797"/>
              <a:gd name="connsiteX2" fmla="*/ 1573596 w 2193025"/>
              <a:gd name="connsiteY2" fmla="*/ 1983192 h 3567797"/>
              <a:gd name="connsiteX3" fmla="*/ 1970369 w 2193025"/>
              <a:gd name="connsiteY3" fmla="*/ 3454447 h 3567797"/>
              <a:gd name="connsiteX4" fmla="*/ 24645 w 2193025"/>
              <a:gd name="connsiteY4" fmla="*/ 2476888 h 3567797"/>
              <a:gd name="connsiteX5" fmla="*/ 1180310 w 2193025"/>
              <a:gd name="connsiteY5" fmla="*/ 683650 h 3567797"/>
              <a:gd name="connsiteX0" fmla="*/ 1180310 w 2193025"/>
              <a:gd name="connsiteY0" fmla="*/ 693860 h 3578007"/>
              <a:gd name="connsiteX1" fmla="*/ 2108452 w 2193025"/>
              <a:gd name="connsiteY1" fmla="*/ 69207 h 3578007"/>
              <a:gd name="connsiteX2" fmla="*/ 1573596 w 2193025"/>
              <a:gd name="connsiteY2" fmla="*/ 1993402 h 3578007"/>
              <a:gd name="connsiteX3" fmla="*/ 1970369 w 2193025"/>
              <a:gd name="connsiteY3" fmla="*/ 3464657 h 3578007"/>
              <a:gd name="connsiteX4" fmla="*/ 24645 w 2193025"/>
              <a:gd name="connsiteY4" fmla="*/ 2487098 h 3578007"/>
              <a:gd name="connsiteX5" fmla="*/ 1180310 w 2193025"/>
              <a:gd name="connsiteY5" fmla="*/ 693860 h 3578007"/>
              <a:gd name="connsiteX0" fmla="*/ 1180310 w 2193025"/>
              <a:gd name="connsiteY0" fmla="*/ 693860 h 3581308"/>
              <a:gd name="connsiteX1" fmla="*/ 2108452 w 2193025"/>
              <a:gd name="connsiteY1" fmla="*/ 69207 h 3581308"/>
              <a:gd name="connsiteX2" fmla="*/ 1573596 w 2193025"/>
              <a:gd name="connsiteY2" fmla="*/ 1993402 h 3581308"/>
              <a:gd name="connsiteX3" fmla="*/ 1970369 w 2193025"/>
              <a:gd name="connsiteY3" fmla="*/ 3464657 h 3581308"/>
              <a:gd name="connsiteX4" fmla="*/ 24645 w 2193025"/>
              <a:gd name="connsiteY4" fmla="*/ 2487098 h 3581308"/>
              <a:gd name="connsiteX5" fmla="*/ 1180310 w 2193025"/>
              <a:gd name="connsiteY5" fmla="*/ 693860 h 3581308"/>
              <a:gd name="connsiteX0" fmla="*/ 1180701 w 2193416"/>
              <a:gd name="connsiteY0" fmla="*/ 693860 h 3581308"/>
              <a:gd name="connsiteX1" fmla="*/ 2108843 w 2193416"/>
              <a:gd name="connsiteY1" fmla="*/ 69207 h 3581308"/>
              <a:gd name="connsiteX2" fmla="*/ 1573987 w 2193416"/>
              <a:gd name="connsiteY2" fmla="*/ 1993402 h 3581308"/>
              <a:gd name="connsiteX3" fmla="*/ 1970760 w 2193416"/>
              <a:gd name="connsiteY3" fmla="*/ 3464657 h 3581308"/>
              <a:gd name="connsiteX4" fmla="*/ 25036 w 2193416"/>
              <a:gd name="connsiteY4" fmla="*/ 2487098 h 3581308"/>
              <a:gd name="connsiteX5" fmla="*/ 1180701 w 2193416"/>
              <a:gd name="connsiteY5" fmla="*/ 693860 h 3581308"/>
              <a:gd name="connsiteX0" fmla="*/ 928190 w 2150347"/>
              <a:gd name="connsiteY0" fmla="*/ 1084474 h 3508207"/>
              <a:gd name="connsiteX1" fmla="*/ 2108497 w 2150347"/>
              <a:gd name="connsiteY1" fmla="*/ 17094 h 3508207"/>
              <a:gd name="connsiteX2" fmla="*/ 1573641 w 2150347"/>
              <a:gd name="connsiteY2" fmla="*/ 1941289 h 3508207"/>
              <a:gd name="connsiteX3" fmla="*/ 1970414 w 2150347"/>
              <a:gd name="connsiteY3" fmla="*/ 3412544 h 3508207"/>
              <a:gd name="connsiteX4" fmla="*/ 24690 w 2150347"/>
              <a:gd name="connsiteY4" fmla="*/ 2434985 h 3508207"/>
              <a:gd name="connsiteX5" fmla="*/ 928190 w 2150347"/>
              <a:gd name="connsiteY5" fmla="*/ 1084474 h 3508207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4105 w 2214185"/>
              <a:gd name="connsiteY0" fmla="*/ 720680 h 3624865"/>
              <a:gd name="connsiteX1" fmla="*/ 1990259 w 2214185"/>
              <a:gd name="connsiteY1" fmla="*/ 56886 h 3624865"/>
              <a:gd name="connsiteX2" fmla="*/ 1628516 w 2214185"/>
              <a:gd name="connsiteY2" fmla="*/ 2052315 h 3624865"/>
              <a:gd name="connsiteX3" fmla="*/ 2025289 w 2214185"/>
              <a:gd name="connsiteY3" fmla="*/ 3523570 h 3624865"/>
              <a:gd name="connsiteX4" fmla="*/ 79565 w 2214185"/>
              <a:gd name="connsiteY4" fmla="*/ 2546011 h 3624865"/>
              <a:gd name="connsiteX5" fmla="*/ 534105 w 2214185"/>
              <a:gd name="connsiteY5" fmla="*/ 720680 h 3624865"/>
              <a:gd name="connsiteX0" fmla="*/ 534105 w 2214185"/>
              <a:gd name="connsiteY0" fmla="*/ 702134 h 3606319"/>
              <a:gd name="connsiteX1" fmla="*/ 1990259 w 2214185"/>
              <a:gd name="connsiteY1" fmla="*/ 38340 h 3606319"/>
              <a:gd name="connsiteX2" fmla="*/ 1628516 w 2214185"/>
              <a:gd name="connsiteY2" fmla="*/ 2033769 h 3606319"/>
              <a:gd name="connsiteX3" fmla="*/ 2025289 w 2214185"/>
              <a:gd name="connsiteY3" fmla="*/ 3505024 h 3606319"/>
              <a:gd name="connsiteX4" fmla="*/ 79565 w 2214185"/>
              <a:gd name="connsiteY4" fmla="*/ 2527465 h 3606319"/>
              <a:gd name="connsiteX5" fmla="*/ 534105 w 2214185"/>
              <a:gd name="connsiteY5" fmla="*/ 702134 h 3606319"/>
              <a:gd name="connsiteX0" fmla="*/ 591383 w 2201636"/>
              <a:gd name="connsiteY0" fmla="*/ 804752 h 3611345"/>
              <a:gd name="connsiteX1" fmla="*/ 1977710 w 2201636"/>
              <a:gd name="connsiteY1" fmla="*/ 44556 h 3611345"/>
              <a:gd name="connsiteX2" fmla="*/ 1615967 w 2201636"/>
              <a:gd name="connsiteY2" fmla="*/ 2039985 h 3611345"/>
              <a:gd name="connsiteX3" fmla="*/ 2012740 w 2201636"/>
              <a:gd name="connsiteY3" fmla="*/ 3511240 h 3611345"/>
              <a:gd name="connsiteX4" fmla="*/ 67016 w 2201636"/>
              <a:gd name="connsiteY4" fmla="*/ 2533681 h 3611345"/>
              <a:gd name="connsiteX5" fmla="*/ 591383 w 2201636"/>
              <a:gd name="connsiteY5" fmla="*/ 804752 h 3611345"/>
              <a:gd name="connsiteX0" fmla="*/ 621567 w 2231820"/>
              <a:gd name="connsiteY0" fmla="*/ 847596 h 3654189"/>
              <a:gd name="connsiteX1" fmla="*/ 2007894 w 2231820"/>
              <a:gd name="connsiteY1" fmla="*/ 87400 h 3654189"/>
              <a:gd name="connsiteX2" fmla="*/ 1646151 w 2231820"/>
              <a:gd name="connsiteY2" fmla="*/ 2082829 h 3654189"/>
              <a:gd name="connsiteX3" fmla="*/ 2042924 w 2231820"/>
              <a:gd name="connsiteY3" fmla="*/ 3554084 h 3654189"/>
              <a:gd name="connsiteX4" fmla="*/ 97200 w 2231820"/>
              <a:gd name="connsiteY4" fmla="*/ 2576525 h 3654189"/>
              <a:gd name="connsiteX5" fmla="*/ 621567 w 2231820"/>
              <a:gd name="connsiteY5" fmla="*/ 847596 h 36541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31820" h="3654189">
                <a:moveTo>
                  <a:pt x="621567" y="847596"/>
                </a:moveTo>
                <a:cubicBezTo>
                  <a:pt x="1178629" y="2845"/>
                  <a:pt x="1837130" y="-118472"/>
                  <a:pt x="2007894" y="87400"/>
                </a:cubicBezTo>
                <a:cubicBezTo>
                  <a:pt x="2178658" y="293272"/>
                  <a:pt x="1640313" y="1505048"/>
                  <a:pt x="1646151" y="2082829"/>
                </a:cubicBezTo>
                <a:cubicBezTo>
                  <a:pt x="1651989" y="2660610"/>
                  <a:pt x="2633224" y="3039235"/>
                  <a:pt x="2042924" y="3554084"/>
                </a:cubicBezTo>
                <a:cubicBezTo>
                  <a:pt x="1576966" y="3960484"/>
                  <a:pt x="334093" y="3027606"/>
                  <a:pt x="97200" y="2576525"/>
                </a:cubicBezTo>
                <a:cubicBezTo>
                  <a:pt x="-139693" y="2125444"/>
                  <a:pt x="64505" y="1692347"/>
                  <a:pt x="621567" y="847596"/>
                </a:cubicBezTo>
                <a:close/>
              </a:path>
            </a:pathLst>
          </a:custGeom>
          <a:solidFill>
            <a:srgbClr val="E7E7E7">
              <a:alpha val="52941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A6F8CF2F-03DF-DC19-3FC7-6A00A8DD79FF}"/>
              </a:ext>
            </a:extLst>
          </p:cNvPr>
          <p:cNvGrpSpPr/>
          <p:nvPr userDrawn="1"/>
        </p:nvGrpSpPr>
        <p:grpSpPr>
          <a:xfrm>
            <a:off x="8372798" y="5651780"/>
            <a:ext cx="5498261" cy="2530969"/>
            <a:chOff x="6265416" y="5268016"/>
            <a:chExt cx="7318186" cy="3368719"/>
          </a:xfrm>
        </p:grpSpPr>
        <p:sp>
          <p:nvSpPr>
            <p:cNvPr id="10" name="Freihandform 9">
              <a:extLst>
                <a:ext uri="{FF2B5EF4-FFF2-40B4-BE49-F238E27FC236}">
                  <a16:creationId xmlns:a16="http://schemas.microsoft.com/office/drawing/2014/main" id="{22788B4E-F588-D98D-D108-31A36C6F099D}"/>
                </a:ext>
              </a:extLst>
            </p:cNvPr>
            <p:cNvSpPr/>
            <p:nvPr/>
          </p:nvSpPr>
          <p:spPr>
            <a:xfrm rot="19708695">
              <a:off x="6265416" y="5268016"/>
              <a:ext cx="6636396" cy="3214340"/>
            </a:xfrm>
            <a:custGeom>
              <a:avLst/>
              <a:gdLst>
                <a:gd name="connsiteX0" fmla="*/ 346842 w 3373821"/>
                <a:gd name="connsiteY0" fmla="*/ 283779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346842 w 3373821"/>
                <a:gd name="connsiteY5" fmla="*/ 283779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882870 h 3310759"/>
                <a:gd name="connsiteX1" fmla="*/ 3090042 w 3373821"/>
                <a:gd name="connsiteY1" fmla="*/ 0 h 3310759"/>
                <a:gd name="connsiteX2" fmla="*/ 3373821 w 3373821"/>
                <a:gd name="connsiteY2" fmla="*/ 1849821 h 3310759"/>
                <a:gd name="connsiteX3" fmla="*/ 1902373 w 3373821"/>
                <a:gd name="connsiteY3" fmla="*/ 3310759 h 3310759"/>
                <a:gd name="connsiteX4" fmla="*/ 0 w 3373821"/>
                <a:gd name="connsiteY4" fmla="*/ 2511973 h 3310759"/>
                <a:gd name="connsiteX5" fmla="*/ 777766 w 3373821"/>
                <a:gd name="connsiteY5" fmla="*/ 882870 h 3310759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35451 h 3463340"/>
                <a:gd name="connsiteX1" fmla="*/ 3090042 w 3373821"/>
                <a:gd name="connsiteY1" fmla="*/ 152581 h 3463340"/>
                <a:gd name="connsiteX2" fmla="*/ 3373821 w 3373821"/>
                <a:gd name="connsiteY2" fmla="*/ 2002402 h 3463340"/>
                <a:gd name="connsiteX3" fmla="*/ 1902373 w 3373821"/>
                <a:gd name="connsiteY3" fmla="*/ 3463340 h 3463340"/>
                <a:gd name="connsiteX4" fmla="*/ 0 w 3373821"/>
                <a:gd name="connsiteY4" fmla="*/ 2664554 h 3463340"/>
                <a:gd name="connsiteX5" fmla="*/ 777766 w 3373821"/>
                <a:gd name="connsiteY5" fmla="*/ 1035451 h 3463340"/>
                <a:gd name="connsiteX0" fmla="*/ 777766 w 3468415"/>
                <a:gd name="connsiteY0" fmla="*/ 1035451 h 3463340"/>
                <a:gd name="connsiteX1" fmla="*/ 3090042 w 3468415"/>
                <a:gd name="connsiteY1" fmla="*/ 152581 h 3463340"/>
                <a:gd name="connsiteX2" fmla="*/ 3468415 w 3468415"/>
                <a:gd name="connsiteY2" fmla="*/ 2202098 h 3463340"/>
                <a:gd name="connsiteX3" fmla="*/ 1902373 w 3468415"/>
                <a:gd name="connsiteY3" fmla="*/ 3463340 h 3463340"/>
                <a:gd name="connsiteX4" fmla="*/ 0 w 3468415"/>
                <a:gd name="connsiteY4" fmla="*/ 2664554 h 3463340"/>
                <a:gd name="connsiteX5" fmla="*/ 777766 w 3468415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3748"/>
                <a:gd name="connsiteX1" fmla="*/ 3090042 w 3520921"/>
                <a:gd name="connsiteY1" fmla="*/ 152581 h 3463748"/>
                <a:gd name="connsiteX2" fmla="*/ 3468415 w 3520921"/>
                <a:gd name="connsiteY2" fmla="*/ 2202098 h 3463748"/>
                <a:gd name="connsiteX3" fmla="*/ 1902373 w 3520921"/>
                <a:gd name="connsiteY3" fmla="*/ 3463340 h 3463748"/>
                <a:gd name="connsiteX4" fmla="*/ 0 w 3520921"/>
                <a:gd name="connsiteY4" fmla="*/ 2664554 h 3463748"/>
                <a:gd name="connsiteX5" fmla="*/ 777766 w 3520921"/>
                <a:gd name="connsiteY5" fmla="*/ 1035451 h 3463748"/>
                <a:gd name="connsiteX0" fmla="*/ 815379 w 3558534"/>
                <a:gd name="connsiteY0" fmla="*/ 1035451 h 3463748"/>
                <a:gd name="connsiteX1" fmla="*/ 3127655 w 3558534"/>
                <a:gd name="connsiteY1" fmla="*/ 152581 h 3463748"/>
                <a:gd name="connsiteX2" fmla="*/ 3506028 w 3558534"/>
                <a:gd name="connsiteY2" fmla="*/ 2202098 h 3463748"/>
                <a:gd name="connsiteX3" fmla="*/ 1939986 w 3558534"/>
                <a:gd name="connsiteY3" fmla="*/ 3463340 h 3463748"/>
                <a:gd name="connsiteX4" fmla="*/ 37613 w 3558534"/>
                <a:gd name="connsiteY4" fmla="*/ 2664554 h 3463748"/>
                <a:gd name="connsiteX5" fmla="*/ 815379 w 3558534"/>
                <a:gd name="connsiteY5" fmla="*/ 1035451 h 3463748"/>
                <a:gd name="connsiteX0" fmla="*/ 815379 w 3558534"/>
                <a:gd name="connsiteY0" fmla="*/ 1035451 h 3464371"/>
                <a:gd name="connsiteX1" fmla="*/ 3127655 w 3558534"/>
                <a:gd name="connsiteY1" fmla="*/ 152581 h 3464371"/>
                <a:gd name="connsiteX2" fmla="*/ 3506028 w 3558534"/>
                <a:gd name="connsiteY2" fmla="*/ 2202098 h 3464371"/>
                <a:gd name="connsiteX3" fmla="*/ 1939986 w 3558534"/>
                <a:gd name="connsiteY3" fmla="*/ 3463340 h 3464371"/>
                <a:gd name="connsiteX4" fmla="*/ 37613 w 3558534"/>
                <a:gd name="connsiteY4" fmla="*/ 2664554 h 3464371"/>
                <a:gd name="connsiteX5" fmla="*/ 815379 w 3558534"/>
                <a:gd name="connsiteY5" fmla="*/ 1035451 h 3464371"/>
                <a:gd name="connsiteX0" fmla="*/ 815379 w 3150376"/>
                <a:gd name="connsiteY0" fmla="*/ 1035451 h 3464371"/>
                <a:gd name="connsiteX1" fmla="*/ 3127655 w 3150376"/>
                <a:gd name="connsiteY1" fmla="*/ 152581 h 3464371"/>
                <a:gd name="connsiteX2" fmla="*/ 1961008 w 3150376"/>
                <a:gd name="connsiteY2" fmla="*/ 1655560 h 3464371"/>
                <a:gd name="connsiteX3" fmla="*/ 1939986 w 3150376"/>
                <a:gd name="connsiteY3" fmla="*/ 3463340 h 3464371"/>
                <a:gd name="connsiteX4" fmla="*/ 37613 w 3150376"/>
                <a:gd name="connsiteY4" fmla="*/ 2664554 h 3464371"/>
                <a:gd name="connsiteX5" fmla="*/ 815379 w 3150376"/>
                <a:gd name="connsiteY5" fmla="*/ 1035451 h 3464371"/>
                <a:gd name="connsiteX0" fmla="*/ 815379 w 3162532"/>
                <a:gd name="connsiteY0" fmla="*/ 1035451 h 3464371"/>
                <a:gd name="connsiteX1" fmla="*/ 3127655 w 3162532"/>
                <a:gd name="connsiteY1" fmla="*/ 152581 h 3464371"/>
                <a:gd name="connsiteX2" fmla="*/ 2423463 w 3162532"/>
                <a:gd name="connsiteY2" fmla="*/ 1645049 h 3464371"/>
                <a:gd name="connsiteX3" fmla="*/ 1939986 w 3162532"/>
                <a:gd name="connsiteY3" fmla="*/ 3463340 h 3464371"/>
                <a:gd name="connsiteX4" fmla="*/ 37613 w 3162532"/>
                <a:gd name="connsiteY4" fmla="*/ 2664554 h 3464371"/>
                <a:gd name="connsiteX5" fmla="*/ 815379 w 3162532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606310"/>
                <a:gd name="connsiteX1" fmla="*/ 3127655 w 3171514"/>
                <a:gd name="connsiteY1" fmla="*/ 152581 h 3606310"/>
                <a:gd name="connsiteX2" fmla="*/ 2423463 w 3171514"/>
                <a:gd name="connsiteY2" fmla="*/ 1645049 h 3606310"/>
                <a:gd name="connsiteX3" fmla="*/ 2307848 w 3171514"/>
                <a:gd name="connsiteY3" fmla="*/ 3473850 h 3606310"/>
                <a:gd name="connsiteX4" fmla="*/ 37613 w 3171514"/>
                <a:gd name="connsiteY4" fmla="*/ 2664554 h 3606310"/>
                <a:gd name="connsiteX5" fmla="*/ 815379 w 3171514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64502"/>
                <a:gd name="connsiteY0" fmla="*/ 1035451 h 3606310"/>
                <a:gd name="connsiteX1" fmla="*/ 3127655 w 3164502"/>
                <a:gd name="connsiteY1" fmla="*/ 152581 h 3606310"/>
                <a:gd name="connsiteX2" fmla="*/ 2560098 w 3164502"/>
                <a:gd name="connsiteY2" fmla="*/ 1666070 h 3606310"/>
                <a:gd name="connsiteX3" fmla="*/ 2307848 w 3164502"/>
                <a:gd name="connsiteY3" fmla="*/ 3473850 h 3606310"/>
                <a:gd name="connsiteX4" fmla="*/ 37613 w 3164502"/>
                <a:gd name="connsiteY4" fmla="*/ 2664554 h 3606310"/>
                <a:gd name="connsiteX5" fmla="*/ 815379 w 3164502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29312 w 3176710"/>
                <a:gd name="connsiteY0" fmla="*/ 1035451 h 3606310"/>
                <a:gd name="connsiteX1" fmla="*/ 3141588 w 3176710"/>
                <a:gd name="connsiteY1" fmla="*/ 152581 h 3606310"/>
                <a:gd name="connsiteX2" fmla="*/ 2574031 w 3176710"/>
                <a:gd name="connsiteY2" fmla="*/ 1666070 h 3606310"/>
                <a:gd name="connsiteX3" fmla="*/ 2321781 w 3176710"/>
                <a:gd name="connsiteY3" fmla="*/ 3473850 h 3606310"/>
                <a:gd name="connsiteX4" fmla="*/ 51546 w 3176710"/>
                <a:gd name="connsiteY4" fmla="*/ 2664554 h 3606310"/>
                <a:gd name="connsiteX5" fmla="*/ 829312 w 3176710"/>
                <a:gd name="connsiteY5" fmla="*/ 1035451 h 3606310"/>
                <a:gd name="connsiteX0" fmla="*/ 829312 w 3177410"/>
                <a:gd name="connsiteY0" fmla="*/ 1035451 h 3606310"/>
                <a:gd name="connsiteX1" fmla="*/ 3141588 w 3177410"/>
                <a:gd name="connsiteY1" fmla="*/ 152581 h 3606310"/>
                <a:gd name="connsiteX2" fmla="*/ 2574031 w 3177410"/>
                <a:gd name="connsiteY2" fmla="*/ 1666070 h 3606310"/>
                <a:gd name="connsiteX3" fmla="*/ 2321781 w 3177410"/>
                <a:gd name="connsiteY3" fmla="*/ 3473850 h 3606310"/>
                <a:gd name="connsiteX4" fmla="*/ 51546 w 3177410"/>
                <a:gd name="connsiteY4" fmla="*/ 2664554 h 3606310"/>
                <a:gd name="connsiteX5" fmla="*/ 829312 w 3177410"/>
                <a:gd name="connsiteY5" fmla="*/ 1035451 h 3606310"/>
                <a:gd name="connsiteX0" fmla="*/ 829312 w 3177410"/>
                <a:gd name="connsiteY0" fmla="*/ 1013703 h 3584562"/>
                <a:gd name="connsiteX1" fmla="*/ 3141588 w 3177410"/>
                <a:gd name="connsiteY1" fmla="*/ 130833 h 3584562"/>
                <a:gd name="connsiteX2" fmla="*/ 2574031 w 3177410"/>
                <a:gd name="connsiteY2" fmla="*/ 1644322 h 3584562"/>
                <a:gd name="connsiteX3" fmla="*/ 2321781 w 3177410"/>
                <a:gd name="connsiteY3" fmla="*/ 3452102 h 3584562"/>
                <a:gd name="connsiteX4" fmla="*/ 51546 w 3177410"/>
                <a:gd name="connsiteY4" fmla="*/ 2642806 h 3584562"/>
                <a:gd name="connsiteX5" fmla="*/ 829312 w 3177410"/>
                <a:gd name="connsiteY5" fmla="*/ 1013703 h 3584562"/>
                <a:gd name="connsiteX0" fmla="*/ 829578 w 3177676"/>
                <a:gd name="connsiteY0" fmla="*/ 1013703 h 3584562"/>
                <a:gd name="connsiteX1" fmla="*/ 3141854 w 3177676"/>
                <a:gd name="connsiteY1" fmla="*/ 130833 h 3584562"/>
                <a:gd name="connsiteX2" fmla="*/ 2574297 w 3177676"/>
                <a:gd name="connsiteY2" fmla="*/ 1644322 h 3584562"/>
                <a:gd name="connsiteX3" fmla="*/ 2322047 w 3177676"/>
                <a:gd name="connsiteY3" fmla="*/ 3452102 h 3584562"/>
                <a:gd name="connsiteX4" fmla="*/ 51812 w 3177676"/>
                <a:gd name="connsiteY4" fmla="*/ 2642806 h 3584562"/>
                <a:gd name="connsiteX5" fmla="*/ 829578 w 3177676"/>
                <a:gd name="connsiteY5" fmla="*/ 1013703 h 3584562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11178 w 2672400"/>
                <a:gd name="connsiteY0" fmla="*/ 7864 h 2583061"/>
                <a:gd name="connsiteX1" fmla="*/ 1318755 w 2672400"/>
                <a:gd name="connsiteY1" fmla="*/ 1092175 h 2583061"/>
                <a:gd name="connsiteX2" fmla="*/ 2555897 w 2672400"/>
                <a:gd name="connsiteY2" fmla="*/ 638483 h 2583061"/>
                <a:gd name="connsiteX3" fmla="*/ 2303647 w 2672400"/>
                <a:gd name="connsiteY3" fmla="*/ 2446263 h 2583061"/>
                <a:gd name="connsiteX4" fmla="*/ 33412 w 2672400"/>
                <a:gd name="connsiteY4" fmla="*/ 1636967 h 2583061"/>
                <a:gd name="connsiteX5" fmla="*/ 811178 w 2672400"/>
                <a:gd name="connsiteY5" fmla="*/ 7864 h 2583061"/>
                <a:gd name="connsiteX0" fmla="*/ 811178 w 3223026"/>
                <a:gd name="connsiteY0" fmla="*/ 5596 h 2477281"/>
                <a:gd name="connsiteX1" fmla="*/ 1318755 w 3223026"/>
                <a:gd name="connsiteY1" fmla="*/ 1089907 h 2477281"/>
                <a:gd name="connsiteX2" fmla="*/ 3192488 w 3223026"/>
                <a:gd name="connsiteY2" fmla="*/ 802600 h 2477281"/>
                <a:gd name="connsiteX3" fmla="*/ 2303647 w 3223026"/>
                <a:gd name="connsiteY3" fmla="*/ 2443995 h 2477281"/>
                <a:gd name="connsiteX4" fmla="*/ 33412 w 3223026"/>
                <a:gd name="connsiteY4" fmla="*/ 1634699 h 2477281"/>
                <a:gd name="connsiteX5" fmla="*/ 811178 w 3223026"/>
                <a:gd name="connsiteY5" fmla="*/ 5596 h 2477281"/>
                <a:gd name="connsiteX0" fmla="*/ 846588 w 3330250"/>
                <a:gd name="connsiteY0" fmla="*/ 5596 h 2432711"/>
                <a:gd name="connsiteX1" fmla="*/ 1354165 w 3330250"/>
                <a:gd name="connsiteY1" fmla="*/ 1089907 h 2432711"/>
                <a:gd name="connsiteX2" fmla="*/ 3227898 w 3330250"/>
                <a:gd name="connsiteY2" fmla="*/ 802600 h 2432711"/>
                <a:gd name="connsiteX3" fmla="*/ 2761796 w 3330250"/>
                <a:gd name="connsiteY3" fmla="*/ 2409553 h 2432711"/>
                <a:gd name="connsiteX4" fmla="*/ 68822 w 3330250"/>
                <a:gd name="connsiteY4" fmla="*/ 1634699 h 2432711"/>
                <a:gd name="connsiteX5" fmla="*/ 846588 w 3330250"/>
                <a:gd name="connsiteY5" fmla="*/ 5596 h 2432711"/>
                <a:gd name="connsiteX0" fmla="*/ 846588 w 3514825"/>
                <a:gd name="connsiteY0" fmla="*/ 5596 h 2432711"/>
                <a:gd name="connsiteX1" fmla="*/ 1354165 w 3514825"/>
                <a:gd name="connsiteY1" fmla="*/ 1089907 h 2432711"/>
                <a:gd name="connsiteX2" fmla="*/ 3227898 w 3514825"/>
                <a:gd name="connsiteY2" fmla="*/ 802600 h 2432711"/>
                <a:gd name="connsiteX3" fmla="*/ 2761796 w 3514825"/>
                <a:gd name="connsiteY3" fmla="*/ 2409553 h 2432711"/>
                <a:gd name="connsiteX4" fmla="*/ 68822 w 3514825"/>
                <a:gd name="connsiteY4" fmla="*/ 1634699 h 2432711"/>
                <a:gd name="connsiteX5" fmla="*/ 846588 w 3514825"/>
                <a:gd name="connsiteY5" fmla="*/ 5596 h 2432711"/>
                <a:gd name="connsiteX0" fmla="*/ 875402 w 3543639"/>
                <a:gd name="connsiteY0" fmla="*/ 2708 h 2429823"/>
                <a:gd name="connsiteX1" fmla="*/ 1382979 w 3543639"/>
                <a:gd name="connsiteY1" fmla="*/ 1087019 h 2429823"/>
                <a:gd name="connsiteX2" fmla="*/ 3256712 w 3543639"/>
                <a:gd name="connsiteY2" fmla="*/ 799712 h 2429823"/>
                <a:gd name="connsiteX3" fmla="*/ 2790610 w 3543639"/>
                <a:gd name="connsiteY3" fmla="*/ 2406665 h 2429823"/>
                <a:gd name="connsiteX4" fmla="*/ 97636 w 3543639"/>
                <a:gd name="connsiteY4" fmla="*/ 1631811 h 2429823"/>
                <a:gd name="connsiteX5" fmla="*/ 875402 w 3543639"/>
                <a:gd name="connsiteY5" fmla="*/ 2708 h 2429823"/>
                <a:gd name="connsiteX0" fmla="*/ 1035116 w 3703353"/>
                <a:gd name="connsiteY0" fmla="*/ 3586 h 2450893"/>
                <a:gd name="connsiteX1" fmla="*/ 1542693 w 3703353"/>
                <a:gd name="connsiteY1" fmla="*/ 1087897 h 2450893"/>
                <a:gd name="connsiteX2" fmla="*/ 3416426 w 3703353"/>
                <a:gd name="connsiteY2" fmla="*/ 800590 h 2450893"/>
                <a:gd name="connsiteX3" fmla="*/ 2950324 w 3703353"/>
                <a:gd name="connsiteY3" fmla="*/ 2407543 h 2450893"/>
                <a:gd name="connsiteX4" fmla="*/ 257350 w 3703353"/>
                <a:gd name="connsiteY4" fmla="*/ 1632689 h 2450893"/>
                <a:gd name="connsiteX5" fmla="*/ 1035116 w 3703353"/>
                <a:gd name="connsiteY5" fmla="*/ 3586 h 2450893"/>
                <a:gd name="connsiteX0" fmla="*/ 991689 w 3462563"/>
                <a:gd name="connsiteY0" fmla="*/ 10605 h 2457912"/>
                <a:gd name="connsiteX1" fmla="*/ 1674106 w 3462563"/>
                <a:gd name="connsiteY1" fmla="*/ 930710 h 2457912"/>
                <a:gd name="connsiteX2" fmla="*/ 3372999 w 3462563"/>
                <a:gd name="connsiteY2" fmla="*/ 807609 h 2457912"/>
                <a:gd name="connsiteX3" fmla="*/ 2906897 w 3462563"/>
                <a:gd name="connsiteY3" fmla="*/ 2414562 h 2457912"/>
                <a:gd name="connsiteX4" fmla="*/ 213923 w 3462563"/>
                <a:gd name="connsiteY4" fmla="*/ 1639708 h 2457912"/>
                <a:gd name="connsiteX5" fmla="*/ 991689 w 3462563"/>
                <a:gd name="connsiteY5" fmla="*/ 10605 h 2457912"/>
                <a:gd name="connsiteX0" fmla="*/ 991689 w 3644113"/>
                <a:gd name="connsiteY0" fmla="*/ 10605 h 2457912"/>
                <a:gd name="connsiteX1" fmla="*/ 1674106 w 3644113"/>
                <a:gd name="connsiteY1" fmla="*/ 930710 h 2457912"/>
                <a:gd name="connsiteX2" fmla="*/ 3372999 w 3644113"/>
                <a:gd name="connsiteY2" fmla="*/ 807609 h 2457912"/>
                <a:gd name="connsiteX3" fmla="*/ 2906897 w 3644113"/>
                <a:gd name="connsiteY3" fmla="*/ 2414562 h 2457912"/>
                <a:gd name="connsiteX4" fmla="*/ 213923 w 3644113"/>
                <a:gd name="connsiteY4" fmla="*/ 1639708 h 2457912"/>
                <a:gd name="connsiteX5" fmla="*/ 991689 w 3644113"/>
                <a:gd name="connsiteY5" fmla="*/ 10605 h 2457912"/>
                <a:gd name="connsiteX0" fmla="*/ 1054352 w 3706777"/>
                <a:gd name="connsiteY0" fmla="*/ 1046 h 2448353"/>
                <a:gd name="connsiteX1" fmla="*/ 1736769 w 3706777"/>
                <a:gd name="connsiteY1" fmla="*/ 921151 h 2448353"/>
                <a:gd name="connsiteX2" fmla="*/ 3435662 w 3706777"/>
                <a:gd name="connsiteY2" fmla="*/ 798050 h 2448353"/>
                <a:gd name="connsiteX3" fmla="*/ 2969560 w 3706777"/>
                <a:gd name="connsiteY3" fmla="*/ 2405003 h 2448353"/>
                <a:gd name="connsiteX4" fmla="*/ 276586 w 3706777"/>
                <a:gd name="connsiteY4" fmla="*/ 1630149 h 2448353"/>
                <a:gd name="connsiteX5" fmla="*/ 1054352 w 3706777"/>
                <a:gd name="connsiteY5" fmla="*/ 1046 h 2448353"/>
                <a:gd name="connsiteX0" fmla="*/ 590056 w 3683836"/>
                <a:gd name="connsiteY0" fmla="*/ 1109 h 1961431"/>
                <a:gd name="connsiteX1" fmla="*/ 1713828 w 3683836"/>
                <a:gd name="connsiteY1" fmla="*/ 456838 h 1961431"/>
                <a:gd name="connsiteX2" fmla="*/ 3412721 w 3683836"/>
                <a:gd name="connsiteY2" fmla="*/ 333737 h 1961431"/>
                <a:gd name="connsiteX3" fmla="*/ 2946619 w 3683836"/>
                <a:gd name="connsiteY3" fmla="*/ 1940690 h 1961431"/>
                <a:gd name="connsiteX4" fmla="*/ 253645 w 3683836"/>
                <a:gd name="connsiteY4" fmla="*/ 1165836 h 1961431"/>
                <a:gd name="connsiteX5" fmla="*/ 590056 w 3683836"/>
                <a:gd name="connsiteY5" fmla="*/ 1109 h 1961431"/>
                <a:gd name="connsiteX0" fmla="*/ 577152 w 3670932"/>
                <a:gd name="connsiteY0" fmla="*/ 28557 h 1988879"/>
                <a:gd name="connsiteX1" fmla="*/ 1700924 w 3670932"/>
                <a:gd name="connsiteY1" fmla="*/ 484286 h 1988879"/>
                <a:gd name="connsiteX2" fmla="*/ 3399817 w 3670932"/>
                <a:gd name="connsiteY2" fmla="*/ 361185 h 1988879"/>
                <a:gd name="connsiteX3" fmla="*/ 2933715 w 3670932"/>
                <a:gd name="connsiteY3" fmla="*/ 1968138 h 1988879"/>
                <a:gd name="connsiteX4" fmla="*/ 240741 w 3670932"/>
                <a:gd name="connsiteY4" fmla="*/ 1193284 h 1988879"/>
                <a:gd name="connsiteX5" fmla="*/ 577152 w 3670932"/>
                <a:gd name="connsiteY5" fmla="*/ 28557 h 1988879"/>
                <a:gd name="connsiteX0" fmla="*/ 5660 w 3065770"/>
                <a:gd name="connsiteY0" fmla="*/ 41752 h 2084853"/>
                <a:gd name="connsiteX1" fmla="*/ 1129432 w 3065770"/>
                <a:gd name="connsiteY1" fmla="*/ 497481 h 2084853"/>
                <a:gd name="connsiteX2" fmla="*/ 2828325 w 3065770"/>
                <a:gd name="connsiteY2" fmla="*/ 374380 h 2084853"/>
                <a:gd name="connsiteX3" fmla="*/ 2362223 w 3065770"/>
                <a:gd name="connsiteY3" fmla="*/ 1981333 h 2084853"/>
                <a:gd name="connsiteX4" fmla="*/ 768571 w 3065770"/>
                <a:gd name="connsiteY4" fmla="*/ 1718703 h 2084853"/>
                <a:gd name="connsiteX5" fmla="*/ 5660 w 3065770"/>
                <a:gd name="connsiteY5" fmla="*/ 41752 h 2084853"/>
                <a:gd name="connsiteX0" fmla="*/ 12471 w 3072581"/>
                <a:gd name="connsiteY0" fmla="*/ 41752 h 2092530"/>
                <a:gd name="connsiteX1" fmla="*/ 1136243 w 3072581"/>
                <a:gd name="connsiteY1" fmla="*/ 497481 h 2092530"/>
                <a:gd name="connsiteX2" fmla="*/ 2835136 w 3072581"/>
                <a:gd name="connsiteY2" fmla="*/ 374380 h 2092530"/>
                <a:gd name="connsiteX3" fmla="*/ 2369034 w 3072581"/>
                <a:gd name="connsiteY3" fmla="*/ 1981333 h 2092530"/>
                <a:gd name="connsiteX4" fmla="*/ 775382 w 3072581"/>
                <a:gd name="connsiteY4" fmla="*/ 1718703 h 2092530"/>
                <a:gd name="connsiteX5" fmla="*/ 12471 w 3072581"/>
                <a:gd name="connsiteY5" fmla="*/ 41752 h 2092530"/>
                <a:gd name="connsiteX0" fmla="*/ 2798 w 3655173"/>
                <a:gd name="connsiteY0" fmla="*/ 869129 h 2007317"/>
                <a:gd name="connsiteX1" fmla="*/ 1718835 w 3655173"/>
                <a:gd name="connsiteY1" fmla="*/ 445136 h 2007317"/>
                <a:gd name="connsiteX2" fmla="*/ 3417728 w 3655173"/>
                <a:gd name="connsiteY2" fmla="*/ 322035 h 2007317"/>
                <a:gd name="connsiteX3" fmla="*/ 2951626 w 3655173"/>
                <a:gd name="connsiteY3" fmla="*/ 1928988 h 2007317"/>
                <a:gd name="connsiteX4" fmla="*/ 1357974 w 3655173"/>
                <a:gd name="connsiteY4" fmla="*/ 1666358 h 2007317"/>
                <a:gd name="connsiteX5" fmla="*/ 2798 w 3655173"/>
                <a:gd name="connsiteY5" fmla="*/ 869129 h 2007317"/>
                <a:gd name="connsiteX0" fmla="*/ 542 w 3652917"/>
                <a:gd name="connsiteY0" fmla="*/ 869129 h 2007318"/>
                <a:gd name="connsiteX1" fmla="*/ 1716579 w 3652917"/>
                <a:gd name="connsiteY1" fmla="*/ 445136 h 2007318"/>
                <a:gd name="connsiteX2" fmla="*/ 3415472 w 3652917"/>
                <a:gd name="connsiteY2" fmla="*/ 322035 h 2007318"/>
                <a:gd name="connsiteX3" fmla="*/ 2949370 w 3652917"/>
                <a:gd name="connsiteY3" fmla="*/ 1928988 h 2007318"/>
                <a:gd name="connsiteX4" fmla="*/ 1355718 w 3652917"/>
                <a:gd name="connsiteY4" fmla="*/ 1666358 h 2007318"/>
                <a:gd name="connsiteX5" fmla="*/ 542 w 3652917"/>
                <a:gd name="connsiteY5" fmla="*/ 869129 h 2007318"/>
                <a:gd name="connsiteX0" fmla="*/ 243 w 3639926"/>
                <a:gd name="connsiteY0" fmla="*/ 869129 h 1955507"/>
                <a:gd name="connsiteX1" fmla="*/ 1716280 w 3639926"/>
                <a:gd name="connsiteY1" fmla="*/ 445136 h 1955507"/>
                <a:gd name="connsiteX2" fmla="*/ 3415173 w 3639926"/>
                <a:gd name="connsiteY2" fmla="*/ 322035 h 1955507"/>
                <a:gd name="connsiteX3" fmla="*/ 2949071 w 3639926"/>
                <a:gd name="connsiteY3" fmla="*/ 1928988 h 1955507"/>
                <a:gd name="connsiteX4" fmla="*/ 1833458 w 3639926"/>
                <a:gd name="connsiteY4" fmla="*/ 1291535 h 1955507"/>
                <a:gd name="connsiteX5" fmla="*/ 243 w 3639926"/>
                <a:gd name="connsiteY5" fmla="*/ 869129 h 1955507"/>
                <a:gd name="connsiteX0" fmla="*/ 243 w 3639926"/>
                <a:gd name="connsiteY0" fmla="*/ 869129 h 1947022"/>
                <a:gd name="connsiteX1" fmla="*/ 1716280 w 3639926"/>
                <a:gd name="connsiteY1" fmla="*/ 445136 h 1947022"/>
                <a:gd name="connsiteX2" fmla="*/ 3415173 w 3639926"/>
                <a:gd name="connsiteY2" fmla="*/ 322035 h 1947022"/>
                <a:gd name="connsiteX3" fmla="*/ 2949071 w 3639926"/>
                <a:gd name="connsiteY3" fmla="*/ 1928988 h 1947022"/>
                <a:gd name="connsiteX4" fmla="*/ 1833458 w 3639926"/>
                <a:gd name="connsiteY4" fmla="*/ 1291535 h 1947022"/>
                <a:gd name="connsiteX5" fmla="*/ 243 w 3639926"/>
                <a:gd name="connsiteY5" fmla="*/ 869129 h 1947022"/>
                <a:gd name="connsiteX0" fmla="*/ 7345 w 3647028"/>
                <a:gd name="connsiteY0" fmla="*/ 869129 h 1947022"/>
                <a:gd name="connsiteX1" fmla="*/ 1723382 w 3647028"/>
                <a:gd name="connsiteY1" fmla="*/ 445136 h 1947022"/>
                <a:gd name="connsiteX2" fmla="*/ 3422275 w 3647028"/>
                <a:gd name="connsiteY2" fmla="*/ 322035 h 1947022"/>
                <a:gd name="connsiteX3" fmla="*/ 2956173 w 3647028"/>
                <a:gd name="connsiteY3" fmla="*/ 1928988 h 1947022"/>
                <a:gd name="connsiteX4" fmla="*/ 1840560 w 3647028"/>
                <a:gd name="connsiteY4" fmla="*/ 1291535 h 1947022"/>
                <a:gd name="connsiteX5" fmla="*/ 7345 w 3647028"/>
                <a:gd name="connsiteY5" fmla="*/ 869129 h 1947022"/>
                <a:gd name="connsiteX0" fmla="*/ 7345 w 3811052"/>
                <a:gd name="connsiteY0" fmla="*/ 869129 h 1929159"/>
                <a:gd name="connsiteX1" fmla="*/ 1723382 w 3811052"/>
                <a:gd name="connsiteY1" fmla="*/ 445136 h 1929159"/>
                <a:gd name="connsiteX2" fmla="*/ 3422275 w 3811052"/>
                <a:gd name="connsiteY2" fmla="*/ 322035 h 1929159"/>
                <a:gd name="connsiteX3" fmla="*/ 2956173 w 3811052"/>
                <a:gd name="connsiteY3" fmla="*/ 1928988 h 1929159"/>
                <a:gd name="connsiteX4" fmla="*/ 1840560 w 3811052"/>
                <a:gd name="connsiteY4" fmla="*/ 1291535 h 1929159"/>
                <a:gd name="connsiteX5" fmla="*/ 7345 w 3811052"/>
                <a:gd name="connsiteY5" fmla="*/ 869129 h 1929159"/>
                <a:gd name="connsiteX0" fmla="*/ 5264 w 3937957"/>
                <a:gd name="connsiteY0" fmla="*/ 1155023 h 1938909"/>
                <a:gd name="connsiteX1" fmla="*/ 1850286 w 3937957"/>
                <a:gd name="connsiteY1" fmla="*/ 454886 h 1938909"/>
                <a:gd name="connsiteX2" fmla="*/ 3549179 w 3937957"/>
                <a:gd name="connsiteY2" fmla="*/ 331785 h 1938909"/>
                <a:gd name="connsiteX3" fmla="*/ 3083077 w 3937957"/>
                <a:gd name="connsiteY3" fmla="*/ 1938738 h 1938909"/>
                <a:gd name="connsiteX4" fmla="*/ 1967464 w 3937957"/>
                <a:gd name="connsiteY4" fmla="*/ 1301285 h 1938909"/>
                <a:gd name="connsiteX5" fmla="*/ 5264 w 3937957"/>
                <a:gd name="connsiteY5" fmla="*/ 1155023 h 1938909"/>
                <a:gd name="connsiteX0" fmla="*/ 23607 w 3956300"/>
                <a:gd name="connsiteY0" fmla="*/ 1155023 h 1938909"/>
                <a:gd name="connsiteX1" fmla="*/ 1868629 w 3956300"/>
                <a:gd name="connsiteY1" fmla="*/ 454886 h 1938909"/>
                <a:gd name="connsiteX2" fmla="*/ 3567522 w 3956300"/>
                <a:gd name="connsiteY2" fmla="*/ 331785 h 1938909"/>
                <a:gd name="connsiteX3" fmla="*/ 3101420 w 3956300"/>
                <a:gd name="connsiteY3" fmla="*/ 1938738 h 1938909"/>
                <a:gd name="connsiteX4" fmla="*/ 1985807 w 3956300"/>
                <a:gd name="connsiteY4" fmla="*/ 1301285 h 1938909"/>
                <a:gd name="connsiteX5" fmla="*/ 23607 w 3956300"/>
                <a:gd name="connsiteY5" fmla="*/ 1155023 h 1938909"/>
                <a:gd name="connsiteX0" fmla="*/ 356 w 3775841"/>
                <a:gd name="connsiteY0" fmla="*/ 1155023 h 1975367"/>
                <a:gd name="connsiteX1" fmla="*/ 1845378 w 3775841"/>
                <a:gd name="connsiteY1" fmla="*/ 454886 h 1975367"/>
                <a:gd name="connsiteX2" fmla="*/ 3544271 w 3775841"/>
                <a:gd name="connsiteY2" fmla="*/ 331785 h 1975367"/>
                <a:gd name="connsiteX3" fmla="*/ 3078169 w 3775841"/>
                <a:gd name="connsiteY3" fmla="*/ 1938738 h 1975367"/>
                <a:gd name="connsiteX4" fmla="*/ 1700608 w 3775841"/>
                <a:gd name="connsiteY4" fmla="*/ 1432728 h 1975367"/>
                <a:gd name="connsiteX5" fmla="*/ 356 w 3775841"/>
                <a:gd name="connsiteY5" fmla="*/ 1155023 h 1975367"/>
                <a:gd name="connsiteX0" fmla="*/ 385 w 3775871"/>
                <a:gd name="connsiteY0" fmla="*/ 1155023 h 1964875"/>
                <a:gd name="connsiteX1" fmla="*/ 1845407 w 3775871"/>
                <a:gd name="connsiteY1" fmla="*/ 454886 h 1964875"/>
                <a:gd name="connsiteX2" fmla="*/ 3544300 w 3775871"/>
                <a:gd name="connsiteY2" fmla="*/ 331785 h 1964875"/>
                <a:gd name="connsiteX3" fmla="*/ 3078198 w 3775871"/>
                <a:gd name="connsiteY3" fmla="*/ 1938738 h 1964875"/>
                <a:gd name="connsiteX4" fmla="*/ 1700637 w 3775871"/>
                <a:gd name="connsiteY4" fmla="*/ 1432728 h 1964875"/>
                <a:gd name="connsiteX5" fmla="*/ 385 w 3775871"/>
                <a:gd name="connsiteY5" fmla="*/ 1155023 h 1964875"/>
                <a:gd name="connsiteX0" fmla="*/ 518 w 3310321"/>
                <a:gd name="connsiteY0" fmla="*/ 1561197 h 1986949"/>
                <a:gd name="connsiteX1" fmla="*/ 1379857 w 3310321"/>
                <a:gd name="connsiteY1" fmla="*/ 469469 h 1986949"/>
                <a:gd name="connsiteX2" fmla="*/ 3078750 w 3310321"/>
                <a:gd name="connsiteY2" fmla="*/ 346368 h 1986949"/>
                <a:gd name="connsiteX3" fmla="*/ 2612648 w 3310321"/>
                <a:gd name="connsiteY3" fmla="*/ 1953321 h 1986949"/>
                <a:gd name="connsiteX4" fmla="*/ 1235087 w 3310321"/>
                <a:gd name="connsiteY4" fmla="*/ 1447311 h 1986949"/>
                <a:gd name="connsiteX5" fmla="*/ 518 w 3310321"/>
                <a:gd name="connsiteY5" fmla="*/ 1561197 h 1986949"/>
                <a:gd name="connsiteX0" fmla="*/ 252954 w 3562757"/>
                <a:gd name="connsiteY0" fmla="*/ 1561197 h 1986950"/>
                <a:gd name="connsiteX1" fmla="*/ 1632293 w 3562757"/>
                <a:gd name="connsiteY1" fmla="*/ 469469 h 1986950"/>
                <a:gd name="connsiteX2" fmla="*/ 3331186 w 3562757"/>
                <a:gd name="connsiteY2" fmla="*/ 346368 h 1986950"/>
                <a:gd name="connsiteX3" fmla="*/ 2865084 w 3562757"/>
                <a:gd name="connsiteY3" fmla="*/ 1953321 h 1986950"/>
                <a:gd name="connsiteX4" fmla="*/ 1487523 w 3562757"/>
                <a:gd name="connsiteY4" fmla="*/ 1447311 h 1986950"/>
                <a:gd name="connsiteX5" fmla="*/ 252954 w 3562757"/>
                <a:gd name="connsiteY5" fmla="*/ 1561197 h 1986950"/>
                <a:gd name="connsiteX0" fmla="*/ 275988 w 4836894"/>
                <a:gd name="connsiteY0" fmla="*/ 1254188 h 1664972"/>
                <a:gd name="connsiteX1" fmla="*/ 1655327 w 4836894"/>
                <a:gd name="connsiteY1" fmla="*/ 162460 h 1664972"/>
                <a:gd name="connsiteX2" fmla="*/ 4715739 w 4836894"/>
                <a:gd name="connsiteY2" fmla="*/ 494988 h 1664972"/>
                <a:gd name="connsiteX3" fmla="*/ 2888118 w 4836894"/>
                <a:gd name="connsiteY3" fmla="*/ 1646312 h 1664972"/>
                <a:gd name="connsiteX4" fmla="*/ 1510557 w 4836894"/>
                <a:gd name="connsiteY4" fmla="*/ 1140302 h 1664972"/>
                <a:gd name="connsiteX5" fmla="*/ 275988 w 4836894"/>
                <a:gd name="connsiteY5" fmla="*/ 1254188 h 1664972"/>
                <a:gd name="connsiteX0" fmla="*/ 275988 w 4716813"/>
                <a:gd name="connsiteY0" fmla="*/ 1630321 h 2049242"/>
                <a:gd name="connsiteX1" fmla="*/ 1655327 w 4716813"/>
                <a:gd name="connsiteY1" fmla="*/ 538593 h 2049242"/>
                <a:gd name="connsiteX2" fmla="*/ 4715739 w 4716813"/>
                <a:gd name="connsiteY2" fmla="*/ 871121 h 2049242"/>
                <a:gd name="connsiteX3" fmla="*/ 2888118 w 4716813"/>
                <a:gd name="connsiteY3" fmla="*/ 2022445 h 2049242"/>
                <a:gd name="connsiteX4" fmla="*/ 1510557 w 4716813"/>
                <a:gd name="connsiteY4" fmla="*/ 1516435 h 2049242"/>
                <a:gd name="connsiteX5" fmla="*/ 275988 w 4716813"/>
                <a:gd name="connsiteY5" fmla="*/ 1630321 h 2049242"/>
                <a:gd name="connsiteX0" fmla="*/ 275988 w 4749030"/>
                <a:gd name="connsiteY0" fmla="*/ 1124638 h 1545870"/>
                <a:gd name="connsiteX1" fmla="*/ 1655327 w 4749030"/>
                <a:gd name="connsiteY1" fmla="*/ 32910 h 1545870"/>
                <a:gd name="connsiteX2" fmla="*/ 4715739 w 4749030"/>
                <a:gd name="connsiteY2" fmla="*/ 365438 h 1545870"/>
                <a:gd name="connsiteX3" fmla="*/ 3175706 w 4749030"/>
                <a:gd name="connsiteY3" fmla="*/ 1192854 h 1545870"/>
                <a:gd name="connsiteX4" fmla="*/ 1510557 w 4749030"/>
                <a:gd name="connsiteY4" fmla="*/ 1010752 h 1545870"/>
                <a:gd name="connsiteX5" fmla="*/ 275988 w 4749030"/>
                <a:gd name="connsiteY5" fmla="*/ 1124638 h 1545870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40315"/>
                <a:gd name="connsiteY0" fmla="*/ 1132875 h 1722803"/>
                <a:gd name="connsiteX1" fmla="*/ 1655327 w 4740315"/>
                <a:gd name="connsiteY1" fmla="*/ 41147 h 1722803"/>
                <a:gd name="connsiteX2" fmla="*/ 4715739 w 4740315"/>
                <a:gd name="connsiteY2" fmla="*/ 373675 h 1722803"/>
                <a:gd name="connsiteX3" fmla="*/ 3012343 w 4740315"/>
                <a:gd name="connsiteY3" fmla="*/ 1711656 h 1722803"/>
                <a:gd name="connsiteX4" fmla="*/ 1510557 w 4740315"/>
                <a:gd name="connsiteY4" fmla="*/ 1018989 h 1722803"/>
                <a:gd name="connsiteX5" fmla="*/ 275988 w 4740315"/>
                <a:gd name="connsiteY5" fmla="*/ 1132875 h 1722803"/>
                <a:gd name="connsiteX0" fmla="*/ 275988 w 4756119"/>
                <a:gd name="connsiteY0" fmla="*/ 1127108 h 1542684"/>
                <a:gd name="connsiteX1" fmla="*/ 1655327 w 4756119"/>
                <a:gd name="connsiteY1" fmla="*/ 35380 h 1542684"/>
                <a:gd name="connsiteX2" fmla="*/ 4715739 w 4756119"/>
                <a:gd name="connsiteY2" fmla="*/ 367908 h 1542684"/>
                <a:gd name="connsiteX3" fmla="*/ 3285074 w 4756119"/>
                <a:gd name="connsiteY3" fmla="*/ 1369029 h 1542684"/>
                <a:gd name="connsiteX4" fmla="*/ 1510557 w 4756119"/>
                <a:gd name="connsiteY4" fmla="*/ 1013222 h 1542684"/>
                <a:gd name="connsiteX5" fmla="*/ 275988 w 4756119"/>
                <a:gd name="connsiteY5" fmla="*/ 1127108 h 1542684"/>
                <a:gd name="connsiteX0" fmla="*/ 275988 w 4715923"/>
                <a:gd name="connsiteY0" fmla="*/ 1122352 h 1572226"/>
                <a:gd name="connsiteX1" fmla="*/ 1655327 w 4715923"/>
                <a:gd name="connsiteY1" fmla="*/ 30624 h 1572226"/>
                <a:gd name="connsiteX2" fmla="*/ 4715739 w 4715923"/>
                <a:gd name="connsiteY2" fmla="*/ 363152 h 1572226"/>
                <a:gd name="connsiteX3" fmla="*/ 1510557 w 4715923"/>
                <a:gd name="connsiteY3" fmla="*/ 1008466 h 1572226"/>
                <a:gd name="connsiteX4" fmla="*/ 275988 w 4715923"/>
                <a:gd name="connsiteY4" fmla="*/ 1122352 h 1572226"/>
                <a:gd name="connsiteX0" fmla="*/ 25029 w 4476010"/>
                <a:gd name="connsiteY0" fmla="*/ 1892393 h 2022034"/>
                <a:gd name="connsiteX1" fmla="*/ 2236847 w 4476010"/>
                <a:gd name="connsiteY1" fmla="*/ 11492 h 2022034"/>
                <a:gd name="connsiteX2" fmla="*/ 4464780 w 4476010"/>
                <a:gd name="connsiteY2" fmla="*/ 1133193 h 2022034"/>
                <a:gd name="connsiteX3" fmla="*/ 1259598 w 4476010"/>
                <a:gd name="connsiteY3" fmla="*/ 1778507 h 2022034"/>
                <a:gd name="connsiteX4" fmla="*/ 25029 w 4476010"/>
                <a:gd name="connsiteY4" fmla="*/ 1892393 h 2022034"/>
                <a:gd name="connsiteX0" fmla="*/ 19312 w 4468531"/>
                <a:gd name="connsiteY0" fmla="*/ 1893478 h 2350831"/>
                <a:gd name="connsiteX1" fmla="*/ 2231130 w 4468531"/>
                <a:gd name="connsiteY1" fmla="*/ 12577 h 2350831"/>
                <a:gd name="connsiteX2" fmla="*/ 4459063 w 4468531"/>
                <a:gd name="connsiteY2" fmla="*/ 1134278 h 2350831"/>
                <a:gd name="connsiteX3" fmla="*/ 2962196 w 4468531"/>
                <a:gd name="connsiteY3" fmla="*/ 2337807 h 2350831"/>
                <a:gd name="connsiteX4" fmla="*/ 1253881 w 4468531"/>
                <a:gd name="connsiteY4" fmla="*/ 1779592 h 2350831"/>
                <a:gd name="connsiteX5" fmla="*/ 19312 w 4468531"/>
                <a:gd name="connsiteY5" fmla="*/ 1893478 h 2350831"/>
                <a:gd name="connsiteX0" fmla="*/ 114931 w 4564151"/>
                <a:gd name="connsiteY0" fmla="*/ 1893478 h 2606070"/>
                <a:gd name="connsiteX1" fmla="*/ 2326749 w 4564151"/>
                <a:gd name="connsiteY1" fmla="*/ 12577 h 2606070"/>
                <a:gd name="connsiteX2" fmla="*/ 4554682 w 4564151"/>
                <a:gd name="connsiteY2" fmla="*/ 1134278 h 2606070"/>
                <a:gd name="connsiteX3" fmla="*/ 3057815 w 4564151"/>
                <a:gd name="connsiteY3" fmla="*/ 2337807 h 2606070"/>
                <a:gd name="connsiteX4" fmla="*/ 602599 w 4564151"/>
                <a:gd name="connsiteY4" fmla="*/ 2591133 h 2606070"/>
                <a:gd name="connsiteX5" fmla="*/ 114931 w 4564151"/>
                <a:gd name="connsiteY5" fmla="*/ 1893478 h 2606070"/>
                <a:gd name="connsiteX0" fmla="*/ 339436 w 4163621"/>
                <a:gd name="connsiteY0" fmla="*/ 711041 h 2677547"/>
                <a:gd name="connsiteX1" fmla="*/ 1926219 w 4163621"/>
                <a:gd name="connsiteY1" fmla="*/ 9118 h 2677547"/>
                <a:gd name="connsiteX2" fmla="*/ 4154152 w 4163621"/>
                <a:gd name="connsiteY2" fmla="*/ 1130819 h 2677547"/>
                <a:gd name="connsiteX3" fmla="*/ 2657285 w 4163621"/>
                <a:gd name="connsiteY3" fmla="*/ 2334348 h 2677547"/>
                <a:gd name="connsiteX4" fmla="*/ 202069 w 4163621"/>
                <a:gd name="connsiteY4" fmla="*/ 2587674 h 2677547"/>
                <a:gd name="connsiteX5" fmla="*/ 339436 w 4163621"/>
                <a:gd name="connsiteY5" fmla="*/ 711041 h 2677547"/>
                <a:gd name="connsiteX0" fmla="*/ 8699 w 3970251"/>
                <a:gd name="connsiteY0" fmla="*/ 2578556 h 2717756"/>
                <a:gd name="connsiteX1" fmla="*/ 1732849 w 3970251"/>
                <a:gd name="connsiteY1" fmla="*/ 0 h 2717756"/>
                <a:gd name="connsiteX2" fmla="*/ 3960782 w 3970251"/>
                <a:gd name="connsiteY2" fmla="*/ 1121701 h 2717756"/>
                <a:gd name="connsiteX3" fmla="*/ 2463915 w 3970251"/>
                <a:gd name="connsiteY3" fmla="*/ 2325230 h 2717756"/>
                <a:gd name="connsiteX4" fmla="*/ 8699 w 3970251"/>
                <a:gd name="connsiteY4" fmla="*/ 2578556 h 2717756"/>
                <a:gd name="connsiteX0" fmla="*/ 11617 w 3584652"/>
                <a:gd name="connsiteY0" fmla="*/ 1430838 h 2340009"/>
                <a:gd name="connsiteX1" fmla="*/ 1347250 w 3584652"/>
                <a:gd name="connsiteY1" fmla="*/ 2380 h 2340009"/>
                <a:gd name="connsiteX2" fmla="*/ 3575183 w 3584652"/>
                <a:gd name="connsiteY2" fmla="*/ 1124081 h 2340009"/>
                <a:gd name="connsiteX3" fmla="*/ 2078316 w 3584652"/>
                <a:gd name="connsiteY3" fmla="*/ 2327610 h 2340009"/>
                <a:gd name="connsiteX4" fmla="*/ 11617 w 3584652"/>
                <a:gd name="connsiteY4" fmla="*/ 1430838 h 2340009"/>
                <a:gd name="connsiteX0" fmla="*/ 36322 w 3609357"/>
                <a:gd name="connsiteY0" fmla="*/ 1430838 h 2532978"/>
                <a:gd name="connsiteX1" fmla="*/ 1371955 w 3609357"/>
                <a:gd name="connsiteY1" fmla="*/ 2380 h 2532978"/>
                <a:gd name="connsiteX2" fmla="*/ 3599888 w 3609357"/>
                <a:gd name="connsiteY2" fmla="*/ 1124081 h 2532978"/>
                <a:gd name="connsiteX3" fmla="*/ 2103021 w 3609357"/>
                <a:gd name="connsiteY3" fmla="*/ 2327610 h 2532978"/>
                <a:gd name="connsiteX4" fmla="*/ 36322 w 3609357"/>
                <a:gd name="connsiteY4" fmla="*/ 1430838 h 2532978"/>
                <a:gd name="connsiteX0" fmla="*/ 3580 w 3569301"/>
                <a:gd name="connsiteY0" fmla="*/ 1431089 h 2816320"/>
                <a:gd name="connsiteX1" fmla="*/ 1339213 w 3569301"/>
                <a:gd name="connsiteY1" fmla="*/ 2631 h 2816320"/>
                <a:gd name="connsiteX2" fmla="*/ 3567146 w 3569301"/>
                <a:gd name="connsiteY2" fmla="*/ 1124332 h 2816320"/>
                <a:gd name="connsiteX3" fmla="*/ 1722688 w 3569301"/>
                <a:gd name="connsiteY3" fmla="*/ 2808414 h 2816320"/>
                <a:gd name="connsiteX4" fmla="*/ 3580 w 3569301"/>
                <a:gd name="connsiteY4" fmla="*/ 1431089 h 2816320"/>
                <a:gd name="connsiteX0" fmla="*/ 3579 w 3569300"/>
                <a:gd name="connsiteY0" fmla="*/ 1431089 h 2808414"/>
                <a:gd name="connsiteX1" fmla="*/ 1339212 w 3569300"/>
                <a:gd name="connsiteY1" fmla="*/ 2631 h 2808414"/>
                <a:gd name="connsiteX2" fmla="*/ 3567145 w 3569300"/>
                <a:gd name="connsiteY2" fmla="*/ 1124332 h 2808414"/>
                <a:gd name="connsiteX3" fmla="*/ 1722687 w 3569300"/>
                <a:gd name="connsiteY3" fmla="*/ 2808414 h 2808414"/>
                <a:gd name="connsiteX4" fmla="*/ 3579 w 3569300"/>
                <a:gd name="connsiteY4" fmla="*/ 1431089 h 2808414"/>
                <a:gd name="connsiteX0" fmla="*/ 3579 w 3570402"/>
                <a:gd name="connsiteY0" fmla="*/ 1431089 h 2845664"/>
                <a:gd name="connsiteX1" fmla="*/ 1339212 w 3570402"/>
                <a:gd name="connsiteY1" fmla="*/ 2631 h 2845664"/>
                <a:gd name="connsiteX2" fmla="*/ 3567145 w 3570402"/>
                <a:gd name="connsiteY2" fmla="*/ 1124332 h 2845664"/>
                <a:gd name="connsiteX3" fmla="*/ 1722687 w 3570402"/>
                <a:gd name="connsiteY3" fmla="*/ 2808414 h 2845664"/>
                <a:gd name="connsiteX4" fmla="*/ 3579 w 3570402"/>
                <a:gd name="connsiteY4" fmla="*/ 1431089 h 2845664"/>
                <a:gd name="connsiteX0" fmla="*/ 3579 w 3571531"/>
                <a:gd name="connsiteY0" fmla="*/ 1431089 h 2809355"/>
                <a:gd name="connsiteX1" fmla="*/ 1339212 w 3571531"/>
                <a:gd name="connsiteY1" fmla="*/ 2631 h 2809355"/>
                <a:gd name="connsiteX2" fmla="*/ 3567145 w 3571531"/>
                <a:gd name="connsiteY2" fmla="*/ 1124332 h 2809355"/>
                <a:gd name="connsiteX3" fmla="*/ 1722687 w 3571531"/>
                <a:gd name="connsiteY3" fmla="*/ 2808414 h 2809355"/>
                <a:gd name="connsiteX4" fmla="*/ 3579 w 3571531"/>
                <a:gd name="connsiteY4" fmla="*/ 1431089 h 2809355"/>
                <a:gd name="connsiteX0" fmla="*/ 3579 w 3570449"/>
                <a:gd name="connsiteY0" fmla="*/ 1431089 h 2811091"/>
                <a:gd name="connsiteX1" fmla="*/ 1339212 w 3570449"/>
                <a:gd name="connsiteY1" fmla="*/ 2631 h 2811091"/>
                <a:gd name="connsiteX2" fmla="*/ 3567145 w 3570449"/>
                <a:gd name="connsiteY2" fmla="*/ 1124332 h 2811091"/>
                <a:gd name="connsiteX3" fmla="*/ 1722687 w 3570449"/>
                <a:gd name="connsiteY3" fmla="*/ 2808414 h 2811091"/>
                <a:gd name="connsiteX4" fmla="*/ 3579 w 3570449"/>
                <a:gd name="connsiteY4" fmla="*/ 1431089 h 2811091"/>
                <a:gd name="connsiteX0" fmla="*/ 9477 w 3576347"/>
                <a:gd name="connsiteY0" fmla="*/ 1454488 h 2834490"/>
                <a:gd name="connsiteX1" fmla="*/ 1345110 w 3576347"/>
                <a:gd name="connsiteY1" fmla="*/ 26030 h 2834490"/>
                <a:gd name="connsiteX2" fmla="*/ 3573043 w 3576347"/>
                <a:gd name="connsiteY2" fmla="*/ 1147731 h 2834490"/>
                <a:gd name="connsiteX3" fmla="*/ 1728585 w 3576347"/>
                <a:gd name="connsiteY3" fmla="*/ 2831813 h 2834490"/>
                <a:gd name="connsiteX4" fmla="*/ 9477 w 3576347"/>
                <a:gd name="connsiteY4" fmla="*/ 1454488 h 2834490"/>
                <a:gd name="connsiteX0" fmla="*/ 11200 w 3578070"/>
                <a:gd name="connsiteY0" fmla="*/ 1454488 h 2834490"/>
                <a:gd name="connsiteX1" fmla="*/ 1346833 w 3578070"/>
                <a:gd name="connsiteY1" fmla="*/ 26030 h 2834490"/>
                <a:gd name="connsiteX2" fmla="*/ 3574766 w 3578070"/>
                <a:gd name="connsiteY2" fmla="*/ 1147731 h 2834490"/>
                <a:gd name="connsiteX3" fmla="*/ 1730308 w 3578070"/>
                <a:gd name="connsiteY3" fmla="*/ 2831813 h 2834490"/>
                <a:gd name="connsiteX4" fmla="*/ 11200 w 3578070"/>
                <a:gd name="connsiteY4" fmla="*/ 1454488 h 2834490"/>
                <a:gd name="connsiteX0" fmla="*/ 5238 w 3394494"/>
                <a:gd name="connsiteY0" fmla="*/ 1561249 h 2815719"/>
                <a:gd name="connsiteX1" fmla="*/ 1164359 w 3394494"/>
                <a:gd name="connsiteY1" fmla="*/ 5027 h 2815719"/>
                <a:gd name="connsiteX2" fmla="*/ 3392292 w 3394494"/>
                <a:gd name="connsiteY2" fmla="*/ 1126728 h 2815719"/>
                <a:gd name="connsiteX3" fmla="*/ 1547834 w 3394494"/>
                <a:gd name="connsiteY3" fmla="*/ 2810810 h 2815719"/>
                <a:gd name="connsiteX4" fmla="*/ 5238 w 3394494"/>
                <a:gd name="connsiteY4" fmla="*/ 1561249 h 2815719"/>
                <a:gd name="connsiteX0" fmla="*/ 1714 w 3390970"/>
                <a:gd name="connsiteY0" fmla="*/ 1561249 h 2816846"/>
                <a:gd name="connsiteX1" fmla="*/ 1160835 w 3390970"/>
                <a:gd name="connsiteY1" fmla="*/ 5027 h 2816846"/>
                <a:gd name="connsiteX2" fmla="*/ 3388768 w 3390970"/>
                <a:gd name="connsiteY2" fmla="*/ 1126728 h 2816846"/>
                <a:gd name="connsiteX3" fmla="*/ 1544310 w 3390970"/>
                <a:gd name="connsiteY3" fmla="*/ 2810810 h 2816846"/>
                <a:gd name="connsiteX4" fmla="*/ 1714 w 3390970"/>
                <a:gd name="connsiteY4" fmla="*/ 1561249 h 2816846"/>
                <a:gd name="connsiteX0" fmla="*/ 1714 w 3392183"/>
                <a:gd name="connsiteY0" fmla="*/ 1561249 h 2822298"/>
                <a:gd name="connsiteX1" fmla="*/ 1160835 w 3392183"/>
                <a:gd name="connsiteY1" fmla="*/ 5027 h 2822298"/>
                <a:gd name="connsiteX2" fmla="*/ 3388768 w 3392183"/>
                <a:gd name="connsiteY2" fmla="*/ 1126728 h 2822298"/>
                <a:gd name="connsiteX3" fmla="*/ 1544310 w 3392183"/>
                <a:gd name="connsiteY3" fmla="*/ 2810810 h 2822298"/>
                <a:gd name="connsiteX4" fmla="*/ 1714 w 3392183"/>
                <a:gd name="connsiteY4" fmla="*/ 1561249 h 2822298"/>
                <a:gd name="connsiteX0" fmla="*/ 1599 w 3099681"/>
                <a:gd name="connsiteY0" fmla="*/ 1556274 h 2805936"/>
                <a:gd name="connsiteX1" fmla="*/ 1160720 w 3099681"/>
                <a:gd name="connsiteY1" fmla="*/ 52 h 2805936"/>
                <a:gd name="connsiteX2" fmla="*/ 3097014 w 3099681"/>
                <a:gd name="connsiteY2" fmla="*/ 1505235 h 2805936"/>
                <a:gd name="connsiteX3" fmla="*/ 1544195 w 3099681"/>
                <a:gd name="connsiteY3" fmla="*/ 2805835 h 2805936"/>
                <a:gd name="connsiteX4" fmla="*/ 1599 w 3099681"/>
                <a:gd name="connsiteY4" fmla="*/ 1556274 h 2805936"/>
                <a:gd name="connsiteX0" fmla="*/ 1599 w 3098266"/>
                <a:gd name="connsiteY0" fmla="*/ 1556274 h 2805936"/>
                <a:gd name="connsiteX1" fmla="*/ 1160720 w 3098266"/>
                <a:gd name="connsiteY1" fmla="*/ 52 h 2805936"/>
                <a:gd name="connsiteX2" fmla="*/ 3097014 w 3098266"/>
                <a:gd name="connsiteY2" fmla="*/ 1505235 h 2805936"/>
                <a:gd name="connsiteX3" fmla="*/ 1544195 w 3098266"/>
                <a:gd name="connsiteY3" fmla="*/ 2805835 h 2805936"/>
                <a:gd name="connsiteX4" fmla="*/ 1599 w 3098266"/>
                <a:gd name="connsiteY4" fmla="*/ 1556274 h 2805936"/>
                <a:gd name="connsiteX0" fmla="*/ 6698 w 3107113"/>
                <a:gd name="connsiteY0" fmla="*/ 1556268 h 1995204"/>
                <a:gd name="connsiteX1" fmla="*/ 1165819 w 3107113"/>
                <a:gd name="connsiteY1" fmla="*/ 46 h 1995204"/>
                <a:gd name="connsiteX2" fmla="*/ 3102113 w 3107113"/>
                <a:gd name="connsiteY2" fmla="*/ 1505229 h 1995204"/>
                <a:gd name="connsiteX3" fmla="*/ 1670895 w 3107113"/>
                <a:gd name="connsiteY3" fmla="*/ 1994767 h 1995204"/>
                <a:gd name="connsiteX4" fmla="*/ 6698 w 3107113"/>
                <a:gd name="connsiteY4" fmla="*/ 1556268 h 1995204"/>
                <a:gd name="connsiteX0" fmla="*/ 6698 w 3107610"/>
                <a:gd name="connsiteY0" fmla="*/ 1556268 h 2094159"/>
                <a:gd name="connsiteX1" fmla="*/ 1165819 w 3107610"/>
                <a:gd name="connsiteY1" fmla="*/ 46 h 2094159"/>
                <a:gd name="connsiteX2" fmla="*/ 3102113 w 3107610"/>
                <a:gd name="connsiteY2" fmla="*/ 1505229 h 2094159"/>
                <a:gd name="connsiteX3" fmla="*/ 1670895 w 3107610"/>
                <a:gd name="connsiteY3" fmla="*/ 1994767 h 2094159"/>
                <a:gd name="connsiteX4" fmla="*/ 6698 w 3107610"/>
                <a:gd name="connsiteY4" fmla="*/ 1556268 h 2094159"/>
                <a:gd name="connsiteX0" fmla="*/ 6698 w 3108326"/>
                <a:gd name="connsiteY0" fmla="*/ 1556268 h 2032117"/>
                <a:gd name="connsiteX1" fmla="*/ 1165819 w 3108326"/>
                <a:gd name="connsiteY1" fmla="*/ 46 h 2032117"/>
                <a:gd name="connsiteX2" fmla="*/ 3102113 w 3108326"/>
                <a:gd name="connsiteY2" fmla="*/ 1505229 h 2032117"/>
                <a:gd name="connsiteX3" fmla="*/ 1670895 w 3108326"/>
                <a:gd name="connsiteY3" fmla="*/ 1994767 h 2032117"/>
                <a:gd name="connsiteX4" fmla="*/ 6698 w 3108326"/>
                <a:gd name="connsiteY4" fmla="*/ 1556268 h 2032117"/>
                <a:gd name="connsiteX0" fmla="*/ 2700 w 3101149"/>
                <a:gd name="connsiteY0" fmla="*/ 1588985 h 2065259"/>
                <a:gd name="connsiteX1" fmla="*/ 1324169 w 3101149"/>
                <a:gd name="connsiteY1" fmla="*/ 44 h 2065259"/>
                <a:gd name="connsiteX2" fmla="*/ 3098115 w 3101149"/>
                <a:gd name="connsiteY2" fmla="*/ 1537946 h 2065259"/>
                <a:gd name="connsiteX3" fmla="*/ 1666897 w 3101149"/>
                <a:gd name="connsiteY3" fmla="*/ 2027484 h 2065259"/>
                <a:gd name="connsiteX4" fmla="*/ 2700 w 3101149"/>
                <a:gd name="connsiteY4" fmla="*/ 1588985 h 2065259"/>
                <a:gd name="connsiteX0" fmla="*/ 2700 w 3100106"/>
                <a:gd name="connsiteY0" fmla="*/ 1588985 h 2163738"/>
                <a:gd name="connsiteX1" fmla="*/ 1324169 w 3100106"/>
                <a:gd name="connsiteY1" fmla="*/ 44 h 2163738"/>
                <a:gd name="connsiteX2" fmla="*/ 3098115 w 3100106"/>
                <a:gd name="connsiteY2" fmla="*/ 1537946 h 2163738"/>
                <a:gd name="connsiteX3" fmla="*/ 1666897 w 3100106"/>
                <a:gd name="connsiteY3" fmla="*/ 2027484 h 2163738"/>
                <a:gd name="connsiteX4" fmla="*/ 2700 w 3100106"/>
                <a:gd name="connsiteY4" fmla="*/ 1588985 h 2163738"/>
                <a:gd name="connsiteX0" fmla="*/ 2700 w 3100834"/>
                <a:gd name="connsiteY0" fmla="*/ 1588985 h 2056082"/>
                <a:gd name="connsiteX1" fmla="*/ 1324169 w 3100834"/>
                <a:gd name="connsiteY1" fmla="*/ 44 h 2056082"/>
                <a:gd name="connsiteX2" fmla="*/ 3098115 w 3100834"/>
                <a:gd name="connsiteY2" fmla="*/ 1537946 h 2056082"/>
                <a:gd name="connsiteX3" fmla="*/ 1666897 w 3100834"/>
                <a:gd name="connsiteY3" fmla="*/ 2027484 h 2056082"/>
                <a:gd name="connsiteX4" fmla="*/ 2700 w 3100834"/>
                <a:gd name="connsiteY4" fmla="*/ 1588985 h 2056082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01100" h="2041075">
                  <a:moveTo>
                    <a:pt x="2700" y="1588985"/>
                  </a:moveTo>
                  <a:cubicBezTo>
                    <a:pt x="-54421" y="1251078"/>
                    <a:pt x="808267" y="8550"/>
                    <a:pt x="1324169" y="44"/>
                  </a:cubicBezTo>
                  <a:cubicBezTo>
                    <a:pt x="1840071" y="-8462"/>
                    <a:pt x="3040994" y="1200039"/>
                    <a:pt x="3098115" y="1537946"/>
                  </a:cubicBezTo>
                  <a:cubicBezTo>
                    <a:pt x="3155236" y="1875853"/>
                    <a:pt x="2382291" y="1963492"/>
                    <a:pt x="1666897" y="2027484"/>
                  </a:cubicBezTo>
                  <a:cubicBezTo>
                    <a:pt x="951503" y="2091476"/>
                    <a:pt x="59821" y="1926892"/>
                    <a:pt x="2700" y="1588985"/>
                  </a:cubicBezTo>
                  <a:close/>
                </a:path>
              </a:pathLst>
            </a:custGeom>
            <a:solidFill>
              <a:srgbClr val="3EB19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1" name="Freihandform 10">
              <a:extLst>
                <a:ext uri="{FF2B5EF4-FFF2-40B4-BE49-F238E27FC236}">
                  <a16:creationId xmlns:a16="http://schemas.microsoft.com/office/drawing/2014/main" id="{40A1FCA0-C6D6-0468-BD3C-F29CB1E795B7}"/>
                </a:ext>
              </a:extLst>
            </p:cNvPr>
            <p:cNvSpPr/>
            <p:nvPr/>
          </p:nvSpPr>
          <p:spPr>
            <a:xfrm rot="20823310" flipV="1">
              <a:off x="6947206" y="5460057"/>
              <a:ext cx="6636396" cy="3176678"/>
            </a:xfrm>
            <a:custGeom>
              <a:avLst/>
              <a:gdLst>
                <a:gd name="connsiteX0" fmla="*/ 346842 w 3373821"/>
                <a:gd name="connsiteY0" fmla="*/ 283779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346842 w 3373821"/>
                <a:gd name="connsiteY5" fmla="*/ 283779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882870 h 3310759"/>
                <a:gd name="connsiteX1" fmla="*/ 3090042 w 3373821"/>
                <a:gd name="connsiteY1" fmla="*/ 0 h 3310759"/>
                <a:gd name="connsiteX2" fmla="*/ 3373821 w 3373821"/>
                <a:gd name="connsiteY2" fmla="*/ 1849821 h 3310759"/>
                <a:gd name="connsiteX3" fmla="*/ 1902373 w 3373821"/>
                <a:gd name="connsiteY3" fmla="*/ 3310759 h 3310759"/>
                <a:gd name="connsiteX4" fmla="*/ 0 w 3373821"/>
                <a:gd name="connsiteY4" fmla="*/ 2511973 h 3310759"/>
                <a:gd name="connsiteX5" fmla="*/ 777766 w 3373821"/>
                <a:gd name="connsiteY5" fmla="*/ 882870 h 3310759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35451 h 3463340"/>
                <a:gd name="connsiteX1" fmla="*/ 3090042 w 3373821"/>
                <a:gd name="connsiteY1" fmla="*/ 152581 h 3463340"/>
                <a:gd name="connsiteX2" fmla="*/ 3373821 w 3373821"/>
                <a:gd name="connsiteY2" fmla="*/ 2002402 h 3463340"/>
                <a:gd name="connsiteX3" fmla="*/ 1902373 w 3373821"/>
                <a:gd name="connsiteY3" fmla="*/ 3463340 h 3463340"/>
                <a:gd name="connsiteX4" fmla="*/ 0 w 3373821"/>
                <a:gd name="connsiteY4" fmla="*/ 2664554 h 3463340"/>
                <a:gd name="connsiteX5" fmla="*/ 777766 w 3373821"/>
                <a:gd name="connsiteY5" fmla="*/ 1035451 h 3463340"/>
                <a:gd name="connsiteX0" fmla="*/ 777766 w 3468415"/>
                <a:gd name="connsiteY0" fmla="*/ 1035451 h 3463340"/>
                <a:gd name="connsiteX1" fmla="*/ 3090042 w 3468415"/>
                <a:gd name="connsiteY1" fmla="*/ 152581 h 3463340"/>
                <a:gd name="connsiteX2" fmla="*/ 3468415 w 3468415"/>
                <a:gd name="connsiteY2" fmla="*/ 2202098 h 3463340"/>
                <a:gd name="connsiteX3" fmla="*/ 1902373 w 3468415"/>
                <a:gd name="connsiteY3" fmla="*/ 3463340 h 3463340"/>
                <a:gd name="connsiteX4" fmla="*/ 0 w 3468415"/>
                <a:gd name="connsiteY4" fmla="*/ 2664554 h 3463340"/>
                <a:gd name="connsiteX5" fmla="*/ 777766 w 3468415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3748"/>
                <a:gd name="connsiteX1" fmla="*/ 3090042 w 3520921"/>
                <a:gd name="connsiteY1" fmla="*/ 152581 h 3463748"/>
                <a:gd name="connsiteX2" fmla="*/ 3468415 w 3520921"/>
                <a:gd name="connsiteY2" fmla="*/ 2202098 h 3463748"/>
                <a:gd name="connsiteX3" fmla="*/ 1902373 w 3520921"/>
                <a:gd name="connsiteY3" fmla="*/ 3463340 h 3463748"/>
                <a:gd name="connsiteX4" fmla="*/ 0 w 3520921"/>
                <a:gd name="connsiteY4" fmla="*/ 2664554 h 3463748"/>
                <a:gd name="connsiteX5" fmla="*/ 777766 w 3520921"/>
                <a:gd name="connsiteY5" fmla="*/ 1035451 h 3463748"/>
                <a:gd name="connsiteX0" fmla="*/ 815379 w 3558534"/>
                <a:gd name="connsiteY0" fmla="*/ 1035451 h 3463748"/>
                <a:gd name="connsiteX1" fmla="*/ 3127655 w 3558534"/>
                <a:gd name="connsiteY1" fmla="*/ 152581 h 3463748"/>
                <a:gd name="connsiteX2" fmla="*/ 3506028 w 3558534"/>
                <a:gd name="connsiteY2" fmla="*/ 2202098 h 3463748"/>
                <a:gd name="connsiteX3" fmla="*/ 1939986 w 3558534"/>
                <a:gd name="connsiteY3" fmla="*/ 3463340 h 3463748"/>
                <a:gd name="connsiteX4" fmla="*/ 37613 w 3558534"/>
                <a:gd name="connsiteY4" fmla="*/ 2664554 h 3463748"/>
                <a:gd name="connsiteX5" fmla="*/ 815379 w 3558534"/>
                <a:gd name="connsiteY5" fmla="*/ 1035451 h 3463748"/>
                <a:gd name="connsiteX0" fmla="*/ 815379 w 3558534"/>
                <a:gd name="connsiteY0" fmla="*/ 1035451 h 3464371"/>
                <a:gd name="connsiteX1" fmla="*/ 3127655 w 3558534"/>
                <a:gd name="connsiteY1" fmla="*/ 152581 h 3464371"/>
                <a:gd name="connsiteX2" fmla="*/ 3506028 w 3558534"/>
                <a:gd name="connsiteY2" fmla="*/ 2202098 h 3464371"/>
                <a:gd name="connsiteX3" fmla="*/ 1939986 w 3558534"/>
                <a:gd name="connsiteY3" fmla="*/ 3463340 h 3464371"/>
                <a:gd name="connsiteX4" fmla="*/ 37613 w 3558534"/>
                <a:gd name="connsiteY4" fmla="*/ 2664554 h 3464371"/>
                <a:gd name="connsiteX5" fmla="*/ 815379 w 3558534"/>
                <a:gd name="connsiteY5" fmla="*/ 1035451 h 3464371"/>
                <a:gd name="connsiteX0" fmla="*/ 815379 w 3150376"/>
                <a:gd name="connsiteY0" fmla="*/ 1035451 h 3464371"/>
                <a:gd name="connsiteX1" fmla="*/ 3127655 w 3150376"/>
                <a:gd name="connsiteY1" fmla="*/ 152581 h 3464371"/>
                <a:gd name="connsiteX2" fmla="*/ 1961008 w 3150376"/>
                <a:gd name="connsiteY2" fmla="*/ 1655560 h 3464371"/>
                <a:gd name="connsiteX3" fmla="*/ 1939986 w 3150376"/>
                <a:gd name="connsiteY3" fmla="*/ 3463340 h 3464371"/>
                <a:gd name="connsiteX4" fmla="*/ 37613 w 3150376"/>
                <a:gd name="connsiteY4" fmla="*/ 2664554 h 3464371"/>
                <a:gd name="connsiteX5" fmla="*/ 815379 w 3150376"/>
                <a:gd name="connsiteY5" fmla="*/ 1035451 h 3464371"/>
                <a:gd name="connsiteX0" fmla="*/ 815379 w 3162532"/>
                <a:gd name="connsiteY0" fmla="*/ 1035451 h 3464371"/>
                <a:gd name="connsiteX1" fmla="*/ 3127655 w 3162532"/>
                <a:gd name="connsiteY1" fmla="*/ 152581 h 3464371"/>
                <a:gd name="connsiteX2" fmla="*/ 2423463 w 3162532"/>
                <a:gd name="connsiteY2" fmla="*/ 1645049 h 3464371"/>
                <a:gd name="connsiteX3" fmla="*/ 1939986 w 3162532"/>
                <a:gd name="connsiteY3" fmla="*/ 3463340 h 3464371"/>
                <a:gd name="connsiteX4" fmla="*/ 37613 w 3162532"/>
                <a:gd name="connsiteY4" fmla="*/ 2664554 h 3464371"/>
                <a:gd name="connsiteX5" fmla="*/ 815379 w 3162532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606310"/>
                <a:gd name="connsiteX1" fmla="*/ 3127655 w 3171514"/>
                <a:gd name="connsiteY1" fmla="*/ 152581 h 3606310"/>
                <a:gd name="connsiteX2" fmla="*/ 2423463 w 3171514"/>
                <a:gd name="connsiteY2" fmla="*/ 1645049 h 3606310"/>
                <a:gd name="connsiteX3" fmla="*/ 2307848 w 3171514"/>
                <a:gd name="connsiteY3" fmla="*/ 3473850 h 3606310"/>
                <a:gd name="connsiteX4" fmla="*/ 37613 w 3171514"/>
                <a:gd name="connsiteY4" fmla="*/ 2664554 h 3606310"/>
                <a:gd name="connsiteX5" fmla="*/ 815379 w 3171514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64502"/>
                <a:gd name="connsiteY0" fmla="*/ 1035451 h 3606310"/>
                <a:gd name="connsiteX1" fmla="*/ 3127655 w 3164502"/>
                <a:gd name="connsiteY1" fmla="*/ 152581 h 3606310"/>
                <a:gd name="connsiteX2" fmla="*/ 2560098 w 3164502"/>
                <a:gd name="connsiteY2" fmla="*/ 1666070 h 3606310"/>
                <a:gd name="connsiteX3" fmla="*/ 2307848 w 3164502"/>
                <a:gd name="connsiteY3" fmla="*/ 3473850 h 3606310"/>
                <a:gd name="connsiteX4" fmla="*/ 37613 w 3164502"/>
                <a:gd name="connsiteY4" fmla="*/ 2664554 h 3606310"/>
                <a:gd name="connsiteX5" fmla="*/ 815379 w 3164502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29312 w 3176710"/>
                <a:gd name="connsiteY0" fmla="*/ 1035451 h 3606310"/>
                <a:gd name="connsiteX1" fmla="*/ 3141588 w 3176710"/>
                <a:gd name="connsiteY1" fmla="*/ 152581 h 3606310"/>
                <a:gd name="connsiteX2" fmla="*/ 2574031 w 3176710"/>
                <a:gd name="connsiteY2" fmla="*/ 1666070 h 3606310"/>
                <a:gd name="connsiteX3" fmla="*/ 2321781 w 3176710"/>
                <a:gd name="connsiteY3" fmla="*/ 3473850 h 3606310"/>
                <a:gd name="connsiteX4" fmla="*/ 51546 w 3176710"/>
                <a:gd name="connsiteY4" fmla="*/ 2664554 h 3606310"/>
                <a:gd name="connsiteX5" fmla="*/ 829312 w 3176710"/>
                <a:gd name="connsiteY5" fmla="*/ 1035451 h 3606310"/>
                <a:gd name="connsiteX0" fmla="*/ 829312 w 3177410"/>
                <a:gd name="connsiteY0" fmla="*/ 1035451 h 3606310"/>
                <a:gd name="connsiteX1" fmla="*/ 3141588 w 3177410"/>
                <a:gd name="connsiteY1" fmla="*/ 152581 h 3606310"/>
                <a:gd name="connsiteX2" fmla="*/ 2574031 w 3177410"/>
                <a:gd name="connsiteY2" fmla="*/ 1666070 h 3606310"/>
                <a:gd name="connsiteX3" fmla="*/ 2321781 w 3177410"/>
                <a:gd name="connsiteY3" fmla="*/ 3473850 h 3606310"/>
                <a:gd name="connsiteX4" fmla="*/ 51546 w 3177410"/>
                <a:gd name="connsiteY4" fmla="*/ 2664554 h 3606310"/>
                <a:gd name="connsiteX5" fmla="*/ 829312 w 3177410"/>
                <a:gd name="connsiteY5" fmla="*/ 1035451 h 3606310"/>
                <a:gd name="connsiteX0" fmla="*/ 829312 w 3177410"/>
                <a:gd name="connsiteY0" fmla="*/ 1013703 h 3584562"/>
                <a:gd name="connsiteX1" fmla="*/ 3141588 w 3177410"/>
                <a:gd name="connsiteY1" fmla="*/ 130833 h 3584562"/>
                <a:gd name="connsiteX2" fmla="*/ 2574031 w 3177410"/>
                <a:gd name="connsiteY2" fmla="*/ 1644322 h 3584562"/>
                <a:gd name="connsiteX3" fmla="*/ 2321781 w 3177410"/>
                <a:gd name="connsiteY3" fmla="*/ 3452102 h 3584562"/>
                <a:gd name="connsiteX4" fmla="*/ 51546 w 3177410"/>
                <a:gd name="connsiteY4" fmla="*/ 2642806 h 3584562"/>
                <a:gd name="connsiteX5" fmla="*/ 829312 w 3177410"/>
                <a:gd name="connsiteY5" fmla="*/ 1013703 h 3584562"/>
                <a:gd name="connsiteX0" fmla="*/ 829578 w 3177676"/>
                <a:gd name="connsiteY0" fmla="*/ 1013703 h 3584562"/>
                <a:gd name="connsiteX1" fmla="*/ 3141854 w 3177676"/>
                <a:gd name="connsiteY1" fmla="*/ 130833 h 3584562"/>
                <a:gd name="connsiteX2" fmla="*/ 2574297 w 3177676"/>
                <a:gd name="connsiteY2" fmla="*/ 1644322 h 3584562"/>
                <a:gd name="connsiteX3" fmla="*/ 2322047 w 3177676"/>
                <a:gd name="connsiteY3" fmla="*/ 3452102 h 3584562"/>
                <a:gd name="connsiteX4" fmla="*/ 51812 w 3177676"/>
                <a:gd name="connsiteY4" fmla="*/ 2642806 h 3584562"/>
                <a:gd name="connsiteX5" fmla="*/ 829578 w 3177676"/>
                <a:gd name="connsiteY5" fmla="*/ 1013703 h 3584562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11178 w 2672400"/>
                <a:gd name="connsiteY0" fmla="*/ 7864 h 2583061"/>
                <a:gd name="connsiteX1" fmla="*/ 1318755 w 2672400"/>
                <a:gd name="connsiteY1" fmla="*/ 1092175 h 2583061"/>
                <a:gd name="connsiteX2" fmla="*/ 2555897 w 2672400"/>
                <a:gd name="connsiteY2" fmla="*/ 638483 h 2583061"/>
                <a:gd name="connsiteX3" fmla="*/ 2303647 w 2672400"/>
                <a:gd name="connsiteY3" fmla="*/ 2446263 h 2583061"/>
                <a:gd name="connsiteX4" fmla="*/ 33412 w 2672400"/>
                <a:gd name="connsiteY4" fmla="*/ 1636967 h 2583061"/>
                <a:gd name="connsiteX5" fmla="*/ 811178 w 2672400"/>
                <a:gd name="connsiteY5" fmla="*/ 7864 h 2583061"/>
                <a:gd name="connsiteX0" fmla="*/ 811178 w 3223026"/>
                <a:gd name="connsiteY0" fmla="*/ 5596 h 2477281"/>
                <a:gd name="connsiteX1" fmla="*/ 1318755 w 3223026"/>
                <a:gd name="connsiteY1" fmla="*/ 1089907 h 2477281"/>
                <a:gd name="connsiteX2" fmla="*/ 3192488 w 3223026"/>
                <a:gd name="connsiteY2" fmla="*/ 802600 h 2477281"/>
                <a:gd name="connsiteX3" fmla="*/ 2303647 w 3223026"/>
                <a:gd name="connsiteY3" fmla="*/ 2443995 h 2477281"/>
                <a:gd name="connsiteX4" fmla="*/ 33412 w 3223026"/>
                <a:gd name="connsiteY4" fmla="*/ 1634699 h 2477281"/>
                <a:gd name="connsiteX5" fmla="*/ 811178 w 3223026"/>
                <a:gd name="connsiteY5" fmla="*/ 5596 h 2477281"/>
                <a:gd name="connsiteX0" fmla="*/ 846588 w 3330250"/>
                <a:gd name="connsiteY0" fmla="*/ 5596 h 2432711"/>
                <a:gd name="connsiteX1" fmla="*/ 1354165 w 3330250"/>
                <a:gd name="connsiteY1" fmla="*/ 1089907 h 2432711"/>
                <a:gd name="connsiteX2" fmla="*/ 3227898 w 3330250"/>
                <a:gd name="connsiteY2" fmla="*/ 802600 h 2432711"/>
                <a:gd name="connsiteX3" fmla="*/ 2761796 w 3330250"/>
                <a:gd name="connsiteY3" fmla="*/ 2409553 h 2432711"/>
                <a:gd name="connsiteX4" fmla="*/ 68822 w 3330250"/>
                <a:gd name="connsiteY4" fmla="*/ 1634699 h 2432711"/>
                <a:gd name="connsiteX5" fmla="*/ 846588 w 3330250"/>
                <a:gd name="connsiteY5" fmla="*/ 5596 h 2432711"/>
                <a:gd name="connsiteX0" fmla="*/ 846588 w 3514825"/>
                <a:gd name="connsiteY0" fmla="*/ 5596 h 2432711"/>
                <a:gd name="connsiteX1" fmla="*/ 1354165 w 3514825"/>
                <a:gd name="connsiteY1" fmla="*/ 1089907 h 2432711"/>
                <a:gd name="connsiteX2" fmla="*/ 3227898 w 3514825"/>
                <a:gd name="connsiteY2" fmla="*/ 802600 h 2432711"/>
                <a:gd name="connsiteX3" fmla="*/ 2761796 w 3514825"/>
                <a:gd name="connsiteY3" fmla="*/ 2409553 h 2432711"/>
                <a:gd name="connsiteX4" fmla="*/ 68822 w 3514825"/>
                <a:gd name="connsiteY4" fmla="*/ 1634699 h 2432711"/>
                <a:gd name="connsiteX5" fmla="*/ 846588 w 3514825"/>
                <a:gd name="connsiteY5" fmla="*/ 5596 h 2432711"/>
                <a:gd name="connsiteX0" fmla="*/ 875402 w 3543639"/>
                <a:gd name="connsiteY0" fmla="*/ 2708 h 2429823"/>
                <a:gd name="connsiteX1" fmla="*/ 1382979 w 3543639"/>
                <a:gd name="connsiteY1" fmla="*/ 1087019 h 2429823"/>
                <a:gd name="connsiteX2" fmla="*/ 3256712 w 3543639"/>
                <a:gd name="connsiteY2" fmla="*/ 799712 h 2429823"/>
                <a:gd name="connsiteX3" fmla="*/ 2790610 w 3543639"/>
                <a:gd name="connsiteY3" fmla="*/ 2406665 h 2429823"/>
                <a:gd name="connsiteX4" fmla="*/ 97636 w 3543639"/>
                <a:gd name="connsiteY4" fmla="*/ 1631811 h 2429823"/>
                <a:gd name="connsiteX5" fmla="*/ 875402 w 3543639"/>
                <a:gd name="connsiteY5" fmla="*/ 2708 h 2429823"/>
                <a:gd name="connsiteX0" fmla="*/ 1035116 w 3703353"/>
                <a:gd name="connsiteY0" fmla="*/ 3586 h 2450893"/>
                <a:gd name="connsiteX1" fmla="*/ 1542693 w 3703353"/>
                <a:gd name="connsiteY1" fmla="*/ 1087897 h 2450893"/>
                <a:gd name="connsiteX2" fmla="*/ 3416426 w 3703353"/>
                <a:gd name="connsiteY2" fmla="*/ 800590 h 2450893"/>
                <a:gd name="connsiteX3" fmla="*/ 2950324 w 3703353"/>
                <a:gd name="connsiteY3" fmla="*/ 2407543 h 2450893"/>
                <a:gd name="connsiteX4" fmla="*/ 257350 w 3703353"/>
                <a:gd name="connsiteY4" fmla="*/ 1632689 h 2450893"/>
                <a:gd name="connsiteX5" fmla="*/ 1035116 w 3703353"/>
                <a:gd name="connsiteY5" fmla="*/ 3586 h 2450893"/>
                <a:gd name="connsiteX0" fmla="*/ 991689 w 3462563"/>
                <a:gd name="connsiteY0" fmla="*/ 10605 h 2457912"/>
                <a:gd name="connsiteX1" fmla="*/ 1674106 w 3462563"/>
                <a:gd name="connsiteY1" fmla="*/ 930710 h 2457912"/>
                <a:gd name="connsiteX2" fmla="*/ 3372999 w 3462563"/>
                <a:gd name="connsiteY2" fmla="*/ 807609 h 2457912"/>
                <a:gd name="connsiteX3" fmla="*/ 2906897 w 3462563"/>
                <a:gd name="connsiteY3" fmla="*/ 2414562 h 2457912"/>
                <a:gd name="connsiteX4" fmla="*/ 213923 w 3462563"/>
                <a:gd name="connsiteY4" fmla="*/ 1639708 h 2457912"/>
                <a:gd name="connsiteX5" fmla="*/ 991689 w 3462563"/>
                <a:gd name="connsiteY5" fmla="*/ 10605 h 2457912"/>
                <a:gd name="connsiteX0" fmla="*/ 991689 w 3644113"/>
                <a:gd name="connsiteY0" fmla="*/ 10605 h 2457912"/>
                <a:gd name="connsiteX1" fmla="*/ 1674106 w 3644113"/>
                <a:gd name="connsiteY1" fmla="*/ 930710 h 2457912"/>
                <a:gd name="connsiteX2" fmla="*/ 3372999 w 3644113"/>
                <a:gd name="connsiteY2" fmla="*/ 807609 h 2457912"/>
                <a:gd name="connsiteX3" fmla="*/ 2906897 w 3644113"/>
                <a:gd name="connsiteY3" fmla="*/ 2414562 h 2457912"/>
                <a:gd name="connsiteX4" fmla="*/ 213923 w 3644113"/>
                <a:gd name="connsiteY4" fmla="*/ 1639708 h 2457912"/>
                <a:gd name="connsiteX5" fmla="*/ 991689 w 3644113"/>
                <a:gd name="connsiteY5" fmla="*/ 10605 h 2457912"/>
                <a:gd name="connsiteX0" fmla="*/ 1054352 w 3706777"/>
                <a:gd name="connsiteY0" fmla="*/ 1046 h 2448353"/>
                <a:gd name="connsiteX1" fmla="*/ 1736769 w 3706777"/>
                <a:gd name="connsiteY1" fmla="*/ 921151 h 2448353"/>
                <a:gd name="connsiteX2" fmla="*/ 3435662 w 3706777"/>
                <a:gd name="connsiteY2" fmla="*/ 798050 h 2448353"/>
                <a:gd name="connsiteX3" fmla="*/ 2969560 w 3706777"/>
                <a:gd name="connsiteY3" fmla="*/ 2405003 h 2448353"/>
                <a:gd name="connsiteX4" fmla="*/ 276586 w 3706777"/>
                <a:gd name="connsiteY4" fmla="*/ 1630149 h 2448353"/>
                <a:gd name="connsiteX5" fmla="*/ 1054352 w 3706777"/>
                <a:gd name="connsiteY5" fmla="*/ 1046 h 2448353"/>
                <a:gd name="connsiteX0" fmla="*/ 590056 w 3683836"/>
                <a:gd name="connsiteY0" fmla="*/ 1109 h 1961431"/>
                <a:gd name="connsiteX1" fmla="*/ 1713828 w 3683836"/>
                <a:gd name="connsiteY1" fmla="*/ 456838 h 1961431"/>
                <a:gd name="connsiteX2" fmla="*/ 3412721 w 3683836"/>
                <a:gd name="connsiteY2" fmla="*/ 333737 h 1961431"/>
                <a:gd name="connsiteX3" fmla="*/ 2946619 w 3683836"/>
                <a:gd name="connsiteY3" fmla="*/ 1940690 h 1961431"/>
                <a:gd name="connsiteX4" fmla="*/ 253645 w 3683836"/>
                <a:gd name="connsiteY4" fmla="*/ 1165836 h 1961431"/>
                <a:gd name="connsiteX5" fmla="*/ 590056 w 3683836"/>
                <a:gd name="connsiteY5" fmla="*/ 1109 h 1961431"/>
                <a:gd name="connsiteX0" fmla="*/ 577152 w 3670932"/>
                <a:gd name="connsiteY0" fmla="*/ 28557 h 1988879"/>
                <a:gd name="connsiteX1" fmla="*/ 1700924 w 3670932"/>
                <a:gd name="connsiteY1" fmla="*/ 484286 h 1988879"/>
                <a:gd name="connsiteX2" fmla="*/ 3399817 w 3670932"/>
                <a:gd name="connsiteY2" fmla="*/ 361185 h 1988879"/>
                <a:gd name="connsiteX3" fmla="*/ 2933715 w 3670932"/>
                <a:gd name="connsiteY3" fmla="*/ 1968138 h 1988879"/>
                <a:gd name="connsiteX4" fmla="*/ 240741 w 3670932"/>
                <a:gd name="connsiteY4" fmla="*/ 1193284 h 1988879"/>
                <a:gd name="connsiteX5" fmla="*/ 577152 w 3670932"/>
                <a:gd name="connsiteY5" fmla="*/ 28557 h 1988879"/>
                <a:gd name="connsiteX0" fmla="*/ 5660 w 3065770"/>
                <a:gd name="connsiteY0" fmla="*/ 41752 h 2084853"/>
                <a:gd name="connsiteX1" fmla="*/ 1129432 w 3065770"/>
                <a:gd name="connsiteY1" fmla="*/ 497481 h 2084853"/>
                <a:gd name="connsiteX2" fmla="*/ 2828325 w 3065770"/>
                <a:gd name="connsiteY2" fmla="*/ 374380 h 2084853"/>
                <a:gd name="connsiteX3" fmla="*/ 2362223 w 3065770"/>
                <a:gd name="connsiteY3" fmla="*/ 1981333 h 2084853"/>
                <a:gd name="connsiteX4" fmla="*/ 768571 w 3065770"/>
                <a:gd name="connsiteY4" fmla="*/ 1718703 h 2084853"/>
                <a:gd name="connsiteX5" fmla="*/ 5660 w 3065770"/>
                <a:gd name="connsiteY5" fmla="*/ 41752 h 2084853"/>
                <a:gd name="connsiteX0" fmla="*/ 12471 w 3072581"/>
                <a:gd name="connsiteY0" fmla="*/ 41752 h 2092530"/>
                <a:gd name="connsiteX1" fmla="*/ 1136243 w 3072581"/>
                <a:gd name="connsiteY1" fmla="*/ 497481 h 2092530"/>
                <a:gd name="connsiteX2" fmla="*/ 2835136 w 3072581"/>
                <a:gd name="connsiteY2" fmla="*/ 374380 h 2092530"/>
                <a:gd name="connsiteX3" fmla="*/ 2369034 w 3072581"/>
                <a:gd name="connsiteY3" fmla="*/ 1981333 h 2092530"/>
                <a:gd name="connsiteX4" fmla="*/ 775382 w 3072581"/>
                <a:gd name="connsiteY4" fmla="*/ 1718703 h 2092530"/>
                <a:gd name="connsiteX5" fmla="*/ 12471 w 3072581"/>
                <a:gd name="connsiteY5" fmla="*/ 41752 h 2092530"/>
                <a:gd name="connsiteX0" fmla="*/ 2798 w 3655173"/>
                <a:gd name="connsiteY0" fmla="*/ 869129 h 2007317"/>
                <a:gd name="connsiteX1" fmla="*/ 1718835 w 3655173"/>
                <a:gd name="connsiteY1" fmla="*/ 445136 h 2007317"/>
                <a:gd name="connsiteX2" fmla="*/ 3417728 w 3655173"/>
                <a:gd name="connsiteY2" fmla="*/ 322035 h 2007317"/>
                <a:gd name="connsiteX3" fmla="*/ 2951626 w 3655173"/>
                <a:gd name="connsiteY3" fmla="*/ 1928988 h 2007317"/>
                <a:gd name="connsiteX4" fmla="*/ 1357974 w 3655173"/>
                <a:gd name="connsiteY4" fmla="*/ 1666358 h 2007317"/>
                <a:gd name="connsiteX5" fmla="*/ 2798 w 3655173"/>
                <a:gd name="connsiteY5" fmla="*/ 869129 h 2007317"/>
                <a:gd name="connsiteX0" fmla="*/ 542 w 3652917"/>
                <a:gd name="connsiteY0" fmla="*/ 869129 h 2007318"/>
                <a:gd name="connsiteX1" fmla="*/ 1716579 w 3652917"/>
                <a:gd name="connsiteY1" fmla="*/ 445136 h 2007318"/>
                <a:gd name="connsiteX2" fmla="*/ 3415472 w 3652917"/>
                <a:gd name="connsiteY2" fmla="*/ 322035 h 2007318"/>
                <a:gd name="connsiteX3" fmla="*/ 2949370 w 3652917"/>
                <a:gd name="connsiteY3" fmla="*/ 1928988 h 2007318"/>
                <a:gd name="connsiteX4" fmla="*/ 1355718 w 3652917"/>
                <a:gd name="connsiteY4" fmla="*/ 1666358 h 2007318"/>
                <a:gd name="connsiteX5" fmla="*/ 542 w 3652917"/>
                <a:gd name="connsiteY5" fmla="*/ 869129 h 2007318"/>
                <a:gd name="connsiteX0" fmla="*/ 243 w 3639926"/>
                <a:gd name="connsiteY0" fmla="*/ 869129 h 1955507"/>
                <a:gd name="connsiteX1" fmla="*/ 1716280 w 3639926"/>
                <a:gd name="connsiteY1" fmla="*/ 445136 h 1955507"/>
                <a:gd name="connsiteX2" fmla="*/ 3415173 w 3639926"/>
                <a:gd name="connsiteY2" fmla="*/ 322035 h 1955507"/>
                <a:gd name="connsiteX3" fmla="*/ 2949071 w 3639926"/>
                <a:gd name="connsiteY3" fmla="*/ 1928988 h 1955507"/>
                <a:gd name="connsiteX4" fmla="*/ 1833458 w 3639926"/>
                <a:gd name="connsiteY4" fmla="*/ 1291535 h 1955507"/>
                <a:gd name="connsiteX5" fmla="*/ 243 w 3639926"/>
                <a:gd name="connsiteY5" fmla="*/ 869129 h 1955507"/>
                <a:gd name="connsiteX0" fmla="*/ 243 w 3639926"/>
                <a:gd name="connsiteY0" fmla="*/ 869129 h 1947022"/>
                <a:gd name="connsiteX1" fmla="*/ 1716280 w 3639926"/>
                <a:gd name="connsiteY1" fmla="*/ 445136 h 1947022"/>
                <a:gd name="connsiteX2" fmla="*/ 3415173 w 3639926"/>
                <a:gd name="connsiteY2" fmla="*/ 322035 h 1947022"/>
                <a:gd name="connsiteX3" fmla="*/ 2949071 w 3639926"/>
                <a:gd name="connsiteY3" fmla="*/ 1928988 h 1947022"/>
                <a:gd name="connsiteX4" fmla="*/ 1833458 w 3639926"/>
                <a:gd name="connsiteY4" fmla="*/ 1291535 h 1947022"/>
                <a:gd name="connsiteX5" fmla="*/ 243 w 3639926"/>
                <a:gd name="connsiteY5" fmla="*/ 869129 h 1947022"/>
                <a:gd name="connsiteX0" fmla="*/ 7345 w 3647028"/>
                <a:gd name="connsiteY0" fmla="*/ 869129 h 1947022"/>
                <a:gd name="connsiteX1" fmla="*/ 1723382 w 3647028"/>
                <a:gd name="connsiteY1" fmla="*/ 445136 h 1947022"/>
                <a:gd name="connsiteX2" fmla="*/ 3422275 w 3647028"/>
                <a:gd name="connsiteY2" fmla="*/ 322035 h 1947022"/>
                <a:gd name="connsiteX3" fmla="*/ 2956173 w 3647028"/>
                <a:gd name="connsiteY3" fmla="*/ 1928988 h 1947022"/>
                <a:gd name="connsiteX4" fmla="*/ 1840560 w 3647028"/>
                <a:gd name="connsiteY4" fmla="*/ 1291535 h 1947022"/>
                <a:gd name="connsiteX5" fmla="*/ 7345 w 3647028"/>
                <a:gd name="connsiteY5" fmla="*/ 869129 h 1947022"/>
                <a:gd name="connsiteX0" fmla="*/ 7345 w 3811052"/>
                <a:gd name="connsiteY0" fmla="*/ 869129 h 1929159"/>
                <a:gd name="connsiteX1" fmla="*/ 1723382 w 3811052"/>
                <a:gd name="connsiteY1" fmla="*/ 445136 h 1929159"/>
                <a:gd name="connsiteX2" fmla="*/ 3422275 w 3811052"/>
                <a:gd name="connsiteY2" fmla="*/ 322035 h 1929159"/>
                <a:gd name="connsiteX3" fmla="*/ 2956173 w 3811052"/>
                <a:gd name="connsiteY3" fmla="*/ 1928988 h 1929159"/>
                <a:gd name="connsiteX4" fmla="*/ 1840560 w 3811052"/>
                <a:gd name="connsiteY4" fmla="*/ 1291535 h 1929159"/>
                <a:gd name="connsiteX5" fmla="*/ 7345 w 3811052"/>
                <a:gd name="connsiteY5" fmla="*/ 869129 h 1929159"/>
                <a:gd name="connsiteX0" fmla="*/ 5264 w 3937957"/>
                <a:gd name="connsiteY0" fmla="*/ 1155023 h 1938909"/>
                <a:gd name="connsiteX1" fmla="*/ 1850286 w 3937957"/>
                <a:gd name="connsiteY1" fmla="*/ 454886 h 1938909"/>
                <a:gd name="connsiteX2" fmla="*/ 3549179 w 3937957"/>
                <a:gd name="connsiteY2" fmla="*/ 331785 h 1938909"/>
                <a:gd name="connsiteX3" fmla="*/ 3083077 w 3937957"/>
                <a:gd name="connsiteY3" fmla="*/ 1938738 h 1938909"/>
                <a:gd name="connsiteX4" fmla="*/ 1967464 w 3937957"/>
                <a:gd name="connsiteY4" fmla="*/ 1301285 h 1938909"/>
                <a:gd name="connsiteX5" fmla="*/ 5264 w 3937957"/>
                <a:gd name="connsiteY5" fmla="*/ 1155023 h 1938909"/>
                <a:gd name="connsiteX0" fmla="*/ 23607 w 3956300"/>
                <a:gd name="connsiteY0" fmla="*/ 1155023 h 1938909"/>
                <a:gd name="connsiteX1" fmla="*/ 1868629 w 3956300"/>
                <a:gd name="connsiteY1" fmla="*/ 454886 h 1938909"/>
                <a:gd name="connsiteX2" fmla="*/ 3567522 w 3956300"/>
                <a:gd name="connsiteY2" fmla="*/ 331785 h 1938909"/>
                <a:gd name="connsiteX3" fmla="*/ 3101420 w 3956300"/>
                <a:gd name="connsiteY3" fmla="*/ 1938738 h 1938909"/>
                <a:gd name="connsiteX4" fmla="*/ 1985807 w 3956300"/>
                <a:gd name="connsiteY4" fmla="*/ 1301285 h 1938909"/>
                <a:gd name="connsiteX5" fmla="*/ 23607 w 3956300"/>
                <a:gd name="connsiteY5" fmla="*/ 1155023 h 1938909"/>
                <a:gd name="connsiteX0" fmla="*/ 356 w 3775841"/>
                <a:gd name="connsiteY0" fmla="*/ 1155023 h 1975367"/>
                <a:gd name="connsiteX1" fmla="*/ 1845378 w 3775841"/>
                <a:gd name="connsiteY1" fmla="*/ 454886 h 1975367"/>
                <a:gd name="connsiteX2" fmla="*/ 3544271 w 3775841"/>
                <a:gd name="connsiteY2" fmla="*/ 331785 h 1975367"/>
                <a:gd name="connsiteX3" fmla="*/ 3078169 w 3775841"/>
                <a:gd name="connsiteY3" fmla="*/ 1938738 h 1975367"/>
                <a:gd name="connsiteX4" fmla="*/ 1700608 w 3775841"/>
                <a:gd name="connsiteY4" fmla="*/ 1432728 h 1975367"/>
                <a:gd name="connsiteX5" fmla="*/ 356 w 3775841"/>
                <a:gd name="connsiteY5" fmla="*/ 1155023 h 1975367"/>
                <a:gd name="connsiteX0" fmla="*/ 385 w 3775871"/>
                <a:gd name="connsiteY0" fmla="*/ 1155023 h 1964875"/>
                <a:gd name="connsiteX1" fmla="*/ 1845407 w 3775871"/>
                <a:gd name="connsiteY1" fmla="*/ 454886 h 1964875"/>
                <a:gd name="connsiteX2" fmla="*/ 3544300 w 3775871"/>
                <a:gd name="connsiteY2" fmla="*/ 331785 h 1964875"/>
                <a:gd name="connsiteX3" fmla="*/ 3078198 w 3775871"/>
                <a:gd name="connsiteY3" fmla="*/ 1938738 h 1964875"/>
                <a:gd name="connsiteX4" fmla="*/ 1700637 w 3775871"/>
                <a:gd name="connsiteY4" fmla="*/ 1432728 h 1964875"/>
                <a:gd name="connsiteX5" fmla="*/ 385 w 3775871"/>
                <a:gd name="connsiteY5" fmla="*/ 1155023 h 1964875"/>
                <a:gd name="connsiteX0" fmla="*/ 518 w 3310321"/>
                <a:gd name="connsiteY0" fmla="*/ 1561197 h 1986949"/>
                <a:gd name="connsiteX1" fmla="*/ 1379857 w 3310321"/>
                <a:gd name="connsiteY1" fmla="*/ 469469 h 1986949"/>
                <a:gd name="connsiteX2" fmla="*/ 3078750 w 3310321"/>
                <a:gd name="connsiteY2" fmla="*/ 346368 h 1986949"/>
                <a:gd name="connsiteX3" fmla="*/ 2612648 w 3310321"/>
                <a:gd name="connsiteY3" fmla="*/ 1953321 h 1986949"/>
                <a:gd name="connsiteX4" fmla="*/ 1235087 w 3310321"/>
                <a:gd name="connsiteY4" fmla="*/ 1447311 h 1986949"/>
                <a:gd name="connsiteX5" fmla="*/ 518 w 3310321"/>
                <a:gd name="connsiteY5" fmla="*/ 1561197 h 1986949"/>
                <a:gd name="connsiteX0" fmla="*/ 252954 w 3562757"/>
                <a:gd name="connsiteY0" fmla="*/ 1561197 h 1986950"/>
                <a:gd name="connsiteX1" fmla="*/ 1632293 w 3562757"/>
                <a:gd name="connsiteY1" fmla="*/ 469469 h 1986950"/>
                <a:gd name="connsiteX2" fmla="*/ 3331186 w 3562757"/>
                <a:gd name="connsiteY2" fmla="*/ 346368 h 1986950"/>
                <a:gd name="connsiteX3" fmla="*/ 2865084 w 3562757"/>
                <a:gd name="connsiteY3" fmla="*/ 1953321 h 1986950"/>
                <a:gd name="connsiteX4" fmla="*/ 1487523 w 3562757"/>
                <a:gd name="connsiteY4" fmla="*/ 1447311 h 1986950"/>
                <a:gd name="connsiteX5" fmla="*/ 252954 w 3562757"/>
                <a:gd name="connsiteY5" fmla="*/ 1561197 h 1986950"/>
                <a:gd name="connsiteX0" fmla="*/ 275988 w 4836894"/>
                <a:gd name="connsiteY0" fmla="*/ 1254188 h 1664972"/>
                <a:gd name="connsiteX1" fmla="*/ 1655327 w 4836894"/>
                <a:gd name="connsiteY1" fmla="*/ 162460 h 1664972"/>
                <a:gd name="connsiteX2" fmla="*/ 4715739 w 4836894"/>
                <a:gd name="connsiteY2" fmla="*/ 494988 h 1664972"/>
                <a:gd name="connsiteX3" fmla="*/ 2888118 w 4836894"/>
                <a:gd name="connsiteY3" fmla="*/ 1646312 h 1664972"/>
                <a:gd name="connsiteX4" fmla="*/ 1510557 w 4836894"/>
                <a:gd name="connsiteY4" fmla="*/ 1140302 h 1664972"/>
                <a:gd name="connsiteX5" fmla="*/ 275988 w 4836894"/>
                <a:gd name="connsiteY5" fmla="*/ 1254188 h 1664972"/>
                <a:gd name="connsiteX0" fmla="*/ 275988 w 4716813"/>
                <a:gd name="connsiteY0" fmla="*/ 1630321 h 2049242"/>
                <a:gd name="connsiteX1" fmla="*/ 1655327 w 4716813"/>
                <a:gd name="connsiteY1" fmla="*/ 538593 h 2049242"/>
                <a:gd name="connsiteX2" fmla="*/ 4715739 w 4716813"/>
                <a:gd name="connsiteY2" fmla="*/ 871121 h 2049242"/>
                <a:gd name="connsiteX3" fmla="*/ 2888118 w 4716813"/>
                <a:gd name="connsiteY3" fmla="*/ 2022445 h 2049242"/>
                <a:gd name="connsiteX4" fmla="*/ 1510557 w 4716813"/>
                <a:gd name="connsiteY4" fmla="*/ 1516435 h 2049242"/>
                <a:gd name="connsiteX5" fmla="*/ 275988 w 4716813"/>
                <a:gd name="connsiteY5" fmla="*/ 1630321 h 2049242"/>
                <a:gd name="connsiteX0" fmla="*/ 275988 w 4749030"/>
                <a:gd name="connsiteY0" fmla="*/ 1124638 h 1545870"/>
                <a:gd name="connsiteX1" fmla="*/ 1655327 w 4749030"/>
                <a:gd name="connsiteY1" fmla="*/ 32910 h 1545870"/>
                <a:gd name="connsiteX2" fmla="*/ 4715739 w 4749030"/>
                <a:gd name="connsiteY2" fmla="*/ 365438 h 1545870"/>
                <a:gd name="connsiteX3" fmla="*/ 3175706 w 4749030"/>
                <a:gd name="connsiteY3" fmla="*/ 1192854 h 1545870"/>
                <a:gd name="connsiteX4" fmla="*/ 1510557 w 4749030"/>
                <a:gd name="connsiteY4" fmla="*/ 1010752 h 1545870"/>
                <a:gd name="connsiteX5" fmla="*/ 275988 w 4749030"/>
                <a:gd name="connsiteY5" fmla="*/ 1124638 h 1545870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40315"/>
                <a:gd name="connsiteY0" fmla="*/ 1132875 h 1722803"/>
                <a:gd name="connsiteX1" fmla="*/ 1655327 w 4740315"/>
                <a:gd name="connsiteY1" fmla="*/ 41147 h 1722803"/>
                <a:gd name="connsiteX2" fmla="*/ 4715739 w 4740315"/>
                <a:gd name="connsiteY2" fmla="*/ 373675 h 1722803"/>
                <a:gd name="connsiteX3" fmla="*/ 3012343 w 4740315"/>
                <a:gd name="connsiteY3" fmla="*/ 1711656 h 1722803"/>
                <a:gd name="connsiteX4" fmla="*/ 1510557 w 4740315"/>
                <a:gd name="connsiteY4" fmla="*/ 1018989 h 1722803"/>
                <a:gd name="connsiteX5" fmla="*/ 275988 w 4740315"/>
                <a:gd name="connsiteY5" fmla="*/ 1132875 h 1722803"/>
                <a:gd name="connsiteX0" fmla="*/ 275988 w 4756119"/>
                <a:gd name="connsiteY0" fmla="*/ 1127108 h 1542684"/>
                <a:gd name="connsiteX1" fmla="*/ 1655327 w 4756119"/>
                <a:gd name="connsiteY1" fmla="*/ 35380 h 1542684"/>
                <a:gd name="connsiteX2" fmla="*/ 4715739 w 4756119"/>
                <a:gd name="connsiteY2" fmla="*/ 367908 h 1542684"/>
                <a:gd name="connsiteX3" fmla="*/ 3285074 w 4756119"/>
                <a:gd name="connsiteY3" fmla="*/ 1369029 h 1542684"/>
                <a:gd name="connsiteX4" fmla="*/ 1510557 w 4756119"/>
                <a:gd name="connsiteY4" fmla="*/ 1013222 h 1542684"/>
                <a:gd name="connsiteX5" fmla="*/ 275988 w 4756119"/>
                <a:gd name="connsiteY5" fmla="*/ 1127108 h 1542684"/>
                <a:gd name="connsiteX0" fmla="*/ 275988 w 4715923"/>
                <a:gd name="connsiteY0" fmla="*/ 1122352 h 1572226"/>
                <a:gd name="connsiteX1" fmla="*/ 1655327 w 4715923"/>
                <a:gd name="connsiteY1" fmla="*/ 30624 h 1572226"/>
                <a:gd name="connsiteX2" fmla="*/ 4715739 w 4715923"/>
                <a:gd name="connsiteY2" fmla="*/ 363152 h 1572226"/>
                <a:gd name="connsiteX3" fmla="*/ 1510557 w 4715923"/>
                <a:gd name="connsiteY3" fmla="*/ 1008466 h 1572226"/>
                <a:gd name="connsiteX4" fmla="*/ 275988 w 4715923"/>
                <a:gd name="connsiteY4" fmla="*/ 1122352 h 1572226"/>
                <a:gd name="connsiteX0" fmla="*/ 25029 w 4476010"/>
                <a:gd name="connsiteY0" fmla="*/ 1892393 h 2022034"/>
                <a:gd name="connsiteX1" fmla="*/ 2236847 w 4476010"/>
                <a:gd name="connsiteY1" fmla="*/ 11492 h 2022034"/>
                <a:gd name="connsiteX2" fmla="*/ 4464780 w 4476010"/>
                <a:gd name="connsiteY2" fmla="*/ 1133193 h 2022034"/>
                <a:gd name="connsiteX3" fmla="*/ 1259598 w 4476010"/>
                <a:gd name="connsiteY3" fmla="*/ 1778507 h 2022034"/>
                <a:gd name="connsiteX4" fmla="*/ 25029 w 4476010"/>
                <a:gd name="connsiteY4" fmla="*/ 1892393 h 2022034"/>
                <a:gd name="connsiteX0" fmla="*/ 19312 w 4468531"/>
                <a:gd name="connsiteY0" fmla="*/ 1893478 h 2350831"/>
                <a:gd name="connsiteX1" fmla="*/ 2231130 w 4468531"/>
                <a:gd name="connsiteY1" fmla="*/ 12577 h 2350831"/>
                <a:gd name="connsiteX2" fmla="*/ 4459063 w 4468531"/>
                <a:gd name="connsiteY2" fmla="*/ 1134278 h 2350831"/>
                <a:gd name="connsiteX3" fmla="*/ 2962196 w 4468531"/>
                <a:gd name="connsiteY3" fmla="*/ 2337807 h 2350831"/>
                <a:gd name="connsiteX4" fmla="*/ 1253881 w 4468531"/>
                <a:gd name="connsiteY4" fmla="*/ 1779592 h 2350831"/>
                <a:gd name="connsiteX5" fmla="*/ 19312 w 4468531"/>
                <a:gd name="connsiteY5" fmla="*/ 1893478 h 2350831"/>
                <a:gd name="connsiteX0" fmla="*/ 114931 w 4564151"/>
                <a:gd name="connsiteY0" fmla="*/ 1893478 h 2606070"/>
                <a:gd name="connsiteX1" fmla="*/ 2326749 w 4564151"/>
                <a:gd name="connsiteY1" fmla="*/ 12577 h 2606070"/>
                <a:gd name="connsiteX2" fmla="*/ 4554682 w 4564151"/>
                <a:gd name="connsiteY2" fmla="*/ 1134278 h 2606070"/>
                <a:gd name="connsiteX3" fmla="*/ 3057815 w 4564151"/>
                <a:gd name="connsiteY3" fmla="*/ 2337807 h 2606070"/>
                <a:gd name="connsiteX4" fmla="*/ 602599 w 4564151"/>
                <a:gd name="connsiteY4" fmla="*/ 2591133 h 2606070"/>
                <a:gd name="connsiteX5" fmla="*/ 114931 w 4564151"/>
                <a:gd name="connsiteY5" fmla="*/ 1893478 h 2606070"/>
                <a:gd name="connsiteX0" fmla="*/ 339436 w 4163621"/>
                <a:gd name="connsiteY0" fmla="*/ 711041 h 2677547"/>
                <a:gd name="connsiteX1" fmla="*/ 1926219 w 4163621"/>
                <a:gd name="connsiteY1" fmla="*/ 9118 h 2677547"/>
                <a:gd name="connsiteX2" fmla="*/ 4154152 w 4163621"/>
                <a:gd name="connsiteY2" fmla="*/ 1130819 h 2677547"/>
                <a:gd name="connsiteX3" fmla="*/ 2657285 w 4163621"/>
                <a:gd name="connsiteY3" fmla="*/ 2334348 h 2677547"/>
                <a:gd name="connsiteX4" fmla="*/ 202069 w 4163621"/>
                <a:gd name="connsiteY4" fmla="*/ 2587674 h 2677547"/>
                <a:gd name="connsiteX5" fmla="*/ 339436 w 4163621"/>
                <a:gd name="connsiteY5" fmla="*/ 711041 h 2677547"/>
                <a:gd name="connsiteX0" fmla="*/ 8699 w 3970251"/>
                <a:gd name="connsiteY0" fmla="*/ 2578556 h 2717756"/>
                <a:gd name="connsiteX1" fmla="*/ 1732849 w 3970251"/>
                <a:gd name="connsiteY1" fmla="*/ 0 h 2717756"/>
                <a:gd name="connsiteX2" fmla="*/ 3960782 w 3970251"/>
                <a:gd name="connsiteY2" fmla="*/ 1121701 h 2717756"/>
                <a:gd name="connsiteX3" fmla="*/ 2463915 w 3970251"/>
                <a:gd name="connsiteY3" fmla="*/ 2325230 h 2717756"/>
                <a:gd name="connsiteX4" fmla="*/ 8699 w 3970251"/>
                <a:gd name="connsiteY4" fmla="*/ 2578556 h 2717756"/>
                <a:gd name="connsiteX0" fmla="*/ 11617 w 3584652"/>
                <a:gd name="connsiteY0" fmla="*/ 1430838 h 2340009"/>
                <a:gd name="connsiteX1" fmla="*/ 1347250 w 3584652"/>
                <a:gd name="connsiteY1" fmla="*/ 2380 h 2340009"/>
                <a:gd name="connsiteX2" fmla="*/ 3575183 w 3584652"/>
                <a:gd name="connsiteY2" fmla="*/ 1124081 h 2340009"/>
                <a:gd name="connsiteX3" fmla="*/ 2078316 w 3584652"/>
                <a:gd name="connsiteY3" fmla="*/ 2327610 h 2340009"/>
                <a:gd name="connsiteX4" fmla="*/ 11617 w 3584652"/>
                <a:gd name="connsiteY4" fmla="*/ 1430838 h 2340009"/>
                <a:gd name="connsiteX0" fmla="*/ 36322 w 3609357"/>
                <a:gd name="connsiteY0" fmla="*/ 1430838 h 2532978"/>
                <a:gd name="connsiteX1" fmla="*/ 1371955 w 3609357"/>
                <a:gd name="connsiteY1" fmla="*/ 2380 h 2532978"/>
                <a:gd name="connsiteX2" fmla="*/ 3599888 w 3609357"/>
                <a:gd name="connsiteY2" fmla="*/ 1124081 h 2532978"/>
                <a:gd name="connsiteX3" fmla="*/ 2103021 w 3609357"/>
                <a:gd name="connsiteY3" fmla="*/ 2327610 h 2532978"/>
                <a:gd name="connsiteX4" fmla="*/ 36322 w 3609357"/>
                <a:gd name="connsiteY4" fmla="*/ 1430838 h 2532978"/>
                <a:gd name="connsiteX0" fmla="*/ 3580 w 3569301"/>
                <a:gd name="connsiteY0" fmla="*/ 1431089 h 2816320"/>
                <a:gd name="connsiteX1" fmla="*/ 1339213 w 3569301"/>
                <a:gd name="connsiteY1" fmla="*/ 2631 h 2816320"/>
                <a:gd name="connsiteX2" fmla="*/ 3567146 w 3569301"/>
                <a:gd name="connsiteY2" fmla="*/ 1124332 h 2816320"/>
                <a:gd name="connsiteX3" fmla="*/ 1722688 w 3569301"/>
                <a:gd name="connsiteY3" fmla="*/ 2808414 h 2816320"/>
                <a:gd name="connsiteX4" fmla="*/ 3580 w 3569301"/>
                <a:gd name="connsiteY4" fmla="*/ 1431089 h 2816320"/>
                <a:gd name="connsiteX0" fmla="*/ 3579 w 3569300"/>
                <a:gd name="connsiteY0" fmla="*/ 1431089 h 2808414"/>
                <a:gd name="connsiteX1" fmla="*/ 1339212 w 3569300"/>
                <a:gd name="connsiteY1" fmla="*/ 2631 h 2808414"/>
                <a:gd name="connsiteX2" fmla="*/ 3567145 w 3569300"/>
                <a:gd name="connsiteY2" fmla="*/ 1124332 h 2808414"/>
                <a:gd name="connsiteX3" fmla="*/ 1722687 w 3569300"/>
                <a:gd name="connsiteY3" fmla="*/ 2808414 h 2808414"/>
                <a:gd name="connsiteX4" fmla="*/ 3579 w 3569300"/>
                <a:gd name="connsiteY4" fmla="*/ 1431089 h 2808414"/>
                <a:gd name="connsiteX0" fmla="*/ 3579 w 3570402"/>
                <a:gd name="connsiteY0" fmla="*/ 1431089 h 2845664"/>
                <a:gd name="connsiteX1" fmla="*/ 1339212 w 3570402"/>
                <a:gd name="connsiteY1" fmla="*/ 2631 h 2845664"/>
                <a:gd name="connsiteX2" fmla="*/ 3567145 w 3570402"/>
                <a:gd name="connsiteY2" fmla="*/ 1124332 h 2845664"/>
                <a:gd name="connsiteX3" fmla="*/ 1722687 w 3570402"/>
                <a:gd name="connsiteY3" fmla="*/ 2808414 h 2845664"/>
                <a:gd name="connsiteX4" fmla="*/ 3579 w 3570402"/>
                <a:gd name="connsiteY4" fmla="*/ 1431089 h 2845664"/>
                <a:gd name="connsiteX0" fmla="*/ 3579 w 3571531"/>
                <a:gd name="connsiteY0" fmla="*/ 1431089 h 2809355"/>
                <a:gd name="connsiteX1" fmla="*/ 1339212 w 3571531"/>
                <a:gd name="connsiteY1" fmla="*/ 2631 h 2809355"/>
                <a:gd name="connsiteX2" fmla="*/ 3567145 w 3571531"/>
                <a:gd name="connsiteY2" fmla="*/ 1124332 h 2809355"/>
                <a:gd name="connsiteX3" fmla="*/ 1722687 w 3571531"/>
                <a:gd name="connsiteY3" fmla="*/ 2808414 h 2809355"/>
                <a:gd name="connsiteX4" fmla="*/ 3579 w 3571531"/>
                <a:gd name="connsiteY4" fmla="*/ 1431089 h 2809355"/>
                <a:gd name="connsiteX0" fmla="*/ 3579 w 3570449"/>
                <a:gd name="connsiteY0" fmla="*/ 1431089 h 2811091"/>
                <a:gd name="connsiteX1" fmla="*/ 1339212 w 3570449"/>
                <a:gd name="connsiteY1" fmla="*/ 2631 h 2811091"/>
                <a:gd name="connsiteX2" fmla="*/ 3567145 w 3570449"/>
                <a:gd name="connsiteY2" fmla="*/ 1124332 h 2811091"/>
                <a:gd name="connsiteX3" fmla="*/ 1722687 w 3570449"/>
                <a:gd name="connsiteY3" fmla="*/ 2808414 h 2811091"/>
                <a:gd name="connsiteX4" fmla="*/ 3579 w 3570449"/>
                <a:gd name="connsiteY4" fmla="*/ 1431089 h 2811091"/>
                <a:gd name="connsiteX0" fmla="*/ 9477 w 3576347"/>
                <a:gd name="connsiteY0" fmla="*/ 1454488 h 2834490"/>
                <a:gd name="connsiteX1" fmla="*/ 1345110 w 3576347"/>
                <a:gd name="connsiteY1" fmla="*/ 26030 h 2834490"/>
                <a:gd name="connsiteX2" fmla="*/ 3573043 w 3576347"/>
                <a:gd name="connsiteY2" fmla="*/ 1147731 h 2834490"/>
                <a:gd name="connsiteX3" fmla="*/ 1728585 w 3576347"/>
                <a:gd name="connsiteY3" fmla="*/ 2831813 h 2834490"/>
                <a:gd name="connsiteX4" fmla="*/ 9477 w 3576347"/>
                <a:gd name="connsiteY4" fmla="*/ 1454488 h 2834490"/>
                <a:gd name="connsiteX0" fmla="*/ 11200 w 3578070"/>
                <a:gd name="connsiteY0" fmla="*/ 1454488 h 2834490"/>
                <a:gd name="connsiteX1" fmla="*/ 1346833 w 3578070"/>
                <a:gd name="connsiteY1" fmla="*/ 26030 h 2834490"/>
                <a:gd name="connsiteX2" fmla="*/ 3574766 w 3578070"/>
                <a:gd name="connsiteY2" fmla="*/ 1147731 h 2834490"/>
                <a:gd name="connsiteX3" fmla="*/ 1730308 w 3578070"/>
                <a:gd name="connsiteY3" fmla="*/ 2831813 h 2834490"/>
                <a:gd name="connsiteX4" fmla="*/ 11200 w 3578070"/>
                <a:gd name="connsiteY4" fmla="*/ 1454488 h 2834490"/>
                <a:gd name="connsiteX0" fmla="*/ 5238 w 3394494"/>
                <a:gd name="connsiteY0" fmla="*/ 1561249 h 2815719"/>
                <a:gd name="connsiteX1" fmla="*/ 1164359 w 3394494"/>
                <a:gd name="connsiteY1" fmla="*/ 5027 h 2815719"/>
                <a:gd name="connsiteX2" fmla="*/ 3392292 w 3394494"/>
                <a:gd name="connsiteY2" fmla="*/ 1126728 h 2815719"/>
                <a:gd name="connsiteX3" fmla="*/ 1547834 w 3394494"/>
                <a:gd name="connsiteY3" fmla="*/ 2810810 h 2815719"/>
                <a:gd name="connsiteX4" fmla="*/ 5238 w 3394494"/>
                <a:gd name="connsiteY4" fmla="*/ 1561249 h 2815719"/>
                <a:gd name="connsiteX0" fmla="*/ 1714 w 3390970"/>
                <a:gd name="connsiteY0" fmla="*/ 1561249 h 2816846"/>
                <a:gd name="connsiteX1" fmla="*/ 1160835 w 3390970"/>
                <a:gd name="connsiteY1" fmla="*/ 5027 h 2816846"/>
                <a:gd name="connsiteX2" fmla="*/ 3388768 w 3390970"/>
                <a:gd name="connsiteY2" fmla="*/ 1126728 h 2816846"/>
                <a:gd name="connsiteX3" fmla="*/ 1544310 w 3390970"/>
                <a:gd name="connsiteY3" fmla="*/ 2810810 h 2816846"/>
                <a:gd name="connsiteX4" fmla="*/ 1714 w 3390970"/>
                <a:gd name="connsiteY4" fmla="*/ 1561249 h 2816846"/>
                <a:gd name="connsiteX0" fmla="*/ 1714 w 3392183"/>
                <a:gd name="connsiteY0" fmla="*/ 1561249 h 2822298"/>
                <a:gd name="connsiteX1" fmla="*/ 1160835 w 3392183"/>
                <a:gd name="connsiteY1" fmla="*/ 5027 h 2822298"/>
                <a:gd name="connsiteX2" fmla="*/ 3388768 w 3392183"/>
                <a:gd name="connsiteY2" fmla="*/ 1126728 h 2822298"/>
                <a:gd name="connsiteX3" fmla="*/ 1544310 w 3392183"/>
                <a:gd name="connsiteY3" fmla="*/ 2810810 h 2822298"/>
                <a:gd name="connsiteX4" fmla="*/ 1714 w 3392183"/>
                <a:gd name="connsiteY4" fmla="*/ 1561249 h 2822298"/>
                <a:gd name="connsiteX0" fmla="*/ 1599 w 3099681"/>
                <a:gd name="connsiteY0" fmla="*/ 1556274 h 2805936"/>
                <a:gd name="connsiteX1" fmla="*/ 1160720 w 3099681"/>
                <a:gd name="connsiteY1" fmla="*/ 52 h 2805936"/>
                <a:gd name="connsiteX2" fmla="*/ 3097014 w 3099681"/>
                <a:gd name="connsiteY2" fmla="*/ 1505235 h 2805936"/>
                <a:gd name="connsiteX3" fmla="*/ 1544195 w 3099681"/>
                <a:gd name="connsiteY3" fmla="*/ 2805835 h 2805936"/>
                <a:gd name="connsiteX4" fmla="*/ 1599 w 3099681"/>
                <a:gd name="connsiteY4" fmla="*/ 1556274 h 2805936"/>
                <a:gd name="connsiteX0" fmla="*/ 1599 w 3098266"/>
                <a:gd name="connsiteY0" fmla="*/ 1556274 h 2805936"/>
                <a:gd name="connsiteX1" fmla="*/ 1160720 w 3098266"/>
                <a:gd name="connsiteY1" fmla="*/ 52 h 2805936"/>
                <a:gd name="connsiteX2" fmla="*/ 3097014 w 3098266"/>
                <a:gd name="connsiteY2" fmla="*/ 1505235 h 2805936"/>
                <a:gd name="connsiteX3" fmla="*/ 1544195 w 3098266"/>
                <a:gd name="connsiteY3" fmla="*/ 2805835 h 2805936"/>
                <a:gd name="connsiteX4" fmla="*/ 1599 w 3098266"/>
                <a:gd name="connsiteY4" fmla="*/ 1556274 h 2805936"/>
                <a:gd name="connsiteX0" fmla="*/ 6698 w 3107113"/>
                <a:gd name="connsiteY0" fmla="*/ 1556268 h 1995204"/>
                <a:gd name="connsiteX1" fmla="*/ 1165819 w 3107113"/>
                <a:gd name="connsiteY1" fmla="*/ 46 h 1995204"/>
                <a:gd name="connsiteX2" fmla="*/ 3102113 w 3107113"/>
                <a:gd name="connsiteY2" fmla="*/ 1505229 h 1995204"/>
                <a:gd name="connsiteX3" fmla="*/ 1670895 w 3107113"/>
                <a:gd name="connsiteY3" fmla="*/ 1994767 h 1995204"/>
                <a:gd name="connsiteX4" fmla="*/ 6698 w 3107113"/>
                <a:gd name="connsiteY4" fmla="*/ 1556268 h 1995204"/>
                <a:gd name="connsiteX0" fmla="*/ 6698 w 3107610"/>
                <a:gd name="connsiteY0" fmla="*/ 1556268 h 2094159"/>
                <a:gd name="connsiteX1" fmla="*/ 1165819 w 3107610"/>
                <a:gd name="connsiteY1" fmla="*/ 46 h 2094159"/>
                <a:gd name="connsiteX2" fmla="*/ 3102113 w 3107610"/>
                <a:gd name="connsiteY2" fmla="*/ 1505229 h 2094159"/>
                <a:gd name="connsiteX3" fmla="*/ 1670895 w 3107610"/>
                <a:gd name="connsiteY3" fmla="*/ 1994767 h 2094159"/>
                <a:gd name="connsiteX4" fmla="*/ 6698 w 3107610"/>
                <a:gd name="connsiteY4" fmla="*/ 1556268 h 2094159"/>
                <a:gd name="connsiteX0" fmla="*/ 6698 w 3108326"/>
                <a:gd name="connsiteY0" fmla="*/ 1556268 h 2032117"/>
                <a:gd name="connsiteX1" fmla="*/ 1165819 w 3108326"/>
                <a:gd name="connsiteY1" fmla="*/ 46 h 2032117"/>
                <a:gd name="connsiteX2" fmla="*/ 3102113 w 3108326"/>
                <a:gd name="connsiteY2" fmla="*/ 1505229 h 2032117"/>
                <a:gd name="connsiteX3" fmla="*/ 1670895 w 3108326"/>
                <a:gd name="connsiteY3" fmla="*/ 1994767 h 2032117"/>
                <a:gd name="connsiteX4" fmla="*/ 6698 w 3108326"/>
                <a:gd name="connsiteY4" fmla="*/ 1556268 h 2032117"/>
                <a:gd name="connsiteX0" fmla="*/ 2700 w 3101149"/>
                <a:gd name="connsiteY0" fmla="*/ 1588985 h 2065259"/>
                <a:gd name="connsiteX1" fmla="*/ 1324169 w 3101149"/>
                <a:gd name="connsiteY1" fmla="*/ 44 h 2065259"/>
                <a:gd name="connsiteX2" fmla="*/ 3098115 w 3101149"/>
                <a:gd name="connsiteY2" fmla="*/ 1537946 h 2065259"/>
                <a:gd name="connsiteX3" fmla="*/ 1666897 w 3101149"/>
                <a:gd name="connsiteY3" fmla="*/ 2027484 h 2065259"/>
                <a:gd name="connsiteX4" fmla="*/ 2700 w 3101149"/>
                <a:gd name="connsiteY4" fmla="*/ 1588985 h 2065259"/>
                <a:gd name="connsiteX0" fmla="*/ 2700 w 3100106"/>
                <a:gd name="connsiteY0" fmla="*/ 1588985 h 2163738"/>
                <a:gd name="connsiteX1" fmla="*/ 1324169 w 3100106"/>
                <a:gd name="connsiteY1" fmla="*/ 44 h 2163738"/>
                <a:gd name="connsiteX2" fmla="*/ 3098115 w 3100106"/>
                <a:gd name="connsiteY2" fmla="*/ 1537946 h 2163738"/>
                <a:gd name="connsiteX3" fmla="*/ 1666897 w 3100106"/>
                <a:gd name="connsiteY3" fmla="*/ 2027484 h 2163738"/>
                <a:gd name="connsiteX4" fmla="*/ 2700 w 3100106"/>
                <a:gd name="connsiteY4" fmla="*/ 1588985 h 2163738"/>
                <a:gd name="connsiteX0" fmla="*/ 2700 w 3100834"/>
                <a:gd name="connsiteY0" fmla="*/ 1588985 h 2056082"/>
                <a:gd name="connsiteX1" fmla="*/ 1324169 w 3100834"/>
                <a:gd name="connsiteY1" fmla="*/ 44 h 2056082"/>
                <a:gd name="connsiteX2" fmla="*/ 3098115 w 3100834"/>
                <a:gd name="connsiteY2" fmla="*/ 1537946 h 2056082"/>
                <a:gd name="connsiteX3" fmla="*/ 1666897 w 3100834"/>
                <a:gd name="connsiteY3" fmla="*/ 2027484 h 2056082"/>
                <a:gd name="connsiteX4" fmla="*/ 2700 w 3100834"/>
                <a:gd name="connsiteY4" fmla="*/ 1588985 h 2056082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01100" h="2041075">
                  <a:moveTo>
                    <a:pt x="2700" y="1588985"/>
                  </a:moveTo>
                  <a:cubicBezTo>
                    <a:pt x="-54421" y="1251078"/>
                    <a:pt x="808267" y="8550"/>
                    <a:pt x="1324169" y="44"/>
                  </a:cubicBezTo>
                  <a:cubicBezTo>
                    <a:pt x="1840071" y="-8462"/>
                    <a:pt x="3040994" y="1200039"/>
                    <a:pt x="3098115" y="1537946"/>
                  </a:cubicBezTo>
                  <a:cubicBezTo>
                    <a:pt x="3155236" y="1875853"/>
                    <a:pt x="2382291" y="1963492"/>
                    <a:pt x="1666897" y="2027484"/>
                  </a:cubicBezTo>
                  <a:cubicBezTo>
                    <a:pt x="951503" y="2091476"/>
                    <a:pt x="59821" y="1926892"/>
                    <a:pt x="2700" y="1588985"/>
                  </a:cubicBezTo>
                  <a:close/>
                </a:path>
              </a:pathLst>
            </a:custGeom>
            <a:noFill/>
            <a:ln w="50800">
              <a:solidFill>
                <a:srgbClr val="647A8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13" name="Titel 1">
              <a:extLst>
                <a:ext uri="{FF2B5EF4-FFF2-40B4-BE49-F238E27FC236}">
                  <a16:creationId xmlns:a16="http://schemas.microsoft.com/office/drawing/2014/main" id="{0D942D8F-76B8-BFD8-2E08-B9BFB50517AA}"/>
                </a:ext>
              </a:extLst>
            </p:cNvPr>
            <p:cNvSpPr txBox="1">
              <a:spLocks/>
            </p:cNvSpPr>
            <p:nvPr/>
          </p:nvSpPr>
          <p:spPr>
            <a:xfrm>
              <a:off x="8051859" y="6045499"/>
              <a:ext cx="2276638" cy="489887"/>
            </a:xfrm>
            <a:prstGeom prst="rect">
              <a:avLst/>
            </a:prstGeom>
          </p:spPr>
          <p:txBody>
            <a:bodyPr/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r"/>
              <a:r>
                <a:rPr lang="de-DE" sz="1200" b="0" dirty="0">
                  <a:solidFill>
                    <a:schemeClr val="bg1"/>
                  </a:solidFill>
                  <a:latin typeface="TheSans Plain" pitchFamily="2" charset="0"/>
                  <a:cs typeface="Kannada Sangam MN" pitchFamily="2" charset="0"/>
                </a:rPr>
                <a:t>Elektronik und Technische Informatik</a:t>
              </a:r>
            </a:p>
          </p:txBody>
        </p: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B7F148FD-7C9D-0747-859F-DDCBE8F995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 cap="all" spc="600" baseline="0">
                <a:latin typeface="TheSans Plain" pitchFamily="2" charset="0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922E125-465D-814E-8AE3-3334AE7168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buClr>
                <a:srgbClr val="3EB19B"/>
              </a:buClr>
              <a:defRPr>
                <a:solidFill>
                  <a:srgbClr val="647A84"/>
                </a:solidFill>
                <a:latin typeface="TheSans Plain" pitchFamily="2" charset="0"/>
              </a:defRPr>
            </a:lvl1pPr>
            <a:lvl2pPr>
              <a:buClr>
                <a:srgbClr val="3EB19B"/>
              </a:buClr>
              <a:defRPr>
                <a:solidFill>
                  <a:srgbClr val="647A84"/>
                </a:solidFill>
                <a:latin typeface="TheSans Plain" pitchFamily="2" charset="0"/>
              </a:defRPr>
            </a:lvl2pPr>
            <a:lvl3pPr>
              <a:buClr>
                <a:srgbClr val="3EB19B"/>
              </a:buClr>
              <a:defRPr>
                <a:solidFill>
                  <a:srgbClr val="647A84"/>
                </a:solidFill>
                <a:latin typeface="TheSans Plain" pitchFamily="2" charset="0"/>
              </a:defRPr>
            </a:lvl3pPr>
            <a:lvl4pPr>
              <a:buClr>
                <a:srgbClr val="3EB19B"/>
              </a:buClr>
              <a:defRPr>
                <a:solidFill>
                  <a:srgbClr val="647A84"/>
                </a:solidFill>
                <a:latin typeface="TheSans Plain" pitchFamily="2" charset="0"/>
              </a:defRPr>
            </a:lvl4pPr>
            <a:lvl5pPr>
              <a:buClr>
                <a:srgbClr val="3EB19B"/>
              </a:buClr>
              <a:defRPr>
                <a:solidFill>
                  <a:srgbClr val="647A84"/>
                </a:solidFill>
                <a:latin typeface="TheSans Plain" pitchFamily="2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6517CC0-3827-824C-BD82-5D524FC77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137DF-46F0-194D-B8E6-89251B633EEA}" type="slidenum">
              <a:rPr lang="de-DE" smtClean="0"/>
              <a:t>‹Nr.›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EE3AA6B-514B-3F5F-22E3-B489C71C8E0C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de-DE"/>
              <a:t>Lukas Peter Sumann, Maximilian Wolf Leopold Lindner</a:t>
            </a:r>
          </a:p>
        </p:txBody>
      </p:sp>
      <p:sp>
        <p:nvSpPr>
          <p:cNvPr id="17" name="Bildplatzhalter 16">
            <a:extLst>
              <a:ext uri="{FF2B5EF4-FFF2-40B4-BE49-F238E27FC236}">
                <a16:creationId xmlns:a16="http://schemas.microsoft.com/office/drawing/2014/main" id="{3FAEB419-CE0E-A2C1-CF13-6F8BF8F0875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72202" y="1825625"/>
            <a:ext cx="5456236" cy="435133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pic>
        <p:nvPicPr>
          <p:cNvPr id="20" name="Grafik 19">
            <a:extLst>
              <a:ext uri="{FF2B5EF4-FFF2-40B4-BE49-F238E27FC236}">
                <a16:creationId xmlns:a16="http://schemas.microsoft.com/office/drawing/2014/main" id="{A103E6A1-427C-DEA2-E3D5-1EE7257882C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71954" y="6106647"/>
            <a:ext cx="502681" cy="650528"/>
          </a:xfrm>
          <a:prstGeom prst="rect">
            <a:avLst/>
          </a:prstGeom>
        </p:spPr>
      </p:pic>
      <p:pic>
        <p:nvPicPr>
          <p:cNvPr id="21" name="Grafik 20">
            <a:extLst>
              <a:ext uri="{FF2B5EF4-FFF2-40B4-BE49-F238E27FC236}">
                <a16:creationId xmlns:a16="http://schemas.microsoft.com/office/drawing/2014/main" id="{6B403AB1-721A-D59F-1128-70ED9C37C11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858375" y="216695"/>
            <a:ext cx="2078627" cy="466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8019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IOMED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ihandform 3">
            <a:extLst>
              <a:ext uri="{FF2B5EF4-FFF2-40B4-BE49-F238E27FC236}">
                <a16:creationId xmlns:a16="http://schemas.microsoft.com/office/drawing/2014/main" id="{FA1ADB5F-FA2E-7BF8-5CB9-563ADE4AE44E}"/>
              </a:ext>
            </a:extLst>
          </p:cNvPr>
          <p:cNvSpPr/>
          <p:nvPr userDrawn="1"/>
        </p:nvSpPr>
        <p:spPr>
          <a:xfrm rot="10129930">
            <a:off x="-2139048" y="-745777"/>
            <a:ext cx="5954496" cy="5169791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2630869"/>
              <a:gd name="connsiteY0" fmla="*/ 1913201 h 4484060"/>
              <a:gd name="connsiteX1" fmla="*/ 2156275 w 2630869"/>
              <a:gd name="connsiteY1" fmla="*/ 89473 h 4484060"/>
              <a:gd name="connsiteX2" fmla="*/ 2574031 w 2630869"/>
              <a:gd name="connsiteY2" fmla="*/ 2543820 h 4484060"/>
              <a:gd name="connsiteX3" fmla="*/ 2321781 w 2630869"/>
              <a:gd name="connsiteY3" fmla="*/ 4351600 h 4484060"/>
              <a:gd name="connsiteX4" fmla="*/ 51546 w 2630869"/>
              <a:gd name="connsiteY4" fmla="*/ 3542304 h 4484060"/>
              <a:gd name="connsiteX5" fmla="*/ 829312 w 2630869"/>
              <a:gd name="connsiteY5" fmla="*/ 1913201 h 4484060"/>
              <a:gd name="connsiteX0" fmla="*/ 829312 w 2634983"/>
              <a:gd name="connsiteY0" fmla="*/ 1913201 h 4484060"/>
              <a:gd name="connsiteX1" fmla="*/ 2156275 w 2634983"/>
              <a:gd name="connsiteY1" fmla="*/ 89473 h 4484060"/>
              <a:gd name="connsiteX2" fmla="*/ 2574031 w 2634983"/>
              <a:gd name="connsiteY2" fmla="*/ 2543820 h 4484060"/>
              <a:gd name="connsiteX3" fmla="*/ 2321781 w 2634983"/>
              <a:gd name="connsiteY3" fmla="*/ 4351600 h 4484060"/>
              <a:gd name="connsiteX4" fmla="*/ 51546 w 2634983"/>
              <a:gd name="connsiteY4" fmla="*/ 3542304 h 4484060"/>
              <a:gd name="connsiteX5" fmla="*/ 829312 w 2634983"/>
              <a:gd name="connsiteY5" fmla="*/ 1913201 h 4484060"/>
              <a:gd name="connsiteX0" fmla="*/ 829312 w 2634983"/>
              <a:gd name="connsiteY0" fmla="*/ 1823911 h 4394770"/>
              <a:gd name="connsiteX1" fmla="*/ 2156275 w 2634983"/>
              <a:gd name="connsiteY1" fmla="*/ 183 h 4394770"/>
              <a:gd name="connsiteX2" fmla="*/ 2574031 w 2634983"/>
              <a:gd name="connsiteY2" fmla="*/ 2454530 h 4394770"/>
              <a:gd name="connsiteX3" fmla="*/ 2321781 w 2634983"/>
              <a:gd name="connsiteY3" fmla="*/ 4262310 h 4394770"/>
              <a:gd name="connsiteX4" fmla="*/ 51546 w 2634983"/>
              <a:gd name="connsiteY4" fmla="*/ 3453014 h 4394770"/>
              <a:gd name="connsiteX5" fmla="*/ 829312 w 2634983"/>
              <a:gd name="connsiteY5" fmla="*/ 1823911 h 4394770"/>
              <a:gd name="connsiteX0" fmla="*/ 550921 w 2356592"/>
              <a:gd name="connsiteY0" fmla="*/ 1823911 h 4375660"/>
              <a:gd name="connsiteX1" fmla="*/ 1877884 w 2356592"/>
              <a:gd name="connsiteY1" fmla="*/ 183 h 4375660"/>
              <a:gd name="connsiteX2" fmla="*/ 2295640 w 2356592"/>
              <a:gd name="connsiteY2" fmla="*/ 2454530 h 4375660"/>
              <a:gd name="connsiteX3" fmla="*/ 2043390 w 2356592"/>
              <a:gd name="connsiteY3" fmla="*/ 4262310 h 4375660"/>
              <a:gd name="connsiteX4" fmla="*/ 97666 w 2356592"/>
              <a:gd name="connsiteY4" fmla="*/ 3284751 h 4375660"/>
              <a:gd name="connsiteX5" fmla="*/ 550921 w 2356592"/>
              <a:gd name="connsiteY5" fmla="*/ 1823911 h 4375660"/>
              <a:gd name="connsiteX0" fmla="*/ 1187626 w 2290887"/>
              <a:gd name="connsiteY0" fmla="*/ 1491571 h 4375718"/>
              <a:gd name="connsiteX1" fmla="*/ 1812179 w 2290887"/>
              <a:gd name="connsiteY1" fmla="*/ 241 h 4375718"/>
              <a:gd name="connsiteX2" fmla="*/ 2229935 w 2290887"/>
              <a:gd name="connsiteY2" fmla="*/ 2454588 h 4375718"/>
              <a:gd name="connsiteX3" fmla="*/ 1977685 w 2290887"/>
              <a:gd name="connsiteY3" fmla="*/ 4262368 h 4375718"/>
              <a:gd name="connsiteX4" fmla="*/ 31961 w 2290887"/>
              <a:gd name="connsiteY4" fmla="*/ 3284809 h 4375718"/>
              <a:gd name="connsiteX5" fmla="*/ 1187626 w 2290887"/>
              <a:gd name="connsiteY5" fmla="*/ 1491571 h 4375718"/>
              <a:gd name="connsiteX0" fmla="*/ 1187626 w 2290887"/>
              <a:gd name="connsiteY0" fmla="*/ 1491690 h 4375837"/>
              <a:gd name="connsiteX1" fmla="*/ 1812179 w 2290887"/>
              <a:gd name="connsiteY1" fmla="*/ 360 h 4375837"/>
              <a:gd name="connsiteX2" fmla="*/ 2229935 w 2290887"/>
              <a:gd name="connsiteY2" fmla="*/ 2454707 h 4375837"/>
              <a:gd name="connsiteX3" fmla="*/ 1977685 w 2290887"/>
              <a:gd name="connsiteY3" fmla="*/ 4262487 h 4375837"/>
              <a:gd name="connsiteX4" fmla="*/ 31961 w 2290887"/>
              <a:gd name="connsiteY4" fmla="*/ 3284928 h 4375837"/>
              <a:gd name="connsiteX5" fmla="*/ 1187626 w 2290887"/>
              <a:gd name="connsiteY5" fmla="*/ 1491690 h 4375837"/>
              <a:gd name="connsiteX0" fmla="*/ 1177700 w 2280961"/>
              <a:gd name="connsiteY0" fmla="*/ 1491690 h 4375837"/>
              <a:gd name="connsiteX1" fmla="*/ 1802253 w 2280961"/>
              <a:gd name="connsiteY1" fmla="*/ 360 h 4375837"/>
              <a:gd name="connsiteX2" fmla="*/ 2220009 w 2280961"/>
              <a:gd name="connsiteY2" fmla="*/ 2454707 h 4375837"/>
              <a:gd name="connsiteX3" fmla="*/ 1967759 w 2280961"/>
              <a:gd name="connsiteY3" fmla="*/ 4262487 h 4375837"/>
              <a:gd name="connsiteX4" fmla="*/ 22035 w 2280961"/>
              <a:gd name="connsiteY4" fmla="*/ 3284928 h 4375837"/>
              <a:gd name="connsiteX5" fmla="*/ 1177700 w 2280961"/>
              <a:gd name="connsiteY5" fmla="*/ 1491690 h 4375837"/>
              <a:gd name="connsiteX0" fmla="*/ 1177700 w 2132201"/>
              <a:gd name="connsiteY0" fmla="*/ 1491690 h 4375837"/>
              <a:gd name="connsiteX1" fmla="*/ 1802253 w 2132201"/>
              <a:gd name="connsiteY1" fmla="*/ 360 h 4375837"/>
              <a:gd name="connsiteX2" fmla="*/ 1570986 w 2132201"/>
              <a:gd name="connsiteY2" fmla="*/ 2791232 h 4375837"/>
              <a:gd name="connsiteX3" fmla="*/ 1967759 w 2132201"/>
              <a:gd name="connsiteY3" fmla="*/ 4262487 h 4375837"/>
              <a:gd name="connsiteX4" fmla="*/ 22035 w 2132201"/>
              <a:gd name="connsiteY4" fmla="*/ 3284928 h 4375837"/>
              <a:gd name="connsiteX5" fmla="*/ 1177700 w 2132201"/>
              <a:gd name="connsiteY5" fmla="*/ 1491690 h 4375837"/>
              <a:gd name="connsiteX0" fmla="*/ 1177700 w 2303877"/>
              <a:gd name="connsiteY0" fmla="*/ 654980 h 3539127"/>
              <a:gd name="connsiteX1" fmla="*/ 2105842 w 2303877"/>
              <a:gd name="connsiteY1" fmla="*/ 30327 h 3539127"/>
              <a:gd name="connsiteX2" fmla="*/ 1570986 w 2303877"/>
              <a:gd name="connsiteY2" fmla="*/ 1954522 h 3539127"/>
              <a:gd name="connsiteX3" fmla="*/ 1967759 w 2303877"/>
              <a:gd name="connsiteY3" fmla="*/ 3425777 h 3539127"/>
              <a:gd name="connsiteX4" fmla="*/ 22035 w 2303877"/>
              <a:gd name="connsiteY4" fmla="*/ 2448218 h 3539127"/>
              <a:gd name="connsiteX5" fmla="*/ 1177700 w 2303877"/>
              <a:gd name="connsiteY5" fmla="*/ 654980 h 3539127"/>
              <a:gd name="connsiteX0" fmla="*/ 1177700 w 2303877"/>
              <a:gd name="connsiteY0" fmla="*/ 811890 h 3696037"/>
              <a:gd name="connsiteX1" fmla="*/ 2105842 w 2303877"/>
              <a:gd name="connsiteY1" fmla="*/ 187237 h 3696037"/>
              <a:gd name="connsiteX2" fmla="*/ 1570986 w 2303877"/>
              <a:gd name="connsiteY2" fmla="*/ 2111432 h 3696037"/>
              <a:gd name="connsiteX3" fmla="*/ 1967759 w 2303877"/>
              <a:gd name="connsiteY3" fmla="*/ 3582687 h 3696037"/>
              <a:gd name="connsiteX4" fmla="*/ 22035 w 2303877"/>
              <a:gd name="connsiteY4" fmla="*/ 2605128 h 3696037"/>
              <a:gd name="connsiteX5" fmla="*/ 1177700 w 2303877"/>
              <a:gd name="connsiteY5" fmla="*/ 811890 h 3696037"/>
              <a:gd name="connsiteX0" fmla="*/ 1177700 w 2189200"/>
              <a:gd name="connsiteY0" fmla="*/ 811890 h 3696037"/>
              <a:gd name="connsiteX1" fmla="*/ 2105842 w 2189200"/>
              <a:gd name="connsiteY1" fmla="*/ 187237 h 3696037"/>
              <a:gd name="connsiteX2" fmla="*/ 1570986 w 2189200"/>
              <a:gd name="connsiteY2" fmla="*/ 2111432 h 3696037"/>
              <a:gd name="connsiteX3" fmla="*/ 1967759 w 2189200"/>
              <a:gd name="connsiteY3" fmla="*/ 3582687 h 3696037"/>
              <a:gd name="connsiteX4" fmla="*/ 22035 w 2189200"/>
              <a:gd name="connsiteY4" fmla="*/ 2605128 h 3696037"/>
              <a:gd name="connsiteX5" fmla="*/ 1177700 w 2189200"/>
              <a:gd name="connsiteY5" fmla="*/ 811890 h 3696037"/>
              <a:gd name="connsiteX0" fmla="*/ 1177700 w 2189200"/>
              <a:gd name="connsiteY0" fmla="*/ 743015 h 3627162"/>
              <a:gd name="connsiteX1" fmla="*/ 2105842 w 2189200"/>
              <a:gd name="connsiteY1" fmla="*/ 118362 h 3627162"/>
              <a:gd name="connsiteX2" fmla="*/ 1570986 w 2189200"/>
              <a:gd name="connsiteY2" fmla="*/ 2042557 h 3627162"/>
              <a:gd name="connsiteX3" fmla="*/ 1967759 w 2189200"/>
              <a:gd name="connsiteY3" fmla="*/ 3513812 h 3627162"/>
              <a:gd name="connsiteX4" fmla="*/ 22035 w 2189200"/>
              <a:gd name="connsiteY4" fmla="*/ 2536253 h 3627162"/>
              <a:gd name="connsiteX5" fmla="*/ 1177700 w 2189200"/>
              <a:gd name="connsiteY5" fmla="*/ 743015 h 3627162"/>
              <a:gd name="connsiteX0" fmla="*/ 1177700 w 2189200"/>
              <a:gd name="connsiteY0" fmla="*/ 695554 h 3579701"/>
              <a:gd name="connsiteX1" fmla="*/ 2105842 w 2189200"/>
              <a:gd name="connsiteY1" fmla="*/ 70901 h 3579701"/>
              <a:gd name="connsiteX2" fmla="*/ 1570986 w 2189200"/>
              <a:gd name="connsiteY2" fmla="*/ 1995096 h 3579701"/>
              <a:gd name="connsiteX3" fmla="*/ 1967759 w 2189200"/>
              <a:gd name="connsiteY3" fmla="*/ 3466351 h 3579701"/>
              <a:gd name="connsiteX4" fmla="*/ 22035 w 2189200"/>
              <a:gd name="connsiteY4" fmla="*/ 2488792 h 3579701"/>
              <a:gd name="connsiteX5" fmla="*/ 1177700 w 2189200"/>
              <a:gd name="connsiteY5" fmla="*/ 695554 h 3579701"/>
              <a:gd name="connsiteX0" fmla="*/ 1180449 w 2191949"/>
              <a:gd name="connsiteY0" fmla="*/ 695554 h 3579701"/>
              <a:gd name="connsiteX1" fmla="*/ 2108591 w 2191949"/>
              <a:gd name="connsiteY1" fmla="*/ 70901 h 3579701"/>
              <a:gd name="connsiteX2" fmla="*/ 1573735 w 2191949"/>
              <a:gd name="connsiteY2" fmla="*/ 1995096 h 3579701"/>
              <a:gd name="connsiteX3" fmla="*/ 1970508 w 2191949"/>
              <a:gd name="connsiteY3" fmla="*/ 3466351 h 3579701"/>
              <a:gd name="connsiteX4" fmla="*/ 24784 w 2191949"/>
              <a:gd name="connsiteY4" fmla="*/ 2488792 h 3579701"/>
              <a:gd name="connsiteX5" fmla="*/ 1180449 w 2191949"/>
              <a:gd name="connsiteY5" fmla="*/ 695554 h 3579701"/>
              <a:gd name="connsiteX0" fmla="*/ 1180449 w 2191949"/>
              <a:gd name="connsiteY0" fmla="*/ 688306 h 3572453"/>
              <a:gd name="connsiteX1" fmla="*/ 2108591 w 2191949"/>
              <a:gd name="connsiteY1" fmla="*/ 63653 h 3572453"/>
              <a:gd name="connsiteX2" fmla="*/ 1573735 w 2191949"/>
              <a:gd name="connsiteY2" fmla="*/ 1987848 h 3572453"/>
              <a:gd name="connsiteX3" fmla="*/ 1970508 w 2191949"/>
              <a:gd name="connsiteY3" fmla="*/ 3459103 h 3572453"/>
              <a:gd name="connsiteX4" fmla="*/ 24784 w 2191949"/>
              <a:gd name="connsiteY4" fmla="*/ 2481544 h 3572453"/>
              <a:gd name="connsiteX5" fmla="*/ 1180449 w 2191949"/>
              <a:gd name="connsiteY5" fmla="*/ 688306 h 3572453"/>
              <a:gd name="connsiteX0" fmla="*/ 1180449 w 2191949"/>
              <a:gd name="connsiteY0" fmla="*/ 683650 h 3567797"/>
              <a:gd name="connsiteX1" fmla="*/ 2108591 w 2191949"/>
              <a:gd name="connsiteY1" fmla="*/ 58997 h 3567797"/>
              <a:gd name="connsiteX2" fmla="*/ 1573735 w 2191949"/>
              <a:gd name="connsiteY2" fmla="*/ 1983192 h 3567797"/>
              <a:gd name="connsiteX3" fmla="*/ 1970508 w 2191949"/>
              <a:gd name="connsiteY3" fmla="*/ 3454447 h 3567797"/>
              <a:gd name="connsiteX4" fmla="*/ 24784 w 2191949"/>
              <a:gd name="connsiteY4" fmla="*/ 2476888 h 3567797"/>
              <a:gd name="connsiteX5" fmla="*/ 1180449 w 2191949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3164"/>
              <a:gd name="connsiteY0" fmla="*/ 683650 h 3567797"/>
              <a:gd name="connsiteX1" fmla="*/ 2108591 w 2193164"/>
              <a:gd name="connsiteY1" fmla="*/ 58997 h 3567797"/>
              <a:gd name="connsiteX2" fmla="*/ 1573735 w 2193164"/>
              <a:gd name="connsiteY2" fmla="*/ 1983192 h 3567797"/>
              <a:gd name="connsiteX3" fmla="*/ 1970508 w 2193164"/>
              <a:gd name="connsiteY3" fmla="*/ 3454447 h 3567797"/>
              <a:gd name="connsiteX4" fmla="*/ 24784 w 2193164"/>
              <a:gd name="connsiteY4" fmla="*/ 2476888 h 3567797"/>
              <a:gd name="connsiteX5" fmla="*/ 1180449 w 2193164"/>
              <a:gd name="connsiteY5" fmla="*/ 683650 h 3567797"/>
              <a:gd name="connsiteX0" fmla="*/ 1180310 w 2193025"/>
              <a:gd name="connsiteY0" fmla="*/ 683650 h 3567797"/>
              <a:gd name="connsiteX1" fmla="*/ 2108452 w 2193025"/>
              <a:gd name="connsiteY1" fmla="*/ 58997 h 3567797"/>
              <a:gd name="connsiteX2" fmla="*/ 1573596 w 2193025"/>
              <a:gd name="connsiteY2" fmla="*/ 1983192 h 3567797"/>
              <a:gd name="connsiteX3" fmla="*/ 1970369 w 2193025"/>
              <a:gd name="connsiteY3" fmla="*/ 3454447 h 3567797"/>
              <a:gd name="connsiteX4" fmla="*/ 24645 w 2193025"/>
              <a:gd name="connsiteY4" fmla="*/ 2476888 h 3567797"/>
              <a:gd name="connsiteX5" fmla="*/ 1180310 w 2193025"/>
              <a:gd name="connsiteY5" fmla="*/ 683650 h 3567797"/>
              <a:gd name="connsiteX0" fmla="*/ 1180310 w 2193025"/>
              <a:gd name="connsiteY0" fmla="*/ 693860 h 3578007"/>
              <a:gd name="connsiteX1" fmla="*/ 2108452 w 2193025"/>
              <a:gd name="connsiteY1" fmla="*/ 69207 h 3578007"/>
              <a:gd name="connsiteX2" fmla="*/ 1573596 w 2193025"/>
              <a:gd name="connsiteY2" fmla="*/ 1993402 h 3578007"/>
              <a:gd name="connsiteX3" fmla="*/ 1970369 w 2193025"/>
              <a:gd name="connsiteY3" fmla="*/ 3464657 h 3578007"/>
              <a:gd name="connsiteX4" fmla="*/ 24645 w 2193025"/>
              <a:gd name="connsiteY4" fmla="*/ 2487098 h 3578007"/>
              <a:gd name="connsiteX5" fmla="*/ 1180310 w 2193025"/>
              <a:gd name="connsiteY5" fmla="*/ 693860 h 3578007"/>
              <a:gd name="connsiteX0" fmla="*/ 1180310 w 2193025"/>
              <a:gd name="connsiteY0" fmla="*/ 693860 h 3581308"/>
              <a:gd name="connsiteX1" fmla="*/ 2108452 w 2193025"/>
              <a:gd name="connsiteY1" fmla="*/ 69207 h 3581308"/>
              <a:gd name="connsiteX2" fmla="*/ 1573596 w 2193025"/>
              <a:gd name="connsiteY2" fmla="*/ 1993402 h 3581308"/>
              <a:gd name="connsiteX3" fmla="*/ 1970369 w 2193025"/>
              <a:gd name="connsiteY3" fmla="*/ 3464657 h 3581308"/>
              <a:gd name="connsiteX4" fmla="*/ 24645 w 2193025"/>
              <a:gd name="connsiteY4" fmla="*/ 2487098 h 3581308"/>
              <a:gd name="connsiteX5" fmla="*/ 1180310 w 2193025"/>
              <a:gd name="connsiteY5" fmla="*/ 693860 h 3581308"/>
              <a:gd name="connsiteX0" fmla="*/ 1180701 w 2193416"/>
              <a:gd name="connsiteY0" fmla="*/ 693860 h 3581308"/>
              <a:gd name="connsiteX1" fmla="*/ 2108843 w 2193416"/>
              <a:gd name="connsiteY1" fmla="*/ 69207 h 3581308"/>
              <a:gd name="connsiteX2" fmla="*/ 1573987 w 2193416"/>
              <a:gd name="connsiteY2" fmla="*/ 1993402 h 3581308"/>
              <a:gd name="connsiteX3" fmla="*/ 1970760 w 2193416"/>
              <a:gd name="connsiteY3" fmla="*/ 3464657 h 3581308"/>
              <a:gd name="connsiteX4" fmla="*/ 25036 w 2193416"/>
              <a:gd name="connsiteY4" fmla="*/ 2487098 h 3581308"/>
              <a:gd name="connsiteX5" fmla="*/ 1180701 w 2193416"/>
              <a:gd name="connsiteY5" fmla="*/ 693860 h 3581308"/>
              <a:gd name="connsiteX0" fmla="*/ 928190 w 2150347"/>
              <a:gd name="connsiteY0" fmla="*/ 1084474 h 3508207"/>
              <a:gd name="connsiteX1" fmla="*/ 2108497 w 2150347"/>
              <a:gd name="connsiteY1" fmla="*/ 17094 h 3508207"/>
              <a:gd name="connsiteX2" fmla="*/ 1573641 w 2150347"/>
              <a:gd name="connsiteY2" fmla="*/ 1941289 h 3508207"/>
              <a:gd name="connsiteX3" fmla="*/ 1970414 w 2150347"/>
              <a:gd name="connsiteY3" fmla="*/ 3412544 h 3508207"/>
              <a:gd name="connsiteX4" fmla="*/ 24690 w 2150347"/>
              <a:gd name="connsiteY4" fmla="*/ 2434985 h 3508207"/>
              <a:gd name="connsiteX5" fmla="*/ 928190 w 2150347"/>
              <a:gd name="connsiteY5" fmla="*/ 1084474 h 3508207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4105 w 2214185"/>
              <a:gd name="connsiteY0" fmla="*/ 720680 h 3624865"/>
              <a:gd name="connsiteX1" fmla="*/ 1990259 w 2214185"/>
              <a:gd name="connsiteY1" fmla="*/ 56886 h 3624865"/>
              <a:gd name="connsiteX2" fmla="*/ 1628516 w 2214185"/>
              <a:gd name="connsiteY2" fmla="*/ 2052315 h 3624865"/>
              <a:gd name="connsiteX3" fmla="*/ 2025289 w 2214185"/>
              <a:gd name="connsiteY3" fmla="*/ 3523570 h 3624865"/>
              <a:gd name="connsiteX4" fmla="*/ 79565 w 2214185"/>
              <a:gd name="connsiteY4" fmla="*/ 2546011 h 3624865"/>
              <a:gd name="connsiteX5" fmla="*/ 534105 w 2214185"/>
              <a:gd name="connsiteY5" fmla="*/ 720680 h 3624865"/>
              <a:gd name="connsiteX0" fmla="*/ 534105 w 2214185"/>
              <a:gd name="connsiteY0" fmla="*/ 702134 h 3606319"/>
              <a:gd name="connsiteX1" fmla="*/ 1990259 w 2214185"/>
              <a:gd name="connsiteY1" fmla="*/ 38340 h 3606319"/>
              <a:gd name="connsiteX2" fmla="*/ 1628516 w 2214185"/>
              <a:gd name="connsiteY2" fmla="*/ 2033769 h 3606319"/>
              <a:gd name="connsiteX3" fmla="*/ 2025289 w 2214185"/>
              <a:gd name="connsiteY3" fmla="*/ 3505024 h 3606319"/>
              <a:gd name="connsiteX4" fmla="*/ 79565 w 2214185"/>
              <a:gd name="connsiteY4" fmla="*/ 2527465 h 3606319"/>
              <a:gd name="connsiteX5" fmla="*/ 534105 w 2214185"/>
              <a:gd name="connsiteY5" fmla="*/ 702134 h 3606319"/>
              <a:gd name="connsiteX0" fmla="*/ 591383 w 2201636"/>
              <a:gd name="connsiteY0" fmla="*/ 804752 h 3611345"/>
              <a:gd name="connsiteX1" fmla="*/ 1977710 w 2201636"/>
              <a:gd name="connsiteY1" fmla="*/ 44556 h 3611345"/>
              <a:gd name="connsiteX2" fmla="*/ 1615967 w 2201636"/>
              <a:gd name="connsiteY2" fmla="*/ 2039985 h 3611345"/>
              <a:gd name="connsiteX3" fmla="*/ 2012740 w 2201636"/>
              <a:gd name="connsiteY3" fmla="*/ 3511240 h 3611345"/>
              <a:gd name="connsiteX4" fmla="*/ 67016 w 2201636"/>
              <a:gd name="connsiteY4" fmla="*/ 2533681 h 3611345"/>
              <a:gd name="connsiteX5" fmla="*/ 591383 w 2201636"/>
              <a:gd name="connsiteY5" fmla="*/ 804752 h 3611345"/>
              <a:gd name="connsiteX0" fmla="*/ 621567 w 2231820"/>
              <a:gd name="connsiteY0" fmla="*/ 847596 h 3654189"/>
              <a:gd name="connsiteX1" fmla="*/ 2007894 w 2231820"/>
              <a:gd name="connsiteY1" fmla="*/ 87400 h 3654189"/>
              <a:gd name="connsiteX2" fmla="*/ 1646151 w 2231820"/>
              <a:gd name="connsiteY2" fmla="*/ 2082829 h 3654189"/>
              <a:gd name="connsiteX3" fmla="*/ 2042924 w 2231820"/>
              <a:gd name="connsiteY3" fmla="*/ 3554084 h 3654189"/>
              <a:gd name="connsiteX4" fmla="*/ 97200 w 2231820"/>
              <a:gd name="connsiteY4" fmla="*/ 2576525 h 3654189"/>
              <a:gd name="connsiteX5" fmla="*/ 621567 w 2231820"/>
              <a:gd name="connsiteY5" fmla="*/ 847596 h 36541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31820" h="3654189">
                <a:moveTo>
                  <a:pt x="621567" y="847596"/>
                </a:moveTo>
                <a:cubicBezTo>
                  <a:pt x="1178629" y="2845"/>
                  <a:pt x="1837130" y="-118472"/>
                  <a:pt x="2007894" y="87400"/>
                </a:cubicBezTo>
                <a:cubicBezTo>
                  <a:pt x="2178658" y="293272"/>
                  <a:pt x="1640313" y="1505048"/>
                  <a:pt x="1646151" y="2082829"/>
                </a:cubicBezTo>
                <a:cubicBezTo>
                  <a:pt x="1651989" y="2660610"/>
                  <a:pt x="2633224" y="3039235"/>
                  <a:pt x="2042924" y="3554084"/>
                </a:cubicBezTo>
                <a:cubicBezTo>
                  <a:pt x="1576966" y="3960484"/>
                  <a:pt x="334093" y="3027606"/>
                  <a:pt x="97200" y="2576525"/>
                </a:cubicBezTo>
                <a:cubicBezTo>
                  <a:pt x="-139693" y="2125444"/>
                  <a:pt x="64505" y="1692347"/>
                  <a:pt x="621567" y="847596"/>
                </a:cubicBezTo>
                <a:close/>
              </a:path>
            </a:pathLst>
          </a:custGeom>
          <a:solidFill>
            <a:srgbClr val="E7E7E7">
              <a:alpha val="52941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BAAE065-A309-1F47-9138-75E78CD01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 cap="all" spc="600" baseline="0">
                <a:solidFill>
                  <a:srgbClr val="647A84"/>
                </a:solidFill>
                <a:latin typeface="TheSans Plain" pitchFamily="2" charset="0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9C6FF71-801A-FC4F-950C-4E2FF76A05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rgbClr val="AB86BB"/>
              </a:buClr>
              <a:defRPr>
                <a:solidFill>
                  <a:srgbClr val="647A84"/>
                </a:solidFill>
                <a:latin typeface="TheSans Plain" pitchFamily="2" charset="0"/>
              </a:defRPr>
            </a:lvl1pPr>
            <a:lvl2pPr>
              <a:buClr>
                <a:srgbClr val="AB86BB"/>
              </a:buClr>
              <a:defRPr>
                <a:solidFill>
                  <a:srgbClr val="647A84"/>
                </a:solidFill>
                <a:latin typeface="TheSans Plain" pitchFamily="2" charset="0"/>
              </a:defRPr>
            </a:lvl2pPr>
            <a:lvl3pPr>
              <a:buClr>
                <a:srgbClr val="AB86BB"/>
              </a:buClr>
              <a:defRPr>
                <a:solidFill>
                  <a:srgbClr val="647A84"/>
                </a:solidFill>
                <a:latin typeface="TheSans Plain" pitchFamily="2" charset="0"/>
              </a:defRPr>
            </a:lvl3pPr>
            <a:lvl4pPr>
              <a:buClr>
                <a:srgbClr val="AB86BB"/>
              </a:buClr>
              <a:defRPr>
                <a:solidFill>
                  <a:srgbClr val="647A84"/>
                </a:solidFill>
                <a:latin typeface="TheSans Plain" pitchFamily="2" charset="0"/>
              </a:defRPr>
            </a:lvl4pPr>
            <a:lvl5pPr>
              <a:buClr>
                <a:srgbClr val="AB86BB"/>
              </a:buClr>
              <a:defRPr>
                <a:solidFill>
                  <a:srgbClr val="647A84"/>
                </a:solidFill>
                <a:latin typeface="TheSans Plain" pitchFamily="2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82311A-FB2F-DA48-8C46-A29BBA46B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137DF-46F0-194D-B8E6-89251B633EEA}" type="slidenum">
              <a:rPr lang="de-DE" smtClean="0"/>
              <a:t>‹Nr.›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32BA182-0060-D786-CA61-63531BC4A4B8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de-DE"/>
              <a:t>Lukas Peter Sumann, Maximilian Wolf Leopold Lindner</a:t>
            </a:r>
          </a:p>
        </p:txBody>
      </p: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DB660315-2685-210F-0BB0-D16F55F5ED40}"/>
              </a:ext>
            </a:extLst>
          </p:cNvPr>
          <p:cNvGrpSpPr/>
          <p:nvPr userDrawn="1"/>
        </p:nvGrpSpPr>
        <p:grpSpPr>
          <a:xfrm>
            <a:off x="8372798" y="5651780"/>
            <a:ext cx="5498261" cy="2530969"/>
            <a:chOff x="6265416" y="5268016"/>
            <a:chExt cx="7318186" cy="3368719"/>
          </a:xfrm>
        </p:grpSpPr>
        <p:sp>
          <p:nvSpPr>
            <p:cNvPr id="12" name="Freihandform 11">
              <a:extLst>
                <a:ext uri="{FF2B5EF4-FFF2-40B4-BE49-F238E27FC236}">
                  <a16:creationId xmlns:a16="http://schemas.microsoft.com/office/drawing/2014/main" id="{1FE73F2D-820B-68E3-07C9-849945DB711A}"/>
                </a:ext>
              </a:extLst>
            </p:cNvPr>
            <p:cNvSpPr/>
            <p:nvPr/>
          </p:nvSpPr>
          <p:spPr>
            <a:xfrm rot="19708695">
              <a:off x="6265416" y="5268016"/>
              <a:ext cx="6636396" cy="3214340"/>
            </a:xfrm>
            <a:custGeom>
              <a:avLst/>
              <a:gdLst>
                <a:gd name="connsiteX0" fmla="*/ 346842 w 3373821"/>
                <a:gd name="connsiteY0" fmla="*/ 283779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346842 w 3373821"/>
                <a:gd name="connsiteY5" fmla="*/ 283779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882870 h 3310759"/>
                <a:gd name="connsiteX1" fmla="*/ 3090042 w 3373821"/>
                <a:gd name="connsiteY1" fmla="*/ 0 h 3310759"/>
                <a:gd name="connsiteX2" fmla="*/ 3373821 w 3373821"/>
                <a:gd name="connsiteY2" fmla="*/ 1849821 h 3310759"/>
                <a:gd name="connsiteX3" fmla="*/ 1902373 w 3373821"/>
                <a:gd name="connsiteY3" fmla="*/ 3310759 h 3310759"/>
                <a:gd name="connsiteX4" fmla="*/ 0 w 3373821"/>
                <a:gd name="connsiteY4" fmla="*/ 2511973 h 3310759"/>
                <a:gd name="connsiteX5" fmla="*/ 777766 w 3373821"/>
                <a:gd name="connsiteY5" fmla="*/ 882870 h 3310759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35451 h 3463340"/>
                <a:gd name="connsiteX1" fmla="*/ 3090042 w 3373821"/>
                <a:gd name="connsiteY1" fmla="*/ 152581 h 3463340"/>
                <a:gd name="connsiteX2" fmla="*/ 3373821 w 3373821"/>
                <a:gd name="connsiteY2" fmla="*/ 2002402 h 3463340"/>
                <a:gd name="connsiteX3" fmla="*/ 1902373 w 3373821"/>
                <a:gd name="connsiteY3" fmla="*/ 3463340 h 3463340"/>
                <a:gd name="connsiteX4" fmla="*/ 0 w 3373821"/>
                <a:gd name="connsiteY4" fmla="*/ 2664554 h 3463340"/>
                <a:gd name="connsiteX5" fmla="*/ 777766 w 3373821"/>
                <a:gd name="connsiteY5" fmla="*/ 1035451 h 3463340"/>
                <a:gd name="connsiteX0" fmla="*/ 777766 w 3468415"/>
                <a:gd name="connsiteY0" fmla="*/ 1035451 h 3463340"/>
                <a:gd name="connsiteX1" fmla="*/ 3090042 w 3468415"/>
                <a:gd name="connsiteY1" fmla="*/ 152581 h 3463340"/>
                <a:gd name="connsiteX2" fmla="*/ 3468415 w 3468415"/>
                <a:gd name="connsiteY2" fmla="*/ 2202098 h 3463340"/>
                <a:gd name="connsiteX3" fmla="*/ 1902373 w 3468415"/>
                <a:gd name="connsiteY3" fmla="*/ 3463340 h 3463340"/>
                <a:gd name="connsiteX4" fmla="*/ 0 w 3468415"/>
                <a:gd name="connsiteY4" fmla="*/ 2664554 h 3463340"/>
                <a:gd name="connsiteX5" fmla="*/ 777766 w 3468415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3748"/>
                <a:gd name="connsiteX1" fmla="*/ 3090042 w 3520921"/>
                <a:gd name="connsiteY1" fmla="*/ 152581 h 3463748"/>
                <a:gd name="connsiteX2" fmla="*/ 3468415 w 3520921"/>
                <a:gd name="connsiteY2" fmla="*/ 2202098 h 3463748"/>
                <a:gd name="connsiteX3" fmla="*/ 1902373 w 3520921"/>
                <a:gd name="connsiteY3" fmla="*/ 3463340 h 3463748"/>
                <a:gd name="connsiteX4" fmla="*/ 0 w 3520921"/>
                <a:gd name="connsiteY4" fmla="*/ 2664554 h 3463748"/>
                <a:gd name="connsiteX5" fmla="*/ 777766 w 3520921"/>
                <a:gd name="connsiteY5" fmla="*/ 1035451 h 3463748"/>
                <a:gd name="connsiteX0" fmla="*/ 815379 w 3558534"/>
                <a:gd name="connsiteY0" fmla="*/ 1035451 h 3463748"/>
                <a:gd name="connsiteX1" fmla="*/ 3127655 w 3558534"/>
                <a:gd name="connsiteY1" fmla="*/ 152581 h 3463748"/>
                <a:gd name="connsiteX2" fmla="*/ 3506028 w 3558534"/>
                <a:gd name="connsiteY2" fmla="*/ 2202098 h 3463748"/>
                <a:gd name="connsiteX3" fmla="*/ 1939986 w 3558534"/>
                <a:gd name="connsiteY3" fmla="*/ 3463340 h 3463748"/>
                <a:gd name="connsiteX4" fmla="*/ 37613 w 3558534"/>
                <a:gd name="connsiteY4" fmla="*/ 2664554 h 3463748"/>
                <a:gd name="connsiteX5" fmla="*/ 815379 w 3558534"/>
                <a:gd name="connsiteY5" fmla="*/ 1035451 h 3463748"/>
                <a:gd name="connsiteX0" fmla="*/ 815379 w 3558534"/>
                <a:gd name="connsiteY0" fmla="*/ 1035451 h 3464371"/>
                <a:gd name="connsiteX1" fmla="*/ 3127655 w 3558534"/>
                <a:gd name="connsiteY1" fmla="*/ 152581 h 3464371"/>
                <a:gd name="connsiteX2" fmla="*/ 3506028 w 3558534"/>
                <a:gd name="connsiteY2" fmla="*/ 2202098 h 3464371"/>
                <a:gd name="connsiteX3" fmla="*/ 1939986 w 3558534"/>
                <a:gd name="connsiteY3" fmla="*/ 3463340 h 3464371"/>
                <a:gd name="connsiteX4" fmla="*/ 37613 w 3558534"/>
                <a:gd name="connsiteY4" fmla="*/ 2664554 h 3464371"/>
                <a:gd name="connsiteX5" fmla="*/ 815379 w 3558534"/>
                <a:gd name="connsiteY5" fmla="*/ 1035451 h 3464371"/>
                <a:gd name="connsiteX0" fmla="*/ 815379 w 3150376"/>
                <a:gd name="connsiteY0" fmla="*/ 1035451 h 3464371"/>
                <a:gd name="connsiteX1" fmla="*/ 3127655 w 3150376"/>
                <a:gd name="connsiteY1" fmla="*/ 152581 h 3464371"/>
                <a:gd name="connsiteX2" fmla="*/ 1961008 w 3150376"/>
                <a:gd name="connsiteY2" fmla="*/ 1655560 h 3464371"/>
                <a:gd name="connsiteX3" fmla="*/ 1939986 w 3150376"/>
                <a:gd name="connsiteY3" fmla="*/ 3463340 h 3464371"/>
                <a:gd name="connsiteX4" fmla="*/ 37613 w 3150376"/>
                <a:gd name="connsiteY4" fmla="*/ 2664554 h 3464371"/>
                <a:gd name="connsiteX5" fmla="*/ 815379 w 3150376"/>
                <a:gd name="connsiteY5" fmla="*/ 1035451 h 3464371"/>
                <a:gd name="connsiteX0" fmla="*/ 815379 w 3162532"/>
                <a:gd name="connsiteY0" fmla="*/ 1035451 h 3464371"/>
                <a:gd name="connsiteX1" fmla="*/ 3127655 w 3162532"/>
                <a:gd name="connsiteY1" fmla="*/ 152581 h 3464371"/>
                <a:gd name="connsiteX2" fmla="*/ 2423463 w 3162532"/>
                <a:gd name="connsiteY2" fmla="*/ 1645049 h 3464371"/>
                <a:gd name="connsiteX3" fmla="*/ 1939986 w 3162532"/>
                <a:gd name="connsiteY3" fmla="*/ 3463340 h 3464371"/>
                <a:gd name="connsiteX4" fmla="*/ 37613 w 3162532"/>
                <a:gd name="connsiteY4" fmla="*/ 2664554 h 3464371"/>
                <a:gd name="connsiteX5" fmla="*/ 815379 w 3162532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606310"/>
                <a:gd name="connsiteX1" fmla="*/ 3127655 w 3171514"/>
                <a:gd name="connsiteY1" fmla="*/ 152581 h 3606310"/>
                <a:gd name="connsiteX2" fmla="*/ 2423463 w 3171514"/>
                <a:gd name="connsiteY2" fmla="*/ 1645049 h 3606310"/>
                <a:gd name="connsiteX3" fmla="*/ 2307848 w 3171514"/>
                <a:gd name="connsiteY3" fmla="*/ 3473850 h 3606310"/>
                <a:gd name="connsiteX4" fmla="*/ 37613 w 3171514"/>
                <a:gd name="connsiteY4" fmla="*/ 2664554 h 3606310"/>
                <a:gd name="connsiteX5" fmla="*/ 815379 w 3171514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64502"/>
                <a:gd name="connsiteY0" fmla="*/ 1035451 h 3606310"/>
                <a:gd name="connsiteX1" fmla="*/ 3127655 w 3164502"/>
                <a:gd name="connsiteY1" fmla="*/ 152581 h 3606310"/>
                <a:gd name="connsiteX2" fmla="*/ 2560098 w 3164502"/>
                <a:gd name="connsiteY2" fmla="*/ 1666070 h 3606310"/>
                <a:gd name="connsiteX3" fmla="*/ 2307848 w 3164502"/>
                <a:gd name="connsiteY3" fmla="*/ 3473850 h 3606310"/>
                <a:gd name="connsiteX4" fmla="*/ 37613 w 3164502"/>
                <a:gd name="connsiteY4" fmla="*/ 2664554 h 3606310"/>
                <a:gd name="connsiteX5" fmla="*/ 815379 w 3164502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29312 w 3176710"/>
                <a:gd name="connsiteY0" fmla="*/ 1035451 h 3606310"/>
                <a:gd name="connsiteX1" fmla="*/ 3141588 w 3176710"/>
                <a:gd name="connsiteY1" fmla="*/ 152581 h 3606310"/>
                <a:gd name="connsiteX2" fmla="*/ 2574031 w 3176710"/>
                <a:gd name="connsiteY2" fmla="*/ 1666070 h 3606310"/>
                <a:gd name="connsiteX3" fmla="*/ 2321781 w 3176710"/>
                <a:gd name="connsiteY3" fmla="*/ 3473850 h 3606310"/>
                <a:gd name="connsiteX4" fmla="*/ 51546 w 3176710"/>
                <a:gd name="connsiteY4" fmla="*/ 2664554 h 3606310"/>
                <a:gd name="connsiteX5" fmla="*/ 829312 w 3176710"/>
                <a:gd name="connsiteY5" fmla="*/ 1035451 h 3606310"/>
                <a:gd name="connsiteX0" fmla="*/ 829312 w 3177410"/>
                <a:gd name="connsiteY0" fmla="*/ 1035451 h 3606310"/>
                <a:gd name="connsiteX1" fmla="*/ 3141588 w 3177410"/>
                <a:gd name="connsiteY1" fmla="*/ 152581 h 3606310"/>
                <a:gd name="connsiteX2" fmla="*/ 2574031 w 3177410"/>
                <a:gd name="connsiteY2" fmla="*/ 1666070 h 3606310"/>
                <a:gd name="connsiteX3" fmla="*/ 2321781 w 3177410"/>
                <a:gd name="connsiteY3" fmla="*/ 3473850 h 3606310"/>
                <a:gd name="connsiteX4" fmla="*/ 51546 w 3177410"/>
                <a:gd name="connsiteY4" fmla="*/ 2664554 h 3606310"/>
                <a:gd name="connsiteX5" fmla="*/ 829312 w 3177410"/>
                <a:gd name="connsiteY5" fmla="*/ 1035451 h 3606310"/>
                <a:gd name="connsiteX0" fmla="*/ 829312 w 3177410"/>
                <a:gd name="connsiteY0" fmla="*/ 1013703 h 3584562"/>
                <a:gd name="connsiteX1" fmla="*/ 3141588 w 3177410"/>
                <a:gd name="connsiteY1" fmla="*/ 130833 h 3584562"/>
                <a:gd name="connsiteX2" fmla="*/ 2574031 w 3177410"/>
                <a:gd name="connsiteY2" fmla="*/ 1644322 h 3584562"/>
                <a:gd name="connsiteX3" fmla="*/ 2321781 w 3177410"/>
                <a:gd name="connsiteY3" fmla="*/ 3452102 h 3584562"/>
                <a:gd name="connsiteX4" fmla="*/ 51546 w 3177410"/>
                <a:gd name="connsiteY4" fmla="*/ 2642806 h 3584562"/>
                <a:gd name="connsiteX5" fmla="*/ 829312 w 3177410"/>
                <a:gd name="connsiteY5" fmla="*/ 1013703 h 3584562"/>
                <a:gd name="connsiteX0" fmla="*/ 829578 w 3177676"/>
                <a:gd name="connsiteY0" fmla="*/ 1013703 h 3584562"/>
                <a:gd name="connsiteX1" fmla="*/ 3141854 w 3177676"/>
                <a:gd name="connsiteY1" fmla="*/ 130833 h 3584562"/>
                <a:gd name="connsiteX2" fmla="*/ 2574297 w 3177676"/>
                <a:gd name="connsiteY2" fmla="*/ 1644322 h 3584562"/>
                <a:gd name="connsiteX3" fmla="*/ 2322047 w 3177676"/>
                <a:gd name="connsiteY3" fmla="*/ 3452102 h 3584562"/>
                <a:gd name="connsiteX4" fmla="*/ 51812 w 3177676"/>
                <a:gd name="connsiteY4" fmla="*/ 2642806 h 3584562"/>
                <a:gd name="connsiteX5" fmla="*/ 829578 w 3177676"/>
                <a:gd name="connsiteY5" fmla="*/ 1013703 h 3584562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11178 w 2672400"/>
                <a:gd name="connsiteY0" fmla="*/ 7864 h 2583061"/>
                <a:gd name="connsiteX1" fmla="*/ 1318755 w 2672400"/>
                <a:gd name="connsiteY1" fmla="*/ 1092175 h 2583061"/>
                <a:gd name="connsiteX2" fmla="*/ 2555897 w 2672400"/>
                <a:gd name="connsiteY2" fmla="*/ 638483 h 2583061"/>
                <a:gd name="connsiteX3" fmla="*/ 2303647 w 2672400"/>
                <a:gd name="connsiteY3" fmla="*/ 2446263 h 2583061"/>
                <a:gd name="connsiteX4" fmla="*/ 33412 w 2672400"/>
                <a:gd name="connsiteY4" fmla="*/ 1636967 h 2583061"/>
                <a:gd name="connsiteX5" fmla="*/ 811178 w 2672400"/>
                <a:gd name="connsiteY5" fmla="*/ 7864 h 2583061"/>
                <a:gd name="connsiteX0" fmla="*/ 811178 w 3223026"/>
                <a:gd name="connsiteY0" fmla="*/ 5596 h 2477281"/>
                <a:gd name="connsiteX1" fmla="*/ 1318755 w 3223026"/>
                <a:gd name="connsiteY1" fmla="*/ 1089907 h 2477281"/>
                <a:gd name="connsiteX2" fmla="*/ 3192488 w 3223026"/>
                <a:gd name="connsiteY2" fmla="*/ 802600 h 2477281"/>
                <a:gd name="connsiteX3" fmla="*/ 2303647 w 3223026"/>
                <a:gd name="connsiteY3" fmla="*/ 2443995 h 2477281"/>
                <a:gd name="connsiteX4" fmla="*/ 33412 w 3223026"/>
                <a:gd name="connsiteY4" fmla="*/ 1634699 h 2477281"/>
                <a:gd name="connsiteX5" fmla="*/ 811178 w 3223026"/>
                <a:gd name="connsiteY5" fmla="*/ 5596 h 2477281"/>
                <a:gd name="connsiteX0" fmla="*/ 846588 w 3330250"/>
                <a:gd name="connsiteY0" fmla="*/ 5596 h 2432711"/>
                <a:gd name="connsiteX1" fmla="*/ 1354165 w 3330250"/>
                <a:gd name="connsiteY1" fmla="*/ 1089907 h 2432711"/>
                <a:gd name="connsiteX2" fmla="*/ 3227898 w 3330250"/>
                <a:gd name="connsiteY2" fmla="*/ 802600 h 2432711"/>
                <a:gd name="connsiteX3" fmla="*/ 2761796 w 3330250"/>
                <a:gd name="connsiteY3" fmla="*/ 2409553 h 2432711"/>
                <a:gd name="connsiteX4" fmla="*/ 68822 w 3330250"/>
                <a:gd name="connsiteY4" fmla="*/ 1634699 h 2432711"/>
                <a:gd name="connsiteX5" fmla="*/ 846588 w 3330250"/>
                <a:gd name="connsiteY5" fmla="*/ 5596 h 2432711"/>
                <a:gd name="connsiteX0" fmla="*/ 846588 w 3514825"/>
                <a:gd name="connsiteY0" fmla="*/ 5596 h 2432711"/>
                <a:gd name="connsiteX1" fmla="*/ 1354165 w 3514825"/>
                <a:gd name="connsiteY1" fmla="*/ 1089907 h 2432711"/>
                <a:gd name="connsiteX2" fmla="*/ 3227898 w 3514825"/>
                <a:gd name="connsiteY2" fmla="*/ 802600 h 2432711"/>
                <a:gd name="connsiteX3" fmla="*/ 2761796 w 3514825"/>
                <a:gd name="connsiteY3" fmla="*/ 2409553 h 2432711"/>
                <a:gd name="connsiteX4" fmla="*/ 68822 w 3514825"/>
                <a:gd name="connsiteY4" fmla="*/ 1634699 h 2432711"/>
                <a:gd name="connsiteX5" fmla="*/ 846588 w 3514825"/>
                <a:gd name="connsiteY5" fmla="*/ 5596 h 2432711"/>
                <a:gd name="connsiteX0" fmla="*/ 875402 w 3543639"/>
                <a:gd name="connsiteY0" fmla="*/ 2708 h 2429823"/>
                <a:gd name="connsiteX1" fmla="*/ 1382979 w 3543639"/>
                <a:gd name="connsiteY1" fmla="*/ 1087019 h 2429823"/>
                <a:gd name="connsiteX2" fmla="*/ 3256712 w 3543639"/>
                <a:gd name="connsiteY2" fmla="*/ 799712 h 2429823"/>
                <a:gd name="connsiteX3" fmla="*/ 2790610 w 3543639"/>
                <a:gd name="connsiteY3" fmla="*/ 2406665 h 2429823"/>
                <a:gd name="connsiteX4" fmla="*/ 97636 w 3543639"/>
                <a:gd name="connsiteY4" fmla="*/ 1631811 h 2429823"/>
                <a:gd name="connsiteX5" fmla="*/ 875402 w 3543639"/>
                <a:gd name="connsiteY5" fmla="*/ 2708 h 2429823"/>
                <a:gd name="connsiteX0" fmla="*/ 1035116 w 3703353"/>
                <a:gd name="connsiteY0" fmla="*/ 3586 h 2450893"/>
                <a:gd name="connsiteX1" fmla="*/ 1542693 w 3703353"/>
                <a:gd name="connsiteY1" fmla="*/ 1087897 h 2450893"/>
                <a:gd name="connsiteX2" fmla="*/ 3416426 w 3703353"/>
                <a:gd name="connsiteY2" fmla="*/ 800590 h 2450893"/>
                <a:gd name="connsiteX3" fmla="*/ 2950324 w 3703353"/>
                <a:gd name="connsiteY3" fmla="*/ 2407543 h 2450893"/>
                <a:gd name="connsiteX4" fmla="*/ 257350 w 3703353"/>
                <a:gd name="connsiteY4" fmla="*/ 1632689 h 2450893"/>
                <a:gd name="connsiteX5" fmla="*/ 1035116 w 3703353"/>
                <a:gd name="connsiteY5" fmla="*/ 3586 h 2450893"/>
                <a:gd name="connsiteX0" fmla="*/ 991689 w 3462563"/>
                <a:gd name="connsiteY0" fmla="*/ 10605 h 2457912"/>
                <a:gd name="connsiteX1" fmla="*/ 1674106 w 3462563"/>
                <a:gd name="connsiteY1" fmla="*/ 930710 h 2457912"/>
                <a:gd name="connsiteX2" fmla="*/ 3372999 w 3462563"/>
                <a:gd name="connsiteY2" fmla="*/ 807609 h 2457912"/>
                <a:gd name="connsiteX3" fmla="*/ 2906897 w 3462563"/>
                <a:gd name="connsiteY3" fmla="*/ 2414562 h 2457912"/>
                <a:gd name="connsiteX4" fmla="*/ 213923 w 3462563"/>
                <a:gd name="connsiteY4" fmla="*/ 1639708 h 2457912"/>
                <a:gd name="connsiteX5" fmla="*/ 991689 w 3462563"/>
                <a:gd name="connsiteY5" fmla="*/ 10605 h 2457912"/>
                <a:gd name="connsiteX0" fmla="*/ 991689 w 3644113"/>
                <a:gd name="connsiteY0" fmla="*/ 10605 h 2457912"/>
                <a:gd name="connsiteX1" fmla="*/ 1674106 w 3644113"/>
                <a:gd name="connsiteY1" fmla="*/ 930710 h 2457912"/>
                <a:gd name="connsiteX2" fmla="*/ 3372999 w 3644113"/>
                <a:gd name="connsiteY2" fmla="*/ 807609 h 2457912"/>
                <a:gd name="connsiteX3" fmla="*/ 2906897 w 3644113"/>
                <a:gd name="connsiteY3" fmla="*/ 2414562 h 2457912"/>
                <a:gd name="connsiteX4" fmla="*/ 213923 w 3644113"/>
                <a:gd name="connsiteY4" fmla="*/ 1639708 h 2457912"/>
                <a:gd name="connsiteX5" fmla="*/ 991689 w 3644113"/>
                <a:gd name="connsiteY5" fmla="*/ 10605 h 2457912"/>
                <a:gd name="connsiteX0" fmla="*/ 1054352 w 3706777"/>
                <a:gd name="connsiteY0" fmla="*/ 1046 h 2448353"/>
                <a:gd name="connsiteX1" fmla="*/ 1736769 w 3706777"/>
                <a:gd name="connsiteY1" fmla="*/ 921151 h 2448353"/>
                <a:gd name="connsiteX2" fmla="*/ 3435662 w 3706777"/>
                <a:gd name="connsiteY2" fmla="*/ 798050 h 2448353"/>
                <a:gd name="connsiteX3" fmla="*/ 2969560 w 3706777"/>
                <a:gd name="connsiteY3" fmla="*/ 2405003 h 2448353"/>
                <a:gd name="connsiteX4" fmla="*/ 276586 w 3706777"/>
                <a:gd name="connsiteY4" fmla="*/ 1630149 h 2448353"/>
                <a:gd name="connsiteX5" fmla="*/ 1054352 w 3706777"/>
                <a:gd name="connsiteY5" fmla="*/ 1046 h 2448353"/>
                <a:gd name="connsiteX0" fmla="*/ 590056 w 3683836"/>
                <a:gd name="connsiteY0" fmla="*/ 1109 h 1961431"/>
                <a:gd name="connsiteX1" fmla="*/ 1713828 w 3683836"/>
                <a:gd name="connsiteY1" fmla="*/ 456838 h 1961431"/>
                <a:gd name="connsiteX2" fmla="*/ 3412721 w 3683836"/>
                <a:gd name="connsiteY2" fmla="*/ 333737 h 1961431"/>
                <a:gd name="connsiteX3" fmla="*/ 2946619 w 3683836"/>
                <a:gd name="connsiteY3" fmla="*/ 1940690 h 1961431"/>
                <a:gd name="connsiteX4" fmla="*/ 253645 w 3683836"/>
                <a:gd name="connsiteY4" fmla="*/ 1165836 h 1961431"/>
                <a:gd name="connsiteX5" fmla="*/ 590056 w 3683836"/>
                <a:gd name="connsiteY5" fmla="*/ 1109 h 1961431"/>
                <a:gd name="connsiteX0" fmla="*/ 577152 w 3670932"/>
                <a:gd name="connsiteY0" fmla="*/ 28557 h 1988879"/>
                <a:gd name="connsiteX1" fmla="*/ 1700924 w 3670932"/>
                <a:gd name="connsiteY1" fmla="*/ 484286 h 1988879"/>
                <a:gd name="connsiteX2" fmla="*/ 3399817 w 3670932"/>
                <a:gd name="connsiteY2" fmla="*/ 361185 h 1988879"/>
                <a:gd name="connsiteX3" fmla="*/ 2933715 w 3670932"/>
                <a:gd name="connsiteY3" fmla="*/ 1968138 h 1988879"/>
                <a:gd name="connsiteX4" fmla="*/ 240741 w 3670932"/>
                <a:gd name="connsiteY4" fmla="*/ 1193284 h 1988879"/>
                <a:gd name="connsiteX5" fmla="*/ 577152 w 3670932"/>
                <a:gd name="connsiteY5" fmla="*/ 28557 h 1988879"/>
                <a:gd name="connsiteX0" fmla="*/ 5660 w 3065770"/>
                <a:gd name="connsiteY0" fmla="*/ 41752 h 2084853"/>
                <a:gd name="connsiteX1" fmla="*/ 1129432 w 3065770"/>
                <a:gd name="connsiteY1" fmla="*/ 497481 h 2084853"/>
                <a:gd name="connsiteX2" fmla="*/ 2828325 w 3065770"/>
                <a:gd name="connsiteY2" fmla="*/ 374380 h 2084853"/>
                <a:gd name="connsiteX3" fmla="*/ 2362223 w 3065770"/>
                <a:gd name="connsiteY3" fmla="*/ 1981333 h 2084853"/>
                <a:gd name="connsiteX4" fmla="*/ 768571 w 3065770"/>
                <a:gd name="connsiteY4" fmla="*/ 1718703 h 2084853"/>
                <a:gd name="connsiteX5" fmla="*/ 5660 w 3065770"/>
                <a:gd name="connsiteY5" fmla="*/ 41752 h 2084853"/>
                <a:gd name="connsiteX0" fmla="*/ 12471 w 3072581"/>
                <a:gd name="connsiteY0" fmla="*/ 41752 h 2092530"/>
                <a:gd name="connsiteX1" fmla="*/ 1136243 w 3072581"/>
                <a:gd name="connsiteY1" fmla="*/ 497481 h 2092530"/>
                <a:gd name="connsiteX2" fmla="*/ 2835136 w 3072581"/>
                <a:gd name="connsiteY2" fmla="*/ 374380 h 2092530"/>
                <a:gd name="connsiteX3" fmla="*/ 2369034 w 3072581"/>
                <a:gd name="connsiteY3" fmla="*/ 1981333 h 2092530"/>
                <a:gd name="connsiteX4" fmla="*/ 775382 w 3072581"/>
                <a:gd name="connsiteY4" fmla="*/ 1718703 h 2092530"/>
                <a:gd name="connsiteX5" fmla="*/ 12471 w 3072581"/>
                <a:gd name="connsiteY5" fmla="*/ 41752 h 2092530"/>
                <a:gd name="connsiteX0" fmla="*/ 2798 w 3655173"/>
                <a:gd name="connsiteY0" fmla="*/ 869129 h 2007317"/>
                <a:gd name="connsiteX1" fmla="*/ 1718835 w 3655173"/>
                <a:gd name="connsiteY1" fmla="*/ 445136 h 2007317"/>
                <a:gd name="connsiteX2" fmla="*/ 3417728 w 3655173"/>
                <a:gd name="connsiteY2" fmla="*/ 322035 h 2007317"/>
                <a:gd name="connsiteX3" fmla="*/ 2951626 w 3655173"/>
                <a:gd name="connsiteY3" fmla="*/ 1928988 h 2007317"/>
                <a:gd name="connsiteX4" fmla="*/ 1357974 w 3655173"/>
                <a:gd name="connsiteY4" fmla="*/ 1666358 h 2007317"/>
                <a:gd name="connsiteX5" fmla="*/ 2798 w 3655173"/>
                <a:gd name="connsiteY5" fmla="*/ 869129 h 2007317"/>
                <a:gd name="connsiteX0" fmla="*/ 542 w 3652917"/>
                <a:gd name="connsiteY0" fmla="*/ 869129 h 2007318"/>
                <a:gd name="connsiteX1" fmla="*/ 1716579 w 3652917"/>
                <a:gd name="connsiteY1" fmla="*/ 445136 h 2007318"/>
                <a:gd name="connsiteX2" fmla="*/ 3415472 w 3652917"/>
                <a:gd name="connsiteY2" fmla="*/ 322035 h 2007318"/>
                <a:gd name="connsiteX3" fmla="*/ 2949370 w 3652917"/>
                <a:gd name="connsiteY3" fmla="*/ 1928988 h 2007318"/>
                <a:gd name="connsiteX4" fmla="*/ 1355718 w 3652917"/>
                <a:gd name="connsiteY4" fmla="*/ 1666358 h 2007318"/>
                <a:gd name="connsiteX5" fmla="*/ 542 w 3652917"/>
                <a:gd name="connsiteY5" fmla="*/ 869129 h 2007318"/>
                <a:gd name="connsiteX0" fmla="*/ 243 w 3639926"/>
                <a:gd name="connsiteY0" fmla="*/ 869129 h 1955507"/>
                <a:gd name="connsiteX1" fmla="*/ 1716280 w 3639926"/>
                <a:gd name="connsiteY1" fmla="*/ 445136 h 1955507"/>
                <a:gd name="connsiteX2" fmla="*/ 3415173 w 3639926"/>
                <a:gd name="connsiteY2" fmla="*/ 322035 h 1955507"/>
                <a:gd name="connsiteX3" fmla="*/ 2949071 w 3639926"/>
                <a:gd name="connsiteY3" fmla="*/ 1928988 h 1955507"/>
                <a:gd name="connsiteX4" fmla="*/ 1833458 w 3639926"/>
                <a:gd name="connsiteY4" fmla="*/ 1291535 h 1955507"/>
                <a:gd name="connsiteX5" fmla="*/ 243 w 3639926"/>
                <a:gd name="connsiteY5" fmla="*/ 869129 h 1955507"/>
                <a:gd name="connsiteX0" fmla="*/ 243 w 3639926"/>
                <a:gd name="connsiteY0" fmla="*/ 869129 h 1947022"/>
                <a:gd name="connsiteX1" fmla="*/ 1716280 w 3639926"/>
                <a:gd name="connsiteY1" fmla="*/ 445136 h 1947022"/>
                <a:gd name="connsiteX2" fmla="*/ 3415173 w 3639926"/>
                <a:gd name="connsiteY2" fmla="*/ 322035 h 1947022"/>
                <a:gd name="connsiteX3" fmla="*/ 2949071 w 3639926"/>
                <a:gd name="connsiteY3" fmla="*/ 1928988 h 1947022"/>
                <a:gd name="connsiteX4" fmla="*/ 1833458 w 3639926"/>
                <a:gd name="connsiteY4" fmla="*/ 1291535 h 1947022"/>
                <a:gd name="connsiteX5" fmla="*/ 243 w 3639926"/>
                <a:gd name="connsiteY5" fmla="*/ 869129 h 1947022"/>
                <a:gd name="connsiteX0" fmla="*/ 7345 w 3647028"/>
                <a:gd name="connsiteY0" fmla="*/ 869129 h 1947022"/>
                <a:gd name="connsiteX1" fmla="*/ 1723382 w 3647028"/>
                <a:gd name="connsiteY1" fmla="*/ 445136 h 1947022"/>
                <a:gd name="connsiteX2" fmla="*/ 3422275 w 3647028"/>
                <a:gd name="connsiteY2" fmla="*/ 322035 h 1947022"/>
                <a:gd name="connsiteX3" fmla="*/ 2956173 w 3647028"/>
                <a:gd name="connsiteY3" fmla="*/ 1928988 h 1947022"/>
                <a:gd name="connsiteX4" fmla="*/ 1840560 w 3647028"/>
                <a:gd name="connsiteY4" fmla="*/ 1291535 h 1947022"/>
                <a:gd name="connsiteX5" fmla="*/ 7345 w 3647028"/>
                <a:gd name="connsiteY5" fmla="*/ 869129 h 1947022"/>
                <a:gd name="connsiteX0" fmla="*/ 7345 w 3811052"/>
                <a:gd name="connsiteY0" fmla="*/ 869129 h 1929159"/>
                <a:gd name="connsiteX1" fmla="*/ 1723382 w 3811052"/>
                <a:gd name="connsiteY1" fmla="*/ 445136 h 1929159"/>
                <a:gd name="connsiteX2" fmla="*/ 3422275 w 3811052"/>
                <a:gd name="connsiteY2" fmla="*/ 322035 h 1929159"/>
                <a:gd name="connsiteX3" fmla="*/ 2956173 w 3811052"/>
                <a:gd name="connsiteY3" fmla="*/ 1928988 h 1929159"/>
                <a:gd name="connsiteX4" fmla="*/ 1840560 w 3811052"/>
                <a:gd name="connsiteY4" fmla="*/ 1291535 h 1929159"/>
                <a:gd name="connsiteX5" fmla="*/ 7345 w 3811052"/>
                <a:gd name="connsiteY5" fmla="*/ 869129 h 1929159"/>
                <a:gd name="connsiteX0" fmla="*/ 5264 w 3937957"/>
                <a:gd name="connsiteY0" fmla="*/ 1155023 h 1938909"/>
                <a:gd name="connsiteX1" fmla="*/ 1850286 w 3937957"/>
                <a:gd name="connsiteY1" fmla="*/ 454886 h 1938909"/>
                <a:gd name="connsiteX2" fmla="*/ 3549179 w 3937957"/>
                <a:gd name="connsiteY2" fmla="*/ 331785 h 1938909"/>
                <a:gd name="connsiteX3" fmla="*/ 3083077 w 3937957"/>
                <a:gd name="connsiteY3" fmla="*/ 1938738 h 1938909"/>
                <a:gd name="connsiteX4" fmla="*/ 1967464 w 3937957"/>
                <a:gd name="connsiteY4" fmla="*/ 1301285 h 1938909"/>
                <a:gd name="connsiteX5" fmla="*/ 5264 w 3937957"/>
                <a:gd name="connsiteY5" fmla="*/ 1155023 h 1938909"/>
                <a:gd name="connsiteX0" fmla="*/ 23607 w 3956300"/>
                <a:gd name="connsiteY0" fmla="*/ 1155023 h 1938909"/>
                <a:gd name="connsiteX1" fmla="*/ 1868629 w 3956300"/>
                <a:gd name="connsiteY1" fmla="*/ 454886 h 1938909"/>
                <a:gd name="connsiteX2" fmla="*/ 3567522 w 3956300"/>
                <a:gd name="connsiteY2" fmla="*/ 331785 h 1938909"/>
                <a:gd name="connsiteX3" fmla="*/ 3101420 w 3956300"/>
                <a:gd name="connsiteY3" fmla="*/ 1938738 h 1938909"/>
                <a:gd name="connsiteX4" fmla="*/ 1985807 w 3956300"/>
                <a:gd name="connsiteY4" fmla="*/ 1301285 h 1938909"/>
                <a:gd name="connsiteX5" fmla="*/ 23607 w 3956300"/>
                <a:gd name="connsiteY5" fmla="*/ 1155023 h 1938909"/>
                <a:gd name="connsiteX0" fmla="*/ 356 w 3775841"/>
                <a:gd name="connsiteY0" fmla="*/ 1155023 h 1975367"/>
                <a:gd name="connsiteX1" fmla="*/ 1845378 w 3775841"/>
                <a:gd name="connsiteY1" fmla="*/ 454886 h 1975367"/>
                <a:gd name="connsiteX2" fmla="*/ 3544271 w 3775841"/>
                <a:gd name="connsiteY2" fmla="*/ 331785 h 1975367"/>
                <a:gd name="connsiteX3" fmla="*/ 3078169 w 3775841"/>
                <a:gd name="connsiteY3" fmla="*/ 1938738 h 1975367"/>
                <a:gd name="connsiteX4" fmla="*/ 1700608 w 3775841"/>
                <a:gd name="connsiteY4" fmla="*/ 1432728 h 1975367"/>
                <a:gd name="connsiteX5" fmla="*/ 356 w 3775841"/>
                <a:gd name="connsiteY5" fmla="*/ 1155023 h 1975367"/>
                <a:gd name="connsiteX0" fmla="*/ 385 w 3775871"/>
                <a:gd name="connsiteY0" fmla="*/ 1155023 h 1964875"/>
                <a:gd name="connsiteX1" fmla="*/ 1845407 w 3775871"/>
                <a:gd name="connsiteY1" fmla="*/ 454886 h 1964875"/>
                <a:gd name="connsiteX2" fmla="*/ 3544300 w 3775871"/>
                <a:gd name="connsiteY2" fmla="*/ 331785 h 1964875"/>
                <a:gd name="connsiteX3" fmla="*/ 3078198 w 3775871"/>
                <a:gd name="connsiteY3" fmla="*/ 1938738 h 1964875"/>
                <a:gd name="connsiteX4" fmla="*/ 1700637 w 3775871"/>
                <a:gd name="connsiteY4" fmla="*/ 1432728 h 1964875"/>
                <a:gd name="connsiteX5" fmla="*/ 385 w 3775871"/>
                <a:gd name="connsiteY5" fmla="*/ 1155023 h 1964875"/>
                <a:gd name="connsiteX0" fmla="*/ 518 w 3310321"/>
                <a:gd name="connsiteY0" fmla="*/ 1561197 h 1986949"/>
                <a:gd name="connsiteX1" fmla="*/ 1379857 w 3310321"/>
                <a:gd name="connsiteY1" fmla="*/ 469469 h 1986949"/>
                <a:gd name="connsiteX2" fmla="*/ 3078750 w 3310321"/>
                <a:gd name="connsiteY2" fmla="*/ 346368 h 1986949"/>
                <a:gd name="connsiteX3" fmla="*/ 2612648 w 3310321"/>
                <a:gd name="connsiteY3" fmla="*/ 1953321 h 1986949"/>
                <a:gd name="connsiteX4" fmla="*/ 1235087 w 3310321"/>
                <a:gd name="connsiteY4" fmla="*/ 1447311 h 1986949"/>
                <a:gd name="connsiteX5" fmla="*/ 518 w 3310321"/>
                <a:gd name="connsiteY5" fmla="*/ 1561197 h 1986949"/>
                <a:gd name="connsiteX0" fmla="*/ 252954 w 3562757"/>
                <a:gd name="connsiteY0" fmla="*/ 1561197 h 1986950"/>
                <a:gd name="connsiteX1" fmla="*/ 1632293 w 3562757"/>
                <a:gd name="connsiteY1" fmla="*/ 469469 h 1986950"/>
                <a:gd name="connsiteX2" fmla="*/ 3331186 w 3562757"/>
                <a:gd name="connsiteY2" fmla="*/ 346368 h 1986950"/>
                <a:gd name="connsiteX3" fmla="*/ 2865084 w 3562757"/>
                <a:gd name="connsiteY3" fmla="*/ 1953321 h 1986950"/>
                <a:gd name="connsiteX4" fmla="*/ 1487523 w 3562757"/>
                <a:gd name="connsiteY4" fmla="*/ 1447311 h 1986950"/>
                <a:gd name="connsiteX5" fmla="*/ 252954 w 3562757"/>
                <a:gd name="connsiteY5" fmla="*/ 1561197 h 1986950"/>
                <a:gd name="connsiteX0" fmla="*/ 275988 w 4836894"/>
                <a:gd name="connsiteY0" fmla="*/ 1254188 h 1664972"/>
                <a:gd name="connsiteX1" fmla="*/ 1655327 w 4836894"/>
                <a:gd name="connsiteY1" fmla="*/ 162460 h 1664972"/>
                <a:gd name="connsiteX2" fmla="*/ 4715739 w 4836894"/>
                <a:gd name="connsiteY2" fmla="*/ 494988 h 1664972"/>
                <a:gd name="connsiteX3" fmla="*/ 2888118 w 4836894"/>
                <a:gd name="connsiteY3" fmla="*/ 1646312 h 1664972"/>
                <a:gd name="connsiteX4" fmla="*/ 1510557 w 4836894"/>
                <a:gd name="connsiteY4" fmla="*/ 1140302 h 1664972"/>
                <a:gd name="connsiteX5" fmla="*/ 275988 w 4836894"/>
                <a:gd name="connsiteY5" fmla="*/ 1254188 h 1664972"/>
                <a:gd name="connsiteX0" fmla="*/ 275988 w 4716813"/>
                <a:gd name="connsiteY0" fmla="*/ 1630321 h 2049242"/>
                <a:gd name="connsiteX1" fmla="*/ 1655327 w 4716813"/>
                <a:gd name="connsiteY1" fmla="*/ 538593 h 2049242"/>
                <a:gd name="connsiteX2" fmla="*/ 4715739 w 4716813"/>
                <a:gd name="connsiteY2" fmla="*/ 871121 h 2049242"/>
                <a:gd name="connsiteX3" fmla="*/ 2888118 w 4716813"/>
                <a:gd name="connsiteY3" fmla="*/ 2022445 h 2049242"/>
                <a:gd name="connsiteX4" fmla="*/ 1510557 w 4716813"/>
                <a:gd name="connsiteY4" fmla="*/ 1516435 h 2049242"/>
                <a:gd name="connsiteX5" fmla="*/ 275988 w 4716813"/>
                <a:gd name="connsiteY5" fmla="*/ 1630321 h 2049242"/>
                <a:gd name="connsiteX0" fmla="*/ 275988 w 4749030"/>
                <a:gd name="connsiteY0" fmla="*/ 1124638 h 1545870"/>
                <a:gd name="connsiteX1" fmla="*/ 1655327 w 4749030"/>
                <a:gd name="connsiteY1" fmla="*/ 32910 h 1545870"/>
                <a:gd name="connsiteX2" fmla="*/ 4715739 w 4749030"/>
                <a:gd name="connsiteY2" fmla="*/ 365438 h 1545870"/>
                <a:gd name="connsiteX3" fmla="*/ 3175706 w 4749030"/>
                <a:gd name="connsiteY3" fmla="*/ 1192854 h 1545870"/>
                <a:gd name="connsiteX4" fmla="*/ 1510557 w 4749030"/>
                <a:gd name="connsiteY4" fmla="*/ 1010752 h 1545870"/>
                <a:gd name="connsiteX5" fmla="*/ 275988 w 4749030"/>
                <a:gd name="connsiteY5" fmla="*/ 1124638 h 1545870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40315"/>
                <a:gd name="connsiteY0" fmla="*/ 1132875 h 1722803"/>
                <a:gd name="connsiteX1" fmla="*/ 1655327 w 4740315"/>
                <a:gd name="connsiteY1" fmla="*/ 41147 h 1722803"/>
                <a:gd name="connsiteX2" fmla="*/ 4715739 w 4740315"/>
                <a:gd name="connsiteY2" fmla="*/ 373675 h 1722803"/>
                <a:gd name="connsiteX3" fmla="*/ 3012343 w 4740315"/>
                <a:gd name="connsiteY3" fmla="*/ 1711656 h 1722803"/>
                <a:gd name="connsiteX4" fmla="*/ 1510557 w 4740315"/>
                <a:gd name="connsiteY4" fmla="*/ 1018989 h 1722803"/>
                <a:gd name="connsiteX5" fmla="*/ 275988 w 4740315"/>
                <a:gd name="connsiteY5" fmla="*/ 1132875 h 1722803"/>
                <a:gd name="connsiteX0" fmla="*/ 275988 w 4756119"/>
                <a:gd name="connsiteY0" fmla="*/ 1127108 h 1542684"/>
                <a:gd name="connsiteX1" fmla="*/ 1655327 w 4756119"/>
                <a:gd name="connsiteY1" fmla="*/ 35380 h 1542684"/>
                <a:gd name="connsiteX2" fmla="*/ 4715739 w 4756119"/>
                <a:gd name="connsiteY2" fmla="*/ 367908 h 1542684"/>
                <a:gd name="connsiteX3" fmla="*/ 3285074 w 4756119"/>
                <a:gd name="connsiteY3" fmla="*/ 1369029 h 1542684"/>
                <a:gd name="connsiteX4" fmla="*/ 1510557 w 4756119"/>
                <a:gd name="connsiteY4" fmla="*/ 1013222 h 1542684"/>
                <a:gd name="connsiteX5" fmla="*/ 275988 w 4756119"/>
                <a:gd name="connsiteY5" fmla="*/ 1127108 h 1542684"/>
                <a:gd name="connsiteX0" fmla="*/ 275988 w 4715923"/>
                <a:gd name="connsiteY0" fmla="*/ 1122352 h 1572226"/>
                <a:gd name="connsiteX1" fmla="*/ 1655327 w 4715923"/>
                <a:gd name="connsiteY1" fmla="*/ 30624 h 1572226"/>
                <a:gd name="connsiteX2" fmla="*/ 4715739 w 4715923"/>
                <a:gd name="connsiteY2" fmla="*/ 363152 h 1572226"/>
                <a:gd name="connsiteX3" fmla="*/ 1510557 w 4715923"/>
                <a:gd name="connsiteY3" fmla="*/ 1008466 h 1572226"/>
                <a:gd name="connsiteX4" fmla="*/ 275988 w 4715923"/>
                <a:gd name="connsiteY4" fmla="*/ 1122352 h 1572226"/>
                <a:gd name="connsiteX0" fmla="*/ 25029 w 4476010"/>
                <a:gd name="connsiteY0" fmla="*/ 1892393 h 2022034"/>
                <a:gd name="connsiteX1" fmla="*/ 2236847 w 4476010"/>
                <a:gd name="connsiteY1" fmla="*/ 11492 h 2022034"/>
                <a:gd name="connsiteX2" fmla="*/ 4464780 w 4476010"/>
                <a:gd name="connsiteY2" fmla="*/ 1133193 h 2022034"/>
                <a:gd name="connsiteX3" fmla="*/ 1259598 w 4476010"/>
                <a:gd name="connsiteY3" fmla="*/ 1778507 h 2022034"/>
                <a:gd name="connsiteX4" fmla="*/ 25029 w 4476010"/>
                <a:gd name="connsiteY4" fmla="*/ 1892393 h 2022034"/>
                <a:gd name="connsiteX0" fmla="*/ 19312 w 4468531"/>
                <a:gd name="connsiteY0" fmla="*/ 1893478 h 2350831"/>
                <a:gd name="connsiteX1" fmla="*/ 2231130 w 4468531"/>
                <a:gd name="connsiteY1" fmla="*/ 12577 h 2350831"/>
                <a:gd name="connsiteX2" fmla="*/ 4459063 w 4468531"/>
                <a:gd name="connsiteY2" fmla="*/ 1134278 h 2350831"/>
                <a:gd name="connsiteX3" fmla="*/ 2962196 w 4468531"/>
                <a:gd name="connsiteY3" fmla="*/ 2337807 h 2350831"/>
                <a:gd name="connsiteX4" fmla="*/ 1253881 w 4468531"/>
                <a:gd name="connsiteY4" fmla="*/ 1779592 h 2350831"/>
                <a:gd name="connsiteX5" fmla="*/ 19312 w 4468531"/>
                <a:gd name="connsiteY5" fmla="*/ 1893478 h 2350831"/>
                <a:gd name="connsiteX0" fmla="*/ 114931 w 4564151"/>
                <a:gd name="connsiteY0" fmla="*/ 1893478 h 2606070"/>
                <a:gd name="connsiteX1" fmla="*/ 2326749 w 4564151"/>
                <a:gd name="connsiteY1" fmla="*/ 12577 h 2606070"/>
                <a:gd name="connsiteX2" fmla="*/ 4554682 w 4564151"/>
                <a:gd name="connsiteY2" fmla="*/ 1134278 h 2606070"/>
                <a:gd name="connsiteX3" fmla="*/ 3057815 w 4564151"/>
                <a:gd name="connsiteY3" fmla="*/ 2337807 h 2606070"/>
                <a:gd name="connsiteX4" fmla="*/ 602599 w 4564151"/>
                <a:gd name="connsiteY4" fmla="*/ 2591133 h 2606070"/>
                <a:gd name="connsiteX5" fmla="*/ 114931 w 4564151"/>
                <a:gd name="connsiteY5" fmla="*/ 1893478 h 2606070"/>
                <a:gd name="connsiteX0" fmla="*/ 339436 w 4163621"/>
                <a:gd name="connsiteY0" fmla="*/ 711041 h 2677547"/>
                <a:gd name="connsiteX1" fmla="*/ 1926219 w 4163621"/>
                <a:gd name="connsiteY1" fmla="*/ 9118 h 2677547"/>
                <a:gd name="connsiteX2" fmla="*/ 4154152 w 4163621"/>
                <a:gd name="connsiteY2" fmla="*/ 1130819 h 2677547"/>
                <a:gd name="connsiteX3" fmla="*/ 2657285 w 4163621"/>
                <a:gd name="connsiteY3" fmla="*/ 2334348 h 2677547"/>
                <a:gd name="connsiteX4" fmla="*/ 202069 w 4163621"/>
                <a:gd name="connsiteY4" fmla="*/ 2587674 h 2677547"/>
                <a:gd name="connsiteX5" fmla="*/ 339436 w 4163621"/>
                <a:gd name="connsiteY5" fmla="*/ 711041 h 2677547"/>
                <a:gd name="connsiteX0" fmla="*/ 8699 w 3970251"/>
                <a:gd name="connsiteY0" fmla="*/ 2578556 h 2717756"/>
                <a:gd name="connsiteX1" fmla="*/ 1732849 w 3970251"/>
                <a:gd name="connsiteY1" fmla="*/ 0 h 2717756"/>
                <a:gd name="connsiteX2" fmla="*/ 3960782 w 3970251"/>
                <a:gd name="connsiteY2" fmla="*/ 1121701 h 2717756"/>
                <a:gd name="connsiteX3" fmla="*/ 2463915 w 3970251"/>
                <a:gd name="connsiteY3" fmla="*/ 2325230 h 2717756"/>
                <a:gd name="connsiteX4" fmla="*/ 8699 w 3970251"/>
                <a:gd name="connsiteY4" fmla="*/ 2578556 h 2717756"/>
                <a:gd name="connsiteX0" fmla="*/ 11617 w 3584652"/>
                <a:gd name="connsiteY0" fmla="*/ 1430838 h 2340009"/>
                <a:gd name="connsiteX1" fmla="*/ 1347250 w 3584652"/>
                <a:gd name="connsiteY1" fmla="*/ 2380 h 2340009"/>
                <a:gd name="connsiteX2" fmla="*/ 3575183 w 3584652"/>
                <a:gd name="connsiteY2" fmla="*/ 1124081 h 2340009"/>
                <a:gd name="connsiteX3" fmla="*/ 2078316 w 3584652"/>
                <a:gd name="connsiteY3" fmla="*/ 2327610 h 2340009"/>
                <a:gd name="connsiteX4" fmla="*/ 11617 w 3584652"/>
                <a:gd name="connsiteY4" fmla="*/ 1430838 h 2340009"/>
                <a:gd name="connsiteX0" fmla="*/ 36322 w 3609357"/>
                <a:gd name="connsiteY0" fmla="*/ 1430838 h 2532978"/>
                <a:gd name="connsiteX1" fmla="*/ 1371955 w 3609357"/>
                <a:gd name="connsiteY1" fmla="*/ 2380 h 2532978"/>
                <a:gd name="connsiteX2" fmla="*/ 3599888 w 3609357"/>
                <a:gd name="connsiteY2" fmla="*/ 1124081 h 2532978"/>
                <a:gd name="connsiteX3" fmla="*/ 2103021 w 3609357"/>
                <a:gd name="connsiteY3" fmla="*/ 2327610 h 2532978"/>
                <a:gd name="connsiteX4" fmla="*/ 36322 w 3609357"/>
                <a:gd name="connsiteY4" fmla="*/ 1430838 h 2532978"/>
                <a:gd name="connsiteX0" fmla="*/ 3580 w 3569301"/>
                <a:gd name="connsiteY0" fmla="*/ 1431089 h 2816320"/>
                <a:gd name="connsiteX1" fmla="*/ 1339213 w 3569301"/>
                <a:gd name="connsiteY1" fmla="*/ 2631 h 2816320"/>
                <a:gd name="connsiteX2" fmla="*/ 3567146 w 3569301"/>
                <a:gd name="connsiteY2" fmla="*/ 1124332 h 2816320"/>
                <a:gd name="connsiteX3" fmla="*/ 1722688 w 3569301"/>
                <a:gd name="connsiteY3" fmla="*/ 2808414 h 2816320"/>
                <a:gd name="connsiteX4" fmla="*/ 3580 w 3569301"/>
                <a:gd name="connsiteY4" fmla="*/ 1431089 h 2816320"/>
                <a:gd name="connsiteX0" fmla="*/ 3579 w 3569300"/>
                <a:gd name="connsiteY0" fmla="*/ 1431089 h 2808414"/>
                <a:gd name="connsiteX1" fmla="*/ 1339212 w 3569300"/>
                <a:gd name="connsiteY1" fmla="*/ 2631 h 2808414"/>
                <a:gd name="connsiteX2" fmla="*/ 3567145 w 3569300"/>
                <a:gd name="connsiteY2" fmla="*/ 1124332 h 2808414"/>
                <a:gd name="connsiteX3" fmla="*/ 1722687 w 3569300"/>
                <a:gd name="connsiteY3" fmla="*/ 2808414 h 2808414"/>
                <a:gd name="connsiteX4" fmla="*/ 3579 w 3569300"/>
                <a:gd name="connsiteY4" fmla="*/ 1431089 h 2808414"/>
                <a:gd name="connsiteX0" fmla="*/ 3579 w 3570402"/>
                <a:gd name="connsiteY0" fmla="*/ 1431089 h 2845664"/>
                <a:gd name="connsiteX1" fmla="*/ 1339212 w 3570402"/>
                <a:gd name="connsiteY1" fmla="*/ 2631 h 2845664"/>
                <a:gd name="connsiteX2" fmla="*/ 3567145 w 3570402"/>
                <a:gd name="connsiteY2" fmla="*/ 1124332 h 2845664"/>
                <a:gd name="connsiteX3" fmla="*/ 1722687 w 3570402"/>
                <a:gd name="connsiteY3" fmla="*/ 2808414 h 2845664"/>
                <a:gd name="connsiteX4" fmla="*/ 3579 w 3570402"/>
                <a:gd name="connsiteY4" fmla="*/ 1431089 h 2845664"/>
                <a:gd name="connsiteX0" fmla="*/ 3579 w 3571531"/>
                <a:gd name="connsiteY0" fmla="*/ 1431089 h 2809355"/>
                <a:gd name="connsiteX1" fmla="*/ 1339212 w 3571531"/>
                <a:gd name="connsiteY1" fmla="*/ 2631 h 2809355"/>
                <a:gd name="connsiteX2" fmla="*/ 3567145 w 3571531"/>
                <a:gd name="connsiteY2" fmla="*/ 1124332 h 2809355"/>
                <a:gd name="connsiteX3" fmla="*/ 1722687 w 3571531"/>
                <a:gd name="connsiteY3" fmla="*/ 2808414 h 2809355"/>
                <a:gd name="connsiteX4" fmla="*/ 3579 w 3571531"/>
                <a:gd name="connsiteY4" fmla="*/ 1431089 h 2809355"/>
                <a:gd name="connsiteX0" fmla="*/ 3579 w 3570449"/>
                <a:gd name="connsiteY0" fmla="*/ 1431089 h 2811091"/>
                <a:gd name="connsiteX1" fmla="*/ 1339212 w 3570449"/>
                <a:gd name="connsiteY1" fmla="*/ 2631 h 2811091"/>
                <a:gd name="connsiteX2" fmla="*/ 3567145 w 3570449"/>
                <a:gd name="connsiteY2" fmla="*/ 1124332 h 2811091"/>
                <a:gd name="connsiteX3" fmla="*/ 1722687 w 3570449"/>
                <a:gd name="connsiteY3" fmla="*/ 2808414 h 2811091"/>
                <a:gd name="connsiteX4" fmla="*/ 3579 w 3570449"/>
                <a:gd name="connsiteY4" fmla="*/ 1431089 h 2811091"/>
                <a:gd name="connsiteX0" fmla="*/ 9477 w 3576347"/>
                <a:gd name="connsiteY0" fmla="*/ 1454488 h 2834490"/>
                <a:gd name="connsiteX1" fmla="*/ 1345110 w 3576347"/>
                <a:gd name="connsiteY1" fmla="*/ 26030 h 2834490"/>
                <a:gd name="connsiteX2" fmla="*/ 3573043 w 3576347"/>
                <a:gd name="connsiteY2" fmla="*/ 1147731 h 2834490"/>
                <a:gd name="connsiteX3" fmla="*/ 1728585 w 3576347"/>
                <a:gd name="connsiteY3" fmla="*/ 2831813 h 2834490"/>
                <a:gd name="connsiteX4" fmla="*/ 9477 w 3576347"/>
                <a:gd name="connsiteY4" fmla="*/ 1454488 h 2834490"/>
                <a:gd name="connsiteX0" fmla="*/ 11200 w 3578070"/>
                <a:gd name="connsiteY0" fmla="*/ 1454488 h 2834490"/>
                <a:gd name="connsiteX1" fmla="*/ 1346833 w 3578070"/>
                <a:gd name="connsiteY1" fmla="*/ 26030 h 2834490"/>
                <a:gd name="connsiteX2" fmla="*/ 3574766 w 3578070"/>
                <a:gd name="connsiteY2" fmla="*/ 1147731 h 2834490"/>
                <a:gd name="connsiteX3" fmla="*/ 1730308 w 3578070"/>
                <a:gd name="connsiteY3" fmla="*/ 2831813 h 2834490"/>
                <a:gd name="connsiteX4" fmla="*/ 11200 w 3578070"/>
                <a:gd name="connsiteY4" fmla="*/ 1454488 h 2834490"/>
                <a:gd name="connsiteX0" fmla="*/ 5238 w 3394494"/>
                <a:gd name="connsiteY0" fmla="*/ 1561249 h 2815719"/>
                <a:gd name="connsiteX1" fmla="*/ 1164359 w 3394494"/>
                <a:gd name="connsiteY1" fmla="*/ 5027 h 2815719"/>
                <a:gd name="connsiteX2" fmla="*/ 3392292 w 3394494"/>
                <a:gd name="connsiteY2" fmla="*/ 1126728 h 2815719"/>
                <a:gd name="connsiteX3" fmla="*/ 1547834 w 3394494"/>
                <a:gd name="connsiteY3" fmla="*/ 2810810 h 2815719"/>
                <a:gd name="connsiteX4" fmla="*/ 5238 w 3394494"/>
                <a:gd name="connsiteY4" fmla="*/ 1561249 h 2815719"/>
                <a:gd name="connsiteX0" fmla="*/ 1714 w 3390970"/>
                <a:gd name="connsiteY0" fmla="*/ 1561249 h 2816846"/>
                <a:gd name="connsiteX1" fmla="*/ 1160835 w 3390970"/>
                <a:gd name="connsiteY1" fmla="*/ 5027 h 2816846"/>
                <a:gd name="connsiteX2" fmla="*/ 3388768 w 3390970"/>
                <a:gd name="connsiteY2" fmla="*/ 1126728 h 2816846"/>
                <a:gd name="connsiteX3" fmla="*/ 1544310 w 3390970"/>
                <a:gd name="connsiteY3" fmla="*/ 2810810 h 2816846"/>
                <a:gd name="connsiteX4" fmla="*/ 1714 w 3390970"/>
                <a:gd name="connsiteY4" fmla="*/ 1561249 h 2816846"/>
                <a:gd name="connsiteX0" fmla="*/ 1714 w 3392183"/>
                <a:gd name="connsiteY0" fmla="*/ 1561249 h 2822298"/>
                <a:gd name="connsiteX1" fmla="*/ 1160835 w 3392183"/>
                <a:gd name="connsiteY1" fmla="*/ 5027 h 2822298"/>
                <a:gd name="connsiteX2" fmla="*/ 3388768 w 3392183"/>
                <a:gd name="connsiteY2" fmla="*/ 1126728 h 2822298"/>
                <a:gd name="connsiteX3" fmla="*/ 1544310 w 3392183"/>
                <a:gd name="connsiteY3" fmla="*/ 2810810 h 2822298"/>
                <a:gd name="connsiteX4" fmla="*/ 1714 w 3392183"/>
                <a:gd name="connsiteY4" fmla="*/ 1561249 h 2822298"/>
                <a:gd name="connsiteX0" fmla="*/ 1599 w 3099681"/>
                <a:gd name="connsiteY0" fmla="*/ 1556274 h 2805936"/>
                <a:gd name="connsiteX1" fmla="*/ 1160720 w 3099681"/>
                <a:gd name="connsiteY1" fmla="*/ 52 h 2805936"/>
                <a:gd name="connsiteX2" fmla="*/ 3097014 w 3099681"/>
                <a:gd name="connsiteY2" fmla="*/ 1505235 h 2805936"/>
                <a:gd name="connsiteX3" fmla="*/ 1544195 w 3099681"/>
                <a:gd name="connsiteY3" fmla="*/ 2805835 h 2805936"/>
                <a:gd name="connsiteX4" fmla="*/ 1599 w 3099681"/>
                <a:gd name="connsiteY4" fmla="*/ 1556274 h 2805936"/>
                <a:gd name="connsiteX0" fmla="*/ 1599 w 3098266"/>
                <a:gd name="connsiteY0" fmla="*/ 1556274 h 2805936"/>
                <a:gd name="connsiteX1" fmla="*/ 1160720 w 3098266"/>
                <a:gd name="connsiteY1" fmla="*/ 52 h 2805936"/>
                <a:gd name="connsiteX2" fmla="*/ 3097014 w 3098266"/>
                <a:gd name="connsiteY2" fmla="*/ 1505235 h 2805936"/>
                <a:gd name="connsiteX3" fmla="*/ 1544195 w 3098266"/>
                <a:gd name="connsiteY3" fmla="*/ 2805835 h 2805936"/>
                <a:gd name="connsiteX4" fmla="*/ 1599 w 3098266"/>
                <a:gd name="connsiteY4" fmla="*/ 1556274 h 2805936"/>
                <a:gd name="connsiteX0" fmla="*/ 6698 w 3107113"/>
                <a:gd name="connsiteY0" fmla="*/ 1556268 h 1995204"/>
                <a:gd name="connsiteX1" fmla="*/ 1165819 w 3107113"/>
                <a:gd name="connsiteY1" fmla="*/ 46 h 1995204"/>
                <a:gd name="connsiteX2" fmla="*/ 3102113 w 3107113"/>
                <a:gd name="connsiteY2" fmla="*/ 1505229 h 1995204"/>
                <a:gd name="connsiteX3" fmla="*/ 1670895 w 3107113"/>
                <a:gd name="connsiteY3" fmla="*/ 1994767 h 1995204"/>
                <a:gd name="connsiteX4" fmla="*/ 6698 w 3107113"/>
                <a:gd name="connsiteY4" fmla="*/ 1556268 h 1995204"/>
                <a:gd name="connsiteX0" fmla="*/ 6698 w 3107610"/>
                <a:gd name="connsiteY0" fmla="*/ 1556268 h 2094159"/>
                <a:gd name="connsiteX1" fmla="*/ 1165819 w 3107610"/>
                <a:gd name="connsiteY1" fmla="*/ 46 h 2094159"/>
                <a:gd name="connsiteX2" fmla="*/ 3102113 w 3107610"/>
                <a:gd name="connsiteY2" fmla="*/ 1505229 h 2094159"/>
                <a:gd name="connsiteX3" fmla="*/ 1670895 w 3107610"/>
                <a:gd name="connsiteY3" fmla="*/ 1994767 h 2094159"/>
                <a:gd name="connsiteX4" fmla="*/ 6698 w 3107610"/>
                <a:gd name="connsiteY4" fmla="*/ 1556268 h 2094159"/>
                <a:gd name="connsiteX0" fmla="*/ 6698 w 3108326"/>
                <a:gd name="connsiteY0" fmla="*/ 1556268 h 2032117"/>
                <a:gd name="connsiteX1" fmla="*/ 1165819 w 3108326"/>
                <a:gd name="connsiteY1" fmla="*/ 46 h 2032117"/>
                <a:gd name="connsiteX2" fmla="*/ 3102113 w 3108326"/>
                <a:gd name="connsiteY2" fmla="*/ 1505229 h 2032117"/>
                <a:gd name="connsiteX3" fmla="*/ 1670895 w 3108326"/>
                <a:gd name="connsiteY3" fmla="*/ 1994767 h 2032117"/>
                <a:gd name="connsiteX4" fmla="*/ 6698 w 3108326"/>
                <a:gd name="connsiteY4" fmla="*/ 1556268 h 2032117"/>
                <a:gd name="connsiteX0" fmla="*/ 2700 w 3101149"/>
                <a:gd name="connsiteY0" fmla="*/ 1588985 h 2065259"/>
                <a:gd name="connsiteX1" fmla="*/ 1324169 w 3101149"/>
                <a:gd name="connsiteY1" fmla="*/ 44 h 2065259"/>
                <a:gd name="connsiteX2" fmla="*/ 3098115 w 3101149"/>
                <a:gd name="connsiteY2" fmla="*/ 1537946 h 2065259"/>
                <a:gd name="connsiteX3" fmla="*/ 1666897 w 3101149"/>
                <a:gd name="connsiteY3" fmla="*/ 2027484 h 2065259"/>
                <a:gd name="connsiteX4" fmla="*/ 2700 w 3101149"/>
                <a:gd name="connsiteY4" fmla="*/ 1588985 h 2065259"/>
                <a:gd name="connsiteX0" fmla="*/ 2700 w 3100106"/>
                <a:gd name="connsiteY0" fmla="*/ 1588985 h 2163738"/>
                <a:gd name="connsiteX1" fmla="*/ 1324169 w 3100106"/>
                <a:gd name="connsiteY1" fmla="*/ 44 h 2163738"/>
                <a:gd name="connsiteX2" fmla="*/ 3098115 w 3100106"/>
                <a:gd name="connsiteY2" fmla="*/ 1537946 h 2163738"/>
                <a:gd name="connsiteX3" fmla="*/ 1666897 w 3100106"/>
                <a:gd name="connsiteY3" fmla="*/ 2027484 h 2163738"/>
                <a:gd name="connsiteX4" fmla="*/ 2700 w 3100106"/>
                <a:gd name="connsiteY4" fmla="*/ 1588985 h 2163738"/>
                <a:gd name="connsiteX0" fmla="*/ 2700 w 3100834"/>
                <a:gd name="connsiteY0" fmla="*/ 1588985 h 2056082"/>
                <a:gd name="connsiteX1" fmla="*/ 1324169 w 3100834"/>
                <a:gd name="connsiteY1" fmla="*/ 44 h 2056082"/>
                <a:gd name="connsiteX2" fmla="*/ 3098115 w 3100834"/>
                <a:gd name="connsiteY2" fmla="*/ 1537946 h 2056082"/>
                <a:gd name="connsiteX3" fmla="*/ 1666897 w 3100834"/>
                <a:gd name="connsiteY3" fmla="*/ 2027484 h 2056082"/>
                <a:gd name="connsiteX4" fmla="*/ 2700 w 3100834"/>
                <a:gd name="connsiteY4" fmla="*/ 1588985 h 2056082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01100" h="2041075">
                  <a:moveTo>
                    <a:pt x="2700" y="1588985"/>
                  </a:moveTo>
                  <a:cubicBezTo>
                    <a:pt x="-54421" y="1251078"/>
                    <a:pt x="808267" y="8550"/>
                    <a:pt x="1324169" y="44"/>
                  </a:cubicBezTo>
                  <a:cubicBezTo>
                    <a:pt x="1840071" y="-8462"/>
                    <a:pt x="3040994" y="1200039"/>
                    <a:pt x="3098115" y="1537946"/>
                  </a:cubicBezTo>
                  <a:cubicBezTo>
                    <a:pt x="3155236" y="1875853"/>
                    <a:pt x="2382291" y="1963492"/>
                    <a:pt x="1666897" y="2027484"/>
                  </a:cubicBezTo>
                  <a:cubicBezTo>
                    <a:pt x="951503" y="2091476"/>
                    <a:pt x="59821" y="1926892"/>
                    <a:pt x="2700" y="1588985"/>
                  </a:cubicBezTo>
                  <a:close/>
                </a:path>
              </a:pathLst>
            </a:custGeom>
            <a:solidFill>
              <a:srgbClr val="AB86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13" name="Freihandform 12">
              <a:extLst>
                <a:ext uri="{FF2B5EF4-FFF2-40B4-BE49-F238E27FC236}">
                  <a16:creationId xmlns:a16="http://schemas.microsoft.com/office/drawing/2014/main" id="{64119056-080F-580C-E8BF-E184662C5FC5}"/>
                </a:ext>
              </a:extLst>
            </p:cNvPr>
            <p:cNvSpPr/>
            <p:nvPr/>
          </p:nvSpPr>
          <p:spPr>
            <a:xfrm rot="20823310" flipV="1">
              <a:off x="6947206" y="5460057"/>
              <a:ext cx="6636396" cy="3176678"/>
            </a:xfrm>
            <a:custGeom>
              <a:avLst/>
              <a:gdLst>
                <a:gd name="connsiteX0" fmla="*/ 346842 w 3373821"/>
                <a:gd name="connsiteY0" fmla="*/ 283779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346842 w 3373821"/>
                <a:gd name="connsiteY5" fmla="*/ 283779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882870 h 3310759"/>
                <a:gd name="connsiteX1" fmla="*/ 3090042 w 3373821"/>
                <a:gd name="connsiteY1" fmla="*/ 0 h 3310759"/>
                <a:gd name="connsiteX2" fmla="*/ 3373821 w 3373821"/>
                <a:gd name="connsiteY2" fmla="*/ 1849821 h 3310759"/>
                <a:gd name="connsiteX3" fmla="*/ 1902373 w 3373821"/>
                <a:gd name="connsiteY3" fmla="*/ 3310759 h 3310759"/>
                <a:gd name="connsiteX4" fmla="*/ 0 w 3373821"/>
                <a:gd name="connsiteY4" fmla="*/ 2511973 h 3310759"/>
                <a:gd name="connsiteX5" fmla="*/ 777766 w 3373821"/>
                <a:gd name="connsiteY5" fmla="*/ 882870 h 3310759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35451 h 3463340"/>
                <a:gd name="connsiteX1" fmla="*/ 3090042 w 3373821"/>
                <a:gd name="connsiteY1" fmla="*/ 152581 h 3463340"/>
                <a:gd name="connsiteX2" fmla="*/ 3373821 w 3373821"/>
                <a:gd name="connsiteY2" fmla="*/ 2002402 h 3463340"/>
                <a:gd name="connsiteX3" fmla="*/ 1902373 w 3373821"/>
                <a:gd name="connsiteY3" fmla="*/ 3463340 h 3463340"/>
                <a:gd name="connsiteX4" fmla="*/ 0 w 3373821"/>
                <a:gd name="connsiteY4" fmla="*/ 2664554 h 3463340"/>
                <a:gd name="connsiteX5" fmla="*/ 777766 w 3373821"/>
                <a:gd name="connsiteY5" fmla="*/ 1035451 h 3463340"/>
                <a:gd name="connsiteX0" fmla="*/ 777766 w 3468415"/>
                <a:gd name="connsiteY0" fmla="*/ 1035451 h 3463340"/>
                <a:gd name="connsiteX1" fmla="*/ 3090042 w 3468415"/>
                <a:gd name="connsiteY1" fmla="*/ 152581 h 3463340"/>
                <a:gd name="connsiteX2" fmla="*/ 3468415 w 3468415"/>
                <a:gd name="connsiteY2" fmla="*/ 2202098 h 3463340"/>
                <a:gd name="connsiteX3" fmla="*/ 1902373 w 3468415"/>
                <a:gd name="connsiteY3" fmla="*/ 3463340 h 3463340"/>
                <a:gd name="connsiteX4" fmla="*/ 0 w 3468415"/>
                <a:gd name="connsiteY4" fmla="*/ 2664554 h 3463340"/>
                <a:gd name="connsiteX5" fmla="*/ 777766 w 3468415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3748"/>
                <a:gd name="connsiteX1" fmla="*/ 3090042 w 3520921"/>
                <a:gd name="connsiteY1" fmla="*/ 152581 h 3463748"/>
                <a:gd name="connsiteX2" fmla="*/ 3468415 w 3520921"/>
                <a:gd name="connsiteY2" fmla="*/ 2202098 h 3463748"/>
                <a:gd name="connsiteX3" fmla="*/ 1902373 w 3520921"/>
                <a:gd name="connsiteY3" fmla="*/ 3463340 h 3463748"/>
                <a:gd name="connsiteX4" fmla="*/ 0 w 3520921"/>
                <a:gd name="connsiteY4" fmla="*/ 2664554 h 3463748"/>
                <a:gd name="connsiteX5" fmla="*/ 777766 w 3520921"/>
                <a:gd name="connsiteY5" fmla="*/ 1035451 h 3463748"/>
                <a:gd name="connsiteX0" fmla="*/ 815379 w 3558534"/>
                <a:gd name="connsiteY0" fmla="*/ 1035451 h 3463748"/>
                <a:gd name="connsiteX1" fmla="*/ 3127655 w 3558534"/>
                <a:gd name="connsiteY1" fmla="*/ 152581 h 3463748"/>
                <a:gd name="connsiteX2" fmla="*/ 3506028 w 3558534"/>
                <a:gd name="connsiteY2" fmla="*/ 2202098 h 3463748"/>
                <a:gd name="connsiteX3" fmla="*/ 1939986 w 3558534"/>
                <a:gd name="connsiteY3" fmla="*/ 3463340 h 3463748"/>
                <a:gd name="connsiteX4" fmla="*/ 37613 w 3558534"/>
                <a:gd name="connsiteY4" fmla="*/ 2664554 h 3463748"/>
                <a:gd name="connsiteX5" fmla="*/ 815379 w 3558534"/>
                <a:gd name="connsiteY5" fmla="*/ 1035451 h 3463748"/>
                <a:gd name="connsiteX0" fmla="*/ 815379 w 3558534"/>
                <a:gd name="connsiteY0" fmla="*/ 1035451 h 3464371"/>
                <a:gd name="connsiteX1" fmla="*/ 3127655 w 3558534"/>
                <a:gd name="connsiteY1" fmla="*/ 152581 h 3464371"/>
                <a:gd name="connsiteX2" fmla="*/ 3506028 w 3558534"/>
                <a:gd name="connsiteY2" fmla="*/ 2202098 h 3464371"/>
                <a:gd name="connsiteX3" fmla="*/ 1939986 w 3558534"/>
                <a:gd name="connsiteY3" fmla="*/ 3463340 h 3464371"/>
                <a:gd name="connsiteX4" fmla="*/ 37613 w 3558534"/>
                <a:gd name="connsiteY4" fmla="*/ 2664554 h 3464371"/>
                <a:gd name="connsiteX5" fmla="*/ 815379 w 3558534"/>
                <a:gd name="connsiteY5" fmla="*/ 1035451 h 3464371"/>
                <a:gd name="connsiteX0" fmla="*/ 815379 w 3150376"/>
                <a:gd name="connsiteY0" fmla="*/ 1035451 h 3464371"/>
                <a:gd name="connsiteX1" fmla="*/ 3127655 w 3150376"/>
                <a:gd name="connsiteY1" fmla="*/ 152581 h 3464371"/>
                <a:gd name="connsiteX2" fmla="*/ 1961008 w 3150376"/>
                <a:gd name="connsiteY2" fmla="*/ 1655560 h 3464371"/>
                <a:gd name="connsiteX3" fmla="*/ 1939986 w 3150376"/>
                <a:gd name="connsiteY3" fmla="*/ 3463340 h 3464371"/>
                <a:gd name="connsiteX4" fmla="*/ 37613 w 3150376"/>
                <a:gd name="connsiteY4" fmla="*/ 2664554 h 3464371"/>
                <a:gd name="connsiteX5" fmla="*/ 815379 w 3150376"/>
                <a:gd name="connsiteY5" fmla="*/ 1035451 h 3464371"/>
                <a:gd name="connsiteX0" fmla="*/ 815379 w 3162532"/>
                <a:gd name="connsiteY0" fmla="*/ 1035451 h 3464371"/>
                <a:gd name="connsiteX1" fmla="*/ 3127655 w 3162532"/>
                <a:gd name="connsiteY1" fmla="*/ 152581 h 3464371"/>
                <a:gd name="connsiteX2" fmla="*/ 2423463 w 3162532"/>
                <a:gd name="connsiteY2" fmla="*/ 1645049 h 3464371"/>
                <a:gd name="connsiteX3" fmla="*/ 1939986 w 3162532"/>
                <a:gd name="connsiteY3" fmla="*/ 3463340 h 3464371"/>
                <a:gd name="connsiteX4" fmla="*/ 37613 w 3162532"/>
                <a:gd name="connsiteY4" fmla="*/ 2664554 h 3464371"/>
                <a:gd name="connsiteX5" fmla="*/ 815379 w 3162532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606310"/>
                <a:gd name="connsiteX1" fmla="*/ 3127655 w 3171514"/>
                <a:gd name="connsiteY1" fmla="*/ 152581 h 3606310"/>
                <a:gd name="connsiteX2" fmla="*/ 2423463 w 3171514"/>
                <a:gd name="connsiteY2" fmla="*/ 1645049 h 3606310"/>
                <a:gd name="connsiteX3" fmla="*/ 2307848 w 3171514"/>
                <a:gd name="connsiteY3" fmla="*/ 3473850 h 3606310"/>
                <a:gd name="connsiteX4" fmla="*/ 37613 w 3171514"/>
                <a:gd name="connsiteY4" fmla="*/ 2664554 h 3606310"/>
                <a:gd name="connsiteX5" fmla="*/ 815379 w 3171514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64502"/>
                <a:gd name="connsiteY0" fmla="*/ 1035451 h 3606310"/>
                <a:gd name="connsiteX1" fmla="*/ 3127655 w 3164502"/>
                <a:gd name="connsiteY1" fmla="*/ 152581 h 3606310"/>
                <a:gd name="connsiteX2" fmla="*/ 2560098 w 3164502"/>
                <a:gd name="connsiteY2" fmla="*/ 1666070 h 3606310"/>
                <a:gd name="connsiteX3" fmla="*/ 2307848 w 3164502"/>
                <a:gd name="connsiteY3" fmla="*/ 3473850 h 3606310"/>
                <a:gd name="connsiteX4" fmla="*/ 37613 w 3164502"/>
                <a:gd name="connsiteY4" fmla="*/ 2664554 h 3606310"/>
                <a:gd name="connsiteX5" fmla="*/ 815379 w 3164502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29312 w 3176710"/>
                <a:gd name="connsiteY0" fmla="*/ 1035451 h 3606310"/>
                <a:gd name="connsiteX1" fmla="*/ 3141588 w 3176710"/>
                <a:gd name="connsiteY1" fmla="*/ 152581 h 3606310"/>
                <a:gd name="connsiteX2" fmla="*/ 2574031 w 3176710"/>
                <a:gd name="connsiteY2" fmla="*/ 1666070 h 3606310"/>
                <a:gd name="connsiteX3" fmla="*/ 2321781 w 3176710"/>
                <a:gd name="connsiteY3" fmla="*/ 3473850 h 3606310"/>
                <a:gd name="connsiteX4" fmla="*/ 51546 w 3176710"/>
                <a:gd name="connsiteY4" fmla="*/ 2664554 h 3606310"/>
                <a:gd name="connsiteX5" fmla="*/ 829312 w 3176710"/>
                <a:gd name="connsiteY5" fmla="*/ 1035451 h 3606310"/>
                <a:gd name="connsiteX0" fmla="*/ 829312 w 3177410"/>
                <a:gd name="connsiteY0" fmla="*/ 1035451 h 3606310"/>
                <a:gd name="connsiteX1" fmla="*/ 3141588 w 3177410"/>
                <a:gd name="connsiteY1" fmla="*/ 152581 h 3606310"/>
                <a:gd name="connsiteX2" fmla="*/ 2574031 w 3177410"/>
                <a:gd name="connsiteY2" fmla="*/ 1666070 h 3606310"/>
                <a:gd name="connsiteX3" fmla="*/ 2321781 w 3177410"/>
                <a:gd name="connsiteY3" fmla="*/ 3473850 h 3606310"/>
                <a:gd name="connsiteX4" fmla="*/ 51546 w 3177410"/>
                <a:gd name="connsiteY4" fmla="*/ 2664554 h 3606310"/>
                <a:gd name="connsiteX5" fmla="*/ 829312 w 3177410"/>
                <a:gd name="connsiteY5" fmla="*/ 1035451 h 3606310"/>
                <a:gd name="connsiteX0" fmla="*/ 829312 w 3177410"/>
                <a:gd name="connsiteY0" fmla="*/ 1013703 h 3584562"/>
                <a:gd name="connsiteX1" fmla="*/ 3141588 w 3177410"/>
                <a:gd name="connsiteY1" fmla="*/ 130833 h 3584562"/>
                <a:gd name="connsiteX2" fmla="*/ 2574031 w 3177410"/>
                <a:gd name="connsiteY2" fmla="*/ 1644322 h 3584562"/>
                <a:gd name="connsiteX3" fmla="*/ 2321781 w 3177410"/>
                <a:gd name="connsiteY3" fmla="*/ 3452102 h 3584562"/>
                <a:gd name="connsiteX4" fmla="*/ 51546 w 3177410"/>
                <a:gd name="connsiteY4" fmla="*/ 2642806 h 3584562"/>
                <a:gd name="connsiteX5" fmla="*/ 829312 w 3177410"/>
                <a:gd name="connsiteY5" fmla="*/ 1013703 h 3584562"/>
                <a:gd name="connsiteX0" fmla="*/ 829578 w 3177676"/>
                <a:gd name="connsiteY0" fmla="*/ 1013703 h 3584562"/>
                <a:gd name="connsiteX1" fmla="*/ 3141854 w 3177676"/>
                <a:gd name="connsiteY1" fmla="*/ 130833 h 3584562"/>
                <a:gd name="connsiteX2" fmla="*/ 2574297 w 3177676"/>
                <a:gd name="connsiteY2" fmla="*/ 1644322 h 3584562"/>
                <a:gd name="connsiteX3" fmla="*/ 2322047 w 3177676"/>
                <a:gd name="connsiteY3" fmla="*/ 3452102 h 3584562"/>
                <a:gd name="connsiteX4" fmla="*/ 51812 w 3177676"/>
                <a:gd name="connsiteY4" fmla="*/ 2642806 h 3584562"/>
                <a:gd name="connsiteX5" fmla="*/ 829578 w 3177676"/>
                <a:gd name="connsiteY5" fmla="*/ 1013703 h 3584562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11178 w 2672400"/>
                <a:gd name="connsiteY0" fmla="*/ 7864 h 2583061"/>
                <a:gd name="connsiteX1" fmla="*/ 1318755 w 2672400"/>
                <a:gd name="connsiteY1" fmla="*/ 1092175 h 2583061"/>
                <a:gd name="connsiteX2" fmla="*/ 2555897 w 2672400"/>
                <a:gd name="connsiteY2" fmla="*/ 638483 h 2583061"/>
                <a:gd name="connsiteX3" fmla="*/ 2303647 w 2672400"/>
                <a:gd name="connsiteY3" fmla="*/ 2446263 h 2583061"/>
                <a:gd name="connsiteX4" fmla="*/ 33412 w 2672400"/>
                <a:gd name="connsiteY4" fmla="*/ 1636967 h 2583061"/>
                <a:gd name="connsiteX5" fmla="*/ 811178 w 2672400"/>
                <a:gd name="connsiteY5" fmla="*/ 7864 h 2583061"/>
                <a:gd name="connsiteX0" fmla="*/ 811178 w 3223026"/>
                <a:gd name="connsiteY0" fmla="*/ 5596 h 2477281"/>
                <a:gd name="connsiteX1" fmla="*/ 1318755 w 3223026"/>
                <a:gd name="connsiteY1" fmla="*/ 1089907 h 2477281"/>
                <a:gd name="connsiteX2" fmla="*/ 3192488 w 3223026"/>
                <a:gd name="connsiteY2" fmla="*/ 802600 h 2477281"/>
                <a:gd name="connsiteX3" fmla="*/ 2303647 w 3223026"/>
                <a:gd name="connsiteY3" fmla="*/ 2443995 h 2477281"/>
                <a:gd name="connsiteX4" fmla="*/ 33412 w 3223026"/>
                <a:gd name="connsiteY4" fmla="*/ 1634699 h 2477281"/>
                <a:gd name="connsiteX5" fmla="*/ 811178 w 3223026"/>
                <a:gd name="connsiteY5" fmla="*/ 5596 h 2477281"/>
                <a:gd name="connsiteX0" fmla="*/ 846588 w 3330250"/>
                <a:gd name="connsiteY0" fmla="*/ 5596 h 2432711"/>
                <a:gd name="connsiteX1" fmla="*/ 1354165 w 3330250"/>
                <a:gd name="connsiteY1" fmla="*/ 1089907 h 2432711"/>
                <a:gd name="connsiteX2" fmla="*/ 3227898 w 3330250"/>
                <a:gd name="connsiteY2" fmla="*/ 802600 h 2432711"/>
                <a:gd name="connsiteX3" fmla="*/ 2761796 w 3330250"/>
                <a:gd name="connsiteY3" fmla="*/ 2409553 h 2432711"/>
                <a:gd name="connsiteX4" fmla="*/ 68822 w 3330250"/>
                <a:gd name="connsiteY4" fmla="*/ 1634699 h 2432711"/>
                <a:gd name="connsiteX5" fmla="*/ 846588 w 3330250"/>
                <a:gd name="connsiteY5" fmla="*/ 5596 h 2432711"/>
                <a:gd name="connsiteX0" fmla="*/ 846588 w 3514825"/>
                <a:gd name="connsiteY0" fmla="*/ 5596 h 2432711"/>
                <a:gd name="connsiteX1" fmla="*/ 1354165 w 3514825"/>
                <a:gd name="connsiteY1" fmla="*/ 1089907 h 2432711"/>
                <a:gd name="connsiteX2" fmla="*/ 3227898 w 3514825"/>
                <a:gd name="connsiteY2" fmla="*/ 802600 h 2432711"/>
                <a:gd name="connsiteX3" fmla="*/ 2761796 w 3514825"/>
                <a:gd name="connsiteY3" fmla="*/ 2409553 h 2432711"/>
                <a:gd name="connsiteX4" fmla="*/ 68822 w 3514825"/>
                <a:gd name="connsiteY4" fmla="*/ 1634699 h 2432711"/>
                <a:gd name="connsiteX5" fmla="*/ 846588 w 3514825"/>
                <a:gd name="connsiteY5" fmla="*/ 5596 h 2432711"/>
                <a:gd name="connsiteX0" fmla="*/ 875402 w 3543639"/>
                <a:gd name="connsiteY0" fmla="*/ 2708 h 2429823"/>
                <a:gd name="connsiteX1" fmla="*/ 1382979 w 3543639"/>
                <a:gd name="connsiteY1" fmla="*/ 1087019 h 2429823"/>
                <a:gd name="connsiteX2" fmla="*/ 3256712 w 3543639"/>
                <a:gd name="connsiteY2" fmla="*/ 799712 h 2429823"/>
                <a:gd name="connsiteX3" fmla="*/ 2790610 w 3543639"/>
                <a:gd name="connsiteY3" fmla="*/ 2406665 h 2429823"/>
                <a:gd name="connsiteX4" fmla="*/ 97636 w 3543639"/>
                <a:gd name="connsiteY4" fmla="*/ 1631811 h 2429823"/>
                <a:gd name="connsiteX5" fmla="*/ 875402 w 3543639"/>
                <a:gd name="connsiteY5" fmla="*/ 2708 h 2429823"/>
                <a:gd name="connsiteX0" fmla="*/ 1035116 w 3703353"/>
                <a:gd name="connsiteY0" fmla="*/ 3586 h 2450893"/>
                <a:gd name="connsiteX1" fmla="*/ 1542693 w 3703353"/>
                <a:gd name="connsiteY1" fmla="*/ 1087897 h 2450893"/>
                <a:gd name="connsiteX2" fmla="*/ 3416426 w 3703353"/>
                <a:gd name="connsiteY2" fmla="*/ 800590 h 2450893"/>
                <a:gd name="connsiteX3" fmla="*/ 2950324 w 3703353"/>
                <a:gd name="connsiteY3" fmla="*/ 2407543 h 2450893"/>
                <a:gd name="connsiteX4" fmla="*/ 257350 w 3703353"/>
                <a:gd name="connsiteY4" fmla="*/ 1632689 h 2450893"/>
                <a:gd name="connsiteX5" fmla="*/ 1035116 w 3703353"/>
                <a:gd name="connsiteY5" fmla="*/ 3586 h 2450893"/>
                <a:gd name="connsiteX0" fmla="*/ 991689 w 3462563"/>
                <a:gd name="connsiteY0" fmla="*/ 10605 h 2457912"/>
                <a:gd name="connsiteX1" fmla="*/ 1674106 w 3462563"/>
                <a:gd name="connsiteY1" fmla="*/ 930710 h 2457912"/>
                <a:gd name="connsiteX2" fmla="*/ 3372999 w 3462563"/>
                <a:gd name="connsiteY2" fmla="*/ 807609 h 2457912"/>
                <a:gd name="connsiteX3" fmla="*/ 2906897 w 3462563"/>
                <a:gd name="connsiteY3" fmla="*/ 2414562 h 2457912"/>
                <a:gd name="connsiteX4" fmla="*/ 213923 w 3462563"/>
                <a:gd name="connsiteY4" fmla="*/ 1639708 h 2457912"/>
                <a:gd name="connsiteX5" fmla="*/ 991689 w 3462563"/>
                <a:gd name="connsiteY5" fmla="*/ 10605 h 2457912"/>
                <a:gd name="connsiteX0" fmla="*/ 991689 w 3644113"/>
                <a:gd name="connsiteY0" fmla="*/ 10605 h 2457912"/>
                <a:gd name="connsiteX1" fmla="*/ 1674106 w 3644113"/>
                <a:gd name="connsiteY1" fmla="*/ 930710 h 2457912"/>
                <a:gd name="connsiteX2" fmla="*/ 3372999 w 3644113"/>
                <a:gd name="connsiteY2" fmla="*/ 807609 h 2457912"/>
                <a:gd name="connsiteX3" fmla="*/ 2906897 w 3644113"/>
                <a:gd name="connsiteY3" fmla="*/ 2414562 h 2457912"/>
                <a:gd name="connsiteX4" fmla="*/ 213923 w 3644113"/>
                <a:gd name="connsiteY4" fmla="*/ 1639708 h 2457912"/>
                <a:gd name="connsiteX5" fmla="*/ 991689 w 3644113"/>
                <a:gd name="connsiteY5" fmla="*/ 10605 h 2457912"/>
                <a:gd name="connsiteX0" fmla="*/ 1054352 w 3706777"/>
                <a:gd name="connsiteY0" fmla="*/ 1046 h 2448353"/>
                <a:gd name="connsiteX1" fmla="*/ 1736769 w 3706777"/>
                <a:gd name="connsiteY1" fmla="*/ 921151 h 2448353"/>
                <a:gd name="connsiteX2" fmla="*/ 3435662 w 3706777"/>
                <a:gd name="connsiteY2" fmla="*/ 798050 h 2448353"/>
                <a:gd name="connsiteX3" fmla="*/ 2969560 w 3706777"/>
                <a:gd name="connsiteY3" fmla="*/ 2405003 h 2448353"/>
                <a:gd name="connsiteX4" fmla="*/ 276586 w 3706777"/>
                <a:gd name="connsiteY4" fmla="*/ 1630149 h 2448353"/>
                <a:gd name="connsiteX5" fmla="*/ 1054352 w 3706777"/>
                <a:gd name="connsiteY5" fmla="*/ 1046 h 2448353"/>
                <a:gd name="connsiteX0" fmla="*/ 590056 w 3683836"/>
                <a:gd name="connsiteY0" fmla="*/ 1109 h 1961431"/>
                <a:gd name="connsiteX1" fmla="*/ 1713828 w 3683836"/>
                <a:gd name="connsiteY1" fmla="*/ 456838 h 1961431"/>
                <a:gd name="connsiteX2" fmla="*/ 3412721 w 3683836"/>
                <a:gd name="connsiteY2" fmla="*/ 333737 h 1961431"/>
                <a:gd name="connsiteX3" fmla="*/ 2946619 w 3683836"/>
                <a:gd name="connsiteY3" fmla="*/ 1940690 h 1961431"/>
                <a:gd name="connsiteX4" fmla="*/ 253645 w 3683836"/>
                <a:gd name="connsiteY4" fmla="*/ 1165836 h 1961431"/>
                <a:gd name="connsiteX5" fmla="*/ 590056 w 3683836"/>
                <a:gd name="connsiteY5" fmla="*/ 1109 h 1961431"/>
                <a:gd name="connsiteX0" fmla="*/ 577152 w 3670932"/>
                <a:gd name="connsiteY0" fmla="*/ 28557 h 1988879"/>
                <a:gd name="connsiteX1" fmla="*/ 1700924 w 3670932"/>
                <a:gd name="connsiteY1" fmla="*/ 484286 h 1988879"/>
                <a:gd name="connsiteX2" fmla="*/ 3399817 w 3670932"/>
                <a:gd name="connsiteY2" fmla="*/ 361185 h 1988879"/>
                <a:gd name="connsiteX3" fmla="*/ 2933715 w 3670932"/>
                <a:gd name="connsiteY3" fmla="*/ 1968138 h 1988879"/>
                <a:gd name="connsiteX4" fmla="*/ 240741 w 3670932"/>
                <a:gd name="connsiteY4" fmla="*/ 1193284 h 1988879"/>
                <a:gd name="connsiteX5" fmla="*/ 577152 w 3670932"/>
                <a:gd name="connsiteY5" fmla="*/ 28557 h 1988879"/>
                <a:gd name="connsiteX0" fmla="*/ 5660 w 3065770"/>
                <a:gd name="connsiteY0" fmla="*/ 41752 h 2084853"/>
                <a:gd name="connsiteX1" fmla="*/ 1129432 w 3065770"/>
                <a:gd name="connsiteY1" fmla="*/ 497481 h 2084853"/>
                <a:gd name="connsiteX2" fmla="*/ 2828325 w 3065770"/>
                <a:gd name="connsiteY2" fmla="*/ 374380 h 2084853"/>
                <a:gd name="connsiteX3" fmla="*/ 2362223 w 3065770"/>
                <a:gd name="connsiteY3" fmla="*/ 1981333 h 2084853"/>
                <a:gd name="connsiteX4" fmla="*/ 768571 w 3065770"/>
                <a:gd name="connsiteY4" fmla="*/ 1718703 h 2084853"/>
                <a:gd name="connsiteX5" fmla="*/ 5660 w 3065770"/>
                <a:gd name="connsiteY5" fmla="*/ 41752 h 2084853"/>
                <a:gd name="connsiteX0" fmla="*/ 12471 w 3072581"/>
                <a:gd name="connsiteY0" fmla="*/ 41752 h 2092530"/>
                <a:gd name="connsiteX1" fmla="*/ 1136243 w 3072581"/>
                <a:gd name="connsiteY1" fmla="*/ 497481 h 2092530"/>
                <a:gd name="connsiteX2" fmla="*/ 2835136 w 3072581"/>
                <a:gd name="connsiteY2" fmla="*/ 374380 h 2092530"/>
                <a:gd name="connsiteX3" fmla="*/ 2369034 w 3072581"/>
                <a:gd name="connsiteY3" fmla="*/ 1981333 h 2092530"/>
                <a:gd name="connsiteX4" fmla="*/ 775382 w 3072581"/>
                <a:gd name="connsiteY4" fmla="*/ 1718703 h 2092530"/>
                <a:gd name="connsiteX5" fmla="*/ 12471 w 3072581"/>
                <a:gd name="connsiteY5" fmla="*/ 41752 h 2092530"/>
                <a:gd name="connsiteX0" fmla="*/ 2798 w 3655173"/>
                <a:gd name="connsiteY0" fmla="*/ 869129 h 2007317"/>
                <a:gd name="connsiteX1" fmla="*/ 1718835 w 3655173"/>
                <a:gd name="connsiteY1" fmla="*/ 445136 h 2007317"/>
                <a:gd name="connsiteX2" fmla="*/ 3417728 w 3655173"/>
                <a:gd name="connsiteY2" fmla="*/ 322035 h 2007317"/>
                <a:gd name="connsiteX3" fmla="*/ 2951626 w 3655173"/>
                <a:gd name="connsiteY3" fmla="*/ 1928988 h 2007317"/>
                <a:gd name="connsiteX4" fmla="*/ 1357974 w 3655173"/>
                <a:gd name="connsiteY4" fmla="*/ 1666358 h 2007317"/>
                <a:gd name="connsiteX5" fmla="*/ 2798 w 3655173"/>
                <a:gd name="connsiteY5" fmla="*/ 869129 h 2007317"/>
                <a:gd name="connsiteX0" fmla="*/ 542 w 3652917"/>
                <a:gd name="connsiteY0" fmla="*/ 869129 h 2007318"/>
                <a:gd name="connsiteX1" fmla="*/ 1716579 w 3652917"/>
                <a:gd name="connsiteY1" fmla="*/ 445136 h 2007318"/>
                <a:gd name="connsiteX2" fmla="*/ 3415472 w 3652917"/>
                <a:gd name="connsiteY2" fmla="*/ 322035 h 2007318"/>
                <a:gd name="connsiteX3" fmla="*/ 2949370 w 3652917"/>
                <a:gd name="connsiteY3" fmla="*/ 1928988 h 2007318"/>
                <a:gd name="connsiteX4" fmla="*/ 1355718 w 3652917"/>
                <a:gd name="connsiteY4" fmla="*/ 1666358 h 2007318"/>
                <a:gd name="connsiteX5" fmla="*/ 542 w 3652917"/>
                <a:gd name="connsiteY5" fmla="*/ 869129 h 2007318"/>
                <a:gd name="connsiteX0" fmla="*/ 243 w 3639926"/>
                <a:gd name="connsiteY0" fmla="*/ 869129 h 1955507"/>
                <a:gd name="connsiteX1" fmla="*/ 1716280 w 3639926"/>
                <a:gd name="connsiteY1" fmla="*/ 445136 h 1955507"/>
                <a:gd name="connsiteX2" fmla="*/ 3415173 w 3639926"/>
                <a:gd name="connsiteY2" fmla="*/ 322035 h 1955507"/>
                <a:gd name="connsiteX3" fmla="*/ 2949071 w 3639926"/>
                <a:gd name="connsiteY3" fmla="*/ 1928988 h 1955507"/>
                <a:gd name="connsiteX4" fmla="*/ 1833458 w 3639926"/>
                <a:gd name="connsiteY4" fmla="*/ 1291535 h 1955507"/>
                <a:gd name="connsiteX5" fmla="*/ 243 w 3639926"/>
                <a:gd name="connsiteY5" fmla="*/ 869129 h 1955507"/>
                <a:gd name="connsiteX0" fmla="*/ 243 w 3639926"/>
                <a:gd name="connsiteY0" fmla="*/ 869129 h 1947022"/>
                <a:gd name="connsiteX1" fmla="*/ 1716280 w 3639926"/>
                <a:gd name="connsiteY1" fmla="*/ 445136 h 1947022"/>
                <a:gd name="connsiteX2" fmla="*/ 3415173 w 3639926"/>
                <a:gd name="connsiteY2" fmla="*/ 322035 h 1947022"/>
                <a:gd name="connsiteX3" fmla="*/ 2949071 w 3639926"/>
                <a:gd name="connsiteY3" fmla="*/ 1928988 h 1947022"/>
                <a:gd name="connsiteX4" fmla="*/ 1833458 w 3639926"/>
                <a:gd name="connsiteY4" fmla="*/ 1291535 h 1947022"/>
                <a:gd name="connsiteX5" fmla="*/ 243 w 3639926"/>
                <a:gd name="connsiteY5" fmla="*/ 869129 h 1947022"/>
                <a:gd name="connsiteX0" fmla="*/ 7345 w 3647028"/>
                <a:gd name="connsiteY0" fmla="*/ 869129 h 1947022"/>
                <a:gd name="connsiteX1" fmla="*/ 1723382 w 3647028"/>
                <a:gd name="connsiteY1" fmla="*/ 445136 h 1947022"/>
                <a:gd name="connsiteX2" fmla="*/ 3422275 w 3647028"/>
                <a:gd name="connsiteY2" fmla="*/ 322035 h 1947022"/>
                <a:gd name="connsiteX3" fmla="*/ 2956173 w 3647028"/>
                <a:gd name="connsiteY3" fmla="*/ 1928988 h 1947022"/>
                <a:gd name="connsiteX4" fmla="*/ 1840560 w 3647028"/>
                <a:gd name="connsiteY4" fmla="*/ 1291535 h 1947022"/>
                <a:gd name="connsiteX5" fmla="*/ 7345 w 3647028"/>
                <a:gd name="connsiteY5" fmla="*/ 869129 h 1947022"/>
                <a:gd name="connsiteX0" fmla="*/ 7345 w 3811052"/>
                <a:gd name="connsiteY0" fmla="*/ 869129 h 1929159"/>
                <a:gd name="connsiteX1" fmla="*/ 1723382 w 3811052"/>
                <a:gd name="connsiteY1" fmla="*/ 445136 h 1929159"/>
                <a:gd name="connsiteX2" fmla="*/ 3422275 w 3811052"/>
                <a:gd name="connsiteY2" fmla="*/ 322035 h 1929159"/>
                <a:gd name="connsiteX3" fmla="*/ 2956173 w 3811052"/>
                <a:gd name="connsiteY3" fmla="*/ 1928988 h 1929159"/>
                <a:gd name="connsiteX4" fmla="*/ 1840560 w 3811052"/>
                <a:gd name="connsiteY4" fmla="*/ 1291535 h 1929159"/>
                <a:gd name="connsiteX5" fmla="*/ 7345 w 3811052"/>
                <a:gd name="connsiteY5" fmla="*/ 869129 h 1929159"/>
                <a:gd name="connsiteX0" fmla="*/ 5264 w 3937957"/>
                <a:gd name="connsiteY0" fmla="*/ 1155023 h 1938909"/>
                <a:gd name="connsiteX1" fmla="*/ 1850286 w 3937957"/>
                <a:gd name="connsiteY1" fmla="*/ 454886 h 1938909"/>
                <a:gd name="connsiteX2" fmla="*/ 3549179 w 3937957"/>
                <a:gd name="connsiteY2" fmla="*/ 331785 h 1938909"/>
                <a:gd name="connsiteX3" fmla="*/ 3083077 w 3937957"/>
                <a:gd name="connsiteY3" fmla="*/ 1938738 h 1938909"/>
                <a:gd name="connsiteX4" fmla="*/ 1967464 w 3937957"/>
                <a:gd name="connsiteY4" fmla="*/ 1301285 h 1938909"/>
                <a:gd name="connsiteX5" fmla="*/ 5264 w 3937957"/>
                <a:gd name="connsiteY5" fmla="*/ 1155023 h 1938909"/>
                <a:gd name="connsiteX0" fmla="*/ 23607 w 3956300"/>
                <a:gd name="connsiteY0" fmla="*/ 1155023 h 1938909"/>
                <a:gd name="connsiteX1" fmla="*/ 1868629 w 3956300"/>
                <a:gd name="connsiteY1" fmla="*/ 454886 h 1938909"/>
                <a:gd name="connsiteX2" fmla="*/ 3567522 w 3956300"/>
                <a:gd name="connsiteY2" fmla="*/ 331785 h 1938909"/>
                <a:gd name="connsiteX3" fmla="*/ 3101420 w 3956300"/>
                <a:gd name="connsiteY3" fmla="*/ 1938738 h 1938909"/>
                <a:gd name="connsiteX4" fmla="*/ 1985807 w 3956300"/>
                <a:gd name="connsiteY4" fmla="*/ 1301285 h 1938909"/>
                <a:gd name="connsiteX5" fmla="*/ 23607 w 3956300"/>
                <a:gd name="connsiteY5" fmla="*/ 1155023 h 1938909"/>
                <a:gd name="connsiteX0" fmla="*/ 356 w 3775841"/>
                <a:gd name="connsiteY0" fmla="*/ 1155023 h 1975367"/>
                <a:gd name="connsiteX1" fmla="*/ 1845378 w 3775841"/>
                <a:gd name="connsiteY1" fmla="*/ 454886 h 1975367"/>
                <a:gd name="connsiteX2" fmla="*/ 3544271 w 3775841"/>
                <a:gd name="connsiteY2" fmla="*/ 331785 h 1975367"/>
                <a:gd name="connsiteX3" fmla="*/ 3078169 w 3775841"/>
                <a:gd name="connsiteY3" fmla="*/ 1938738 h 1975367"/>
                <a:gd name="connsiteX4" fmla="*/ 1700608 w 3775841"/>
                <a:gd name="connsiteY4" fmla="*/ 1432728 h 1975367"/>
                <a:gd name="connsiteX5" fmla="*/ 356 w 3775841"/>
                <a:gd name="connsiteY5" fmla="*/ 1155023 h 1975367"/>
                <a:gd name="connsiteX0" fmla="*/ 385 w 3775871"/>
                <a:gd name="connsiteY0" fmla="*/ 1155023 h 1964875"/>
                <a:gd name="connsiteX1" fmla="*/ 1845407 w 3775871"/>
                <a:gd name="connsiteY1" fmla="*/ 454886 h 1964875"/>
                <a:gd name="connsiteX2" fmla="*/ 3544300 w 3775871"/>
                <a:gd name="connsiteY2" fmla="*/ 331785 h 1964875"/>
                <a:gd name="connsiteX3" fmla="*/ 3078198 w 3775871"/>
                <a:gd name="connsiteY3" fmla="*/ 1938738 h 1964875"/>
                <a:gd name="connsiteX4" fmla="*/ 1700637 w 3775871"/>
                <a:gd name="connsiteY4" fmla="*/ 1432728 h 1964875"/>
                <a:gd name="connsiteX5" fmla="*/ 385 w 3775871"/>
                <a:gd name="connsiteY5" fmla="*/ 1155023 h 1964875"/>
                <a:gd name="connsiteX0" fmla="*/ 518 w 3310321"/>
                <a:gd name="connsiteY0" fmla="*/ 1561197 h 1986949"/>
                <a:gd name="connsiteX1" fmla="*/ 1379857 w 3310321"/>
                <a:gd name="connsiteY1" fmla="*/ 469469 h 1986949"/>
                <a:gd name="connsiteX2" fmla="*/ 3078750 w 3310321"/>
                <a:gd name="connsiteY2" fmla="*/ 346368 h 1986949"/>
                <a:gd name="connsiteX3" fmla="*/ 2612648 w 3310321"/>
                <a:gd name="connsiteY3" fmla="*/ 1953321 h 1986949"/>
                <a:gd name="connsiteX4" fmla="*/ 1235087 w 3310321"/>
                <a:gd name="connsiteY4" fmla="*/ 1447311 h 1986949"/>
                <a:gd name="connsiteX5" fmla="*/ 518 w 3310321"/>
                <a:gd name="connsiteY5" fmla="*/ 1561197 h 1986949"/>
                <a:gd name="connsiteX0" fmla="*/ 252954 w 3562757"/>
                <a:gd name="connsiteY0" fmla="*/ 1561197 h 1986950"/>
                <a:gd name="connsiteX1" fmla="*/ 1632293 w 3562757"/>
                <a:gd name="connsiteY1" fmla="*/ 469469 h 1986950"/>
                <a:gd name="connsiteX2" fmla="*/ 3331186 w 3562757"/>
                <a:gd name="connsiteY2" fmla="*/ 346368 h 1986950"/>
                <a:gd name="connsiteX3" fmla="*/ 2865084 w 3562757"/>
                <a:gd name="connsiteY3" fmla="*/ 1953321 h 1986950"/>
                <a:gd name="connsiteX4" fmla="*/ 1487523 w 3562757"/>
                <a:gd name="connsiteY4" fmla="*/ 1447311 h 1986950"/>
                <a:gd name="connsiteX5" fmla="*/ 252954 w 3562757"/>
                <a:gd name="connsiteY5" fmla="*/ 1561197 h 1986950"/>
                <a:gd name="connsiteX0" fmla="*/ 275988 w 4836894"/>
                <a:gd name="connsiteY0" fmla="*/ 1254188 h 1664972"/>
                <a:gd name="connsiteX1" fmla="*/ 1655327 w 4836894"/>
                <a:gd name="connsiteY1" fmla="*/ 162460 h 1664972"/>
                <a:gd name="connsiteX2" fmla="*/ 4715739 w 4836894"/>
                <a:gd name="connsiteY2" fmla="*/ 494988 h 1664972"/>
                <a:gd name="connsiteX3" fmla="*/ 2888118 w 4836894"/>
                <a:gd name="connsiteY3" fmla="*/ 1646312 h 1664972"/>
                <a:gd name="connsiteX4" fmla="*/ 1510557 w 4836894"/>
                <a:gd name="connsiteY4" fmla="*/ 1140302 h 1664972"/>
                <a:gd name="connsiteX5" fmla="*/ 275988 w 4836894"/>
                <a:gd name="connsiteY5" fmla="*/ 1254188 h 1664972"/>
                <a:gd name="connsiteX0" fmla="*/ 275988 w 4716813"/>
                <a:gd name="connsiteY0" fmla="*/ 1630321 h 2049242"/>
                <a:gd name="connsiteX1" fmla="*/ 1655327 w 4716813"/>
                <a:gd name="connsiteY1" fmla="*/ 538593 h 2049242"/>
                <a:gd name="connsiteX2" fmla="*/ 4715739 w 4716813"/>
                <a:gd name="connsiteY2" fmla="*/ 871121 h 2049242"/>
                <a:gd name="connsiteX3" fmla="*/ 2888118 w 4716813"/>
                <a:gd name="connsiteY3" fmla="*/ 2022445 h 2049242"/>
                <a:gd name="connsiteX4" fmla="*/ 1510557 w 4716813"/>
                <a:gd name="connsiteY4" fmla="*/ 1516435 h 2049242"/>
                <a:gd name="connsiteX5" fmla="*/ 275988 w 4716813"/>
                <a:gd name="connsiteY5" fmla="*/ 1630321 h 2049242"/>
                <a:gd name="connsiteX0" fmla="*/ 275988 w 4749030"/>
                <a:gd name="connsiteY0" fmla="*/ 1124638 h 1545870"/>
                <a:gd name="connsiteX1" fmla="*/ 1655327 w 4749030"/>
                <a:gd name="connsiteY1" fmla="*/ 32910 h 1545870"/>
                <a:gd name="connsiteX2" fmla="*/ 4715739 w 4749030"/>
                <a:gd name="connsiteY2" fmla="*/ 365438 h 1545870"/>
                <a:gd name="connsiteX3" fmla="*/ 3175706 w 4749030"/>
                <a:gd name="connsiteY3" fmla="*/ 1192854 h 1545870"/>
                <a:gd name="connsiteX4" fmla="*/ 1510557 w 4749030"/>
                <a:gd name="connsiteY4" fmla="*/ 1010752 h 1545870"/>
                <a:gd name="connsiteX5" fmla="*/ 275988 w 4749030"/>
                <a:gd name="connsiteY5" fmla="*/ 1124638 h 1545870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40315"/>
                <a:gd name="connsiteY0" fmla="*/ 1132875 h 1722803"/>
                <a:gd name="connsiteX1" fmla="*/ 1655327 w 4740315"/>
                <a:gd name="connsiteY1" fmla="*/ 41147 h 1722803"/>
                <a:gd name="connsiteX2" fmla="*/ 4715739 w 4740315"/>
                <a:gd name="connsiteY2" fmla="*/ 373675 h 1722803"/>
                <a:gd name="connsiteX3" fmla="*/ 3012343 w 4740315"/>
                <a:gd name="connsiteY3" fmla="*/ 1711656 h 1722803"/>
                <a:gd name="connsiteX4" fmla="*/ 1510557 w 4740315"/>
                <a:gd name="connsiteY4" fmla="*/ 1018989 h 1722803"/>
                <a:gd name="connsiteX5" fmla="*/ 275988 w 4740315"/>
                <a:gd name="connsiteY5" fmla="*/ 1132875 h 1722803"/>
                <a:gd name="connsiteX0" fmla="*/ 275988 w 4756119"/>
                <a:gd name="connsiteY0" fmla="*/ 1127108 h 1542684"/>
                <a:gd name="connsiteX1" fmla="*/ 1655327 w 4756119"/>
                <a:gd name="connsiteY1" fmla="*/ 35380 h 1542684"/>
                <a:gd name="connsiteX2" fmla="*/ 4715739 w 4756119"/>
                <a:gd name="connsiteY2" fmla="*/ 367908 h 1542684"/>
                <a:gd name="connsiteX3" fmla="*/ 3285074 w 4756119"/>
                <a:gd name="connsiteY3" fmla="*/ 1369029 h 1542684"/>
                <a:gd name="connsiteX4" fmla="*/ 1510557 w 4756119"/>
                <a:gd name="connsiteY4" fmla="*/ 1013222 h 1542684"/>
                <a:gd name="connsiteX5" fmla="*/ 275988 w 4756119"/>
                <a:gd name="connsiteY5" fmla="*/ 1127108 h 1542684"/>
                <a:gd name="connsiteX0" fmla="*/ 275988 w 4715923"/>
                <a:gd name="connsiteY0" fmla="*/ 1122352 h 1572226"/>
                <a:gd name="connsiteX1" fmla="*/ 1655327 w 4715923"/>
                <a:gd name="connsiteY1" fmla="*/ 30624 h 1572226"/>
                <a:gd name="connsiteX2" fmla="*/ 4715739 w 4715923"/>
                <a:gd name="connsiteY2" fmla="*/ 363152 h 1572226"/>
                <a:gd name="connsiteX3" fmla="*/ 1510557 w 4715923"/>
                <a:gd name="connsiteY3" fmla="*/ 1008466 h 1572226"/>
                <a:gd name="connsiteX4" fmla="*/ 275988 w 4715923"/>
                <a:gd name="connsiteY4" fmla="*/ 1122352 h 1572226"/>
                <a:gd name="connsiteX0" fmla="*/ 25029 w 4476010"/>
                <a:gd name="connsiteY0" fmla="*/ 1892393 h 2022034"/>
                <a:gd name="connsiteX1" fmla="*/ 2236847 w 4476010"/>
                <a:gd name="connsiteY1" fmla="*/ 11492 h 2022034"/>
                <a:gd name="connsiteX2" fmla="*/ 4464780 w 4476010"/>
                <a:gd name="connsiteY2" fmla="*/ 1133193 h 2022034"/>
                <a:gd name="connsiteX3" fmla="*/ 1259598 w 4476010"/>
                <a:gd name="connsiteY3" fmla="*/ 1778507 h 2022034"/>
                <a:gd name="connsiteX4" fmla="*/ 25029 w 4476010"/>
                <a:gd name="connsiteY4" fmla="*/ 1892393 h 2022034"/>
                <a:gd name="connsiteX0" fmla="*/ 19312 w 4468531"/>
                <a:gd name="connsiteY0" fmla="*/ 1893478 h 2350831"/>
                <a:gd name="connsiteX1" fmla="*/ 2231130 w 4468531"/>
                <a:gd name="connsiteY1" fmla="*/ 12577 h 2350831"/>
                <a:gd name="connsiteX2" fmla="*/ 4459063 w 4468531"/>
                <a:gd name="connsiteY2" fmla="*/ 1134278 h 2350831"/>
                <a:gd name="connsiteX3" fmla="*/ 2962196 w 4468531"/>
                <a:gd name="connsiteY3" fmla="*/ 2337807 h 2350831"/>
                <a:gd name="connsiteX4" fmla="*/ 1253881 w 4468531"/>
                <a:gd name="connsiteY4" fmla="*/ 1779592 h 2350831"/>
                <a:gd name="connsiteX5" fmla="*/ 19312 w 4468531"/>
                <a:gd name="connsiteY5" fmla="*/ 1893478 h 2350831"/>
                <a:gd name="connsiteX0" fmla="*/ 114931 w 4564151"/>
                <a:gd name="connsiteY0" fmla="*/ 1893478 h 2606070"/>
                <a:gd name="connsiteX1" fmla="*/ 2326749 w 4564151"/>
                <a:gd name="connsiteY1" fmla="*/ 12577 h 2606070"/>
                <a:gd name="connsiteX2" fmla="*/ 4554682 w 4564151"/>
                <a:gd name="connsiteY2" fmla="*/ 1134278 h 2606070"/>
                <a:gd name="connsiteX3" fmla="*/ 3057815 w 4564151"/>
                <a:gd name="connsiteY3" fmla="*/ 2337807 h 2606070"/>
                <a:gd name="connsiteX4" fmla="*/ 602599 w 4564151"/>
                <a:gd name="connsiteY4" fmla="*/ 2591133 h 2606070"/>
                <a:gd name="connsiteX5" fmla="*/ 114931 w 4564151"/>
                <a:gd name="connsiteY5" fmla="*/ 1893478 h 2606070"/>
                <a:gd name="connsiteX0" fmla="*/ 339436 w 4163621"/>
                <a:gd name="connsiteY0" fmla="*/ 711041 h 2677547"/>
                <a:gd name="connsiteX1" fmla="*/ 1926219 w 4163621"/>
                <a:gd name="connsiteY1" fmla="*/ 9118 h 2677547"/>
                <a:gd name="connsiteX2" fmla="*/ 4154152 w 4163621"/>
                <a:gd name="connsiteY2" fmla="*/ 1130819 h 2677547"/>
                <a:gd name="connsiteX3" fmla="*/ 2657285 w 4163621"/>
                <a:gd name="connsiteY3" fmla="*/ 2334348 h 2677547"/>
                <a:gd name="connsiteX4" fmla="*/ 202069 w 4163621"/>
                <a:gd name="connsiteY4" fmla="*/ 2587674 h 2677547"/>
                <a:gd name="connsiteX5" fmla="*/ 339436 w 4163621"/>
                <a:gd name="connsiteY5" fmla="*/ 711041 h 2677547"/>
                <a:gd name="connsiteX0" fmla="*/ 8699 w 3970251"/>
                <a:gd name="connsiteY0" fmla="*/ 2578556 h 2717756"/>
                <a:gd name="connsiteX1" fmla="*/ 1732849 w 3970251"/>
                <a:gd name="connsiteY1" fmla="*/ 0 h 2717756"/>
                <a:gd name="connsiteX2" fmla="*/ 3960782 w 3970251"/>
                <a:gd name="connsiteY2" fmla="*/ 1121701 h 2717756"/>
                <a:gd name="connsiteX3" fmla="*/ 2463915 w 3970251"/>
                <a:gd name="connsiteY3" fmla="*/ 2325230 h 2717756"/>
                <a:gd name="connsiteX4" fmla="*/ 8699 w 3970251"/>
                <a:gd name="connsiteY4" fmla="*/ 2578556 h 2717756"/>
                <a:gd name="connsiteX0" fmla="*/ 11617 w 3584652"/>
                <a:gd name="connsiteY0" fmla="*/ 1430838 h 2340009"/>
                <a:gd name="connsiteX1" fmla="*/ 1347250 w 3584652"/>
                <a:gd name="connsiteY1" fmla="*/ 2380 h 2340009"/>
                <a:gd name="connsiteX2" fmla="*/ 3575183 w 3584652"/>
                <a:gd name="connsiteY2" fmla="*/ 1124081 h 2340009"/>
                <a:gd name="connsiteX3" fmla="*/ 2078316 w 3584652"/>
                <a:gd name="connsiteY3" fmla="*/ 2327610 h 2340009"/>
                <a:gd name="connsiteX4" fmla="*/ 11617 w 3584652"/>
                <a:gd name="connsiteY4" fmla="*/ 1430838 h 2340009"/>
                <a:gd name="connsiteX0" fmla="*/ 36322 w 3609357"/>
                <a:gd name="connsiteY0" fmla="*/ 1430838 h 2532978"/>
                <a:gd name="connsiteX1" fmla="*/ 1371955 w 3609357"/>
                <a:gd name="connsiteY1" fmla="*/ 2380 h 2532978"/>
                <a:gd name="connsiteX2" fmla="*/ 3599888 w 3609357"/>
                <a:gd name="connsiteY2" fmla="*/ 1124081 h 2532978"/>
                <a:gd name="connsiteX3" fmla="*/ 2103021 w 3609357"/>
                <a:gd name="connsiteY3" fmla="*/ 2327610 h 2532978"/>
                <a:gd name="connsiteX4" fmla="*/ 36322 w 3609357"/>
                <a:gd name="connsiteY4" fmla="*/ 1430838 h 2532978"/>
                <a:gd name="connsiteX0" fmla="*/ 3580 w 3569301"/>
                <a:gd name="connsiteY0" fmla="*/ 1431089 h 2816320"/>
                <a:gd name="connsiteX1" fmla="*/ 1339213 w 3569301"/>
                <a:gd name="connsiteY1" fmla="*/ 2631 h 2816320"/>
                <a:gd name="connsiteX2" fmla="*/ 3567146 w 3569301"/>
                <a:gd name="connsiteY2" fmla="*/ 1124332 h 2816320"/>
                <a:gd name="connsiteX3" fmla="*/ 1722688 w 3569301"/>
                <a:gd name="connsiteY3" fmla="*/ 2808414 h 2816320"/>
                <a:gd name="connsiteX4" fmla="*/ 3580 w 3569301"/>
                <a:gd name="connsiteY4" fmla="*/ 1431089 h 2816320"/>
                <a:gd name="connsiteX0" fmla="*/ 3579 w 3569300"/>
                <a:gd name="connsiteY0" fmla="*/ 1431089 h 2808414"/>
                <a:gd name="connsiteX1" fmla="*/ 1339212 w 3569300"/>
                <a:gd name="connsiteY1" fmla="*/ 2631 h 2808414"/>
                <a:gd name="connsiteX2" fmla="*/ 3567145 w 3569300"/>
                <a:gd name="connsiteY2" fmla="*/ 1124332 h 2808414"/>
                <a:gd name="connsiteX3" fmla="*/ 1722687 w 3569300"/>
                <a:gd name="connsiteY3" fmla="*/ 2808414 h 2808414"/>
                <a:gd name="connsiteX4" fmla="*/ 3579 w 3569300"/>
                <a:gd name="connsiteY4" fmla="*/ 1431089 h 2808414"/>
                <a:gd name="connsiteX0" fmla="*/ 3579 w 3570402"/>
                <a:gd name="connsiteY0" fmla="*/ 1431089 h 2845664"/>
                <a:gd name="connsiteX1" fmla="*/ 1339212 w 3570402"/>
                <a:gd name="connsiteY1" fmla="*/ 2631 h 2845664"/>
                <a:gd name="connsiteX2" fmla="*/ 3567145 w 3570402"/>
                <a:gd name="connsiteY2" fmla="*/ 1124332 h 2845664"/>
                <a:gd name="connsiteX3" fmla="*/ 1722687 w 3570402"/>
                <a:gd name="connsiteY3" fmla="*/ 2808414 h 2845664"/>
                <a:gd name="connsiteX4" fmla="*/ 3579 w 3570402"/>
                <a:gd name="connsiteY4" fmla="*/ 1431089 h 2845664"/>
                <a:gd name="connsiteX0" fmla="*/ 3579 w 3571531"/>
                <a:gd name="connsiteY0" fmla="*/ 1431089 h 2809355"/>
                <a:gd name="connsiteX1" fmla="*/ 1339212 w 3571531"/>
                <a:gd name="connsiteY1" fmla="*/ 2631 h 2809355"/>
                <a:gd name="connsiteX2" fmla="*/ 3567145 w 3571531"/>
                <a:gd name="connsiteY2" fmla="*/ 1124332 h 2809355"/>
                <a:gd name="connsiteX3" fmla="*/ 1722687 w 3571531"/>
                <a:gd name="connsiteY3" fmla="*/ 2808414 h 2809355"/>
                <a:gd name="connsiteX4" fmla="*/ 3579 w 3571531"/>
                <a:gd name="connsiteY4" fmla="*/ 1431089 h 2809355"/>
                <a:gd name="connsiteX0" fmla="*/ 3579 w 3570449"/>
                <a:gd name="connsiteY0" fmla="*/ 1431089 h 2811091"/>
                <a:gd name="connsiteX1" fmla="*/ 1339212 w 3570449"/>
                <a:gd name="connsiteY1" fmla="*/ 2631 h 2811091"/>
                <a:gd name="connsiteX2" fmla="*/ 3567145 w 3570449"/>
                <a:gd name="connsiteY2" fmla="*/ 1124332 h 2811091"/>
                <a:gd name="connsiteX3" fmla="*/ 1722687 w 3570449"/>
                <a:gd name="connsiteY3" fmla="*/ 2808414 h 2811091"/>
                <a:gd name="connsiteX4" fmla="*/ 3579 w 3570449"/>
                <a:gd name="connsiteY4" fmla="*/ 1431089 h 2811091"/>
                <a:gd name="connsiteX0" fmla="*/ 9477 w 3576347"/>
                <a:gd name="connsiteY0" fmla="*/ 1454488 h 2834490"/>
                <a:gd name="connsiteX1" fmla="*/ 1345110 w 3576347"/>
                <a:gd name="connsiteY1" fmla="*/ 26030 h 2834490"/>
                <a:gd name="connsiteX2" fmla="*/ 3573043 w 3576347"/>
                <a:gd name="connsiteY2" fmla="*/ 1147731 h 2834490"/>
                <a:gd name="connsiteX3" fmla="*/ 1728585 w 3576347"/>
                <a:gd name="connsiteY3" fmla="*/ 2831813 h 2834490"/>
                <a:gd name="connsiteX4" fmla="*/ 9477 w 3576347"/>
                <a:gd name="connsiteY4" fmla="*/ 1454488 h 2834490"/>
                <a:gd name="connsiteX0" fmla="*/ 11200 w 3578070"/>
                <a:gd name="connsiteY0" fmla="*/ 1454488 h 2834490"/>
                <a:gd name="connsiteX1" fmla="*/ 1346833 w 3578070"/>
                <a:gd name="connsiteY1" fmla="*/ 26030 h 2834490"/>
                <a:gd name="connsiteX2" fmla="*/ 3574766 w 3578070"/>
                <a:gd name="connsiteY2" fmla="*/ 1147731 h 2834490"/>
                <a:gd name="connsiteX3" fmla="*/ 1730308 w 3578070"/>
                <a:gd name="connsiteY3" fmla="*/ 2831813 h 2834490"/>
                <a:gd name="connsiteX4" fmla="*/ 11200 w 3578070"/>
                <a:gd name="connsiteY4" fmla="*/ 1454488 h 2834490"/>
                <a:gd name="connsiteX0" fmla="*/ 5238 w 3394494"/>
                <a:gd name="connsiteY0" fmla="*/ 1561249 h 2815719"/>
                <a:gd name="connsiteX1" fmla="*/ 1164359 w 3394494"/>
                <a:gd name="connsiteY1" fmla="*/ 5027 h 2815719"/>
                <a:gd name="connsiteX2" fmla="*/ 3392292 w 3394494"/>
                <a:gd name="connsiteY2" fmla="*/ 1126728 h 2815719"/>
                <a:gd name="connsiteX3" fmla="*/ 1547834 w 3394494"/>
                <a:gd name="connsiteY3" fmla="*/ 2810810 h 2815719"/>
                <a:gd name="connsiteX4" fmla="*/ 5238 w 3394494"/>
                <a:gd name="connsiteY4" fmla="*/ 1561249 h 2815719"/>
                <a:gd name="connsiteX0" fmla="*/ 1714 w 3390970"/>
                <a:gd name="connsiteY0" fmla="*/ 1561249 h 2816846"/>
                <a:gd name="connsiteX1" fmla="*/ 1160835 w 3390970"/>
                <a:gd name="connsiteY1" fmla="*/ 5027 h 2816846"/>
                <a:gd name="connsiteX2" fmla="*/ 3388768 w 3390970"/>
                <a:gd name="connsiteY2" fmla="*/ 1126728 h 2816846"/>
                <a:gd name="connsiteX3" fmla="*/ 1544310 w 3390970"/>
                <a:gd name="connsiteY3" fmla="*/ 2810810 h 2816846"/>
                <a:gd name="connsiteX4" fmla="*/ 1714 w 3390970"/>
                <a:gd name="connsiteY4" fmla="*/ 1561249 h 2816846"/>
                <a:gd name="connsiteX0" fmla="*/ 1714 w 3392183"/>
                <a:gd name="connsiteY0" fmla="*/ 1561249 h 2822298"/>
                <a:gd name="connsiteX1" fmla="*/ 1160835 w 3392183"/>
                <a:gd name="connsiteY1" fmla="*/ 5027 h 2822298"/>
                <a:gd name="connsiteX2" fmla="*/ 3388768 w 3392183"/>
                <a:gd name="connsiteY2" fmla="*/ 1126728 h 2822298"/>
                <a:gd name="connsiteX3" fmla="*/ 1544310 w 3392183"/>
                <a:gd name="connsiteY3" fmla="*/ 2810810 h 2822298"/>
                <a:gd name="connsiteX4" fmla="*/ 1714 w 3392183"/>
                <a:gd name="connsiteY4" fmla="*/ 1561249 h 2822298"/>
                <a:gd name="connsiteX0" fmla="*/ 1599 w 3099681"/>
                <a:gd name="connsiteY0" fmla="*/ 1556274 h 2805936"/>
                <a:gd name="connsiteX1" fmla="*/ 1160720 w 3099681"/>
                <a:gd name="connsiteY1" fmla="*/ 52 h 2805936"/>
                <a:gd name="connsiteX2" fmla="*/ 3097014 w 3099681"/>
                <a:gd name="connsiteY2" fmla="*/ 1505235 h 2805936"/>
                <a:gd name="connsiteX3" fmla="*/ 1544195 w 3099681"/>
                <a:gd name="connsiteY3" fmla="*/ 2805835 h 2805936"/>
                <a:gd name="connsiteX4" fmla="*/ 1599 w 3099681"/>
                <a:gd name="connsiteY4" fmla="*/ 1556274 h 2805936"/>
                <a:gd name="connsiteX0" fmla="*/ 1599 w 3098266"/>
                <a:gd name="connsiteY0" fmla="*/ 1556274 h 2805936"/>
                <a:gd name="connsiteX1" fmla="*/ 1160720 w 3098266"/>
                <a:gd name="connsiteY1" fmla="*/ 52 h 2805936"/>
                <a:gd name="connsiteX2" fmla="*/ 3097014 w 3098266"/>
                <a:gd name="connsiteY2" fmla="*/ 1505235 h 2805936"/>
                <a:gd name="connsiteX3" fmla="*/ 1544195 w 3098266"/>
                <a:gd name="connsiteY3" fmla="*/ 2805835 h 2805936"/>
                <a:gd name="connsiteX4" fmla="*/ 1599 w 3098266"/>
                <a:gd name="connsiteY4" fmla="*/ 1556274 h 2805936"/>
                <a:gd name="connsiteX0" fmla="*/ 6698 w 3107113"/>
                <a:gd name="connsiteY0" fmla="*/ 1556268 h 1995204"/>
                <a:gd name="connsiteX1" fmla="*/ 1165819 w 3107113"/>
                <a:gd name="connsiteY1" fmla="*/ 46 h 1995204"/>
                <a:gd name="connsiteX2" fmla="*/ 3102113 w 3107113"/>
                <a:gd name="connsiteY2" fmla="*/ 1505229 h 1995204"/>
                <a:gd name="connsiteX3" fmla="*/ 1670895 w 3107113"/>
                <a:gd name="connsiteY3" fmla="*/ 1994767 h 1995204"/>
                <a:gd name="connsiteX4" fmla="*/ 6698 w 3107113"/>
                <a:gd name="connsiteY4" fmla="*/ 1556268 h 1995204"/>
                <a:gd name="connsiteX0" fmla="*/ 6698 w 3107610"/>
                <a:gd name="connsiteY0" fmla="*/ 1556268 h 2094159"/>
                <a:gd name="connsiteX1" fmla="*/ 1165819 w 3107610"/>
                <a:gd name="connsiteY1" fmla="*/ 46 h 2094159"/>
                <a:gd name="connsiteX2" fmla="*/ 3102113 w 3107610"/>
                <a:gd name="connsiteY2" fmla="*/ 1505229 h 2094159"/>
                <a:gd name="connsiteX3" fmla="*/ 1670895 w 3107610"/>
                <a:gd name="connsiteY3" fmla="*/ 1994767 h 2094159"/>
                <a:gd name="connsiteX4" fmla="*/ 6698 w 3107610"/>
                <a:gd name="connsiteY4" fmla="*/ 1556268 h 2094159"/>
                <a:gd name="connsiteX0" fmla="*/ 6698 w 3108326"/>
                <a:gd name="connsiteY0" fmla="*/ 1556268 h 2032117"/>
                <a:gd name="connsiteX1" fmla="*/ 1165819 w 3108326"/>
                <a:gd name="connsiteY1" fmla="*/ 46 h 2032117"/>
                <a:gd name="connsiteX2" fmla="*/ 3102113 w 3108326"/>
                <a:gd name="connsiteY2" fmla="*/ 1505229 h 2032117"/>
                <a:gd name="connsiteX3" fmla="*/ 1670895 w 3108326"/>
                <a:gd name="connsiteY3" fmla="*/ 1994767 h 2032117"/>
                <a:gd name="connsiteX4" fmla="*/ 6698 w 3108326"/>
                <a:gd name="connsiteY4" fmla="*/ 1556268 h 2032117"/>
                <a:gd name="connsiteX0" fmla="*/ 2700 w 3101149"/>
                <a:gd name="connsiteY0" fmla="*/ 1588985 h 2065259"/>
                <a:gd name="connsiteX1" fmla="*/ 1324169 w 3101149"/>
                <a:gd name="connsiteY1" fmla="*/ 44 h 2065259"/>
                <a:gd name="connsiteX2" fmla="*/ 3098115 w 3101149"/>
                <a:gd name="connsiteY2" fmla="*/ 1537946 h 2065259"/>
                <a:gd name="connsiteX3" fmla="*/ 1666897 w 3101149"/>
                <a:gd name="connsiteY3" fmla="*/ 2027484 h 2065259"/>
                <a:gd name="connsiteX4" fmla="*/ 2700 w 3101149"/>
                <a:gd name="connsiteY4" fmla="*/ 1588985 h 2065259"/>
                <a:gd name="connsiteX0" fmla="*/ 2700 w 3100106"/>
                <a:gd name="connsiteY0" fmla="*/ 1588985 h 2163738"/>
                <a:gd name="connsiteX1" fmla="*/ 1324169 w 3100106"/>
                <a:gd name="connsiteY1" fmla="*/ 44 h 2163738"/>
                <a:gd name="connsiteX2" fmla="*/ 3098115 w 3100106"/>
                <a:gd name="connsiteY2" fmla="*/ 1537946 h 2163738"/>
                <a:gd name="connsiteX3" fmla="*/ 1666897 w 3100106"/>
                <a:gd name="connsiteY3" fmla="*/ 2027484 h 2163738"/>
                <a:gd name="connsiteX4" fmla="*/ 2700 w 3100106"/>
                <a:gd name="connsiteY4" fmla="*/ 1588985 h 2163738"/>
                <a:gd name="connsiteX0" fmla="*/ 2700 w 3100834"/>
                <a:gd name="connsiteY0" fmla="*/ 1588985 h 2056082"/>
                <a:gd name="connsiteX1" fmla="*/ 1324169 w 3100834"/>
                <a:gd name="connsiteY1" fmla="*/ 44 h 2056082"/>
                <a:gd name="connsiteX2" fmla="*/ 3098115 w 3100834"/>
                <a:gd name="connsiteY2" fmla="*/ 1537946 h 2056082"/>
                <a:gd name="connsiteX3" fmla="*/ 1666897 w 3100834"/>
                <a:gd name="connsiteY3" fmla="*/ 2027484 h 2056082"/>
                <a:gd name="connsiteX4" fmla="*/ 2700 w 3100834"/>
                <a:gd name="connsiteY4" fmla="*/ 1588985 h 2056082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01100" h="2041075">
                  <a:moveTo>
                    <a:pt x="2700" y="1588985"/>
                  </a:moveTo>
                  <a:cubicBezTo>
                    <a:pt x="-54421" y="1251078"/>
                    <a:pt x="808267" y="8550"/>
                    <a:pt x="1324169" y="44"/>
                  </a:cubicBezTo>
                  <a:cubicBezTo>
                    <a:pt x="1840071" y="-8462"/>
                    <a:pt x="3040994" y="1200039"/>
                    <a:pt x="3098115" y="1537946"/>
                  </a:cubicBezTo>
                  <a:cubicBezTo>
                    <a:pt x="3155236" y="1875853"/>
                    <a:pt x="2382291" y="1963492"/>
                    <a:pt x="1666897" y="2027484"/>
                  </a:cubicBezTo>
                  <a:cubicBezTo>
                    <a:pt x="951503" y="2091476"/>
                    <a:pt x="59821" y="1926892"/>
                    <a:pt x="2700" y="1588985"/>
                  </a:cubicBezTo>
                  <a:close/>
                </a:path>
              </a:pathLst>
            </a:custGeom>
            <a:noFill/>
            <a:ln w="50800">
              <a:solidFill>
                <a:srgbClr val="647A8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4" name="Grafik 13">
              <a:extLst>
                <a:ext uri="{FF2B5EF4-FFF2-40B4-BE49-F238E27FC236}">
                  <a16:creationId xmlns:a16="http://schemas.microsoft.com/office/drawing/2014/main" id="{EEB2D9D2-20CD-5644-82DF-61153D16FFB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l="9494" t="14619" r="8314" b="29807"/>
            <a:stretch/>
          </p:blipFill>
          <p:spPr>
            <a:xfrm>
              <a:off x="10449501" y="6015373"/>
              <a:ext cx="559871" cy="489887"/>
            </a:xfrm>
            <a:prstGeom prst="rect">
              <a:avLst/>
            </a:prstGeom>
          </p:spPr>
        </p:pic>
        <p:sp>
          <p:nvSpPr>
            <p:cNvPr id="15" name="Titel 1">
              <a:extLst>
                <a:ext uri="{FF2B5EF4-FFF2-40B4-BE49-F238E27FC236}">
                  <a16:creationId xmlns:a16="http://schemas.microsoft.com/office/drawing/2014/main" id="{92F0663E-269E-DB8B-4D56-7B08BC60309F}"/>
                </a:ext>
              </a:extLst>
            </p:cNvPr>
            <p:cNvSpPr txBox="1">
              <a:spLocks/>
            </p:cNvSpPr>
            <p:nvPr/>
          </p:nvSpPr>
          <p:spPr>
            <a:xfrm>
              <a:off x="8051859" y="6045499"/>
              <a:ext cx="2276638" cy="489887"/>
            </a:xfrm>
            <a:prstGeom prst="rect">
              <a:avLst/>
            </a:prstGeom>
          </p:spPr>
          <p:txBody>
            <a:bodyPr/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r"/>
              <a:r>
                <a:rPr lang="de-DE" sz="1200" b="0" dirty="0">
                  <a:solidFill>
                    <a:schemeClr val="bg1"/>
                  </a:solidFill>
                  <a:latin typeface="TheSans Plain" pitchFamily="2" charset="0"/>
                  <a:cs typeface="Kannada Sangam MN" pitchFamily="2" charset="0"/>
                </a:rPr>
                <a:t>Biomedizin- und Gesundheitstechnik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612230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OMED_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ihandform 17">
            <a:extLst>
              <a:ext uri="{FF2B5EF4-FFF2-40B4-BE49-F238E27FC236}">
                <a16:creationId xmlns:a16="http://schemas.microsoft.com/office/drawing/2014/main" id="{CEAD9B20-91CB-AE47-12BA-AB1C886877EF}"/>
              </a:ext>
            </a:extLst>
          </p:cNvPr>
          <p:cNvSpPr/>
          <p:nvPr userDrawn="1"/>
        </p:nvSpPr>
        <p:spPr>
          <a:xfrm rot="12664814" flipV="1">
            <a:off x="8029177" y="301128"/>
            <a:ext cx="5610720" cy="8294818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3177410"/>
              <a:gd name="connsiteY0" fmla="*/ 1035451 h 3606310"/>
              <a:gd name="connsiteX1" fmla="*/ 3141588 w 3177410"/>
              <a:gd name="connsiteY1" fmla="*/ 152581 h 3606310"/>
              <a:gd name="connsiteX2" fmla="*/ 2574031 w 3177410"/>
              <a:gd name="connsiteY2" fmla="*/ 1666070 h 3606310"/>
              <a:gd name="connsiteX3" fmla="*/ 2321781 w 3177410"/>
              <a:gd name="connsiteY3" fmla="*/ 3473850 h 3606310"/>
              <a:gd name="connsiteX4" fmla="*/ 51546 w 3177410"/>
              <a:gd name="connsiteY4" fmla="*/ 2664554 h 3606310"/>
              <a:gd name="connsiteX5" fmla="*/ 829312 w 3177410"/>
              <a:gd name="connsiteY5" fmla="*/ 1035451 h 3606310"/>
              <a:gd name="connsiteX0" fmla="*/ 829312 w 3177410"/>
              <a:gd name="connsiteY0" fmla="*/ 1013703 h 3584562"/>
              <a:gd name="connsiteX1" fmla="*/ 3141588 w 3177410"/>
              <a:gd name="connsiteY1" fmla="*/ 130833 h 3584562"/>
              <a:gd name="connsiteX2" fmla="*/ 2574031 w 3177410"/>
              <a:gd name="connsiteY2" fmla="*/ 1644322 h 3584562"/>
              <a:gd name="connsiteX3" fmla="*/ 2321781 w 3177410"/>
              <a:gd name="connsiteY3" fmla="*/ 3452102 h 3584562"/>
              <a:gd name="connsiteX4" fmla="*/ 51546 w 3177410"/>
              <a:gd name="connsiteY4" fmla="*/ 2642806 h 3584562"/>
              <a:gd name="connsiteX5" fmla="*/ 829312 w 3177410"/>
              <a:gd name="connsiteY5" fmla="*/ 1013703 h 3584562"/>
              <a:gd name="connsiteX0" fmla="*/ 829578 w 3177676"/>
              <a:gd name="connsiteY0" fmla="*/ 1013703 h 3584562"/>
              <a:gd name="connsiteX1" fmla="*/ 3141854 w 3177676"/>
              <a:gd name="connsiteY1" fmla="*/ 130833 h 3584562"/>
              <a:gd name="connsiteX2" fmla="*/ 2574297 w 3177676"/>
              <a:gd name="connsiteY2" fmla="*/ 1644322 h 3584562"/>
              <a:gd name="connsiteX3" fmla="*/ 2322047 w 3177676"/>
              <a:gd name="connsiteY3" fmla="*/ 3452102 h 3584562"/>
              <a:gd name="connsiteX4" fmla="*/ 51812 w 3177676"/>
              <a:gd name="connsiteY4" fmla="*/ 2642806 h 3584562"/>
              <a:gd name="connsiteX5" fmla="*/ 829578 w 3177676"/>
              <a:gd name="connsiteY5" fmla="*/ 1013703 h 3584562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77676" h="3588900">
                <a:moveTo>
                  <a:pt x="829578" y="1013703"/>
                </a:moveTo>
                <a:cubicBezTo>
                  <a:pt x="1397137" y="530228"/>
                  <a:pt x="2942157" y="-328119"/>
                  <a:pt x="3141854" y="130833"/>
                </a:cubicBezTo>
                <a:cubicBezTo>
                  <a:pt x="3341551" y="589785"/>
                  <a:pt x="2644367" y="1160846"/>
                  <a:pt x="2574297" y="1644322"/>
                </a:cubicBezTo>
                <a:cubicBezTo>
                  <a:pt x="2504227" y="2127798"/>
                  <a:pt x="2788005" y="3045702"/>
                  <a:pt x="2322047" y="3452102"/>
                </a:cubicBezTo>
                <a:cubicBezTo>
                  <a:pt x="1856089" y="3858502"/>
                  <a:pt x="253064" y="3291335"/>
                  <a:pt x="51812" y="2642806"/>
                </a:cubicBezTo>
                <a:cubicBezTo>
                  <a:pt x="-149440" y="1994277"/>
                  <a:pt x="262019" y="1497178"/>
                  <a:pt x="829578" y="1013703"/>
                </a:cubicBezTo>
                <a:close/>
              </a:path>
            </a:pathLst>
          </a:custGeom>
          <a:solidFill>
            <a:srgbClr val="E7E7E7">
              <a:alpha val="52941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502BA19-22BB-9749-A27A-7E43EF050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137DF-46F0-194D-B8E6-89251B633EEA}" type="slidenum">
              <a:rPr lang="de-DE" smtClean="0"/>
              <a:t>‹Nr.›</a:t>
            </a:fld>
            <a:endParaRPr lang="de-DE"/>
          </a:p>
        </p:txBody>
      </p:sp>
      <p:sp>
        <p:nvSpPr>
          <p:cNvPr id="10" name="Freihandform 9">
            <a:extLst>
              <a:ext uri="{FF2B5EF4-FFF2-40B4-BE49-F238E27FC236}">
                <a16:creationId xmlns:a16="http://schemas.microsoft.com/office/drawing/2014/main" id="{1223AABF-8467-4E9F-86F5-1F1ECB8048B1}"/>
              </a:ext>
            </a:extLst>
          </p:cNvPr>
          <p:cNvSpPr/>
          <p:nvPr userDrawn="1"/>
        </p:nvSpPr>
        <p:spPr>
          <a:xfrm rot="19240800">
            <a:off x="-3534515" y="-2092408"/>
            <a:ext cx="6636396" cy="4457866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3177410"/>
              <a:gd name="connsiteY0" fmla="*/ 1035451 h 3606310"/>
              <a:gd name="connsiteX1" fmla="*/ 3141588 w 3177410"/>
              <a:gd name="connsiteY1" fmla="*/ 152581 h 3606310"/>
              <a:gd name="connsiteX2" fmla="*/ 2574031 w 3177410"/>
              <a:gd name="connsiteY2" fmla="*/ 1666070 h 3606310"/>
              <a:gd name="connsiteX3" fmla="*/ 2321781 w 3177410"/>
              <a:gd name="connsiteY3" fmla="*/ 3473850 h 3606310"/>
              <a:gd name="connsiteX4" fmla="*/ 51546 w 3177410"/>
              <a:gd name="connsiteY4" fmla="*/ 2664554 h 3606310"/>
              <a:gd name="connsiteX5" fmla="*/ 829312 w 3177410"/>
              <a:gd name="connsiteY5" fmla="*/ 1035451 h 3606310"/>
              <a:gd name="connsiteX0" fmla="*/ 829312 w 3177410"/>
              <a:gd name="connsiteY0" fmla="*/ 1013703 h 3584562"/>
              <a:gd name="connsiteX1" fmla="*/ 3141588 w 3177410"/>
              <a:gd name="connsiteY1" fmla="*/ 130833 h 3584562"/>
              <a:gd name="connsiteX2" fmla="*/ 2574031 w 3177410"/>
              <a:gd name="connsiteY2" fmla="*/ 1644322 h 3584562"/>
              <a:gd name="connsiteX3" fmla="*/ 2321781 w 3177410"/>
              <a:gd name="connsiteY3" fmla="*/ 3452102 h 3584562"/>
              <a:gd name="connsiteX4" fmla="*/ 51546 w 3177410"/>
              <a:gd name="connsiteY4" fmla="*/ 2642806 h 3584562"/>
              <a:gd name="connsiteX5" fmla="*/ 829312 w 3177410"/>
              <a:gd name="connsiteY5" fmla="*/ 1013703 h 3584562"/>
              <a:gd name="connsiteX0" fmla="*/ 829578 w 3177676"/>
              <a:gd name="connsiteY0" fmla="*/ 1013703 h 3584562"/>
              <a:gd name="connsiteX1" fmla="*/ 3141854 w 3177676"/>
              <a:gd name="connsiteY1" fmla="*/ 130833 h 3584562"/>
              <a:gd name="connsiteX2" fmla="*/ 2574297 w 3177676"/>
              <a:gd name="connsiteY2" fmla="*/ 1644322 h 3584562"/>
              <a:gd name="connsiteX3" fmla="*/ 2322047 w 3177676"/>
              <a:gd name="connsiteY3" fmla="*/ 3452102 h 3584562"/>
              <a:gd name="connsiteX4" fmla="*/ 51812 w 3177676"/>
              <a:gd name="connsiteY4" fmla="*/ 2642806 h 3584562"/>
              <a:gd name="connsiteX5" fmla="*/ 829578 w 3177676"/>
              <a:gd name="connsiteY5" fmla="*/ 1013703 h 3584562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11178 w 2672400"/>
              <a:gd name="connsiteY0" fmla="*/ 7864 h 2583061"/>
              <a:gd name="connsiteX1" fmla="*/ 1318755 w 2672400"/>
              <a:gd name="connsiteY1" fmla="*/ 1092175 h 2583061"/>
              <a:gd name="connsiteX2" fmla="*/ 2555897 w 2672400"/>
              <a:gd name="connsiteY2" fmla="*/ 638483 h 2583061"/>
              <a:gd name="connsiteX3" fmla="*/ 2303647 w 2672400"/>
              <a:gd name="connsiteY3" fmla="*/ 2446263 h 2583061"/>
              <a:gd name="connsiteX4" fmla="*/ 33412 w 2672400"/>
              <a:gd name="connsiteY4" fmla="*/ 1636967 h 2583061"/>
              <a:gd name="connsiteX5" fmla="*/ 811178 w 2672400"/>
              <a:gd name="connsiteY5" fmla="*/ 7864 h 2583061"/>
              <a:gd name="connsiteX0" fmla="*/ 811178 w 3223026"/>
              <a:gd name="connsiteY0" fmla="*/ 5596 h 2477281"/>
              <a:gd name="connsiteX1" fmla="*/ 1318755 w 3223026"/>
              <a:gd name="connsiteY1" fmla="*/ 1089907 h 2477281"/>
              <a:gd name="connsiteX2" fmla="*/ 3192488 w 3223026"/>
              <a:gd name="connsiteY2" fmla="*/ 802600 h 2477281"/>
              <a:gd name="connsiteX3" fmla="*/ 2303647 w 3223026"/>
              <a:gd name="connsiteY3" fmla="*/ 2443995 h 2477281"/>
              <a:gd name="connsiteX4" fmla="*/ 33412 w 3223026"/>
              <a:gd name="connsiteY4" fmla="*/ 1634699 h 2477281"/>
              <a:gd name="connsiteX5" fmla="*/ 811178 w 3223026"/>
              <a:gd name="connsiteY5" fmla="*/ 5596 h 2477281"/>
              <a:gd name="connsiteX0" fmla="*/ 846588 w 3330250"/>
              <a:gd name="connsiteY0" fmla="*/ 5596 h 2432711"/>
              <a:gd name="connsiteX1" fmla="*/ 1354165 w 3330250"/>
              <a:gd name="connsiteY1" fmla="*/ 1089907 h 2432711"/>
              <a:gd name="connsiteX2" fmla="*/ 3227898 w 3330250"/>
              <a:gd name="connsiteY2" fmla="*/ 802600 h 2432711"/>
              <a:gd name="connsiteX3" fmla="*/ 2761796 w 3330250"/>
              <a:gd name="connsiteY3" fmla="*/ 2409553 h 2432711"/>
              <a:gd name="connsiteX4" fmla="*/ 68822 w 3330250"/>
              <a:gd name="connsiteY4" fmla="*/ 1634699 h 2432711"/>
              <a:gd name="connsiteX5" fmla="*/ 846588 w 3330250"/>
              <a:gd name="connsiteY5" fmla="*/ 5596 h 2432711"/>
              <a:gd name="connsiteX0" fmla="*/ 846588 w 3514825"/>
              <a:gd name="connsiteY0" fmla="*/ 5596 h 2432711"/>
              <a:gd name="connsiteX1" fmla="*/ 1354165 w 3514825"/>
              <a:gd name="connsiteY1" fmla="*/ 1089907 h 2432711"/>
              <a:gd name="connsiteX2" fmla="*/ 3227898 w 3514825"/>
              <a:gd name="connsiteY2" fmla="*/ 802600 h 2432711"/>
              <a:gd name="connsiteX3" fmla="*/ 2761796 w 3514825"/>
              <a:gd name="connsiteY3" fmla="*/ 2409553 h 2432711"/>
              <a:gd name="connsiteX4" fmla="*/ 68822 w 3514825"/>
              <a:gd name="connsiteY4" fmla="*/ 1634699 h 2432711"/>
              <a:gd name="connsiteX5" fmla="*/ 846588 w 3514825"/>
              <a:gd name="connsiteY5" fmla="*/ 5596 h 2432711"/>
              <a:gd name="connsiteX0" fmla="*/ 875402 w 3543639"/>
              <a:gd name="connsiteY0" fmla="*/ 2708 h 2429823"/>
              <a:gd name="connsiteX1" fmla="*/ 1382979 w 3543639"/>
              <a:gd name="connsiteY1" fmla="*/ 1087019 h 2429823"/>
              <a:gd name="connsiteX2" fmla="*/ 3256712 w 3543639"/>
              <a:gd name="connsiteY2" fmla="*/ 799712 h 2429823"/>
              <a:gd name="connsiteX3" fmla="*/ 2790610 w 3543639"/>
              <a:gd name="connsiteY3" fmla="*/ 2406665 h 2429823"/>
              <a:gd name="connsiteX4" fmla="*/ 97636 w 3543639"/>
              <a:gd name="connsiteY4" fmla="*/ 1631811 h 2429823"/>
              <a:gd name="connsiteX5" fmla="*/ 875402 w 3543639"/>
              <a:gd name="connsiteY5" fmla="*/ 2708 h 2429823"/>
              <a:gd name="connsiteX0" fmla="*/ 1035116 w 3703353"/>
              <a:gd name="connsiteY0" fmla="*/ 3586 h 2450893"/>
              <a:gd name="connsiteX1" fmla="*/ 1542693 w 3703353"/>
              <a:gd name="connsiteY1" fmla="*/ 1087897 h 2450893"/>
              <a:gd name="connsiteX2" fmla="*/ 3416426 w 3703353"/>
              <a:gd name="connsiteY2" fmla="*/ 800590 h 2450893"/>
              <a:gd name="connsiteX3" fmla="*/ 2950324 w 3703353"/>
              <a:gd name="connsiteY3" fmla="*/ 2407543 h 2450893"/>
              <a:gd name="connsiteX4" fmla="*/ 257350 w 3703353"/>
              <a:gd name="connsiteY4" fmla="*/ 1632689 h 2450893"/>
              <a:gd name="connsiteX5" fmla="*/ 1035116 w 3703353"/>
              <a:gd name="connsiteY5" fmla="*/ 3586 h 2450893"/>
              <a:gd name="connsiteX0" fmla="*/ 991689 w 3462563"/>
              <a:gd name="connsiteY0" fmla="*/ 10605 h 2457912"/>
              <a:gd name="connsiteX1" fmla="*/ 1674106 w 3462563"/>
              <a:gd name="connsiteY1" fmla="*/ 930710 h 2457912"/>
              <a:gd name="connsiteX2" fmla="*/ 3372999 w 3462563"/>
              <a:gd name="connsiteY2" fmla="*/ 807609 h 2457912"/>
              <a:gd name="connsiteX3" fmla="*/ 2906897 w 3462563"/>
              <a:gd name="connsiteY3" fmla="*/ 2414562 h 2457912"/>
              <a:gd name="connsiteX4" fmla="*/ 213923 w 3462563"/>
              <a:gd name="connsiteY4" fmla="*/ 1639708 h 2457912"/>
              <a:gd name="connsiteX5" fmla="*/ 991689 w 3462563"/>
              <a:gd name="connsiteY5" fmla="*/ 10605 h 2457912"/>
              <a:gd name="connsiteX0" fmla="*/ 991689 w 3644113"/>
              <a:gd name="connsiteY0" fmla="*/ 10605 h 2457912"/>
              <a:gd name="connsiteX1" fmla="*/ 1674106 w 3644113"/>
              <a:gd name="connsiteY1" fmla="*/ 930710 h 2457912"/>
              <a:gd name="connsiteX2" fmla="*/ 3372999 w 3644113"/>
              <a:gd name="connsiteY2" fmla="*/ 807609 h 2457912"/>
              <a:gd name="connsiteX3" fmla="*/ 2906897 w 3644113"/>
              <a:gd name="connsiteY3" fmla="*/ 2414562 h 2457912"/>
              <a:gd name="connsiteX4" fmla="*/ 213923 w 3644113"/>
              <a:gd name="connsiteY4" fmla="*/ 1639708 h 2457912"/>
              <a:gd name="connsiteX5" fmla="*/ 991689 w 3644113"/>
              <a:gd name="connsiteY5" fmla="*/ 10605 h 2457912"/>
              <a:gd name="connsiteX0" fmla="*/ 1054352 w 3706777"/>
              <a:gd name="connsiteY0" fmla="*/ 1046 h 2448353"/>
              <a:gd name="connsiteX1" fmla="*/ 1736769 w 3706777"/>
              <a:gd name="connsiteY1" fmla="*/ 921151 h 2448353"/>
              <a:gd name="connsiteX2" fmla="*/ 3435662 w 3706777"/>
              <a:gd name="connsiteY2" fmla="*/ 798050 h 2448353"/>
              <a:gd name="connsiteX3" fmla="*/ 2969560 w 3706777"/>
              <a:gd name="connsiteY3" fmla="*/ 2405003 h 2448353"/>
              <a:gd name="connsiteX4" fmla="*/ 276586 w 3706777"/>
              <a:gd name="connsiteY4" fmla="*/ 1630149 h 2448353"/>
              <a:gd name="connsiteX5" fmla="*/ 1054352 w 3706777"/>
              <a:gd name="connsiteY5" fmla="*/ 1046 h 2448353"/>
              <a:gd name="connsiteX0" fmla="*/ 590056 w 3683836"/>
              <a:gd name="connsiteY0" fmla="*/ 1109 h 1961431"/>
              <a:gd name="connsiteX1" fmla="*/ 1713828 w 3683836"/>
              <a:gd name="connsiteY1" fmla="*/ 456838 h 1961431"/>
              <a:gd name="connsiteX2" fmla="*/ 3412721 w 3683836"/>
              <a:gd name="connsiteY2" fmla="*/ 333737 h 1961431"/>
              <a:gd name="connsiteX3" fmla="*/ 2946619 w 3683836"/>
              <a:gd name="connsiteY3" fmla="*/ 1940690 h 1961431"/>
              <a:gd name="connsiteX4" fmla="*/ 253645 w 3683836"/>
              <a:gd name="connsiteY4" fmla="*/ 1165836 h 1961431"/>
              <a:gd name="connsiteX5" fmla="*/ 590056 w 3683836"/>
              <a:gd name="connsiteY5" fmla="*/ 1109 h 1961431"/>
              <a:gd name="connsiteX0" fmla="*/ 577152 w 3670932"/>
              <a:gd name="connsiteY0" fmla="*/ 28557 h 1988879"/>
              <a:gd name="connsiteX1" fmla="*/ 1700924 w 3670932"/>
              <a:gd name="connsiteY1" fmla="*/ 484286 h 1988879"/>
              <a:gd name="connsiteX2" fmla="*/ 3399817 w 3670932"/>
              <a:gd name="connsiteY2" fmla="*/ 361185 h 1988879"/>
              <a:gd name="connsiteX3" fmla="*/ 2933715 w 3670932"/>
              <a:gd name="connsiteY3" fmla="*/ 1968138 h 1988879"/>
              <a:gd name="connsiteX4" fmla="*/ 240741 w 3670932"/>
              <a:gd name="connsiteY4" fmla="*/ 1193284 h 1988879"/>
              <a:gd name="connsiteX5" fmla="*/ 577152 w 3670932"/>
              <a:gd name="connsiteY5" fmla="*/ 28557 h 1988879"/>
              <a:gd name="connsiteX0" fmla="*/ 5660 w 3065770"/>
              <a:gd name="connsiteY0" fmla="*/ 41752 h 2084853"/>
              <a:gd name="connsiteX1" fmla="*/ 1129432 w 3065770"/>
              <a:gd name="connsiteY1" fmla="*/ 497481 h 2084853"/>
              <a:gd name="connsiteX2" fmla="*/ 2828325 w 3065770"/>
              <a:gd name="connsiteY2" fmla="*/ 374380 h 2084853"/>
              <a:gd name="connsiteX3" fmla="*/ 2362223 w 3065770"/>
              <a:gd name="connsiteY3" fmla="*/ 1981333 h 2084853"/>
              <a:gd name="connsiteX4" fmla="*/ 768571 w 3065770"/>
              <a:gd name="connsiteY4" fmla="*/ 1718703 h 2084853"/>
              <a:gd name="connsiteX5" fmla="*/ 5660 w 3065770"/>
              <a:gd name="connsiteY5" fmla="*/ 41752 h 2084853"/>
              <a:gd name="connsiteX0" fmla="*/ 12471 w 3072581"/>
              <a:gd name="connsiteY0" fmla="*/ 41752 h 2092530"/>
              <a:gd name="connsiteX1" fmla="*/ 1136243 w 3072581"/>
              <a:gd name="connsiteY1" fmla="*/ 497481 h 2092530"/>
              <a:gd name="connsiteX2" fmla="*/ 2835136 w 3072581"/>
              <a:gd name="connsiteY2" fmla="*/ 374380 h 2092530"/>
              <a:gd name="connsiteX3" fmla="*/ 2369034 w 3072581"/>
              <a:gd name="connsiteY3" fmla="*/ 1981333 h 2092530"/>
              <a:gd name="connsiteX4" fmla="*/ 775382 w 3072581"/>
              <a:gd name="connsiteY4" fmla="*/ 1718703 h 2092530"/>
              <a:gd name="connsiteX5" fmla="*/ 12471 w 3072581"/>
              <a:gd name="connsiteY5" fmla="*/ 41752 h 2092530"/>
              <a:gd name="connsiteX0" fmla="*/ 2798 w 3655173"/>
              <a:gd name="connsiteY0" fmla="*/ 869129 h 2007317"/>
              <a:gd name="connsiteX1" fmla="*/ 1718835 w 3655173"/>
              <a:gd name="connsiteY1" fmla="*/ 445136 h 2007317"/>
              <a:gd name="connsiteX2" fmla="*/ 3417728 w 3655173"/>
              <a:gd name="connsiteY2" fmla="*/ 322035 h 2007317"/>
              <a:gd name="connsiteX3" fmla="*/ 2951626 w 3655173"/>
              <a:gd name="connsiteY3" fmla="*/ 1928988 h 2007317"/>
              <a:gd name="connsiteX4" fmla="*/ 1357974 w 3655173"/>
              <a:gd name="connsiteY4" fmla="*/ 1666358 h 2007317"/>
              <a:gd name="connsiteX5" fmla="*/ 2798 w 3655173"/>
              <a:gd name="connsiteY5" fmla="*/ 869129 h 2007317"/>
              <a:gd name="connsiteX0" fmla="*/ 542 w 3652917"/>
              <a:gd name="connsiteY0" fmla="*/ 869129 h 2007318"/>
              <a:gd name="connsiteX1" fmla="*/ 1716579 w 3652917"/>
              <a:gd name="connsiteY1" fmla="*/ 445136 h 2007318"/>
              <a:gd name="connsiteX2" fmla="*/ 3415472 w 3652917"/>
              <a:gd name="connsiteY2" fmla="*/ 322035 h 2007318"/>
              <a:gd name="connsiteX3" fmla="*/ 2949370 w 3652917"/>
              <a:gd name="connsiteY3" fmla="*/ 1928988 h 2007318"/>
              <a:gd name="connsiteX4" fmla="*/ 1355718 w 3652917"/>
              <a:gd name="connsiteY4" fmla="*/ 1666358 h 2007318"/>
              <a:gd name="connsiteX5" fmla="*/ 542 w 3652917"/>
              <a:gd name="connsiteY5" fmla="*/ 869129 h 2007318"/>
              <a:gd name="connsiteX0" fmla="*/ 243 w 3639926"/>
              <a:gd name="connsiteY0" fmla="*/ 869129 h 1955507"/>
              <a:gd name="connsiteX1" fmla="*/ 1716280 w 3639926"/>
              <a:gd name="connsiteY1" fmla="*/ 445136 h 1955507"/>
              <a:gd name="connsiteX2" fmla="*/ 3415173 w 3639926"/>
              <a:gd name="connsiteY2" fmla="*/ 322035 h 1955507"/>
              <a:gd name="connsiteX3" fmla="*/ 2949071 w 3639926"/>
              <a:gd name="connsiteY3" fmla="*/ 1928988 h 1955507"/>
              <a:gd name="connsiteX4" fmla="*/ 1833458 w 3639926"/>
              <a:gd name="connsiteY4" fmla="*/ 1291535 h 1955507"/>
              <a:gd name="connsiteX5" fmla="*/ 243 w 3639926"/>
              <a:gd name="connsiteY5" fmla="*/ 869129 h 1955507"/>
              <a:gd name="connsiteX0" fmla="*/ 243 w 3639926"/>
              <a:gd name="connsiteY0" fmla="*/ 869129 h 1947022"/>
              <a:gd name="connsiteX1" fmla="*/ 1716280 w 3639926"/>
              <a:gd name="connsiteY1" fmla="*/ 445136 h 1947022"/>
              <a:gd name="connsiteX2" fmla="*/ 3415173 w 3639926"/>
              <a:gd name="connsiteY2" fmla="*/ 322035 h 1947022"/>
              <a:gd name="connsiteX3" fmla="*/ 2949071 w 3639926"/>
              <a:gd name="connsiteY3" fmla="*/ 1928988 h 1947022"/>
              <a:gd name="connsiteX4" fmla="*/ 1833458 w 3639926"/>
              <a:gd name="connsiteY4" fmla="*/ 1291535 h 1947022"/>
              <a:gd name="connsiteX5" fmla="*/ 243 w 3639926"/>
              <a:gd name="connsiteY5" fmla="*/ 869129 h 1947022"/>
              <a:gd name="connsiteX0" fmla="*/ 7345 w 3647028"/>
              <a:gd name="connsiteY0" fmla="*/ 869129 h 1947022"/>
              <a:gd name="connsiteX1" fmla="*/ 1723382 w 3647028"/>
              <a:gd name="connsiteY1" fmla="*/ 445136 h 1947022"/>
              <a:gd name="connsiteX2" fmla="*/ 3422275 w 3647028"/>
              <a:gd name="connsiteY2" fmla="*/ 322035 h 1947022"/>
              <a:gd name="connsiteX3" fmla="*/ 2956173 w 3647028"/>
              <a:gd name="connsiteY3" fmla="*/ 1928988 h 1947022"/>
              <a:gd name="connsiteX4" fmla="*/ 1840560 w 3647028"/>
              <a:gd name="connsiteY4" fmla="*/ 1291535 h 1947022"/>
              <a:gd name="connsiteX5" fmla="*/ 7345 w 3647028"/>
              <a:gd name="connsiteY5" fmla="*/ 869129 h 1947022"/>
              <a:gd name="connsiteX0" fmla="*/ 7345 w 3811052"/>
              <a:gd name="connsiteY0" fmla="*/ 869129 h 1929159"/>
              <a:gd name="connsiteX1" fmla="*/ 1723382 w 3811052"/>
              <a:gd name="connsiteY1" fmla="*/ 445136 h 1929159"/>
              <a:gd name="connsiteX2" fmla="*/ 3422275 w 3811052"/>
              <a:gd name="connsiteY2" fmla="*/ 322035 h 1929159"/>
              <a:gd name="connsiteX3" fmla="*/ 2956173 w 3811052"/>
              <a:gd name="connsiteY3" fmla="*/ 1928988 h 1929159"/>
              <a:gd name="connsiteX4" fmla="*/ 1840560 w 3811052"/>
              <a:gd name="connsiteY4" fmla="*/ 1291535 h 1929159"/>
              <a:gd name="connsiteX5" fmla="*/ 7345 w 3811052"/>
              <a:gd name="connsiteY5" fmla="*/ 869129 h 1929159"/>
              <a:gd name="connsiteX0" fmla="*/ 5264 w 3937957"/>
              <a:gd name="connsiteY0" fmla="*/ 1155023 h 1938909"/>
              <a:gd name="connsiteX1" fmla="*/ 1850286 w 3937957"/>
              <a:gd name="connsiteY1" fmla="*/ 454886 h 1938909"/>
              <a:gd name="connsiteX2" fmla="*/ 3549179 w 3937957"/>
              <a:gd name="connsiteY2" fmla="*/ 331785 h 1938909"/>
              <a:gd name="connsiteX3" fmla="*/ 3083077 w 3937957"/>
              <a:gd name="connsiteY3" fmla="*/ 1938738 h 1938909"/>
              <a:gd name="connsiteX4" fmla="*/ 1967464 w 3937957"/>
              <a:gd name="connsiteY4" fmla="*/ 1301285 h 1938909"/>
              <a:gd name="connsiteX5" fmla="*/ 5264 w 3937957"/>
              <a:gd name="connsiteY5" fmla="*/ 1155023 h 1938909"/>
              <a:gd name="connsiteX0" fmla="*/ 23607 w 3956300"/>
              <a:gd name="connsiteY0" fmla="*/ 1155023 h 1938909"/>
              <a:gd name="connsiteX1" fmla="*/ 1868629 w 3956300"/>
              <a:gd name="connsiteY1" fmla="*/ 454886 h 1938909"/>
              <a:gd name="connsiteX2" fmla="*/ 3567522 w 3956300"/>
              <a:gd name="connsiteY2" fmla="*/ 331785 h 1938909"/>
              <a:gd name="connsiteX3" fmla="*/ 3101420 w 3956300"/>
              <a:gd name="connsiteY3" fmla="*/ 1938738 h 1938909"/>
              <a:gd name="connsiteX4" fmla="*/ 1985807 w 3956300"/>
              <a:gd name="connsiteY4" fmla="*/ 1301285 h 1938909"/>
              <a:gd name="connsiteX5" fmla="*/ 23607 w 3956300"/>
              <a:gd name="connsiteY5" fmla="*/ 1155023 h 1938909"/>
              <a:gd name="connsiteX0" fmla="*/ 356 w 3775841"/>
              <a:gd name="connsiteY0" fmla="*/ 1155023 h 1975367"/>
              <a:gd name="connsiteX1" fmla="*/ 1845378 w 3775841"/>
              <a:gd name="connsiteY1" fmla="*/ 454886 h 1975367"/>
              <a:gd name="connsiteX2" fmla="*/ 3544271 w 3775841"/>
              <a:gd name="connsiteY2" fmla="*/ 331785 h 1975367"/>
              <a:gd name="connsiteX3" fmla="*/ 3078169 w 3775841"/>
              <a:gd name="connsiteY3" fmla="*/ 1938738 h 1975367"/>
              <a:gd name="connsiteX4" fmla="*/ 1700608 w 3775841"/>
              <a:gd name="connsiteY4" fmla="*/ 1432728 h 1975367"/>
              <a:gd name="connsiteX5" fmla="*/ 356 w 3775841"/>
              <a:gd name="connsiteY5" fmla="*/ 1155023 h 1975367"/>
              <a:gd name="connsiteX0" fmla="*/ 385 w 3775871"/>
              <a:gd name="connsiteY0" fmla="*/ 1155023 h 1964875"/>
              <a:gd name="connsiteX1" fmla="*/ 1845407 w 3775871"/>
              <a:gd name="connsiteY1" fmla="*/ 454886 h 1964875"/>
              <a:gd name="connsiteX2" fmla="*/ 3544300 w 3775871"/>
              <a:gd name="connsiteY2" fmla="*/ 331785 h 1964875"/>
              <a:gd name="connsiteX3" fmla="*/ 3078198 w 3775871"/>
              <a:gd name="connsiteY3" fmla="*/ 1938738 h 1964875"/>
              <a:gd name="connsiteX4" fmla="*/ 1700637 w 3775871"/>
              <a:gd name="connsiteY4" fmla="*/ 1432728 h 1964875"/>
              <a:gd name="connsiteX5" fmla="*/ 385 w 3775871"/>
              <a:gd name="connsiteY5" fmla="*/ 1155023 h 1964875"/>
              <a:gd name="connsiteX0" fmla="*/ 518 w 3310321"/>
              <a:gd name="connsiteY0" fmla="*/ 1561197 h 1986949"/>
              <a:gd name="connsiteX1" fmla="*/ 1379857 w 3310321"/>
              <a:gd name="connsiteY1" fmla="*/ 469469 h 1986949"/>
              <a:gd name="connsiteX2" fmla="*/ 3078750 w 3310321"/>
              <a:gd name="connsiteY2" fmla="*/ 346368 h 1986949"/>
              <a:gd name="connsiteX3" fmla="*/ 2612648 w 3310321"/>
              <a:gd name="connsiteY3" fmla="*/ 1953321 h 1986949"/>
              <a:gd name="connsiteX4" fmla="*/ 1235087 w 3310321"/>
              <a:gd name="connsiteY4" fmla="*/ 1447311 h 1986949"/>
              <a:gd name="connsiteX5" fmla="*/ 518 w 3310321"/>
              <a:gd name="connsiteY5" fmla="*/ 1561197 h 1986949"/>
              <a:gd name="connsiteX0" fmla="*/ 252954 w 3562757"/>
              <a:gd name="connsiteY0" fmla="*/ 1561197 h 1986950"/>
              <a:gd name="connsiteX1" fmla="*/ 1632293 w 3562757"/>
              <a:gd name="connsiteY1" fmla="*/ 469469 h 1986950"/>
              <a:gd name="connsiteX2" fmla="*/ 3331186 w 3562757"/>
              <a:gd name="connsiteY2" fmla="*/ 346368 h 1986950"/>
              <a:gd name="connsiteX3" fmla="*/ 2865084 w 3562757"/>
              <a:gd name="connsiteY3" fmla="*/ 1953321 h 1986950"/>
              <a:gd name="connsiteX4" fmla="*/ 1487523 w 3562757"/>
              <a:gd name="connsiteY4" fmla="*/ 1447311 h 1986950"/>
              <a:gd name="connsiteX5" fmla="*/ 252954 w 3562757"/>
              <a:gd name="connsiteY5" fmla="*/ 1561197 h 1986950"/>
              <a:gd name="connsiteX0" fmla="*/ 275988 w 4836894"/>
              <a:gd name="connsiteY0" fmla="*/ 1254188 h 1664972"/>
              <a:gd name="connsiteX1" fmla="*/ 1655327 w 4836894"/>
              <a:gd name="connsiteY1" fmla="*/ 162460 h 1664972"/>
              <a:gd name="connsiteX2" fmla="*/ 4715739 w 4836894"/>
              <a:gd name="connsiteY2" fmla="*/ 494988 h 1664972"/>
              <a:gd name="connsiteX3" fmla="*/ 2888118 w 4836894"/>
              <a:gd name="connsiteY3" fmla="*/ 1646312 h 1664972"/>
              <a:gd name="connsiteX4" fmla="*/ 1510557 w 4836894"/>
              <a:gd name="connsiteY4" fmla="*/ 1140302 h 1664972"/>
              <a:gd name="connsiteX5" fmla="*/ 275988 w 4836894"/>
              <a:gd name="connsiteY5" fmla="*/ 1254188 h 1664972"/>
              <a:gd name="connsiteX0" fmla="*/ 275988 w 4716813"/>
              <a:gd name="connsiteY0" fmla="*/ 1630321 h 2049242"/>
              <a:gd name="connsiteX1" fmla="*/ 1655327 w 4716813"/>
              <a:gd name="connsiteY1" fmla="*/ 538593 h 2049242"/>
              <a:gd name="connsiteX2" fmla="*/ 4715739 w 4716813"/>
              <a:gd name="connsiteY2" fmla="*/ 871121 h 2049242"/>
              <a:gd name="connsiteX3" fmla="*/ 2888118 w 4716813"/>
              <a:gd name="connsiteY3" fmla="*/ 2022445 h 2049242"/>
              <a:gd name="connsiteX4" fmla="*/ 1510557 w 4716813"/>
              <a:gd name="connsiteY4" fmla="*/ 1516435 h 2049242"/>
              <a:gd name="connsiteX5" fmla="*/ 275988 w 4716813"/>
              <a:gd name="connsiteY5" fmla="*/ 1630321 h 2049242"/>
              <a:gd name="connsiteX0" fmla="*/ 275988 w 4749030"/>
              <a:gd name="connsiteY0" fmla="*/ 1124638 h 1545870"/>
              <a:gd name="connsiteX1" fmla="*/ 1655327 w 4749030"/>
              <a:gd name="connsiteY1" fmla="*/ 32910 h 1545870"/>
              <a:gd name="connsiteX2" fmla="*/ 4715739 w 4749030"/>
              <a:gd name="connsiteY2" fmla="*/ 365438 h 1545870"/>
              <a:gd name="connsiteX3" fmla="*/ 3175706 w 4749030"/>
              <a:gd name="connsiteY3" fmla="*/ 1192854 h 1545870"/>
              <a:gd name="connsiteX4" fmla="*/ 1510557 w 4749030"/>
              <a:gd name="connsiteY4" fmla="*/ 1010752 h 1545870"/>
              <a:gd name="connsiteX5" fmla="*/ 275988 w 4749030"/>
              <a:gd name="connsiteY5" fmla="*/ 1124638 h 1545870"/>
              <a:gd name="connsiteX0" fmla="*/ 275988 w 4727950"/>
              <a:gd name="connsiteY0" fmla="*/ 1387914 h 1809146"/>
              <a:gd name="connsiteX1" fmla="*/ 1655327 w 4727950"/>
              <a:gd name="connsiteY1" fmla="*/ 296186 h 1809146"/>
              <a:gd name="connsiteX2" fmla="*/ 4715739 w 4727950"/>
              <a:gd name="connsiteY2" fmla="*/ 628714 h 1809146"/>
              <a:gd name="connsiteX3" fmla="*/ 3175706 w 4727950"/>
              <a:gd name="connsiteY3" fmla="*/ 1456130 h 1809146"/>
              <a:gd name="connsiteX4" fmla="*/ 1510557 w 4727950"/>
              <a:gd name="connsiteY4" fmla="*/ 1274028 h 1809146"/>
              <a:gd name="connsiteX5" fmla="*/ 275988 w 4727950"/>
              <a:gd name="connsiteY5" fmla="*/ 1387914 h 1809146"/>
              <a:gd name="connsiteX0" fmla="*/ 275988 w 4727950"/>
              <a:gd name="connsiteY0" fmla="*/ 1387914 h 1809146"/>
              <a:gd name="connsiteX1" fmla="*/ 1655327 w 4727950"/>
              <a:gd name="connsiteY1" fmla="*/ 296186 h 1809146"/>
              <a:gd name="connsiteX2" fmla="*/ 4715739 w 4727950"/>
              <a:gd name="connsiteY2" fmla="*/ 628714 h 1809146"/>
              <a:gd name="connsiteX3" fmla="*/ 3175706 w 4727950"/>
              <a:gd name="connsiteY3" fmla="*/ 1456130 h 1809146"/>
              <a:gd name="connsiteX4" fmla="*/ 1510557 w 4727950"/>
              <a:gd name="connsiteY4" fmla="*/ 1274028 h 1809146"/>
              <a:gd name="connsiteX5" fmla="*/ 275988 w 4727950"/>
              <a:gd name="connsiteY5" fmla="*/ 1387914 h 1809146"/>
              <a:gd name="connsiteX0" fmla="*/ 275988 w 4740315"/>
              <a:gd name="connsiteY0" fmla="*/ 1132875 h 1722803"/>
              <a:gd name="connsiteX1" fmla="*/ 1655327 w 4740315"/>
              <a:gd name="connsiteY1" fmla="*/ 41147 h 1722803"/>
              <a:gd name="connsiteX2" fmla="*/ 4715739 w 4740315"/>
              <a:gd name="connsiteY2" fmla="*/ 373675 h 1722803"/>
              <a:gd name="connsiteX3" fmla="*/ 3012343 w 4740315"/>
              <a:gd name="connsiteY3" fmla="*/ 1711656 h 1722803"/>
              <a:gd name="connsiteX4" fmla="*/ 1510557 w 4740315"/>
              <a:gd name="connsiteY4" fmla="*/ 1018989 h 1722803"/>
              <a:gd name="connsiteX5" fmla="*/ 275988 w 4740315"/>
              <a:gd name="connsiteY5" fmla="*/ 1132875 h 1722803"/>
              <a:gd name="connsiteX0" fmla="*/ 275988 w 4756119"/>
              <a:gd name="connsiteY0" fmla="*/ 1127108 h 1542684"/>
              <a:gd name="connsiteX1" fmla="*/ 1655327 w 4756119"/>
              <a:gd name="connsiteY1" fmla="*/ 35380 h 1542684"/>
              <a:gd name="connsiteX2" fmla="*/ 4715739 w 4756119"/>
              <a:gd name="connsiteY2" fmla="*/ 367908 h 1542684"/>
              <a:gd name="connsiteX3" fmla="*/ 3285074 w 4756119"/>
              <a:gd name="connsiteY3" fmla="*/ 1369029 h 1542684"/>
              <a:gd name="connsiteX4" fmla="*/ 1510557 w 4756119"/>
              <a:gd name="connsiteY4" fmla="*/ 1013222 h 1542684"/>
              <a:gd name="connsiteX5" fmla="*/ 275988 w 4756119"/>
              <a:gd name="connsiteY5" fmla="*/ 1127108 h 1542684"/>
              <a:gd name="connsiteX0" fmla="*/ 275988 w 4715923"/>
              <a:gd name="connsiteY0" fmla="*/ 1122352 h 1572226"/>
              <a:gd name="connsiteX1" fmla="*/ 1655327 w 4715923"/>
              <a:gd name="connsiteY1" fmla="*/ 30624 h 1572226"/>
              <a:gd name="connsiteX2" fmla="*/ 4715739 w 4715923"/>
              <a:gd name="connsiteY2" fmla="*/ 363152 h 1572226"/>
              <a:gd name="connsiteX3" fmla="*/ 1510557 w 4715923"/>
              <a:gd name="connsiteY3" fmla="*/ 1008466 h 1572226"/>
              <a:gd name="connsiteX4" fmla="*/ 275988 w 4715923"/>
              <a:gd name="connsiteY4" fmla="*/ 1122352 h 1572226"/>
              <a:gd name="connsiteX0" fmla="*/ 25029 w 4476010"/>
              <a:gd name="connsiteY0" fmla="*/ 1892393 h 2022034"/>
              <a:gd name="connsiteX1" fmla="*/ 2236847 w 4476010"/>
              <a:gd name="connsiteY1" fmla="*/ 11492 h 2022034"/>
              <a:gd name="connsiteX2" fmla="*/ 4464780 w 4476010"/>
              <a:gd name="connsiteY2" fmla="*/ 1133193 h 2022034"/>
              <a:gd name="connsiteX3" fmla="*/ 1259598 w 4476010"/>
              <a:gd name="connsiteY3" fmla="*/ 1778507 h 2022034"/>
              <a:gd name="connsiteX4" fmla="*/ 25029 w 4476010"/>
              <a:gd name="connsiteY4" fmla="*/ 1892393 h 2022034"/>
              <a:gd name="connsiteX0" fmla="*/ 19312 w 4468531"/>
              <a:gd name="connsiteY0" fmla="*/ 1893478 h 2350831"/>
              <a:gd name="connsiteX1" fmla="*/ 2231130 w 4468531"/>
              <a:gd name="connsiteY1" fmla="*/ 12577 h 2350831"/>
              <a:gd name="connsiteX2" fmla="*/ 4459063 w 4468531"/>
              <a:gd name="connsiteY2" fmla="*/ 1134278 h 2350831"/>
              <a:gd name="connsiteX3" fmla="*/ 2962196 w 4468531"/>
              <a:gd name="connsiteY3" fmla="*/ 2337807 h 2350831"/>
              <a:gd name="connsiteX4" fmla="*/ 1253881 w 4468531"/>
              <a:gd name="connsiteY4" fmla="*/ 1779592 h 2350831"/>
              <a:gd name="connsiteX5" fmla="*/ 19312 w 4468531"/>
              <a:gd name="connsiteY5" fmla="*/ 1893478 h 2350831"/>
              <a:gd name="connsiteX0" fmla="*/ 114931 w 4564151"/>
              <a:gd name="connsiteY0" fmla="*/ 1893478 h 2606070"/>
              <a:gd name="connsiteX1" fmla="*/ 2326749 w 4564151"/>
              <a:gd name="connsiteY1" fmla="*/ 12577 h 2606070"/>
              <a:gd name="connsiteX2" fmla="*/ 4554682 w 4564151"/>
              <a:gd name="connsiteY2" fmla="*/ 1134278 h 2606070"/>
              <a:gd name="connsiteX3" fmla="*/ 3057815 w 4564151"/>
              <a:gd name="connsiteY3" fmla="*/ 2337807 h 2606070"/>
              <a:gd name="connsiteX4" fmla="*/ 602599 w 4564151"/>
              <a:gd name="connsiteY4" fmla="*/ 2591133 h 2606070"/>
              <a:gd name="connsiteX5" fmla="*/ 114931 w 4564151"/>
              <a:gd name="connsiteY5" fmla="*/ 1893478 h 2606070"/>
              <a:gd name="connsiteX0" fmla="*/ 339436 w 4163621"/>
              <a:gd name="connsiteY0" fmla="*/ 711041 h 2677547"/>
              <a:gd name="connsiteX1" fmla="*/ 1926219 w 4163621"/>
              <a:gd name="connsiteY1" fmla="*/ 9118 h 2677547"/>
              <a:gd name="connsiteX2" fmla="*/ 4154152 w 4163621"/>
              <a:gd name="connsiteY2" fmla="*/ 1130819 h 2677547"/>
              <a:gd name="connsiteX3" fmla="*/ 2657285 w 4163621"/>
              <a:gd name="connsiteY3" fmla="*/ 2334348 h 2677547"/>
              <a:gd name="connsiteX4" fmla="*/ 202069 w 4163621"/>
              <a:gd name="connsiteY4" fmla="*/ 2587674 h 2677547"/>
              <a:gd name="connsiteX5" fmla="*/ 339436 w 4163621"/>
              <a:gd name="connsiteY5" fmla="*/ 711041 h 2677547"/>
              <a:gd name="connsiteX0" fmla="*/ 8699 w 3970251"/>
              <a:gd name="connsiteY0" fmla="*/ 2578556 h 2717756"/>
              <a:gd name="connsiteX1" fmla="*/ 1732849 w 3970251"/>
              <a:gd name="connsiteY1" fmla="*/ 0 h 2717756"/>
              <a:gd name="connsiteX2" fmla="*/ 3960782 w 3970251"/>
              <a:gd name="connsiteY2" fmla="*/ 1121701 h 2717756"/>
              <a:gd name="connsiteX3" fmla="*/ 2463915 w 3970251"/>
              <a:gd name="connsiteY3" fmla="*/ 2325230 h 2717756"/>
              <a:gd name="connsiteX4" fmla="*/ 8699 w 3970251"/>
              <a:gd name="connsiteY4" fmla="*/ 2578556 h 2717756"/>
              <a:gd name="connsiteX0" fmla="*/ 11617 w 3584652"/>
              <a:gd name="connsiteY0" fmla="*/ 1430838 h 2340009"/>
              <a:gd name="connsiteX1" fmla="*/ 1347250 w 3584652"/>
              <a:gd name="connsiteY1" fmla="*/ 2380 h 2340009"/>
              <a:gd name="connsiteX2" fmla="*/ 3575183 w 3584652"/>
              <a:gd name="connsiteY2" fmla="*/ 1124081 h 2340009"/>
              <a:gd name="connsiteX3" fmla="*/ 2078316 w 3584652"/>
              <a:gd name="connsiteY3" fmla="*/ 2327610 h 2340009"/>
              <a:gd name="connsiteX4" fmla="*/ 11617 w 3584652"/>
              <a:gd name="connsiteY4" fmla="*/ 1430838 h 2340009"/>
              <a:gd name="connsiteX0" fmla="*/ 36322 w 3609357"/>
              <a:gd name="connsiteY0" fmla="*/ 1430838 h 2532978"/>
              <a:gd name="connsiteX1" fmla="*/ 1371955 w 3609357"/>
              <a:gd name="connsiteY1" fmla="*/ 2380 h 2532978"/>
              <a:gd name="connsiteX2" fmla="*/ 3599888 w 3609357"/>
              <a:gd name="connsiteY2" fmla="*/ 1124081 h 2532978"/>
              <a:gd name="connsiteX3" fmla="*/ 2103021 w 3609357"/>
              <a:gd name="connsiteY3" fmla="*/ 2327610 h 2532978"/>
              <a:gd name="connsiteX4" fmla="*/ 36322 w 3609357"/>
              <a:gd name="connsiteY4" fmla="*/ 1430838 h 2532978"/>
              <a:gd name="connsiteX0" fmla="*/ 3580 w 3569301"/>
              <a:gd name="connsiteY0" fmla="*/ 1431089 h 2816320"/>
              <a:gd name="connsiteX1" fmla="*/ 1339213 w 3569301"/>
              <a:gd name="connsiteY1" fmla="*/ 2631 h 2816320"/>
              <a:gd name="connsiteX2" fmla="*/ 3567146 w 3569301"/>
              <a:gd name="connsiteY2" fmla="*/ 1124332 h 2816320"/>
              <a:gd name="connsiteX3" fmla="*/ 1722688 w 3569301"/>
              <a:gd name="connsiteY3" fmla="*/ 2808414 h 2816320"/>
              <a:gd name="connsiteX4" fmla="*/ 3580 w 3569301"/>
              <a:gd name="connsiteY4" fmla="*/ 1431089 h 2816320"/>
              <a:gd name="connsiteX0" fmla="*/ 3579 w 3569300"/>
              <a:gd name="connsiteY0" fmla="*/ 1431089 h 2808414"/>
              <a:gd name="connsiteX1" fmla="*/ 1339212 w 3569300"/>
              <a:gd name="connsiteY1" fmla="*/ 2631 h 2808414"/>
              <a:gd name="connsiteX2" fmla="*/ 3567145 w 3569300"/>
              <a:gd name="connsiteY2" fmla="*/ 1124332 h 2808414"/>
              <a:gd name="connsiteX3" fmla="*/ 1722687 w 3569300"/>
              <a:gd name="connsiteY3" fmla="*/ 2808414 h 2808414"/>
              <a:gd name="connsiteX4" fmla="*/ 3579 w 3569300"/>
              <a:gd name="connsiteY4" fmla="*/ 1431089 h 2808414"/>
              <a:gd name="connsiteX0" fmla="*/ 3579 w 3570402"/>
              <a:gd name="connsiteY0" fmla="*/ 1431089 h 2845664"/>
              <a:gd name="connsiteX1" fmla="*/ 1339212 w 3570402"/>
              <a:gd name="connsiteY1" fmla="*/ 2631 h 2845664"/>
              <a:gd name="connsiteX2" fmla="*/ 3567145 w 3570402"/>
              <a:gd name="connsiteY2" fmla="*/ 1124332 h 2845664"/>
              <a:gd name="connsiteX3" fmla="*/ 1722687 w 3570402"/>
              <a:gd name="connsiteY3" fmla="*/ 2808414 h 2845664"/>
              <a:gd name="connsiteX4" fmla="*/ 3579 w 3570402"/>
              <a:gd name="connsiteY4" fmla="*/ 1431089 h 2845664"/>
              <a:gd name="connsiteX0" fmla="*/ 3579 w 3571531"/>
              <a:gd name="connsiteY0" fmla="*/ 1431089 h 2809355"/>
              <a:gd name="connsiteX1" fmla="*/ 1339212 w 3571531"/>
              <a:gd name="connsiteY1" fmla="*/ 2631 h 2809355"/>
              <a:gd name="connsiteX2" fmla="*/ 3567145 w 3571531"/>
              <a:gd name="connsiteY2" fmla="*/ 1124332 h 2809355"/>
              <a:gd name="connsiteX3" fmla="*/ 1722687 w 3571531"/>
              <a:gd name="connsiteY3" fmla="*/ 2808414 h 2809355"/>
              <a:gd name="connsiteX4" fmla="*/ 3579 w 3571531"/>
              <a:gd name="connsiteY4" fmla="*/ 1431089 h 2809355"/>
              <a:gd name="connsiteX0" fmla="*/ 3579 w 3570449"/>
              <a:gd name="connsiteY0" fmla="*/ 1431089 h 2811091"/>
              <a:gd name="connsiteX1" fmla="*/ 1339212 w 3570449"/>
              <a:gd name="connsiteY1" fmla="*/ 2631 h 2811091"/>
              <a:gd name="connsiteX2" fmla="*/ 3567145 w 3570449"/>
              <a:gd name="connsiteY2" fmla="*/ 1124332 h 2811091"/>
              <a:gd name="connsiteX3" fmla="*/ 1722687 w 3570449"/>
              <a:gd name="connsiteY3" fmla="*/ 2808414 h 2811091"/>
              <a:gd name="connsiteX4" fmla="*/ 3579 w 3570449"/>
              <a:gd name="connsiteY4" fmla="*/ 1431089 h 2811091"/>
              <a:gd name="connsiteX0" fmla="*/ 9477 w 3576347"/>
              <a:gd name="connsiteY0" fmla="*/ 1454488 h 2834490"/>
              <a:gd name="connsiteX1" fmla="*/ 1345110 w 3576347"/>
              <a:gd name="connsiteY1" fmla="*/ 26030 h 2834490"/>
              <a:gd name="connsiteX2" fmla="*/ 3573043 w 3576347"/>
              <a:gd name="connsiteY2" fmla="*/ 1147731 h 2834490"/>
              <a:gd name="connsiteX3" fmla="*/ 1728585 w 3576347"/>
              <a:gd name="connsiteY3" fmla="*/ 2831813 h 2834490"/>
              <a:gd name="connsiteX4" fmla="*/ 9477 w 3576347"/>
              <a:gd name="connsiteY4" fmla="*/ 1454488 h 2834490"/>
              <a:gd name="connsiteX0" fmla="*/ 11200 w 3578070"/>
              <a:gd name="connsiteY0" fmla="*/ 1454488 h 2834490"/>
              <a:gd name="connsiteX1" fmla="*/ 1346833 w 3578070"/>
              <a:gd name="connsiteY1" fmla="*/ 26030 h 2834490"/>
              <a:gd name="connsiteX2" fmla="*/ 3574766 w 3578070"/>
              <a:gd name="connsiteY2" fmla="*/ 1147731 h 2834490"/>
              <a:gd name="connsiteX3" fmla="*/ 1730308 w 3578070"/>
              <a:gd name="connsiteY3" fmla="*/ 2831813 h 2834490"/>
              <a:gd name="connsiteX4" fmla="*/ 11200 w 3578070"/>
              <a:gd name="connsiteY4" fmla="*/ 1454488 h 2834490"/>
              <a:gd name="connsiteX0" fmla="*/ 5238 w 3394494"/>
              <a:gd name="connsiteY0" fmla="*/ 1561249 h 2815719"/>
              <a:gd name="connsiteX1" fmla="*/ 1164359 w 3394494"/>
              <a:gd name="connsiteY1" fmla="*/ 5027 h 2815719"/>
              <a:gd name="connsiteX2" fmla="*/ 3392292 w 3394494"/>
              <a:gd name="connsiteY2" fmla="*/ 1126728 h 2815719"/>
              <a:gd name="connsiteX3" fmla="*/ 1547834 w 3394494"/>
              <a:gd name="connsiteY3" fmla="*/ 2810810 h 2815719"/>
              <a:gd name="connsiteX4" fmla="*/ 5238 w 3394494"/>
              <a:gd name="connsiteY4" fmla="*/ 1561249 h 2815719"/>
              <a:gd name="connsiteX0" fmla="*/ 1714 w 3390970"/>
              <a:gd name="connsiteY0" fmla="*/ 1561249 h 2816846"/>
              <a:gd name="connsiteX1" fmla="*/ 1160835 w 3390970"/>
              <a:gd name="connsiteY1" fmla="*/ 5027 h 2816846"/>
              <a:gd name="connsiteX2" fmla="*/ 3388768 w 3390970"/>
              <a:gd name="connsiteY2" fmla="*/ 1126728 h 2816846"/>
              <a:gd name="connsiteX3" fmla="*/ 1544310 w 3390970"/>
              <a:gd name="connsiteY3" fmla="*/ 2810810 h 2816846"/>
              <a:gd name="connsiteX4" fmla="*/ 1714 w 3390970"/>
              <a:gd name="connsiteY4" fmla="*/ 1561249 h 2816846"/>
              <a:gd name="connsiteX0" fmla="*/ 1714 w 3392183"/>
              <a:gd name="connsiteY0" fmla="*/ 1561249 h 2822298"/>
              <a:gd name="connsiteX1" fmla="*/ 1160835 w 3392183"/>
              <a:gd name="connsiteY1" fmla="*/ 5027 h 2822298"/>
              <a:gd name="connsiteX2" fmla="*/ 3388768 w 3392183"/>
              <a:gd name="connsiteY2" fmla="*/ 1126728 h 2822298"/>
              <a:gd name="connsiteX3" fmla="*/ 1544310 w 3392183"/>
              <a:gd name="connsiteY3" fmla="*/ 2810810 h 2822298"/>
              <a:gd name="connsiteX4" fmla="*/ 1714 w 3392183"/>
              <a:gd name="connsiteY4" fmla="*/ 1561249 h 2822298"/>
              <a:gd name="connsiteX0" fmla="*/ 1599 w 3099681"/>
              <a:gd name="connsiteY0" fmla="*/ 1556274 h 2805936"/>
              <a:gd name="connsiteX1" fmla="*/ 1160720 w 3099681"/>
              <a:gd name="connsiteY1" fmla="*/ 52 h 2805936"/>
              <a:gd name="connsiteX2" fmla="*/ 3097014 w 3099681"/>
              <a:gd name="connsiteY2" fmla="*/ 1505235 h 2805936"/>
              <a:gd name="connsiteX3" fmla="*/ 1544195 w 3099681"/>
              <a:gd name="connsiteY3" fmla="*/ 2805835 h 2805936"/>
              <a:gd name="connsiteX4" fmla="*/ 1599 w 3099681"/>
              <a:gd name="connsiteY4" fmla="*/ 1556274 h 2805936"/>
              <a:gd name="connsiteX0" fmla="*/ 1599 w 3098266"/>
              <a:gd name="connsiteY0" fmla="*/ 1556274 h 2805936"/>
              <a:gd name="connsiteX1" fmla="*/ 1160720 w 3098266"/>
              <a:gd name="connsiteY1" fmla="*/ 52 h 2805936"/>
              <a:gd name="connsiteX2" fmla="*/ 3097014 w 3098266"/>
              <a:gd name="connsiteY2" fmla="*/ 1505235 h 2805936"/>
              <a:gd name="connsiteX3" fmla="*/ 1544195 w 3098266"/>
              <a:gd name="connsiteY3" fmla="*/ 2805835 h 2805936"/>
              <a:gd name="connsiteX4" fmla="*/ 1599 w 3098266"/>
              <a:gd name="connsiteY4" fmla="*/ 1556274 h 2805936"/>
              <a:gd name="connsiteX0" fmla="*/ 6698 w 3107113"/>
              <a:gd name="connsiteY0" fmla="*/ 1556268 h 1995204"/>
              <a:gd name="connsiteX1" fmla="*/ 1165819 w 3107113"/>
              <a:gd name="connsiteY1" fmla="*/ 46 h 1995204"/>
              <a:gd name="connsiteX2" fmla="*/ 3102113 w 3107113"/>
              <a:gd name="connsiteY2" fmla="*/ 1505229 h 1995204"/>
              <a:gd name="connsiteX3" fmla="*/ 1670895 w 3107113"/>
              <a:gd name="connsiteY3" fmla="*/ 1994767 h 1995204"/>
              <a:gd name="connsiteX4" fmla="*/ 6698 w 3107113"/>
              <a:gd name="connsiteY4" fmla="*/ 1556268 h 1995204"/>
              <a:gd name="connsiteX0" fmla="*/ 6698 w 3107610"/>
              <a:gd name="connsiteY0" fmla="*/ 1556268 h 2094159"/>
              <a:gd name="connsiteX1" fmla="*/ 1165819 w 3107610"/>
              <a:gd name="connsiteY1" fmla="*/ 46 h 2094159"/>
              <a:gd name="connsiteX2" fmla="*/ 3102113 w 3107610"/>
              <a:gd name="connsiteY2" fmla="*/ 1505229 h 2094159"/>
              <a:gd name="connsiteX3" fmla="*/ 1670895 w 3107610"/>
              <a:gd name="connsiteY3" fmla="*/ 1994767 h 2094159"/>
              <a:gd name="connsiteX4" fmla="*/ 6698 w 3107610"/>
              <a:gd name="connsiteY4" fmla="*/ 1556268 h 2094159"/>
              <a:gd name="connsiteX0" fmla="*/ 6698 w 3108326"/>
              <a:gd name="connsiteY0" fmla="*/ 1556268 h 2032117"/>
              <a:gd name="connsiteX1" fmla="*/ 1165819 w 3108326"/>
              <a:gd name="connsiteY1" fmla="*/ 46 h 2032117"/>
              <a:gd name="connsiteX2" fmla="*/ 3102113 w 3108326"/>
              <a:gd name="connsiteY2" fmla="*/ 1505229 h 2032117"/>
              <a:gd name="connsiteX3" fmla="*/ 1670895 w 3108326"/>
              <a:gd name="connsiteY3" fmla="*/ 1994767 h 2032117"/>
              <a:gd name="connsiteX4" fmla="*/ 6698 w 3108326"/>
              <a:gd name="connsiteY4" fmla="*/ 1556268 h 2032117"/>
              <a:gd name="connsiteX0" fmla="*/ 2700 w 3101149"/>
              <a:gd name="connsiteY0" fmla="*/ 1588985 h 2065259"/>
              <a:gd name="connsiteX1" fmla="*/ 1324169 w 3101149"/>
              <a:gd name="connsiteY1" fmla="*/ 44 h 2065259"/>
              <a:gd name="connsiteX2" fmla="*/ 3098115 w 3101149"/>
              <a:gd name="connsiteY2" fmla="*/ 1537946 h 2065259"/>
              <a:gd name="connsiteX3" fmla="*/ 1666897 w 3101149"/>
              <a:gd name="connsiteY3" fmla="*/ 2027484 h 2065259"/>
              <a:gd name="connsiteX4" fmla="*/ 2700 w 3101149"/>
              <a:gd name="connsiteY4" fmla="*/ 1588985 h 2065259"/>
              <a:gd name="connsiteX0" fmla="*/ 2700 w 3100106"/>
              <a:gd name="connsiteY0" fmla="*/ 1588985 h 2163738"/>
              <a:gd name="connsiteX1" fmla="*/ 1324169 w 3100106"/>
              <a:gd name="connsiteY1" fmla="*/ 44 h 2163738"/>
              <a:gd name="connsiteX2" fmla="*/ 3098115 w 3100106"/>
              <a:gd name="connsiteY2" fmla="*/ 1537946 h 2163738"/>
              <a:gd name="connsiteX3" fmla="*/ 1666897 w 3100106"/>
              <a:gd name="connsiteY3" fmla="*/ 2027484 h 2163738"/>
              <a:gd name="connsiteX4" fmla="*/ 2700 w 3100106"/>
              <a:gd name="connsiteY4" fmla="*/ 1588985 h 2163738"/>
              <a:gd name="connsiteX0" fmla="*/ 2700 w 3100834"/>
              <a:gd name="connsiteY0" fmla="*/ 1588985 h 2056082"/>
              <a:gd name="connsiteX1" fmla="*/ 1324169 w 3100834"/>
              <a:gd name="connsiteY1" fmla="*/ 44 h 2056082"/>
              <a:gd name="connsiteX2" fmla="*/ 3098115 w 3100834"/>
              <a:gd name="connsiteY2" fmla="*/ 1537946 h 2056082"/>
              <a:gd name="connsiteX3" fmla="*/ 1666897 w 3100834"/>
              <a:gd name="connsiteY3" fmla="*/ 2027484 h 2056082"/>
              <a:gd name="connsiteX4" fmla="*/ 2700 w 3100834"/>
              <a:gd name="connsiteY4" fmla="*/ 1588985 h 2056082"/>
              <a:gd name="connsiteX0" fmla="*/ 2700 w 3101100"/>
              <a:gd name="connsiteY0" fmla="*/ 1588985 h 2041075"/>
              <a:gd name="connsiteX1" fmla="*/ 1324169 w 3101100"/>
              <a:gd name="connsiteY1" fmla="*/ 44 h 2041075"/>
              <a:gd name="connsiteX2" fmla="*/ 3098115 w 3101100"/>
              <a:gd name="connsiteY2" fmla="*/ 1537946 h 2041075"/>
              <a:gd name="connsiteX3" fmla="*/ 1666897 w 3101100"/>
              <a:gd name="connsiteY3" fmla="*/ 2027484 h 2041075"/>
              <a:gd name="connsiteX4" fmla="*/ 2700 w 3101100"/>
              <a:gd name="connsiteY4" fmla="*/ 1588985 h 2041075"/>
              <a:gd name="connsiteX0" fmla="*/ 2700 w 3101100"/>
              <a:gd name="connsiteY0" fmla="*/ 1588985 h 2041075"/>
              <a:gd name="connsiteX1" fmla="*/ 1324169 w 3101100"/>
              <a:gd name="connsiteY1" fmla="*/ 44 h 2041075"/>
              <a:gd name="connsiteX2" fmla="*/ 3098115 w 3101100"/>
              <a:gd name="connsiteY2" fmla="*/ 1537946 h 2041075"/>
              <a:gd name="connsiteX3" fmla="*/ 1666897 w 3101100"/>
              <a:gd name="connsiteY3" fmla="*/ 2027484 h 2041075"/>
              <a:gd name="connsiteX4" fmla="*/ 2700 w 3101100"/>
              <a:gd name="connsiteY4" fmla="*/ 1588985 h 2041075"/>
              <a:gd name="connsiteX0" fmla="*/ 2700 w 3101100"/>
              <a:gd name="connsiteY0" fmla="*/ 1588985 h 2041075"/>
              <a:gd name="connsiteX1" fmla="*/ 1324169 w 3101100"/>
              <a:gd name="connsiteY1" fmla="*/ 44 h 2041075"/>
              <a:gd name="connsiteX2" fmla="*/ 3098115 w 3101100"/>
              <a:gd name="connsiteY2" fmla="*/ 1537946 h 2041075"/>
              <a:gd name="connsiteX3" fmla="*/ 1666897 w 3101100"/>
              <a:gd name="connsiteY3" fmla="*/ 2027484 h 2041075"/>
              <a:gd name="connsiteX4" fmla="*/ 2700 w 3101100"/>
              <a:gd name="connsiteY4" fmla="*/ 1588985 h 2041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01100" h="2041075">
                <a:moveTo>
                  <a:pt x="2700" y="1588985"/>
                </a:moveTo>
                <a:cubicBezTo>
                  <a:pt x="-54421" y="1251078"/>
                  <a:pt x="808267" y="8550"/>
                  <a:pt x="1324169" y="44"/>
                </a:cubicBezTo>
                <a:cubicBezTo>
                  <a:pt x="1840071" y="-8462"/>
                  <a:pt x="3040994" y="1200039"/>
                  <a:pt x="3098115" y="1537946"/>
                </a:cubicBezTo>
                <a:cubicBezTo>
                  <a:pt x="3155236" y="1875853"/>
                  <a:pt x="2382291" y="1963492"/>
                  <a:pt x="1666897" y="2027484"/>
                </a:cubicBezTo>
                <a:cubicBezTo>
                  <a:pt x="951503" y="2091476"/>
                  <a:pt x="59821" y="1926892"/>
                  <a:pt x="2700" y="1588985"/>
                </a:cubicBezTo>
                <a:close/>
              </a:path>
            </a:pathLst>
          </a:custGeom>
          <a:solidFill>
            <a:srgbClr val="AB86BB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Freihandform 13">
            <a:extLst>
              <a:ext uri="{FF2B5EF4-FFF2-40B4-BE49-F238E27FC236}">
                <a16:creationId xmlns:a16="http://schemas.microsoft.com/office/drawing/2014/main" id="{4B41898A-F8F9-4A92-44E7-C6856EDDF897}"/>
              </a:ext>
            </a:extLst>
          </p:cNvPr>
          <p:cNvSpPr/>
          <p:nvPr userDrawn="1"/>
        </p:nvSpPr>
        <p:spPr>
          <a:xfrm rot="18508693">
            <a:off x="-3762534" y="-3706289"/>
            <a:ext cx="6589168" cy="6276091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3177410"/>
              <a:gd name="connsiteY0" fmla="*/ 1035451 h 3606310"/>
              <a:gd name="connsiteX1" fmla="*/ 3141588 w 3177410"/>
              <a:gd name="connsiteY1" fmla="*/ 152581 h 3606310"/>
              <a:gd name="connsiteX2" fmla="*/ 2574031 w 3177410"/>
              <a:gd name="connsiteY2" fmla="*/ 1666070 h 3606310"/>
              <a:gd name="connsiteX3" fmla="*/ 2321781 w 3177410"/>
              <a:gd name="connsiteY3" fmla="*/ 3473850 h 3606310"/>
              <a:gd name="connsiteX4" fmla="*/ 51546 w 3177410"/>
              <a:gd name="connsiteY4" fmla="*/ 2664554 h 3606310"/>
              <a:gd name="connsiteX5" fmla="*/ 829312 w 3177410"/>
              <a:gd name="connsiteY5" fmla="*/ 1035451 h 3606310"/>
              <a:gd name="connsiteX0" fmla="*/ 829312 w 3177410"/>
              <a:gd name="connsiteY0" fmla="*/ 1013703 h 3584562"/>
              <a:gd name="connsiteX1" fmla="*/ 3141588 w 3177410"/>
              <a:gd name="connsiteY1" fmla="*/ 130833 h 3584562"/>
              <a:gd name="connsiteX2" fmla="*/ 2574031 w 3177410"/>
              <a:gd name="connsiteY2" fmla="*/ 1644322 h 3584562"/>
              <a:gd name="connsiteX3" fmla="*/ 2321781 w 3177410"/>
              <a:gd name="connsiteY3" fmla="*/ 3452102 h 3584562"/>
              <a:gd name="connsiteX4" fmla="*/ 51546 w 3177410"/>
              <a:gd name="connsiteY4" fmla="*/ 2642806 h 3584562"/>
              <a:gd name="connsiteX5" fmla="*/ 829312 w 3177410"/>
              <a:gd name="connsiteY5" fmla="*/ 1013703 h 3584562"/>
              <a:gd name="connsiteX0" fmla="*/ 829578 w 3177676"/>
              <a:gd name="connsiteY0" fmla="*/ 1013703 h 3584562"/>
              <a:gd name="connsiteX1" fmla="*/ 3141854 w 3177676"/>
              <a:gd name="connsiteY1" fmla="*/ 130833 h 3584562"/>
              <a:gd name="connsiteX2" fmla="*/ 2574297 w 3177676"/>
              <a:gd name="connsiteY2" fmla="*/ 1644322 h 3584562"/>
              <a:gd name="connsiteX3" fmla="*/ 2322047 w 3177676"/>
              <a:gd name="connsiteY3" fmla="*/ 3452102 h 3584562"/>
              <a:gd name="connsiteX4" fmla="*/ 51812 w 3177676"/>
              <a:gd name="connsiteY4" fmla="*/ 2642806 h 3584562"/>
              <a:gd name="connsiteX5" fmla="*/ 829578 w 3177676"/>
              <a:gd name="connsiteY5" fmla="*/ 1013703 h 3584562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11178 w 2672400"/>
              <a:gd name="connsiteY0" fmla="*/ 7864 h 2583061"/>
              <a:gd name="connsiteX1" fmla="*/ 1318755 w 2672400"/>
              <a:gd name="connsiteY1" fmla="*/ 1092175 h 2583061"/>
              <a:gd name="connsiteX2" fmla="*/ 2555897 w 2672400"/>
              <a:gd name="connsiteY2" fmla="*/ 638483 h 2583061"/>
              <a:gd name="connsiteX3" fmla="*/ 2303647 w 2672400"/>
              <a:gd name="connsiteY3" fmla="*/ 2446263 h 2583061"/>
              <a:gd name="connsiteX4" fmla="*/ 33412 w 2672400"/>
              <a:gd name="connsiteY4" fmla="*/ 1636967 h 2583061"/>
              <a:gd name="connsiteX5" fmla="*/ 811178 w 2672400"/>
              <a:gd name="connsiteY5" fmla="*/ 7864 h 2583061"/>
              <a:gd name="connsiteX0" fmla="*/ 811178 w 3223026"/>
              <a:gd name="connsiteY0" fmla="*/ 5596 h 2477281"/>
              <a:gd name="connsiteX1" fmla="*/ 1318755 w 3223026"/>
              <a:gd name="connsiteY1" fmla="*/ 1089907 h 2477281"/>
              <a:gd name="connsiteX2" fmla="*/ 3192488 w 3223026"/>
              <a:gd name="connsiteY2" fmla="*/ 802600 h 2477281"/>
              <a:gd name="connsiteX3" fmla="*/ 2303647 w 3223026"/>
              <a:gd name="connsiteY3" fmla="*/ 2443995 h 2477281"/>
              <a:gd name="connsiteX4" fmla="*/ 33412 w 3223026"/>
              <a:gd name="connsiteY4" fmla="*/ 1634699 h 2477281"/>
              <a:gd name="connsiteX5" fmla="*/ 811178 w 3223026"/>
              <a:gd name="connsiteY5" fmla="*/ 5596 h 2477281"/>
              <a:gd name="connsiteX0" fmla="*/ 846588 w 3330250"/>
              <a:gd name="connsiteY0" fmla="*/ 5596 h 2432711"/>
              <a:gd name="connsiteX1" fmla="*/ 1354165 w 3330250"/>
              <a:gd name="connsiteY1" fmla="*/ 1089907 h 2432711"/>
              <a:gd name="connsiteX2" fmla="*/ 3227898 w 3330250"/>
              <a:gd name="connsiteY2" fmla="*/ 802600 h 2432711"/>
              <a:gd name="connsiteX3" fmla="*/ 2761796 w 3330250"/>
              <a:gd name="connsiteY3" fmla="*/ 2409553 h 2432711"/>
              <a:gd name="connsiteX4" fmla="*/ 68822 w 3330250"/>
              <a:gd name="connsiteY4" fmla="*/ 1634699 h 2432711"/>
              <a:gd name="connsiteX5" fmla="*/ 846588 w 3330250"/>
              <a:gd name="connsiteY5" fmla="*/ 5596 h 2432711"/>
              <a:gd name="connsiteX0" fmla="*/ 846588 w 3514825"/>
              <a:gd name="connsiteY0" fmla="*/ 5596 h 2432711"/>
              <a:gd name="connsiteX1" fmla="*/ 1354165 w 3514825"/>
              <a:gd name="connsiteY1" fmla="*/ 1089907 h 2432711"/>
              <a:gd name="connsiteX2" fmla="*/ 3227898 w 3514825"/>
              <a:gd name="connsiteY2" fmla="*/ 802600 h 2432711"/>
              <a:gd name="connsiteX3" fmla="*/ 2761796 w 3514825"/>
              <a:gd name="connsiteY3" fmla="*/ 2409553 h 2432711"/>
              <a:gd name="connsiteX4" fmla="*/ 68822 w 3514825"/>
              <a:gd name="connsiteY4" fmla="*/ 1634699 h 2432711"/>
              <a:gd name="connsiteX5" fmla="*/ 846588 w 3514825"/>
              <a:gd name="connsiteY5" fmla="*/ 5596 h 2432711"/>
              <a:gd name="connsiteX0" fmla="*/ 875402 w 3543639"/>
              <a:gd name="connsiteY0" fmla="*/ 2708 h 2429823"/>
              <a:gd name="connsiteX1" fmla="*/ 1382979 w 3543639"/>
              <a:gd name="connsiteY1" fmla="*/ 1087019 h 2429823"/>
              <a:gd name="connsiteX2" fmla="*/ 3256712 w 3543639"/>
              <a:gd name="connsiteY2" fmla="*/ 799712 h 2429823"/>
              <a:gd name="connsiteX3" fmla="*/ 2790610 w 3543639"/>
              <a:gd name="connsiteY3" fmla="*/ 2406665 h 2429823"/>
              <a:gd name="connsiteX4" fmla="*/ 97636 w 3543639"/>
              <a:gd name="connsiteY4" fmla="*/ 1631811 h 2429823"/>
              <a:gd name="connsiteX5" fmla="*/ 875402 w 3543639"/>
              <a:gd name="connsiteY5" fmla="*/ 2708 h 2429823"/>
              <a:gd name="connsiteX0" fmla="*/ 1035116 w 3703353"/>
              <a:gd name="connsiteY0" fmla="*/ 3586 h 2450893"/>
              <a:gd name="connsiteX1" fmla="*/ 1542693 w 3703353"/>
              <a:gd name="connsiteY1" fmla="*/ 1087897 h 2450893"/>
              <a:gd name="connsiteX2" fmla="*/ 3416426 w 3703353"/>
              <a:gd name="connsiteY2" fmla="*/ 800590 h 2450893"/>
              <a:gd name="connsiteX3" fmla="*/ 2950324 w 3703353"/>
              <a:gd name="connsiteY3" fmla="*/ 2407543 h 2450893"/>
              <a:gd name="connsiteX4" fmla="*/ 257350 w 3703353"/>
              <a:gd name="connsiteY4" fmla="*/ 1632689 h 2450893"/>
              <a:gd name="connsiteX5" fmla="*/ 1035116 w 3703353"/>
              <a:gd name="connsiteY5" fmla="*/ 3586 h 2450893"/>
              <a:gd name="connsiteX0" fmla="*/ 991689 w 3462563"/>
              <a:gd name="connsiteY0" fmla="*/ 10605 h 2457912"/>
              <a:gd name="connsiteX1" fmla="*/ 1674106 w 3462563"/>
              <a:gd name="connsiteY1" fmla="*/ 930710 h 2457912"/>
              <a:gd name="connsiteX2" fmla="*/ 3372999 w 3462563"/>
              <a:gd name="connsiteY2" fmla="*/ 807609 h 2457912"/>
              <a:gd name="connsiteX3" fmla="*/ 2906897 w 3462563"/>
              <a:gd name="connsiteY3" fmla="*/ 2414562 h 2457912"/>
              <a:gd name="connsiteX4" fmla="*/ 213923 w 3462563"/>
              <a:gd name="connsiteY4" fmla="*/ 1639708 h 2457912"/>
              <a:gd name="connsiteX5" fmla="*/ 991689 w 3462563"/>
              <a:gd name="connsiteY5" fmla="*/ 10605 h 2457912"/>
              <a:gd name="connsiteX0" fmla="*/ 991689 w 3644113"/>
              <a:gd name="connsiteY0" fmla="*/ 10605 h 2457912"/>
              <a:gd name="connsiteX1" fmla="*/ 1674106 w 3644113"/>
              <a:gd name="connsiteY1" fmla="*/ 930710 h 2457912"/>
              <a:gd name="connsiteX2" fmla="*/ 3372999 w 3644113"/>
              <a:gd name="connsiteY2" fmla="*/ 807609 h 2457912"/>
              <a:gd name="connsiteX3" fmla="*/ 2906897 w 3644113"/>
              <a:gd name="connsiteY3" fmla="*/ 2414562 h 2457912"/>
              <a:gd name="connsiteX4" fmla="*/ 213923 w 3644113"/>
              <a:gd name="connsiteY4" fmla="*/ 1639708 h 2457912"/>
              <a:gd name="connsiteX5" fmla="*/ 991689 w 3644113"/>
              <a:gd name="connsiteY5" fmla="*/ 10605 h 2457912"/>
              <a:gd name="connsiteX0" fmla="*/ 1054352 w 3706777"/>
              <a:gd name="connsiteY0" fmla="*/ 1046 h 2448353"/>
              <a:gd name="connsiteX1" fmla="*/ 1736769 w 3706777"/>
              <a:gd name="connsiteY1" fmla="*/ 921151 h 2448353"/>
              <a:gd name="connsiteX2" fmla="*/ 3435662 w 3706777"/>
              <a:gd name="connsiteY2" fmla="*/ 798050 h 2448353"/>
              <a:gd name="connsiteX3" fmla="*/ 2969560 w 3706777"/>
              <a:gd name="connsiteY3" fmla="*/ 2405003 h 2448353"/>
              <a:gd name="connsiteX4" fmla="*/ 276586 w 3706777"/>
              <a:gd name="connsiteY4" fmla="*/ 1630149 h 2448353"/>
              <a:gd name="connsiteX5" fmla="*/ 1054352 w 3706777"/>
              <a:gd name="connsiteY5" fmla="*/ 1046 h 2448353"/>
              <a:gd name="connsiteX0" fmla="*/ 590056 w 3683836"/>
              <a:gd name="connsiteY0" fmla="*/ 1109 h 1961431"/>
              <a:gd name="connsiteX1" fmla="*/ 1713828 w 3683836"/>
              <a:gd name="connsiteY1" fmla="*/ 456838 h 1961431"/>
              <a:gd name="connsiteX2" fmla="*/ 3412721 w 3683836"/>
              <a:gd name="connsiteY2" fmla="*/ 333737 h 1961431"/>
              <a:gd name="connsiteX3" fmla="*/ 2946619 w 3683836"/>
              <a:gd name="connsiteY3" fmla="*/ 1940690 h 1961431"/>
              <a:gd name="connsiteX4" fmla="*/ 253645 w 3683836"/>
              <a:gd name="connsiteY4" fmla="*/ 1165836 h 1961431"/>
              <a:gd name="connsiteX5" fmla="*/ 590056 w 3683836"/>
              <a:gd name="connsiteY5" fmla="*/ 1109 h 1961431"/>
              <a:gd name="connsiteX0" fmla="*/ 577152 w 3670932"/>
              <a:gd name="connsiteY0" fmla="*/ 28557 h 1988879"/>
              <a:gd name="connsiteX1" fmla="*/ 1700924 w 3670932"/>
              <a:gd name="connsiteY1" fmla="*/ 484286 h 1988879"/>
              <a:gd name="connsiteX2" fmla="*/ 3399817 w 3670932"/>
              <a:gd name="connsiteY2" fmla="*/ 361185 h 1988879"/>
              <a:gd name="connsiteX3" fmla="*/ 2933715 w 3670932"/>
              <a:gd name="connsiteY3" fmla="*/ 1968138 h 1988879"/>
              <a:gd name="connsiteX4" fmla="*/ 240741 w 3670932"/>
              <a:gd name="connsiteY4" fmla="*/ 1193284 h 1988879"/>
              <a:gd name="connsiteX5" fmla="*/ 577152 w 3670932"/>
              <a:gd name="connsiteY5" fmla="*/ 28557 h 1988879"/>
              <a:gd name="connsiteX0" fmla="*/ 5660 w 3065770"/>
              <a:gd name="connsiteY0" fmla="*/ 41752 h 2084853"/>
              <a:gd name="connsiteX1" fmla="*/ 1129432 w 3065770"/>
              <a:gd name="connsiteY1" fmla="*/ 497481 h 2084853"/>
              <a:gd name="connsiteX2" fmla="*/ 2828325 w 3065770"/>
              <a:gd name="connsiteY2" fmla="*/ 374380 h 2084853"/>
              <a:gd name="connsiteX3" fmla="*/ 2362223 w 3065770"/>
              <a:gd name="connsiteY3" fmla="*/ 1981333 h 2084853"/>
              <a:gd name="connsiteX4" fmla="*/ 768571 w 3065770"/>
              <a:gd name="connsiteY4" fmla="*/ 1718703 h 2084853"/>
              <a:gd name="connsiteX5" fmla="*/ 5660 w 3065770"/>
              <a:gd name="connsiteY5" fmla="*/ 41752 h 2084853"/>
              <a:gd name="connsiteX0" fmla="*/ 12471 w 3072581"/>
              <a:gd name="connsiteY0" fmla="*/ 41752 h 2092530"/>
              <a:gd name="connsiteX1" fmla="*/ 1136243 w 3072581"/>
              <a:gd name="connsiteY1" fmla="*/ 497481 h 2092530"/>
              <a:gd name="connsiteX2" fmla="*/ 2835136 w 3072581"/>
              <a:gd name="connsiteY2" fmla="*/ 374380 h 2092530"/>
              <a:gd name="connsiteX3" fmla="*/ 2369034 w 3072581"/>
              <a:gd name="connsiteY3" fmla="*/ 1981333 h 2092530"/>
              <a:gd name="connsiteX4" fmla="*/ 775382 w 3072581"/>
              <a:gd name="connsiteY4" fmla="*/ 1718703 h 2092530"/>
              <a:gd name="connsiteX5" fmla="*/ 12471 w 3072581"/>
              <a:gd name="connsiteY5" fmla="*/ 41752 h 2092530"/>
              <a:gd name="connsiteX0" fmla="*/ 2798 w 3655173"/>
              <a:gd name="connsiteY0" fmla="*/ 869129 h 2007317"/>
              <a:gd name="connsiteX1" fmla="*/ 1718835 w 3655173"/>
              <a:gd name="connsiteY1" fmla="*/ 445136 h 2007317"/>
              <a:gd name="connsiteX2" fmla="*/ 3417728 w 3655173"/>
              <a:gd name="connsiteY2" fmla="*/ 322035 h 2007317"/>
              <a:gd name="connsiteX3" fmla="*/ 2951626 w 3655173"/>
              <a:gd name="connsiteY3" fmla="*/ 1928988 h 2007317"/>
              <a:gd name="connsiteX4" fmla="*/ 1357974 w 3655173"/>
              <a:gd name="connsiteY4" fmla="*/ 1666358 h 2007317"/>
              <a:gd name="connsiteX5" fmla="*/ 2798 w 3655173"/>
              <a:gd name="connsiteY5" fmla="*/ 869129 h 2007317"/>
              <a:gd name="connsiteX0" fmla="*/ 542 w 3652917"/>
              <a:gd name="connsiteY0" fmla="*/ 869129 h 2007318"/>
              <a:gd name="connsiteX1" fmla="*/ 1716579 w 3652917"/>
              <a:gd name="connsiteY1" fmla="*/ 445136 h 2007318"/>
              <a:gd name="connsiteX2" fmla="*/ 3415472 w 3652917"/>
              <a:gd name="connsiteY2" fmla="*/ 322035 h 2007318"/>
              <a:gd name="connsiteX3" fmla="*/ 2949370 w 3652917"/>
              <a:gd name="connsiteY3" fmla="*/ 1928988 h 2007318"/>
              <a:gd name="connsiteX4" fmla="*/ 1355718 w 3652917"/>
              <a:gd name="connsiteY4" fmla="*/ 1666358 h 2007318"/>
              <a:gd name="connsiteX5" fmla="*/ 542 w 3652917"/>
              <a:gd name="connsiteY5" fmla="*/ 869129 h 2007318"/>
              <a:gd name="connsiteX0" fmla="*/ 243 w 3639926"/>
              <a:gd name="connsiteY0" fmla="*/ 869129 h 1955507"/>
              <a:gd name="connsiteX1" fmla="*/ 1716280 w 3639926"/>
              <a:gd name="connsiteY1" fmla="*/ 445136 h 1955507"/>
              <a:gd name="connsiteX2" fmla="*/ 3415173 w 3639926"/>
              <a:gd name="connsiteY2" fmla="*/ 322035 h 1955507"/>
              <a:gd name="connsiteX3" fmla="*/ 2949071 w 3639926"/>
              <a:gd name="connsiteY3" fmla="*/ 1928988 h 1955507"/>
              <a:gd name="connsiteX4" fmla="*/ 1833458 w 3639926"/>
              <a:gd name="connsiteY4" fmla="*/ 1291535 h 1955507"/>
              <a:gd name="connsiteX5" fmla="*/ 243 w 3639926"/>
              <a:gd name="connsiteY5" fmla="*/ 869129 h 1955507"/>
              <a:gd name="connsiteX0" fmla="*/ 243 w 3639926"/>
              <a:gd name="connsiteY0" fmla="*/ 869129 h 1947022"/>
              <a:gd name="connsiteX1" fmla="*/ 1716280 w 3639926"/>
              <a:gd name="connsiteY1" fmla="*/ 445136 h 1947022"/>
              <a:gd name="connsiteX2" fmla="*/ 3415173 w 3639926"/>
              <a:gd name="connsiteY2" fmla="*/ 322035 h 1947022"/>
              <a:gd name="connsiteX3" fmla="*/ 2949071 w 3639926"/>
              <a:gd name="connsiteY3" fmla="*/ 1928988 h 1947022"/>
              <a:gd name="connsiteX4" fmla="*/ 1833458 w 3639926"/>
              <a:gd name="connsiteY4" fmla="*/ 1291535 h 1947022"/>
              <a:gd name="connsiteX5" fmla="*/ 243 w 3639926"/>
              <a:gd name="connsiteY5" fmla="*/ 869129 h 1947022"/>
              <a:gd name="connsiteX0" fmla="*/ 7345 w 3647028"/>
              <a:gd name="connsiteY0" fmla="*/ 869129 h 1947022"/>
              <a:gd name="connsiteX1" fmla="*/ 1723382 w 3647028"/>
              <a:gd name="connsiteY1" fmla="*/ 445136 h 1947022"/>
              <a:gd name="connsiteX2" fmla="*/ 3422275 w 3647028"/>
              <a:gd name="connsiteY2" fmla="*/ 322035 h 1947022"/>
              <a:gd name="connsiteX3" fmla="*/ 2956173 w 3647028"/>
              <a:gd name="connsiteY3" fmla="*/ 1928988 h 1947022"/>
              <a:gd name="connsiteX4" fmla="*/ 1840560 w 3647028"/>
              <a:gd name="connsiteY4" fmla="*/ 1291535 h 1947022"/>
              <a:gd name="connsiteX5" fmla="*/ 7345 w 3647028"/>
              <a:gd name="connsiteY5" fmla="*/ 869129 h 1947022"/>
              <a:gd name="connsiteX0" fmla="*/ 7345 w 3811052"/>
              <a:gd name="connsiteY0" fmla="*/ 869129 h 1929159"/>
              <a:gd name="connsiteX1" fmla="*/ 1723382 w 3811052"/>
              <a:gd name="connsiteY1" fmla="*/ 445136 h 1929159"/>
              <a:gd name="connsiteX2" fmla="*/ 3422275 w 3811052"/>
              <a:gd name="connsiteY2" fmla="*/ 322035 h 1929159"/>
              <a:gd name="connsiteX3" fmla="*/ 2956173 w 3811052"/>
              <a:gd name="connsiteY3" fmla="*/ 1928988 h 1929159"/>
              <a:gd name="connsiteX4" fmla="*/ 1840560 w 3811052"/>
              <a:gd name="connsiteY4" fmla="*/ 1291535 h 1929159"/>
              <a:gd name="connsiteX5" fmla="*/ 7345 w 3811052"/>
              <a:gd name="connsiteY5" fmla="*/ 869129 h 1929159"/>
              <a:gd name="connsiteX0" fmla="*/ 5264 w 3937957"/>
              <a:gd name="connsiteY0" fmla="*/ 1155023 h 1938909"/>
              <a:gd name="connsiteX1" fmla="*/ 1850286 w 3937957"/>
              <a:gd name="connsiteY1" fmla="*/ 454886 h 1938909"/>
              <a:gd name="connsiteX2" fmla="*/ 3549179 w 3937957"/>
              <a:gd name="connsiteY2" fmla="*/ 331785 h 1938909"/>
              <a:gd name="connsiteX3" fmla="*/ 3083077 w 3937957"/>
              <a:gd name="connsiteY3" fmla="*/ 1938738 h 1938909"/>
              <a:gd name="connsiteX4" fmla="*/ 1967464 w 3937957"/>
              <a:gd name="connsiteY4" fmla="*/ 1301285 h 1938909"/>
              <a:gd name="connsiteX5" fmla="*/ 5264 w 3937957"/>
              <a:gd name="connsiteY5" fmla="*/ 1155023 h 1938909"/>
              <a:gd name="connsiteX0" fmla="*/ 23607 w 3956300"/>
              <a:gd name="connsiteY0" fmla="*/ 1155023 h 1938909"/>
              <a:gd name="connsiteX1" fmla="*/ 1868629 w 3956300"/>
              <a:gd name="connsiteY1" fmla="*/ 454886 h 1938909"/>
              <a:gd name="connsiteX2" fmla="*/ 3567522 w 3956300"/>
              <a:gd name="connsiteY2" fmla="*/ 331785 h 1938909"/>
              <a:gd name="connsiteX3" fmla="*/ 3101420 w 3956300"/>
              <a:gd name="connsiteY3" fmla="*/ 1938738 h 1938909"/>
              <a:gd name="connsiteX4" fmla="*/ 1985807 w 3956300"/>
              <a:gd name="connsiteY4" fmla="*/ 1301285 h 1938909"/>
              <a:gd name="connsiteX5" fmla="*/ 23607 w 3956300"/>
              <a:gd name="connsiteY5" fmla="*/ 1155023 h 1938909"/>
              <a:gd name="connsiteX0" fmla="*/ 356 w 3775841"/>
              <a:gd name="connsiteY0" fmla="*/ 1155023 h 1975367"/>
              <a:gd name="connsiteX1" fmla="*/ 1845378 w 3775841"/>
              <a:gd name="connsiteY1" fmla="*/ 454886 h 1975367"/>
              <a:gd name="connsiteX2" fmla="*/ 3544271 w 3775841"/>
              <a:gd name="connsiteY2" fmla="*/ 331785 h 1975367"/>
              <a:gd name="connsiteX3" fmla="*/ 3078169 w 3775841"/>
              <a:gd name="connsiteY3" fmla="*/ 1938738 h 1975367"/>
              <a:gd name="connsiteX4" fmla="*/ 1700608 w 3775841"/>
              <a:gd name="connsiteY4" fmla="*/ 1432728 h 1975367"/>
              <a:gd name="connsiteX5" fmla="*/ 356 w 3775841"/>
              <a:gd name="connsiteY5" fmla="*/ 1155023 h 1975367"/>
              <a:gd name="connsiteX0" fmla="*/ 385 w 3775871"/>
              <a:gd name="connsiteY0" fmla="*/ 1155023 h 1964875"/>
              <a:gd name="connsiteX1" fmla="*/ 1845407 w 3775871"/>
              <a:gd name="connsiteY1" fmla="*/ 454886 h 1964875"/>
              <a:gd name="connsiteX2" fmla="*/ 3544300 w 3775871"/>
              <a:gd name="connsiteY2" fmla="*/ 331785 h 1964875"/>
              <a:gd name="connsiteX3" fmla="*/ 3078198 w 3775871"/>
              <a:gd name="connsiteY3" fmla="*/ 1938738 h 1964875"/>
              <a:gd name="connsiteX4" fmla="*/ 1700637 w 3775871"/>
              <a:gd name="connsiteY4" fmla="*/ 1432728 h 1964875"/>
              <a:gd name="connsiteX5" fmla="*/ 385 w 3775871"/>
              <a:gd name="connsiteY5" fmla="*/ 1155023 h 1964875"/>
              <a:gd name="connsiteX0" fmla="*/ 518 w 3310321"/>
              <a:gd name="connsiteY0" fmla="*/ 1561197 h 1986949"/>
              <a:gd name="connsiteX1" fmla="*/ 1379857 w 3310321"/>
              <a:gd name="connsiteY1" fmla="*/ 469469 h 1986949"/>
              <a:gd name="connsiteX2" fmla="*/ 3078750 w 3310321"/>
              <a:gd name="connsiteY2" fmla="*/ 346368 h 1986949"/>
              <a:gd name="connsiteX3" fmla="*/ 2612648 w 3310321"/>
              <a:gd name="connsiteY3" fmla="*/ 1953321 h 1986949"/>
              <a:gd name="connsiteX4" fmla="*/ 1235087 w 3310321"/>
              <a:gd name="connsiteY4" fmla="*/ 1447311 h 1986949"/>
              <a:gd name="connsiteX5" fmla="*/ 518 w 3310321"/>
              <a:gd name="connsiteY5" fmla="*/ 1561197 h 1986949"/>
              <a:gd name="connsiteX0" fmla="*/ 252954 w 3562757"/>
              <a:gd name="connsiteY0" fmla="*/ 1561197 h 1986950"/>
              <a:gd name="connsiteX1" fmla="*/ 1632293 w 3562757"/>
              <a:gd name="connsiteY1" fmla="*/ 469469 h 1986950"/>
              <a:gd name="connsiteX2" fmla="*/ 3331186 w 3562757"/>
              <a:gd name="connsiteY2" fmla="*/ 346368 h 1986950"/>
              <a:gd name="connsiteX3" fmla="*/ 2865084 w 3562757"/>
              <a:gd name="connsiteY3" fmla="*/ 1953321 h 1986950"/>
              <a:gd name="connsiteX4" fmla="*/ 1487523 w 3562757"/>
              <a:gd name="connsiteY4" fmla="*/ 1447311 h 1986950"/>
              <a:gd name="connsiteX5" fmla="*/ 252954 w 3562757"/>
              <a:gd name="connsiteY5" fmla="*/ 1561197 h 1986950"/>
              <a:gd name="connsiteX0" fmla="*/ 275988 w 4836894"/>
              <a:gd name="connsiteY0" fmla="*/ 1254188 h 1664972"/>
              <a:gd name="connsiteX1" fmla="*/ 1655327 w 4836894"/>
              <a:gd name="connsiteY1" fmla="*/ 162460 h 1664972"/>
              <a:gd name="connsiteX2" fmla="*/ 4715739 w 4836894"/>
              <a:gd name="connsiteY2" fmla="*/ 494988 h 1664972"/>
              <a:gd name="connsiteX3" fmla="*/ 2888118 w 4836894"/>
              <a:gd name="connsiteY3" fmla="*/ 1646312 h 1664972"/>
              <a:gd name="connsiteX4" fmla="*/ 1510557 w 4836894"/>
              <a:gd name="connsiteY4" fmla="*/ 1140302 h 1664972"/>
              <a:gd name="connsiteX5" fmla="*/ 275988 w 4836894"/>
              <a:gd name="connsiteY5" fmla="*/ 1254188 h 1664972"/>
              <a:gd name="connsiteX0" fmla="*/ 275988 w 4716813"/>
              <a:gd name="connsiteY0" fmla="*/ 1630321 h 2049242"/>
              <a:gd name="connsiteX1" fmla="*/ 1655327 w 4716813"/>
              <a:gd name="connsiteY1" fmla="*/ 538593 h 2049242"/>
              <a:gd name="connsiteX2" fmla="*/ 4715739 w 4716813"/>
              <a:gd name="connsiteY2" fmla="*/ 871121 h 2049242"/>
              <a:gd name="connsiteX3" fmla="*/ 2888118 w 4716813"/>
              <a:gd name="connsiteY3" fmla="*/ 2022445 h 2049242"/>
              <a:gd name="connsiteX4" fmla="*/ 1510557 w 4716813"/>
              <a:gd name="connsiteY4" fmla="*/ 1516435 h 2049242"/>
              <a:gd name="connsiteX5" fmla="*/ 275988 w 4716813"/>
              <a:gd name="connsiteY5" fmla="*/ 1630321 h 2049242"/>
              <a:gd name="connsiteX0" fmla="*/ 275988 w 4749030"/>
              <a:gd name="connsiteY0" fmla="*/ 1124638 h 1545870"/>
              <a:gd name="connsiteX1" fmla="*/ 1655327 w 4749030"/>
              <a:gd name="connsiteY1" fmla="*/ 32910 h 1545870"/>
              <a:gd name="connsiteX2" fmla="*/ 4715739 w 4749030"/>
              <a:gd name="connsiteY2" fmla="*/ 365438 h 1545870"/>
              <a:gd name="connsiteX3" fmla="*/ 3175706 w 4749030"/>
              <a:gd name="connsiteY3" fmla="*/ 1192854 h 1545870"/>
              <a:gd name="connsiteX4" fmla="*/ 1510557 w 4749030"/>
              <a:gd name="connsiteY4" fmla="*/ 1010752 h 1545870"/>
              <a:gd name="connsiteX5" fmla="*/ 275988 w 4749030"/>
              <a:gd name="connsiteY5" fmla="*/ 1124638 h 1545870"/>
              <a:gd name="connsiteX0" fmla="*/ 275988 w 4727950"/>
              <a:gd name="connsiteY0" fmla="*/ 1387914 h 1809146"/>
              <a:gd name="connsiteX1" fmla="*/ 1655327 w 4727950"/>
              <a:gd name="connsiteY1" fmla="*/ 296186 h 1809146"/>
              <a:gd name="connsiteX2" fmla="*/ 4715739 w 4727950"/>
              <a:gd name="connsiteY2" fmla="*/ 628714 h 1809146"/>
              <a:gd name="connsiteX3" fmla="*/ 3175706 w 4727950"/>
              <a:gd name="connsiteY3" fmla="*/ 1456130 h 1809146"/>
              <a:gd name="connsiteX4" fmla="*/ 1510557 w 4727950"/>
              <a:gd name="connsiteY4" fmla="*/ 1274028 h 1809146"/>
              <a:gd name="connsiteX5" fmla="*/ 275988 w 4727950"/>
              <a:gd name="connsiteY5" fmla="*/ 1387914 h 1809146"/>
              <a:gd name="connsiteX0" fmla="*/ 275988 w 4727950"/>
              <a:gd name="connsiteY0" fmla="*/ 1387914 h 1809146"/>
              <a:gd name="connsiteX1" fmla="*/ 1655327 w 4727950"/>
              <a:gd name="connsiteY1" fmla="*/ 296186 h 1809146"/>
              <a:gd name="connsiteX2" fmla="*/ 4715739 w 4727950"/>
              <a:gd name="connsiteY2" fmla="*/ 628714 h 1809146"/>
              <a:gd name="connsiteX3" fmla="*/ 3175706 w 4727950"/>
              <a:gd name="connsiteY3" fmla="*/ 1456130 h 1809146"/>
              <a:gd name="connsiteX4" fmla="*/ 1510557 w 4727950"/>
              <a:gd name="connsiteY4" fmla="*/ 1274028 h 1809146"/>
              <a:gd name="connsiteX5" fmla="*/ 275988 w 4727950"/>
              <a:gd name="connsiteY5" fmla="*/ 1387914 h 1809146"/>
              <a:gd name="connsiteX0" fmla="*/ 275988 w 4740315"/>
              <a:gd name="connsiteY0" fmla="*/ 1132875 h 1722803"/>
              <a:gd name="connsiteX1" fmla="*/ 1655327 w 4740315"/>
              <a:gd name="connsiteY1" fmla="*/ 41147 h 1722803"/>
              <a:gd name="connsiteX2" fmla="*/ 4715739 w 4740315"/>
              <a:gd name="connsiteY2" fmla="*/ 373675 h 1722803"/>
              <a:gd name="connsiteX3" fmla="*/ 3012343 w 4740315"/>
              <a:gd name="connsiteY3" fmla="*/ 1711656 h 1722803"/>
              <a:gd name="connsiteX4" fmla="*/ 1510557 w 4740315"/>
              <a:gd name="connsiteY4" fmla="*/ 1018989 h 1722803"/>
              <a:gd name="connsiteX5" fmla="*/ 275988 w 4740315"/>
              <a:gd name="connsiteY5" fmla="*/ 1132875 h 1722803"/>
              <a:gd name="connsiteX0" fmla="*/ 275988 w 4756119"/>
              <a:gd name="connsiteY0" fmla="*/ 1127108 h 1542684"/>
              <a:gd name="connsiteX1" fmla="*/ 1655327 w 4756119"/>
              <a:gd name="connsiteY1" fmla="*/ 35380 h 1542684"/>
              <a:gd name="connsiteX2" fmla="*/ 4715739 w 4756119"/>
              <a:gd name="connsiteY2" fmla="*/ 367908 h 1542684"/>
              <a:gd name="connsiteX3" fmla="*/ 3285074 w 4756119"/>
              <a:gd name="connsiteY3" fmla="*/ 1369029 h 1542684"/>
              <a:gd name="connsiteX4" fmla="*/ 1510557 w 4756119"/>
              <a:gd name="connsiteY4" fmla="*/ 1013222 h 1542684"/>
              <a:gd name="connsiteX5" fmla="*/ 275988 w 4756119"/>
              <a:gd name="connsiteY5" fmla="*/ 1127108 h 1542684"/>
              <a:gd name="connsiteX0" fmla="*/ 275988 w 4715923"/>
              <a:gd name="connsiteY0" fmla="*/ 1122352 h 1572226"/>
              <a:gd name="connsiteX1" fmla="*/ 1655327 w 4715923"/>
              <a:gd name="connsiteY1" fmla="*/ 30624 h 1572226"/>
              <a:gd name="connsiteX2" fmla="*/ 4715739 w 4715923"/>
              <a:gd name="connsiteY2" fmla="*/ 363152 h 1572226"/>
              <a:gd name="connsiteX3" fmla="*/ 1510557 w 4715923"/>
              <a:gd name="connsiteY3" fmla="*/ 1008466 h 1572226"/>
              <a:gd name="connsiteX4" fmla="*/ 275988 w 4715923"/>
              <a:gd name="connsiteY4" fmla="*/ 1122352 h 1572226"/>
              <a:gd name="connsiteX0" fmla="*/ 25029 w 4476010"/>
              <a:gd name="connsiteY0" fmla="*/ 1892393 h 2022034"/>
              <a:gd name="connsiteX1" fmla="*/ 2236847 w 4476010"/>
              <a:gd name="connsiteY1" fmla="*/ 11492 h 2022034"/>
              <a:gd name="connsiteX2" fmla="*/ 4464780 w 4476010"/>
              <a:gd name="connsiteY2" fmla="*/ 1133193 h 2022034"/>
              <a:gd name="connsiteX3" fmla="*/ 1259598 w 4476010"/>
              <a:gd name="connsiteY3" fmla="*/ 1778507 h 2022034"/>
              <a:gd name="connsiteX4" fmla="*/ 25029 w 4476010"/>
              <a:gd name="connsiteY4" fmla="*/ 1892393 h 2022034"/>
              <a:gd name="connsiteX0" fmla="*/ 19312 w 4468531"/>
              <a:gd name="connsiteY0" fmla="*/ 1893478 h 2350831"/>
              <a:gd name="connsiteX1" fmla="*/ 2231130 w 4468531"/>
              <a:gd name="connsiteY1" fmla="*/ 12577 h 2350831"/>
              <a:gd name="connsiteX2" fmla="*/ 4459063 w 4468531"/>
              <a:gd name="connsiteY2" fmla="*/ 1134278 h 2350831"/>
              <a:gd name="connsiteX3" fmla="*/ 2962196 w 4468531"/>
              <a:gd name="connsiteY3" fmla="*/ 2337807 h 2350831"/>
              <a:gd name="connsiteX4" fmla="*/ 1253881 w 4468531"/>
              <a:gd name="connsiteY4" fmla="*/ 1779592 h 2350831"/>
              <a:gd name="connsiteX5" fmla="*/ 19312 w 4468531"/>
              <a:gd name="connsiteY5" fmla="*/ 1893478 h 2350831"/>
              <a:gd name="connsiteX0" fmla="*/ 114931 w 4564151"/>
              <a:gd name="connsiteY0" fmla="*/ 1893478 h 2606070"/>
              <a:gd name="connsiteX1" fmla="*/ 2326749 w 4564151"/>
              <a:gd name="connsiteY1" fmla="*/ 12577 h 2606070"/>
              <a:gd name="connsiteX2" fmla="*/ 4554682 w 4564151"/>
              <a:gd name="connsiteY2" fmla="*/ 1134278 h 2606070"/>
              <a:gd name="connsiteX3" fmla="*/ 3057815 w 4564151"/>
              <a:gd name="connsiteY3" fmla="*/ 2337807 h 2606070"/>
              <a:gd name="connsiteX4" fmla="*/ 602599 w 4564151"/>
              <a:gd name="connsiteY4" fmla="*/ 2591133 h 2606070"/>
              <a:gd name="connsiteX5" fmla="*/ 114931 w 4564151"/>
              <a:gd name="connsiteY5" fmla="*/ 1893478 h 2606070"/>
              <a:gd name="connsiteX0" fmla="*/ 339436 w 4163621"/>
              <a:gd name="connsiteY0" fmla="*/ 711041 h 2677547"/>
              <a:gd name="connsiteX1" fmla="*/ 1926219 w 4163621"/>
              <a:gd name="connsiteY1" fmla="*/ 9118 h 2677547"/>
              <a:gd name="connsiteX2" fmla="*/ 4154152 w 4163621"/>
              <a:gd name="connsiteY2" fmla="*/ 1130819 h 2677547"/>
              <a:gd name="connsiteX3" fmla="*/ 2657285 w 4163621"/>
              <a:gd name="connsiteY3" fmla="*/ 2334348 h 2677547"/>
              <a:gd name="connsiteX4" fmla="*/ 202069 w 4163621"/>
              <a:gd name="connsiteY4" fmla="*/ 2587674 h 2677547"/>
              <a:gd name="connsiteX5" fmla="*/ 339436 w 4163621"/>
              <a:gd name="connsiteY5" fmla="*/ 711041 h 2677547"/>
              <a:gd name="connsiteX0" fmla="*/ 8699 w 3970251"/>
              <a:gd name="connsiteY0" fmla="*/ 2578556 h 2717756"/>
              <a:gd name="connsiteX1" fmla="*/ 1732849 w 3970251"/>
              <a:gd name="connsiteY1" fmla="*/ 0 h 2717756"/>
              <a:gd name="connsiteX2" fmla="*/ 3960782 w 3970251"/>
              <a:gd name="connsiteY2" fmla="*/ 1121701 h 2717756"/>
              <a:gd name="connsiteX3" fmla="*/ 2463915 w 3970251"/>
              <a:gd name="connsiteY3" fmla="*/ 2325230 h 2717756"/>
              <a:gd name="connsiteX4" fmla="*/ 8699 w 3970251"/>
              <a:gd name="connsiteY4" fmla="*/ 2578556 h 2717756"/>
              <a:gd name="connsiteX0" fmla="*/ 11617 w 3584652"/>
              <a:gd name="connsiteY0" fmla="*/ 1430838 h 2340009"/>
              <a:gd name="connsiteX1" fmla="*/ 1347250 w 3584652"/>
              <a:gd name="connsiteY1" fmla="*/ 2380 h 2340009"/>
              <a:gd name="connsiteX2" fmla="*/ 3575183 w 3584652"/>
              <a:gd name="connsiteY2" fmla="*/ 1124081 h 2340009"/>
              <a:gd name="connsiteX3" fmla="*/ 2078316 w 3584652"/>
              <a:gd name="connsiteY3" fmla="*/ 2327610 h 2340009"/>
              <a:gd name="connsiteX4" fmla="*/ 11617 w 3584652"/>
              <a:gd name="connsiteY4" fmla="*/ 1430838 h 2340009"/>
              <a:gd name="connsiteX0" fmla="*/ 36322 w 3609357"/>
              <a:gd name="connsiteY0" fmla="*/ 1430838 h 2532978"/>
              <a:gd name="connsiteX1" fmla="*/ 1371955 w 3609357"/>
              <a:gd name="connsiteY1" fmla="*/ 2380 h 2532978"/>
              <a:gd name="connsiteX2" fmla="*/ 3599888 w 3609357"/>
              <a:gd name="connsiteY2" fmla="*/ 1124081 h 2532978"/>
              <a:gd name="connsiteX3" fmla="*/ 2103021 w 3609357"/>
              <a:gd name="connsiteY3" fmla="*/ 2327610 h 2532978"/>
              <a:gd name="connsiteX4" fmla="*/ 36322 w 3609357"/>
              <a:gd name="connsiteY4" fmla="*/ 1430838 h 2532978"/>
              <a:gd name="connsiteX0" fmla="*/ 3580 w 3569301"/>
              <a:gd name="connsiteY0" fmla="*/ 1431089 h 2816320"/>
              <a:gd name="connsiteX1" fmla="*/ 1339213 w 3569301"/>
              <a:gd name="connsiteY1" fmla="*/ 2631 h 2816320"/>
              <a:gd name="connsiteX2" fmla="*/ 3567146 w 3569301"/>
              <a:gd name="connsiteY2" fmla="*/ 1124332 h 2816320"/>
              <a:gd name="connsiteX3" fmla="*/ 1722688 w 3569301"/>
              <a:gd name="connsiteY3" fmla="*/ 2808414 h 2816320"/>
              <a:gd name="connsiteX4" fmla="*/ 3580 w 3569301"/>
              <a:gd name="connsiteY4" fmla="*/ 1431089 h 2816320"/>
              <a:gd name="connsiteX0" fmla="*/ 3579 w 3569300"/>
              <a:gd name="connsiteY0" fmla="*/ 1431089 h 2808414"/>
              <a:gd name="connsiteX1" fmla="*/ 1339212 w 3569300"/>
              <a:gd name="connsiteY1" fmla="*/ 2631 h 2808414"/>
              <a:gd name="connsiteX2" fmla="*/ 3567145 w 3569300"/>
              <a:gd name="connsiteY2" fmla="*/ 1124332 h 2808414"/>
              <a:gd name="connsiteX3" fmla="*/ 1722687 w 3569300"/>
              <a:gd name="connsiteY3" fmla="*/ 2808414 h 2808414"/>
              <a:gd name="connsiteX4" fmla="*/ 3579 w 3569300"/>
              <a:gd name="connsiteY4" fmla="*/ 1431089 h 2808414"/>
              <a:gd name="connsiteX0" fmla="*/ 3579 w 3570402"/>
              <a:gd name="connsiteY0" fmla="*/ 1431089 h 2845664"/>
              <a:gd name="connsiteX1" fmla="*/ 1339212 w 3570402"/>
              <a:gd name="connsiteY1" fmla="*/ 2631 h 2845664"/>
              <a:gd name="connsiteX2" fmla="*/ 3567145 w 3570402"/>
              <a:gd name="connsiteY2" fmla="*/ 1124332 h 2845664"/>
              <a:gd name="connsiteX3" fmla="*/ 1722687 w 3570402"/>
              <a:gd name="connsiteY3" fmla="*/ 2808414 h 2845664"/>
              <a:gd name="connsiteX4" fmla="*/ 3579 w 3570402"/>
              <a:gd name="connsiteY4" fmla="*/ 1431089 h 2845664"/>
              <a:gd name="connsiteX0" fmla="*/ 3579 w 3571531"/>
              <a:gd name="connsiteY0" fmla="*/ 1431089 h 2809355"/>
              <a:gd name="connsiteX1" fmla="*/ 1339212 w 3571531"/>
              <a:gd name="connsiteY1" fmla="*/ 2631 h 2809355"/>
              <a:gd name="connsiteX2" fmla="*/ 3567145 w 3571531"/>
              <a:gd name="connsiteY2" fmla="*/ 1124332 h 2809355"/>
              <a:gd name="connsiteX3" fmla="*/ 1722687 w 3571531"/>
              <a:gd name="connsiteY3" fmla="*/ 2808414 h 2809355"/>
              <a:gd name="connsiteX4" fmla="*/ 3579 w 3571531"/>
              <a:gd name="connsiteY4" fmla="*/ 1431089 h 2809355"/>
              <a:gd name="connsiteX0" fmla="*/ 3579 w 3570449"/>
              <a:gd name="connsiteY0" fmla="*/ 1431089 h 2811091"/>
              <a:gd name="connsiteX1" fmla="*/ 1339212 w 3570449"/>
              <a:gd name="connsiteY1" fmla="*/ 2631 h 2811091"/>
              <a:gd name="connsiteX2" fmla="*/ 3567145 w 3570449"/>
              <a:gd name="connsiteY2" fmla="*/ 1124332 h 2811091"/>
              <a:gd name="connsiteX3" fmla="*/ 1722687 w 3570449"/>
              <a:gd name="connsiteY3" fmla="*/ 2808414 h 2811091"/>
              <a:gd name="connsiteX4" fmla="*/ 3579 w 3570449"/>
              <a:gd name="connsiteY4" fmla="*/ 1431089 h 2811091"/>
              <a:gd name="connsiteX0" fmla="*/ 9477 w 3576347"/>
              <a:gd name="connsiteY0" fmla="*/ 1454488 h 2834490"/>
              <a:gd name="connsiteX1" fmla="*/ 1345110 w 3576347"/>
              <a:gd name="connsiteY1" fmla="*/ 26030 h 2834490"/>
              <a:gd name="connsiteX2" fmla="*/ 3573043 w 3576347"/>
              <a:gd name="connsiteY2" fmla="*/ 1147731 h 2834490"/>
              <a:gd name="connsiteX3" fmla="*/ 1728585 w 3576347"/>
              <a:gd name="connsiteY3" fmla="*/ 2831813 h 2834490"/>
              <a:gd name="connsiteX4" fmla="*/ 9477 w 3576347"/>
              <a:gd name="connsiteY4" fmla="*/ 1454488 h 2834490"/>
              <a:gd name="connsiteX0" fmla="*/ 11200 w 3578070"/>
              <a:gd name="connsiteY0" fmla="*/ 1454488 h 2834490"/>
              <a:gd name="connsiteX1" fmla="*/ 1346833 w 3578070"/>
              <a:gd name="connsiteY1" fmla="*/ 26030 h 2834490"/>
              <a:gd name="connsiteX2" fmla="*/ 3574766 w 3578070"/>
              <a:gd name="connsiteY2" fmla="*/ 1147731 h 2834490"/>
              <a:gd name="connsiteX3" fmla="*/ 1730308 w 3578070"/>
              <a:gd name="connsiteY3" fmla="*/ 2831813 h 2834490"/>
              <a:gd name="connsiteX4" fmla="*/ 11200 w 3578070"/>
              <a:gd name="connsiteY4" fmla="*/ 1454488 h 2834490"/>
              <a:gd name="connsiteX0" fmla="*/ 5238 w 3394494"/>
              <a:gd name="connsiteY0" fmla="*/ 1561249 h 2815719"/>
              <a:gd name="connsiteX1" fmla="*/ 1164359 w 3394494"/>
              <a:gd name="connsiteY1" fmla="*/ 5027 h 2815719"/>
              <a:gd name="connsiteX2" fmla="*/ 3392292 w 3394494"/>
              <a:gd name="connsiteY2" fmla="*/ 1126728 h 2815719"/>
              <a:gd name="connsiteX3" fmla="*/ 1547834 w 3394494"/>
              <a:gd name="connsiteY3" fmla="*/ 2810810 h 2815719"/>
              <a:gd name="connsiteX4" fmla="*/ 5238 w 3394494"/>
              <a:gd name="connsiteY4" fmla="*/ 1561249 h 2815719"/>
              <a:gd name="connsiteX0" fmla="*/ 1714 w 3390970"/>
              <a:gd name="connsiteY0" fmla="*/ 1561249 h 2816846"/>
              <a:gd name="connsiteX1" fmla="*/ 1160835 w 3390970"/>
              <a:gd name="connsiteY1" fmla="*/ 5027 h 2816846"/>
              <a:gd name="connsiteX2" fmla="*/ 3388768 w 3390970"/>
              <a:gd name="connsiteY2" fmla="*/ 1126728 h 2816846"/>
              <a:gd name="connsiteX3" fmla="*/ 1544310 w 3390970"/>
              <a:gd name="connsiteY3" fmla="*/ 2810810 h 2816846"/>
              <a:gd name="connsiteX4" fmla="*/ 1714 w 3390970"/>
              <a:gd name="connsiteY4" fmla="*/ 1561249 h 2816846"/>
              <a:gd name="connsiteX0" fmla="*/ 1714 w 3392183"/>
              <a:gd name="connsiteY0" fmla="*/ 1561249 h 2822298"/>
              <a:gd name="connsiteX1" fmla="*/ 1160835 w 3392183"/>
              <a:gd name="connsiteY1" fmla="*/ 5027 h 2822298"/>
              <a:gd name="connsiteX2" fmla="*/ 3388768 w 3392183"/>
              <a:gd name="connsiteY2" fmla="*/ 1126728 h 2822298"/>
              <a:gd name="connsiteX3" fmla="*/ 1544310 w 3392183"/>
              <a:gd name="connsiteY3" fmla="*/ 2810810 h 2822298"/>
              <a:gd name="connsiteX4" fmla="*/ 1714 w 3392183"/>
              <a:gd name="connsiteY4" fmla="*/ 1561249 h 28222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92183" h="2822298">
                <a:moveTo>
                  <a:pt x="1714" y="1561249"/>
                </a:moveTo>
                <a:cubicBezTo>
                  <a:pt x="-37269" y="828037"/>
                  <a:pt x="596326" y="77447"/>
                  <a:pt x="1160835" y="5027"/>
                </a:cubicBezTo>
                <a:cubicBezTo>
                  <a:pt x="1725344" y="-67393"/>
                  <a:pt x="3324856" y="659098"/>
                  <a:pt x="3388768" y="1126728"/>
                </a:cubicBezTo>
                <a:cubicBezTo>
                  <a:pt x="3452680" y="1594358"/>
                  <a:pt x="2611566" y="2706535"/>
                  <a:pt x="1544310" y="2810810"/>
                </a:cubicBezTo>
                <a:cubicBezTo>
                  <a:pt x="477054" y="2915085"/>
                  <a:pt x="40697" y="2294461"/>
                  <a:pt x="1714" y="1561249"/>
                </a:cubicBezTo>
                <a:close/>
              </a:path>
            </a:pathLst>
          </a:custGeom>
          <a:noFill/>
          <a:ln w="76200">
            <a:solidFill>
              <a:srgbClr val="AB86B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BC239B9-97EB-8147-A4B5-809E65FFBE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52861"/>
            <a:ext cx="9144000" cy="1767223"/>
          </a:xfrm>
        </p:spPr>
        <p:txBody>
          <a:bodyPr anchor="b">
            <a:normAutofit/>
          </a:bodyPr>
          <a:lstStyle>
            <a:lvl1pPr algn="ctr">
              <a:defRPr sz="4800" cap="all" spc="600" baseline="0">
                <a:solidFill>
                  <a:srgbClr val="647A84"/>
                </a:solidFill>
                <a:latin typeface="TheSans Plain" pitchFamily="2" charset="0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607B9D97-45D6-2E45-6F24-F1A04C2406B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81150" y="2465388"/>
            <a:ext cx="9086850" cy="3890962"/>
          </a:xfrm>
        </p:spPr>
        <p:txBody>
          <a:bodyPr/>
          <a:lstStyle>
            <a:lvl1pPr marL="0" indent="0" algn="ctr">
              <a:buNone/>
              <a:defRPr>
                <a:solidFill>
                  <a:srgbClr val="647A84"/>
                </a:solidFill>
                <a:latin typeface="TheSans Plain" pitchFamily="2" charset="0"/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C52D0D56-C509-3DFF-19F7-E0666DDDFD91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Lukas Peter Sumann, Maximilian Wolf Leopold Lindner</a:t>
            </a:r>
          </a:p>
        </p:txBody>
      </p:sp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11294860-1064-3445-6C61-45DEC7E7C9D2}"/>
              </a:ext>
            </a:extLst>
          </p:cNvPr>
          <p:cNvGrpSpPr/>
          <p:nvPr userDrawn="1"/>
        </p:nvGrpSpPr>
        <p:grpSpPr>
          <a:xfrm>
            <a:off x="8372798" y="5651780"/>
            <a:ext cx="5498261" cy="2530969"/>
            <a:chOff x="6265416" y="5268016"/>
            <a:chExt cx="7318186" cy="3368719"/>
          </a:xfrm>
        </p:grpSpPr>
        <p:sp>
          <p:nvSpPr>
            <p:cNvPr id="11" name="Freihandform 10">
              <a:extLst>
                <a:ext uri="{FF2B5EF4-FFF2-40B4-BE49-F238E27FC236}">
                  <a16:creationId xmlns:a16="http://schemas.microsoft.com/office/drawing/2014/main" id="{E3AC9B7E-5497-583A-6313-2C203CD8A249}"/>
                </a:ext>
              </a:extLst>
            </p:cNvPr>
            <p:cNvSpPr/>
            <p:nvPr/>
          </p:nvSpPr>
          <p:spPr>
            <a:xfrm rot="19708695">
              <a:off x="6265416" y="5268016"/>
              <a:ext cx="6636396" cy="3214340"/>
            </a:xfrm>
            <a:custGeom>
              <a:avLst/>
              <a:gdLst>
                <a:gd name="connsiteX0" fmla="*/ 346842 w 3373821"/>
                <a:gd name="connsiteY0" fmla="*/ 283779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346842 w 3373821"/>
                <a:gd name="connsiteY5" fmla="*/ 283779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882870 h 3310759"/>
                <a:gd name="connsiteX1" fmla="*/ 3090042 w 3373821"/>
                <a:gd name="connsiteY1" fmla="*/ 0 h 3310759"/>
                <a:gd name="connsiteX2" fmla="*/ 3373821 w 3373821"/>
                <a:gd name="connsiteY2" fmla="*/ 1849821 h 3310759"/>
                <a:gd name="connsiteX3" fmla="*/ 1902373 w 3373821"/>
                <a:gd name="connsiteY3" fmla="*/ 3310759 h 3310759"/>
                <a:gd name="connsiteX4" fmla="*/ 0 w 3373821"/>
                <a:gd name="connsiteY4" fmla="*/ 2511973 h 3310759"/>
                <a:gd name="connsiteX5" fmla="*/ 777766 w 3373821"/>
                <a:gd name="connsiteY5" fmla="*/ 882870 h 3310759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35451 h 3463340"/>
                <a:gd name="connsiteX1" fmla="*/ 3090042 w 3373821"/>
                <a:gd name="connsiteY1" fmla="*/ 152581 h 3463340"/>
                <a:gd name="connsiteX2" fmla="*/ 3373821 w 3373821"/>
                <a:gd name="connsiteY2" fmla="*/ 2002402 h 3463340"/>
                <a:gd name="connsiteX3" fmla="*/ 1902373 w 3373821"/>
                <a:gd name="connsiteY3" fmla="*/ 3463340 h 3463340"/>
                <a:gd name="connsiteX4" fmla="*/ 0 w 3373821"/>
                <a:gd name="connsiteY4" fmla="*/ 2664554 h 3463340"/>
                <a:gd name="connsiteX5" fmla="*/ 777766 w 3373821"/>
                <a:gd name="connsiteY5" fmla="*/ 1035451 h 3463340"/>
                <a:gd name="connsiteX0" fmla="*/ 777766 w 3468415"/>
                <a:gd name="connsiteY0" fmla="*/ 1035451 h 3463340"/>
                <a:gd name="connsiteX1" fmla="*/ 3090042 w 3468415"/>
                <a:gd name="connsiteY1" fmla="*/ 152581 h 3463340"/>
                <a:gd name="connsiteX2" fmla="*/ 3468415 w 3468415"/>
                <a:gd name="connsiteY2" fmla="*/ 2202098 h 3463340"/>
                <a:gd name="connsiteX3" fmla="*/ 1902373 w 3468415"/>
                <a:gd name="connsiteY3" fmla="*/ 3463340 h 3463340"/>
                <a:gd name="connsiteX4" fmla="*/ 0 w 3468415"/>
                <a:gd name="connsiteY4" fmla="*/ 2664554 h 3463340"/>
                <a:gd name="connsiteX5" fmla="*/ 777766 w 3468415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3748"/>
                <a:gd name="connsiteX1" fmla="*/ 3090042 w 3520921"/>
                <a:gd name="connsiteY1" fmla="*/ 152581 h 3463748"/>
                <a:gd name="connsiteX2" fmla="*/ 3468415 w 3520921"/>
                <a:gd name="connsiteY2" fmla="*/ 2202098 h 3463748"/>
                <a:gd name="connsiteX3" fmla="*/ 1902373 w 3520921"/>
                <a:gd name="connsiteY3" fmla="*/ 3463340 h 3463748"/>
                <a:gd name="connsiteX4" fmla="*/ 0 w 3520921"/>
                <a:gd name="connsiteY4" fmla="*/ 2664554 h 3463748"/>
                <a:gd name="connsiteX5" fmla="*/ 777766 w 3520921"/>
                <a:gd name="connsiteY5" fmla="*/ 1035451 h 3463748"/>
                <a:gd name="connsiteX0" fmla="*/ 815379 w 3558534"/>
                <a:gd name="connsiteY0" fmla="*/ 1035451 h 3463748"/>
                <a:gd name="connsiteX1" fmla="*/ 3127655 w 3558534"/>
                <a:gd name="connsiteY1" fmla="*/ 152581 h 3463748"/>
                <a:gd name="connsiteX2" fmla="*/ 3506028 w 3558534"/>
                <a:gd name="connsiteY2" fmla="*/ 2202098 h 3463748"/>
                <a:gd name="connsiteX3" fmla="*/ 1939986 w 3558534"/>
                <a:gd name="connsiteY3" fmla="*/ 3463340 h 3463748"/>
                <a:gd name="connsiteX4" fmla="*/ 37613 w 3558534"/>
                <a:gd name="connsiteY4" fmla="*/ 2664554 h 3463748"/>
                <a:gd name="connsiteX5" fmla="*/ 815379 w 3558534"/>
                <a:gd name="connsiteY5" fmla="*/ 1035451 h 3463748"/>
                <a:gd name="connsiteX0" fmla="*/ 815379 w 3558534"/>
                <a:gd name="connsiteY0" fmla="*/ 1035451 h 3464371"/>
                <a:gd name="connsiteX1" fmla="*/ 3127655 w 3558534"/>
                <a:gd name="connsiteY1" fmla="*/ 152581 h 3464371"/>
                <a:gd name="connsiteX2" fmla="*/ 3506028 w 3558534"/>
                <a:gd name="connsiteY2" fmla="*/ 2202098 h 3464371"/>
                <a:gd name="connsiteX3" fmla="*/ 1939986 w 3558534"/>
                <a:gd name="connsiteY3" fmla="*/ 3463340 h 3464371"/>
                <a:gd name="connsiteX4" fmla="*/ 37613 w 3558534"/>
                <a:gd name="connsiteY4" fmla="*/ 2664554 h 3464371"/>
                <a:gd name="connsiteX5" fmla="*/ 815379 w 3558534"/>
                <a:gd name="connsiteY5" fmla="*/ 1035451 h 3464371"/>
                <a:gd name="connsiteX0" fmla="*/ 815379 w 3150376"/>
                <a:gd name="connsiteY0" fmla="*/ 1035451 h 3464371"/>
                <a:gd name="connsiteX1" fmla="*/ 3127655 w 3150376"/>
                <a:gd name="connsiteY1" fmla="*/ 152581 h 3464371"/>
                <a:gd name="connsiteX2" fmla="*/ 1961008 w 3150376"/>
                <a:gd name="connsiteY2" fmla="*/ 1655560 h 3464371"/>
                <a:gd name="connsiteX3" fmla="*/ 1939986 w 3150376"/>
                <a:gd name="connsiteY3" fmla="*/ 3463340 h 3464371"/>
                <a:gd name="connsiteX4" fmla="*/ 37613 w 3150376"/>
                <a:gd name="connsiteY4" fmla="*/ 2664554 h 3464371"/>
                <a:gd name="connsiteX5" fmla="*/ 815379 w 3150376"/>
                <a:gd name="connsiteY5" fmla="*/ 1035451 h 3464371"/>
                <a:gd name="connsiteX0" fmla="*/ 815379 w 3162532"/>
                <a:gd name="connsiteY0" fmla="*/ 1035451 h 3464371"/>
                <a:gd name="connsiteX1" fmla="*/ 3127655 w 3162532"/>
                <a:gd name="connsiteY1" fmla="*/ 152581 h 3464371"/>
                <a:gd name="connsiteX2" fmla="*/ 2423463 w 3162532"/>
                <a:gd name="connsiteY2" fmla="*/ 1645049 h 3464371"/>
                <a:gd name="connsiteX3" fmla="*/ 1939986 w 3162532"/>
                <a:gd name="connsiteY3" fmla="*/ 3463340 h 3464371"/>
                <a:gd name="connsiteX4" fmla="*/ 37613 w 3162532"/>
                <a:gd name="connsiteY4" fmla="*/ 2664554 h 3464371"/>
                <a:gd name="connsiteX5" fmla="*/ 815379 w 3162532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606310"/>
                <a:gd name="connsiteX1" fmla="*/ 3127655 w 3171514"/>
                <a:gd name="connsiteY1" fmla="*/ 152581 h 3606310"/>
                <a:gd name="connsiteX2" fmla="*/ 2423463 w 3171514"/>
                <a:gd name="connsiteY2" fmla="*/ 1645049 h 3606310"/>
                <a:gd name="connsiteX3" fmla="*/ 2307848 w 3171514"/>
                <a:gd name="connsiteY3" fmla="*/ 3473850 h 3606310"/>
                <a:gd name="connsiteX4" fmla="*/ 37613 w 3171514"/>
                <a:gd name="connsiteY4" fmla="*/ 2664554 h 3606310"/>
                <a:gd name="connsiteX5" fmla="*/ 815379 w 3171514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64502"/>
                <a:gd name="connsiteY0" fmla="*/ 1035451 h 3606310"/>
                <a:gd name="connsiteX1" fmla="*/ 3127655 w 3164502"/>
                <a:gd name="connsiteY1" fmla="*/ 152581 h 3606310"/>
                <a:gd name="connsiteX2" fmla="*/ 2560098 w 3164502"/>
                <a:gd name="connsiteY2" fmla="*/ 1666070 h 3606310"/>
                <a:gd name="connsiteX3" fmla="*/ 2307848 w 3164502"/>
                <a:gd name="connsiteY3" fmla="*/ 3473850 h 3606310"/>
                <a:gd name="connsiteX4" fmla="*/ 37613 w 3164502"/>
                <a:gd name="connsiteY4" fmla="*/ 2664554 h 3606310"/>
                <a:gd name="connsiteX5" fmla="*/ 815379 w 3164502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29312 w 3176710"/>
                <a:gd name="connsiteY0" fmla="*/ 1035451 h 3606310"/>
                <a:gd name="connsiteX1" fmla="*/ 3141588 w 3176710"/>
                <a:gd name="connsiteY1" fmla="*/ 152581 h 3606310"/>
                <a:gd name="connsiteX2" fmla="*/ 2574031 w 3176710"/>
                <a:gd name="connsiteY2" fmla="*/ 1666070 h 3606310"/>
                <a:gd name="connsiteX3" fmla="*/ 2321781 w 3176710"/>
                <a:gd name="connsiteY3" fmla="*/ 3473850 h 3606310"/>
                <a:gd name="connsiteX4" fmla="*/ 51546 w 3176710"/>
                <a:gd name="connsiteY4" fmla="*/ 2664554 h 3606310"/>
                <a:gd name="connsiteX5" fmla="*/ 829312 w 3176710"/>
                <a:gd name="connsiteY5" fmla="*/ 1035451 h 3606310"/>
                <a:gd name="connsiteX0" fmla="*/ 829312 w 3177410"/>
                <a:gd name="connsiteY0" fmla="*/ 1035451 h 3606310"/>
                <a:gd name="connsiteX1" fmla="*/ 3141588 w 3177410"/>
                <a:gd name="connsiteY1" fmla="*/ 152581 h 3606310"/>
                <a:gd name="connsiteX2" fmla="*/ 2574031 w 3177410"/>
                <a:gd name="connsiteY2" fmla="*/ 1666070 h 3606310"/>
                <a:gd name="connsiteX3" fmla="*/ 2321781 w 3177410"/>
                <a:gd name="connsiteY3" fmla="*/ 3473850 h 3606310"/>
                <a:gd name="connsiteX4" fmla="*/ 51546 w 3177410"/>
                <a:gd name="connsiteY4" fmla="*/ 2664554 h 3606310"/>
                <a:gd name="connsiteX5" fmla="*/ 829312 w 3177410"/>
                <a:gd name="connsiteY5" fmla="*/ 1035451 h 3606310"/>
                <a:gd name="connsiteX0" fmla="*/ 829312 w 3177410"/>
                <a:gd name="connsiteY0" fmla="*/ 1013703 h 3584562"/>
                <a:gd name="connsiteX1" fmla="*/ 3141588 w 3177410"/>
                <a:gd name="connsiteY1" fmla="*/ 130833 h 3584562"/>
                <a:gd name="connsiteX2" fmla="*/ 2574031 w 3177410"/>
                <a:gd name="connsiteY2" fmla="*/ 1644322 h 3584562"/>
                <a:gd name="connsiteX3" fmla="*/ 2321781 w 3177410"/>
                <a:gd name="connsiteY3" fmla="*/ 3452102 h 3584562"/>
                <a:gd name="connsiteX4" fmla="*/ 51546 w 3177410"/>
                <a:gd name="connsiteY4" fmla="*/ 2642806 h 3584562"/>
                <a:gd name="connsiteX5" fmla="*/ 829312 w 3177410"/>
                <a:gd name="connsiteY5" fmla="*/ 1013703 h 3584562"/>
                <a:gd name="connsiteX0" fmla="*/ 829578 w 3177676"/>
                <a:gd name="connsiteY0" fmla="*/ 1013703 h 3584562"/>
                <a:gd name="connsiteX1" fmla="*/ 3141854 w 3177676"/>
                <a:gd name="connsiteY1" fmla="*/ 130833 h 3584562"/>
                <a:gd name="connsiteX2" fmla="*/ 2574297 w 3177676"/>
                <a:gd name="connsiteY2" fmla="*/ 1644322 h 3584562"/>
                <a:gd name="connsiteX3" fmla="*/ 2322047 w 3177676"/>
                <a:gd name="connsiteY3" fmla="*/ 3452102 h 3584562"/>
                <a:gd name="connsiteX4" fmla="*/ 51812 w 3177676"/>
                <a:gd name="connsiteY4" fmla="*/ 2642806 h 3584562"/>
                <a:gd name="connsiteX5" fmla="*/ 829578 w 3177676"/>
                <a:gd name="connsiteY5" fmla="*/ 1013703 h 3584562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11178 w 2672400"/>
                <a:gd name="connsiteY0" fmla="*/ 7864 h 2583061"/>
                <a:gd name="connsiteX1" fmla="*/ 1318755 w 2672400"/>
                <a:gd name="connsiteY1" fmla="*/ 1092175 h 2583061"/>
                <a:gd name="connsiteX2" fmla="*/ 2555897 w 2672400"/>
                <a:gd name="connsiteY2" fmla="*/ 638483 h 2583061"/>
                <a:gd name="connsiteX3" fmla="*/ 2303647 w 2672400"/>
                <a:gd name="connsiteY3" fmla="*/ 2446263 h 2583061"/>
                <a:gd name="connsiteX4" fmla="*/ 33412 w 2672400"/>
                <a:gd name="connsiteY4" fmla="*/ 1636967 h 2583061"/>
                <a:gd name="connsiteX5" fmla="*/ 811178 w 2672400"/>
                <a:gd name="connsiteY5" fmla="*/ 7864 h 2583061"/>
                <a:gd name="connsiteX0" fmla="*/ 811178 w 3223026"/>
                <a:gd name="connsiteY0" fmla="*/ 5596 h 2477281"/>
                <a:gd name="connsiteX1" fmla="*/ 1318755 w 3223026"/>
                <a:gd name="connsiteY1" fmla="*/ 1089907 h 2477281"/>
                <a:gd name="connsiteX2" fmla="*/ 3192488 w 3223026"/>
                <a:gd name="connsiteY2" fmla="*/ 802600 h 2477281"/>
                <a:gd name="connsiteX3" fmla="*/ 2303647 w 3223026"/>
                <a:gd name="connsiteY3" fmla="*/ 2443995 h 2477281"/>
                <a:gd name="connsiteX4" fmla="*/ 33412 w 3223026"/>
                <a:gd name="connsiteY4" fmla="*/ 1634699 h 2477281"/>
                <a:gd name="connsiteX5" fmla="*/ 811178 w 3223026"/>
                <a:gd name="connsiteY5" fmla="*/ 5596 h 2477281"/>
                <a:gd name="connsiteX0" fmla="*/ 846588 w 3330250"/>
                <a:gd name="connsiteY0" fmla="*/ 5596 h 2432711"/>
                <a:gd name="connsiteX1" fmla="*/ 1354165 w 3330250"/>
                <a:gd name="connsiteY1" fmla="*/ 1089907 h 2432711"/>
                <a:gd name="connsiteX2" fmla="*/ 3227898 w 3330250"/>
                <a:gd name="connsiteY2" fmla="*/ 802600 h 2432711"/>
                <a:gd name="connsiteX3" fmla="*/ 2761796 w 3330250"/>
                <a:gd name="connsiteY3" fmla="*/ 2409553 h 2432711"/>
                <a:gd name="connsiteX4" fmla="*/ 68822 w 3330250"/>
                <a:gd name="connsiteY4" fmla="*/ 1634699 h 2432711"/>
                <a:gd name="connsiteX5" fmla="*/ 846588 w 3330250"/>
                <a:gd name="connsiteY5" fmla="*/ 5596 h 2432711"/>
                <a:gd name="connsiteX0" fmla="*/ 846588 w 3514825"/>
                <a:gd name="connsiteY0" fmla="*/ 5596 h 2432711"/>
                <a:gd name="connsiteX1" fmla="*/ 1354165 w 3514825"/>
                <a:gd name="connsiteY1" fmla="*/ 1089907 h 2432711"/>
                <a:gd name="connsiteX2" fmla="*/ 3227898 w 3514825"/>
                <a:gd name="connsiteY2" fmla="*/ 802600 h 2432711"/>
                <a:gd name="connsiteX3" fmla="*/ 2761796 w 3514825"/>
                <a:gd name="connsiteY3" fmla="*/ 2409553 h 2432711"/>
                <a:gd name="connsiteX4" fmla="*/ 68822 w 3514825"/>
                <a:gd name="connsiteY4" fmla="*/ 1634699 h 2432711"/>
                <a:gd name="connsiteX5" fmla="*/ 846588 w 3514825"/>
                <a:gd name="connsiteY5" fmla="*/ 5596 h 2432711"/>
                <a:gd name="connsiteX0" fmla="*/ 875402 w 3543639"/>
                <a:gd name="connsiteY0" fmla="*/ 2708 h 2429823"/>
                <a:gd name="connsiteX1" fmla="*/ 1382979 w 3543639"/>
                <a:gd name="connsiteY1" fmla="*/ 1087019 h 2429823"/>
                <a:gd name="connsiteX2" fmla="*/ 3256712 w 3543639"/>
                <a:gd name="connsiteY2" fmla="*/ 799712 h 2429823"/>
                <a:gd name="connsiteX3" fmla="*/ 2790610 w 3543639"/>
                <a:gd name="connsiteY3" fmla="*/ 2406665 h 2429823"/>
                <a:gd name="connsiteX4" fmla="*/ 97636 w 3543639"/>
                <a:gd name="connsiteY4" fmla="*/ 1631811 h 2429823"/>
                <a:gd name="connsiteX5" fmla="*/ 875402 w 3543639"/>
                <a:gd name="connsiteY5" fmla="*/ 2708 h 2429823"/>
                <a:gd name="connsiteX0" fmla="*/ 1035116 w 3703353"/>
                <a:gd name="connsiteY0" fmla="*/ 3586 h 2450893"/>
                <a:gd name="connsiteX1" fmla="*/ 1542693 w 3703353"/>
                <a:gd name="connsiteY1" fmla="*/ 1087897 h 2450893"/>
                <a:gd name="connsiteX2" fmla="*/ 3416426 w 3703353"/>
                <a:gd name="connsiteY2" fmla="*/ 800590 h 2450893"/>
                <a:gd name="connsiteX3" fmla="*/ 2950324 w 3703353"/>
                <a:gd name="connsiteY3" fmla="*/ 2407543 h 2450893"/>
                <a:gd name="connsiteX4" fmla="*/ 257350 w 3703353"/>
                <a:gd name="connsiteY4" fmla="*/ 1632689 h 2450893"/>
                <a:gd name="connsiteX5" fmla="*/ 1035116 w 3703353"/>
                <a:gd name="connsiteY5" fmla="*/ 3586 h 2450893"/>
                <a:gd name="connsiteX0" fmla="*/ 991689 w 3462563"/>
                <a:gd name="connsiteY0" fmla="*/ 10605 h 2457912"/>
                <a:gd name="connsiteX1" fmla="*/ 1674106 w 3462563"/>
                <a:gd name="connsiteY1" fmla="*/ 930710 h 2457912"/>
                <a:gd name="connsiteX2" fmla="*/ 3372999 w 3462563"/>
                <a:gd name="connsiteY2" fmla="*/ 807609 h 2457912"/>
                <a:gd name="connsiteX3" fmla="*/ 2906897 w 3462563"/>
                <a:gd name="connsiteY3" fmla="*/ 2414562 h 2457912"/>
                <a:gd name="connsiteX4" fmla="*/ 213923 w 3462563"/>
                <a:gd name="connsiteY4" fmla="*/ 1639708 h 2457912"/>
                <a:gd name="connsiteX5" fmla="*/ 991689 w 3462563"/>
                <a:gd name="connsiteY5" fmla="*/ 10605 h 2457912"/>
                <a:gd name="connsiteX0" fmla="*/ 991689 w 3644113"/>
                <a:gd name="connsiteY0" fmla="*/ 10605 h 2457912"/>
                <a:gd name="connsiteX1" fmla="*/ 1674106 w 3644113"/>
                <a:gd name="connsiteY1" fmla="*/ 930710 h 2457912"/>
                <a:gd name="connsiteX2" fmla="*/ 3372999 w 3644113"/>
                <a:gd name="connsiteY2" fmla="*/ 807609 h 2457912"/>
                <a:gd name="connsiteX3" fmla="*/ 2906897 w 3644113"/>
                <a:gd name="connsiteY3" fmla="*/ 2414562 h 2457912"/>
                <a:gd name="connsiteX4" fmla="*/ 213923 w 3644113"/>
                <a:gd name="connsiteY4" fmla="*/ 1639708 h 2457912"/>
                <a:gd name="connsiteX5" fmla="*/ 991689 w 3644113"/>
                <a:gd name="connsiteY5" fmla="*/ 10605 h 2457912"/>
                <a:gd name="connsiteX0" fmla="*/ 1054352 w 3706777"/>
                <a:gd name="connsiteY0" fmla="*/ 1046 h 2448353"/>
                <a:gd name="connsiteX1" fmla="*/ 1736769 w 3706777"/>
                <a:gd name="connsiteY1" fmla="*/ 921151 h 2448353"/>
                <a:gd name="connsiteX2" fmla="*/ 3435662 w 3706777"/>
                <a:gd name="connsiteY2" fmla="*/ 798050 h 2448353"/>
                <a:gd name="connsiteX3" fmla="*/ 2969560 w 3706777"/>
                <a:gd name="connsiteY3" fmla="*/ 2405003 h 2448353"/>
                <a:gd name="connsiteX4" fmla="*/ 276586 w 3706777"/>
                <a:gd name="connsiteY4" fmla="*/ 1630149 h 2448353"/>
                <a:gd name="connsiteX5" fmla="*/ 1054352 w 3706777"/>
                <a:gd name="connsiteY5" fmla="*/ 1046 h 2448353"/>
                <a:gd name="connsiteX0" fmla="*/ 590056 w 3683836"/>
                <a:gd name="connsiteY0" fmla="*/ 1109 h 1961431"/>
                <a:gd name="connsiteX1" fmla="*/ 1713828 w 3683836"/>
                <a:gd name="connsiteY1" fmla="*/ 456838 h 1961431"/>
                <a:gd name="connsiteX2" fmla="*/ 3412721 w 3683836"/>
                <a:gd name="connsiteY2" fmla="*/ 333737 h 1961431"/>
                <a:gd name="connsiteX3" fmla="*/ 2946619 w 3683836"/>
                <a:gd name="connsiteY3" fmla="*/ 1940690 h 1961431"/>
                <a:gd name="connsiteX4" fmla="*/ 253645 w 3683836"/>
                <a:gd name="connsiteY4" fmla="*/ 1165836 h 1961431"/>
                <a:gd name="connsiteX5" fmla="*/ 590056 w 3683836"/>
                <a:gd name="connsiteY5" fmla="*/ 1109 h 1961431"/>
                <a:gd name="connsiteX0" fmla="*/ 577152 w 3670932"/>
                <a:gd name="connsiteY0" fmla="*/ 28557 h 1988879"/>
                <a:gd name="connsiteX1" fmla="*/ 1700924 w 3670932"/>
                <a:gd name="connsiteY1" fmla="*/ 484286 h 1988879"/>
                <a:gd name="connsiteX2" fmla="*/ 3399817 w 3670932"/>
                <a:gd name="connsiteY2" fmla="*/ 361185 h 1988879"/>
                <a:gd name="connsiteX3" fmla="*/ 2933715 w 3670932"/>
                <a:gd name="connsiteY3" fmla="*/ 1968138 h 1988879"/>
                <a:gd name="connsiteX4" fmla="*/ 240741 w 3670932"/>
                <a:gd name="connsiteY4" fmla="*/ 1193284 h 1988879"/>
                <a:gd name="connsiteX5" fmla="*/ 577152 w 3670932"/>
                <a:gd name="connsiteY5" fmla="*/ 28557 h 1988879"/>
                <a:gd name="connsiteX0" fmla="*/ 5660 w 3065770"/>
                <a:gd name="connsiteY0" fmla="*/ 41752 h 2084853"/>
                <a:gd name="connsiteX1" fmla="*/ 1129432 w 3065770"/>
                <a:gd name="connsiteY1" fmla="*/ 497481 h 2084853"/>
                <a:gd name="connsiteX2" fmla="*/ 2828325 w 3065770"/>
                <a:gd name="connsiteY2" fmla="*/ 374380 h 2084853"/>
                <a:gd name="connsiteX3" fmla="*/ 2362223 w 3065770"/>
                <a:gd name="connsiteY3" fmla="*/ 1981333 h 2084853"/>
                <a:gd name="connsiteX4" fmla="*/ 768571 w 3065770"/>
                <a:gd name="connsiteY4" fmla="*/ 1718703 h 2084853"/>
                <a:gd name="connsiteX5" fmla="*/ 5660 w 3065770"/>
                <a:gd name="connsiteY5" fmla="*/ 41752 h 2084853"/>
                <a:gd name="connsiteX0" fmla="*/ 12471 w 3072581"/>
                <a:gd name="connsiteY0" fmla="*/ 41752 h 2092530"/>
                <a:gd name="connsiteX1" fmla="*/ 1136243 w 3072581"/>
                <a:gd name="connsiteY1" fmla="*/ 497481 h 2092530"/>
                <a:gd name="connsiteX2" fmla="*/ 2835136 w 3072581"/>
                <a:gd name="connsiteY2" fmla="*/ 374380 h 2092530"/>
                <a:gd name="connsiteX3" fmla="*/ 2369034 w 3072581"/>
                <a:gd name="connsiteY3" fmla="*/ 1981333 h 2092530"/>
                <a:gd name="connsiteX4" fmla="*/ 775382 w 3072581"/>
                <a:gd name="connsiteY4" fmla="*/ 1718703 h 2092530"/>
                <a:gd name="connsiteX5" fmla="*/ 12471 w 3072581"/>
                <a:gd name="connsiteY5" fmla="*/ 41752 h 2092530"/>
                <a:gd name="connsiteX0" fmla="*/ 2798 w 3655173"/>
                <a:gd name="connsiteY0" fmla="*/ 869129 h 2007317"/>
                <a:gd name="connsiteX1" fmla="*/ 1718835 w 3655173"/>
                <a:gd name="connsiteY1" fmla="*/ 445136 h 2007317"/>
                <a:gd name="connsiteX2" fmla="*/ 3417728 w 3655173"/>
                <a:gd name="connsiteY2" fmla="*/ 322035 h 2007317"/>
                <a:gd name="connsiteX3" fmla="*/ 2951626 w 3655173"/>
                <a:gd name="connsiteY3" fmla="*/ 1928988 h 2007317"/>
                <a:gd name="connsiteX4" fmla="*/ 1357974 w 3655173"/>
                <a:gd name="connsiteY4" fmla="*/ 1666358 h 2007317"/>
                <a:gd name="connsiteX5" fmla="*/ 2798 w 3655173"/>
                <a:gd name="connsiteY5" fmla="*/ 869129 h 2007317"/>
                <a:gd name="connsiteX0" fmla="*/ 542 w 3652917"/>
                <a:gd name="connsiteY0" fmla="*/ 869129 h 2007318"/>
                <a:gd name="connsiteX1" fmla="*/ 1716579 w 3652917"/>
                <a:gd name="connsiteY1" fmla="*/ 445136 h 2007318"/>
                <a:gd name="connsiteX2" fmla="*/ 3415472 w 3652917"/>
                <a:gd name="connsiteY2" fmla="*/ 322035 h 2007318"/>
                <a:gd name="connsiteX3" fmla="*/ 2949370 w 3652917"/>
                <a:gd name="connsiteY3" fmla="*/ 1928988 h 2007318"/>
                <a:gd name="connsiteX4" fmla="*/ 1355718 w 3652917"/>
                <a:gd name="connsiteY4" fmla="*/ 1666358 h 2007318"/>
                <a:gd name="connsiteX5" fmla="*/ 542 w 3652917"/>
                <a:gd name="connsiteY5" fmla="*/ 869129 h 2007318"/>
                <a:gd name="connsiteX0" fmla="*/ 243 w 3639926"/>
                <a:gd name="connsiteY0" fmla="*/ 869129 h 1955507"/>
                <a:gd name="connsiteX1" fmla="*/ 1716280 w 3639926"/>
                <a:gd name="connsiteY1" fmla="*/ 445136 h 1955507"/>
                <a:gd name="connsiteX2" fmla="*/ 3415173 w 3639926"/>
                <a:gd name="connsiteY2" fmla="*/ 322035 h 1955507"/>
                <a:gd name="connsiteX3" fmla="*/ 2949071 w 3639926"/>
                <a:gd name="connsiteY3" fmla="*/ 1928988 h 1955507"/>
                <a:gd name="connsiteX4" fmla="*/ 1833458 w 3639926"/>
                <a:gd name="connsiteY4" fmla="*/ 1291535 h 1955507"/>
                <a:gd name="connsiteX5" fmla="*/ 243 w 3639926"/>
                <a:gd name="connsiteY5" fmla="*/ 869129 h 1955507"/>
                <a:gd name="connsiteX0" fmla="*/ 243 w 3639926"/>
                <a:gd name="connsiteY0" fmla="*/ 869129 h 1947022"/>
                <a:gd name="connsiteX1" fmla="*/ 1716280 w 3639926"/>
                <a:gd name="connsiteY1" fmla="*/ 445136 h 1947022"/>
                <a:gd name="connsiteX2" fmla="*/ 3415173 w 3639926"/>
                <a:gd name="connsiteY2" fmla="*/ 322035 h 1947022"/>
                <a:gd name="connsiteX3" fmla="*/ 2949071 w 3639926"/>
                <a:gd name="connsiteY3" fmla="*/ 1928988 h 1947022"/>
                <a:gd name="connsiteX4" fmla="*/ 1833458 w 3639926"/>
                <a:gd name="connsiteY4" fmla="*/ 1291535 h 1947022"/>
                <a:gd name="connsiteX5" fmla="*/ 243 w 3639926"/>
                <a:gd name="connsiteY5" fmla="*/ 869129 h 1947022"/>
                <a:gd name="connsiteX0" fmla="*/ 7345 w 3647028"/>
                <a:gd name="connsiteY0" fmla="*/ 869129 h 1947022"/>
                <a:gd name="connsiteX1" fmla="*/ 1723382 w 3647028"/>
                <a:gd name="connsiteY1" fmla="*/ 445136 h 1947022"/>
                <a:gd name="connsiteX2" fmla="*/ 3422275 w 3647028"/>
                <a:gd name="connsiteY2" fmla="*/ 322035 h 1947022"/>
                <a:gd name="connsiteX3" fmla="*/ 2956173 w 3647028"/>
                <a:gd name="connsiteY3" fmla="*/ 1928988 h 1947022"/>
                <a:gd name="connsiteX4" fmla="*/ 1840560 w 3647028"/>
                <a:gd name="connsiteY4" fmla="*/ 1291535 h 1947022"/>
                <a:gd name="connsiteX5" fmla="*/ 7345 w 3647028"/>
                <a:gd name="connsiteY5" fmla="*/ 869129 h 1947022"/>
                <a:gd name="connsiteX0" fmla="*/ 7345 w 3811052"/>
                <a:gd name="connsiteY0" fmla="*/ 869129 h 1929159"/>
                <a:gd name="connsiteX1" fmla="*/ 1723382 w 3811052"/>
                <a:gd name="connsiteY1" fmla="*/ 445136 h 1929159"/>
                <a:gd name="connsiteX2" fmla="*/ 3422275 w 3811052"/>
                <a:gd name="connsiteY2" fmla="*/ 322035 h 1929159"/>
                <a:gd name="connsiteX3" fmla="*/ 2956173 w 3811052"/>
                <a:gd name="connsiteY3" fmla="*/ 1928988 h 1929159"/>
                <a:gd name="connsiteX4" fmla="*/ 1840560 w 3811052"/>
                <a:gd name="connsiteY4" fmla="*/ 1291535 h 1929159"/>
                <a:gd name="connsiteX5" fmla="*/ 7345 w 3811052"/>
                <a:gd name="connsiteY5" fmla="*/ 869129 h 1929159"/>
                <a:gd name="connsiteX0" fmla="*/ 5264 w 3937957"/>
                <a:gd name="connsiteY0" fmla="*/ 1155023 h 1938909"/>
                <a:gd name="connsiteX1" fmla="*/ 1850286 w 3937957"/>
                <a:gd name="connsiteY1" fmla="*/ 454886 h 1938909"/>
                <a:gd name="connsiteX2" fmla="*/ 3549179 w 3937957"/>
                <a:gd name="connsiteY2" fmla="*/ 331785 h 1938909"/>
                <a:gd name="connsiteX3" fmla="*/ 3083077 w 3937957"/>
                <a:gd name="connsiteY3" fmla="*/ 1938738 h 1938909"/>
                <a:gd name="connsiteX4" fmla="*/ 1967464 w 3937957"/>
                <a:gd name="connsiteY4" fmla="*/ 1301285 h 1938909"/>
                <a:gd name="connsiteX5" fmla="*/ 5264 w 3937957"/>
                <a:gd name="connsiteY5" fmla="*/ 1155023 h 1938909"/>
                <a:gd name="connsiteX0" fmla="*/ 23607 w 3956300"/>
                <a:gd name="connsiteY0" fmla="*/ 1155023 h 1938909"/>
                <a:gd name="connsiteX1" fmla="*/ 1868629 w 3956300"/>
                <a:gd name="connsiteY1" fmla="*/ 454886 h 1938909"/>
                <a:gd name="connsiteX2" fmla="*/ 3567522 w 3956300"/>
                <a:gd name="connsiteY2" fmla="*/ 331785 h 1938909"/>
                <a:gd name="connsiteX3" fmla="*/ 3101420 w 3956300"/>
                <a:gd name="connsiteY3" fmla="*/ 1938738 h 1938909"/>
                <a:gd name="connsiteX4" fmla="*/ 1985807 w 3956300"/>
                <a:gd name="connsiteY4" fmla="*/ 1301285 h 1938909"/>
                <a:gd name="connsiteX5" fmla="*/ 23607 w 3956300"/>
                <a:gd name="connsiteY5" fmla="*/ 1155023 h 1938909"/>
                <a:gd name="connsiteX0" fmla="*/ 356 w 3775841"/>
                <a:gd name="connsiteY0" fmla="*/ 1155023 h 1975367"/>
                <a:gd name="connsiteX1" fmla="*/ 1845378 w 3775841"/>
                <a:gd name="connsiteY1" fmla="*/ 454886 h 1975367"/>
                <a:gd name="connsiteX2" fmla="*/ 3544271 w 3775841"/>
                <a:gd name="connsiteY2" fmla="*/ 331785 h 1975367"/>
                <a:gd name="connsiteX3" fmla="*/ 3078169 w 3775841"/>
                <a:gd name="connsiteY3" fmla="*/ 1938738 h 1975367"/>
                <a:gd name="connsiteX4" fmla="*/ 1700608 w 3775841"/>
                <a:gd name="connsiteY4" fmla="*/ 1432728 h 1975367"/>
                <a:gd name="connsiteX5" fmla="*/ 356 w 3775841"/>
                <a:gd name="connsiteY5" fmla="*/ 1155023 h 1975367"/>
                <a:gd name="connsiteX0" fmla="*/ 385 w 3775871"/>
                <a:gd name="connsiteY0" fmla="*/ 1155023 h 1964875"/>
                <a:gd name="connsiteX1" fmla="*/ 1845407 w 3775871"/>
                <a:gd name="connsiteY1" fmla="*/ 454886 h 1964875"/>
                <a:gd name="connsiteX2" fmla="*/ 3544300 w 3775871"/>
                <a:gd name="connsiteY2" fmla="*/ 331785 h 1964875"/>
                <a:gd name="connsiteX3" fmla="*/ 3078198 w 3775871"/>
                <a:gd name="connsiteY3" fmla="*/ 1938738 h 1964875"/>
                <a:gd name="connsiteX4" fmla="*/ 1700637 w 3775871"/>
                <a:gd name="connsiteY4" fmla="*/ 1432728 h 1964875"/>
                <a:gd name="connsiteX5" fmla="*/ 385 w 3775871"/>
                <a:gd name="connsiteY5" fmla="*/ 1155023 h 1964875"/>
                <a:gd name="connsiteX0" fmla="*/ 518 w 3310321"/>
                <a:gd name="connsiteY0" fmla="*/ 1561197 h 1986949"/>
                <a:gd name="connsiteX1" fmla="*/ 1379857 w 3310321"/>
                <a:gd name="connsiteY1" fmla="*/ 469469 h 1986949"/>
                <a:gd name="connsiteX2" fmla="*/ 3078750 w 3310321"/>
                <a:gd name="connsiteY2" fmla="*/ 346368 h 1986949"/>
                <a:gd name="connsiteX3" fmla="*/ 2612648 w 3310321"/>
                <a:gd name="connsiteY3" fmla="*/ 1953321 h 1986949"/>
                <a:gd name="connsiteX4" fmla="*/ 1235087 w 3310321"/>
                <a:gd name="connsiteY4" fmla="*/ 1447311 h 1986949"/>
                <a:gd name="connsiteX5" fmla="*/ 518 w 3310321"/>
                <a:gd name="connsiteY5" fmla="*/ 1561197 h 1986949"/>
                <a:gd name="connsiteX0" fmla="*/ 252954 w 3562757"/>
                <a:gd name="connsiteY0" fmla="*/ 1561197 h 1986950"/>
                <a:gd name="connsiteX1" fmla="*/ 1632293 w 3562757"/>
                <a:gd name="connsiteY1" fmla="*/ 469469 h 1986950"/>
                <a:gd name="connsiteX2" fmla="*/ 3331186 w 3562757"/>
                <a:gd name="connsiteY2" fmla="*/ 346368 h 1986950"/>
                <a:gd name="connsiteX3" fmla="*/ 2865084 w 3562757"/>
                <a:gd name="connsiteY3" fmla="*/ 1953321 h 1986950"/>
                <a:gd name="connsiteX4" fmla="*/ 1487523 w 3562757"/>
                <a:gd name="connsiteY4" fmla="*/ 1447311 h 1986950"/>
                <a:gd name="connsiteX5" fmla="*/ 252954 w 3562757"/>
                <a:gd name="connsiteY5" fmla="*/ 1561197 h 1986950"/>
                <a:gd name="connsiteX0" fmla="*/ 275988 w 4836894"/>
                <a:gd name="connsiteY0" fmla="*/ 1254188 h 1664972"/>
                <a:gd name="connsiteX1" fmla="*/ 1655327 w 4836894"/>
                <a:gd name="connsiteY1" fmla="*/ 162460 h 1664972"/>
                <a:gd name="connsiteX2" fmla="*/ 4715739 w 4836894"/>
                <a:gd name="connsiteY2" fmla="*/ 494988 h 1664972"/>
                <a:gd name="connsiteX3" fmla="*/ 2888118 w 4836894"/>
                <a:gd name="connsiteY3" fmla="*/ 1646312 h 1664972"/>
                <a:gd name="connsiteX4" fmla="*/ 1510557 w 4836894"/>
                <a:gd name="connsiteY4" fmla="*/ 1140302 h 1664972"/>
                <a:gd name="connsiteX5" fmla="*/ 275988 w 4836894"/>
                <a:gd name="connsiteY5" fmla="*/ 1254188 h 1664972"/>
                <a:gd name="connsiteX0" fmla="*/ 275988 w 4716813"/>
                <a:gd name="connsiteY0" fmla="*/ 1630321 h 2049242"/>
                <a:gd name="connsiteX1" fmla="*/ 1655327 w 4716813"/>
                <a:gd name="connsiteY1" fmla="*/ 538593 h 2049242"/>
                <a:gd name="connsiteX2" fmla="*/ 4715739 w 4716813"/>
                <a:gd name="connsiteY2" fmla="*/ 871121 h 2049242"/>
                <a:gd name="connsiteX3" fmla="*/ 2888118 w 4716813"/>
                <a:gd name="connsiteY3" fmla="*/ 2022445 h 2049242"/>
                <a:gd name="connsiteX4" fmla="*/ 1510557 w 4716813"/>
                <a:gd name="connsiteY4" fmla="*/ 1516435 h 2049242"/>
                <a:gd name="connsiteX5" fmla="*/ 275988 w 4716813"/>
                <a:gd name="connsiteY5" fmla="*/ 1630321 h 2049242"/>
                <a:gd name="connsiteX0" fmla="*/ 275988 w 4749030"/>
                <a:gd name="connsiteY0" fmla="*/ 1124638 h 1545870"/>
                <a:gd name="connsiteX1" fmla="*/ 1655327 w 4749030"/>
                <a:gd name="connsiteY1" fmla="*/ 32910 h 1545870"/>
                <a:gd name="connsiteX2" fmla="*/ 4715739 w 4749030"/>
                <a:gd name="connsiteY2" fmla="*/ 365438 h 1545870"/>
                <a:gd name="connsiteX3" fmla="*/ 3175706 w 4749030"/>
                <a:gd name="connsiteY3" fmla="*/ 1192854 h 1545870"/>
                <a:gd name="connsiteX4" fmla="*/ 1510557 w 4749030"/>
                <a:gd name="connsiteY4" fmla="*/ 1010752 h 1545870"/>
                <a:gd name="connsiteX5" fmla="*/ 275988 w 4749030"/>
                <a:gd name="connsiteY5" fmla="*/ 1124638 h 1545870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40315"/>
                <a:gd name="connsiteY0" fmla="*/ 1132875 h 1722803"/>
                <a:gd name="connsiteX1" fmla="*/ 1655327 w 4740315"/>
                <a:gd name="connsiteY1" fmla="*/ 41147 h 1722803"/>
                <a:gd name="connsiteX2" fmla="*/ 4715739 w 4740315"/>
                <a:gd name="connsiteY2" fmla="*/ 373675 h 1722803"/>
                <a:gd name="connsiteX3" fmla="*/ 3012343 w 4740315"/>
                <a:gd name="connsiteY3" fmla="*/ 1711656 h 1722803"/>
                <a:gd name="connsiteX4" fmla="*/ 1510557 w 4740315"/>
                <a:gd name="connsiteY4" fmla="*/ 1018989 h 1722803"/>
                <a:gd name="connsiteX5" fmla="*/ 275988 w 4740315"/>
                <a:gd name="connsiteY5" fmla="*/ 1132875 h 1722803"/>
                <a:gd name="connsiteX0" fmla="*/ 275988 w 4756119"/>
                <a:gd name="connsiteY0" fmla="*/ 1127108 h 1542684"/>
                <a:gd name="connsiteX1" fmla="*/ 1655327 w 4756119"/>
                <a:gd name="connsiteY1" fmla="*/ 35380 h 1542684"/>
                <a:gd name="connsiteX2" fmla="*/ 4715739 w 4756119"/>
                <a:gd name="connsiteY2" fmla="*/ 367908 h 1542684"/>
                <a:gd name="connsiteX3" fmla="*/ 3285074 w 4756119"/>
                <a:gd name="connsiteY3" fmla="*/ 1369029 h 1542684"/>
                <a:gd name="connsiteX4" fmla="*/ 1510557 w 4756119"/>
                <a:gd name="connsiteY4" fmla="*/ 1013222 h 1542684"/>
                <a:gd name="connsiteX5" fmla="*/ 275988 w 4756119"/>
                <a:gd name="connsiteY5" fmla="*/ 1127108 h 1542684"/>
                <a:gd name="connsiteX0" fmla="*/ 275988 w 4715923"/>
                <a:gd name="connsiteY0" fmla="*/ 1122352 h 1572226"/>
                <a:gd name="connsiteX1" fmla="*/ 1655327 w 4715923"/>
                <a:gd name="connsiteY1" fmla="*/ 30624 h 1572226"/>
                <a:gd name="connsiteX2" fmla="*/ 4715739 w 4715923"/>
                <a:gd name="connsiteY2" fmla="*/ 363152 h 1572226"/>
                <a:gd name="connsiteX3" fmla="*/ 1510557 w 4715923"/>
                <a:gd name="connsiteY3" fmla="*/ 1008466 h 1572226"/>
                <a:gd name="connsiteX4" fmla="*/ 275988 w 4715923"/>
                <a:gd name="connsiteY4" fmla="*/ 1122352 h 1572226"/>
                <a:gd name="connsiteX0" fmla="*/ 25029 w 4476010"/>
                <a:gd name="connsiteY0" fmla="*/ 1892393 h 2022034"/>
                <a:gd name="connsiteX1" fmla="*/ 2236847 w 4476010"/>
                <a:gd name="connsiteY1" fmla="*/ 11492 h 2022034"/>
                <a:gd name="connsiteX2" fmla="*/ 4464780 w 4476010"/>
                <a:gd name="connsiteY2" fmla="*/ 1133193 h 2022034"/>
                <a:gd name="connsiteX3" fmla="*/ 1259598 w 4476010"/>
                <a:gd name="connsiteY3" fmla="*/ 1778507 h 2022034"/>
                <a:gd name="connsiteX4" fmla="*/ 25029 w 4476010"/>
                <a:gd name="connsiteY4" fmla="*/ 1892393 h 2022034"/>
                <a:gd name="connsiteX0" fmla="*/ 19312 w 4468531"/>
                <a:gd name="connsiteY0" fmla="*/ 1893478 h 2350831"/>
                <a:gd name="connsiteX1" fmla="*/ 2231130 w 4468531"/>
                <a:gd name="connsiteY1" fmla="*/ 12577 h 2350831"/>
                <a:gd name="connsiteX2" fmla="*/ 4459063 w 4468531"/>
                <a:gd name="connsiteY2" fmla="*/ 1134278 h 2350831"/>
                <a:gd name="connsiteX3" fmla="*/ 2962196 w 4468531"/>
                <a:gd name="connsiteY3" fmla="*/ 2337807 h 2350831"/>
                <a:gd name="connsiteX4" fmla="*/ 1253881 w 4468531"/>
                <a:gd name="connsiteY4" fmla="*/ 1779592 h 2350831"/>
                <a:gd name="connsiteX5" fmla="*/ 19312 w 4468531"/>
                <a:gd name="connsiteY5" fmla="*/ 1893478 h 2350831"/>
                <a:gd name="connsiteX0" fmla="*/ 114931 w 4564151"/>
                <a:gd name="connsiteY0" fmla="*/ 1893478 h 2606070"/>
                <a:gd name="connsiteX1" fmla="*/ 2326749 w 4564151"/>
                <a:gd name="connsiteY1" fmla="*/ 12577 h 2606070"/>
                <a:gd name="connsiteX2" fmla="*/ 4554682 w 4564151"/>
                <a:gd name="connsiteY2" fmla="*/ 1134278 h 2606070"/>
                <a:gd name="connsiteX3" fmla="*/ 3057815 w 4564151"/>
                <a:gd name="connsiteY3" fmla="*/ 2337807 h 2606070"/>
                <a:gd name="connsiteX4" fmla="*/ 602599 w 4564151"/>
                <a:gd name="connsiteY4" fmla="*/ 2591133 h 2606070"/>
                <a:gd name="connsiteX5" fmla="*/ 114931 w 4564151"/>
                <a:gd name="connsiteY5" fmla="*/ 1893478 h 2606070"/>
                <a:gd name="connsiteX0" fmla="*/ 339436 w 4163621"/>
                <a:gd name="connsiteY0" fmla="*/ 711041 h 2677547"/>
                <a:gd name="connsiteX1" fmla="*/ 1926219 w 4163621"/>
                <a:gd name="connsiteY1" fmla="*/ 9118 h 2677547"/>
                <a:gd name="connsiteX2" fmla="*/ 4154152 w 4163621"/>
                <a:gd name="connsiteY2" fmla="*/ 1130819 h 2677547"/>
                <a:gd name="connsiteX3" fmla="*/ 2657285 w 4163621"/>
                <a:gd name="connsiteY3" fmla="*/ 2334348 h 2677547"/>
                <a:gd name="connsiteX4" fmla="*/ 202069 w 4163621"/>
                <a:gd name="connsiteY4" fmla="*/ 2587674 h 2677547"/>
                <a:gd name="connsiteX5" fmla="*/ 339436 w 4163621"/>
                <a:gd name="connsiteY5" fmla="*/ 711041 h 2677547"/>
                <a:gd name="connsiteX0" fmla="*/ 8699 w 3970251"/>
                <a:gd name="connsiteY0" fmla="*/ 2578556 h 2717756"/>
                <a:gd name="connsiteX1" fmla="*/ 1732849 w 3970251"/>
                <a:gd name="connsiteY1" fmla="*/ 0 h 2717756"/>
                <a:gd name="connsiteX2" fmla="*/ 3960782 w 3970251"/>
                <a:gd name="connsiteY2" fmla="*/ 1121701 h 2717756"/>
                <a:gd name="connsiteX3" fmla="*/ 2463915 w 3970251"/>
                <a:gd name="connsiteY3" fmla="*/ 2325230 h 2717756"/>
                <a:gd name="connsiteX4" fmla="*/ 8699 w 3970251"/>
                <a:gd name="connsiteY4" fmla="*/ 2578556 h 2717756"/>
                <a:gd name="connsiteX0" fmla="*/ 11617 w 3584652"/>
                <a:gd name="connsiteY0" fmla="*/ 1430838 h 2340009"/>
                <a:gd name="connsiteX1" fmla="*/ 1347250 w 3584652"/>
                <a:gd name="connsiteY1" fmla="*/ 2380 h 2340009"/>
                <a:gd name="connsiteX2" fmla="*/ 3575183 w 3584652"/>
                <a:gd name="connsiteY2" fmla="*/ 1124081 h 2340009"/>
                <a:gd name="connsiteX3" fmla="*/ 2078316 w 3584652"/>
                <a:gd name="connsiteY3" fmla="*/ 2327610 h 2340009"/>
                <a:gd name="connsiteX4" fmla="*/ 11617 w 3584652"/>
                <a:gd name="connsiteY4" fmla="*/ 1430838 h 2340009"/>
                <a:gd name="connsiteX0" fmla="*/ 36322 w 3609357"/>
                <a:gd name="connsiteY0" fmla="*/ 1430838 h 2532978"/>
                <a:gd name="connsiteX1" fmla="*/ 1371955 w 3609357"/>
                <a:gd name="connsiteY1" fmla="*/ 2380 h 2532978"/>
                <a:gd name="connsiteX2" fmla="*/ 3599888 w 3609357"/>
                <a:gd name="connsiteY2" fmla="*/ 1124081 h 2532978"/>
                <a:gd name="connsiteX3" fmla="*/ 2103021 w 3609357"/>
                <a:gd name="connsiteY3" fmla="*/ 2327610 h 2532978"/>
                <a:gd name="connsiteX4" fmla="*/ 36322 w 3609357"/>
                <a:gd name="connsiteY4" fmla="*/ 1430838 h 2532978"/>
                <a:gd name="connsiteX0" fmla="*/ 3580 w 3569301"/>
                <a:gd name="connsiteY0" fmla="*/ 1431089 h 2816320"/>
                <a:gd name="connsiteX1" fmla="*/ 1339213 w 3569301"/>
                <a:gd name="connsiteY1" fmla="*/ 2631 h 2816320"/>
                <a:gd name="connsiteX2" fmla="*/ 3567146 w 3569301"/>
                <a:gd name="connsiteY2" fmla="*/ 1124332 h 2816320"/>
                <a:gd name="connsiteX3" fmla="*/ 1722688 w 3569301"/>
                <a:gd name="connsiteY3" fmla="*/ 2808414 h 2816320"/>
                <a:gd name="connsiteX4" fmla="*/ 3580 w 3569301"/>
                <a:gd name="connsiteY4" fmla="*/ 1431089 h 2816320"/>
                <a:gd name="connsiteX0" fmla="*/ 3579 w 3569300"/>
                <a:gd name="connsiteY0" fmla="*/ 1431089 h 2808414"/>
                <a:gd name="connsiteX1" fmla="*/ 1339212 w 3569300"/>
                <a:gd name="connsiteY1" fmla="*/ 2631 h 2808414"/>
                <a:gd name="connsiteX2" fmla="*/ 3567145 w 3569300"/>
                <a:gd name="connsiteY2" fmla="*/ 1124332 h 2808414"/>
                <a:gd name="connsiteX3" fmla="*/ 1722687 w 3569300"/>
                <a:gd name="connsiteY3" fmla="*/ 2808414 h 2808414"/>
                <a:gd name="connsiteX4" fmla="*/ 3579 w 3569300"/>
                <a:gd name="connsiteY4" fmla="*/ 1431089 h 2808414"/>
                <a:gd name="connsiteX0" fmla="*/ 3579 w 3570402"/>
                <a:gd name="connsiteY0" fmla="*/ 1431089 h 2845664"/>
                <a:gd name="connsiteX1" fmla="*/ 1339212 w 3570402"/>
                <a:gd name="connsiteY1" fmla="*/ 2631 h 2845664"/>
                <a:gd name="connsiteX2" fmla="*/ 3567145 w 3570402"/>
                <a:gd name="connsiteY2" fmla="*/ 1124332 h 2845664"/>
                <a:gd name="connsiteX3" fmla="*/ 1722687 w 3570402"/>
                <a:gd name="connsiteY3" fmla="*/ 2808414 h 2845664"/>
                <a:gd name="connsiteX4" fmla="*/ 3579 w 3570402"/>
                <a:gd name="connsiteY4" fmla="*/ 1431089 h 2845664"/>
                <a:gd name="connsiteX0" fmla="*/ 3579 w 3571531"/>
                <a:gd name="connsiteY0" fmla="*/ 1431089 h 2809355"/>
                <a:gd name="connsiteX1" fmla="*/ 1339212 w 3571531"/>
                <a:gd name="connsiteY1" fmla="*/ 2631 h 2809355"/>
                <a:gd name="connsiteX2" fmla="*/ 3567145 w 3571531"/>
                <a:gd name="connsiteY2" fmla="*/ 1124332 h 2809355"/>
                <a:gd name="connsiteX3" fmla="*/ 1722687 w 3571531"/>
                <a:gd name="connsiteY3" fmla="*/ 2808414 h 2809355"/>
                <a:gd name="connsiteX4" fmla="*/ 3579 w 3571531"/>
                <a:gd name="connsiteY4" fmla="*/ 1431089 h 2809355"/>
                <a:gd name="connsiteX0" fmla="*/ 3579 w 3570449"/>
                <a:gd name="connsiteY0" fmla="*/ 1431089 h 2811091"/>
                <a:gd name="connsiteX1" fmla="*/ 1339212 w 3570449"/>
                <a:gd name="connsiteY1" fmla="*/ 2631 h 2811091"/>
                <a:gd name="connsiteX2" fmla="*/ 3567145 w 3570449"/>
                <a:gd name="connsiteY2" fmla="*/ 1124332 h 2811091"/>
                <a:gd name="connsiteX3" fmla="*/ 1722687 w 3570449"/>
                <a:gd name="connsiteY3" fmla="*/ 2808414 h 2811091"/>
                <a:gd name="connsiteX4" fmla="*/ 3579 w 3570449"/>
                <a:gd name="connsiteY4" fmla="*/ 1431089 h 2811091"/>
                <a:gd name="connsiteX0" fmla="*/ 9477 w 3576347"/>
                <a:gd name="connsiteY0" fmla="*/ 1454488 h 2834490"/>
                <a:gd name="connsiteX1" fmla="*/ 1345110 w 3576347"/>
                <a:gd name="connsiteY1" fmla="*/ 26030 h 2834490"/>
                <a:gd name="connsiteX2" fmla="*/ 3573043 w 3576347"/>
                <a:gd name="connsiteY2" fmla="*/ 1147731 h 2834490"/>
                <a:gd name="connsiteX3" fmla="*/ 1728585 w 3576347"/>
                <a:gd name="connsiteY3" fmla="*/ 2831813 h 2834490"/>
                <a:gd name="connsiteX4" fmla="*/ 9477 w 3576347"/>
                <a:gd name="connsiteY4" fmla="*/ 1454488 h 2834490"/>
                <a:gd name="connsiteX0" fmla="*/ 11200 w 3578070"/>
                <a:gd name="connsiteY0" fmla="*/ 1454488 h 2834490"/>
                <a:gd name="connsiteX1" fmla="*/ 1346833 w 3578070"/>
                <a:gd name="connsiteY1" fmla="*/ 26030 h 2834490"/>
                <a:gd name="connsiteX2" fmla="*/ 3574766 w 3578070"/>
                <a:gd name="connsiteY2" fmla="*/ 1147731 h 2834490"/>
                <a:gd name="connsiteX3" fmla="*/ 1730308 w 3578070"/>
                <a:gd name="connsiteY3" fmla="*/ 2831813 h 2834490"/>
                <a:gd name="connsiteX4" fmla="*/ 11200 w 3578070"/>
                <a:gd name="connsiteY4" fmla="*/ 1454488 h 2834490"/>
                <a:gd name="connsiteX0" fmla="*/ 5238 w 3394494"/>
                <a:gd name="connsiteY0" fmla="*/ 1561249 h 2815719"/>
                <a:gd name="connsiteX1" fmla="*/ 1164359 w 3394494"/>
                <a:gd name="connsiteY1" fmla="*/ 5027 h 2815719"/>
                <a:gd name="connsiteX2" fmla="*/ 3392292 w 3394494"/>
                <a:gd name="connsiteY2" fmla="*/ 1126728 h 2815719"/>
                <a:gd name="connsiteX3" fmla="*/ 1547834 w 3394494"/>
                <a:gd name="connsiteY3" fmla="*/ 2810810 h 2815719"/>
                <a:gd name="connsiteX4" fmla="*/ 5238 w 3394494"/>
                <a:gd name="connsiteY4" fmla="*/ 1561249 h 2815719"/>
                <a:gd name="connsiteX0" fmla="*/ 1714 w 3390970"/>
                <a:gd name="connsiteY0" fmla="*/ 1561249 h 2816846"/>
                <a:gd name="connsiteX1" fmla="*/ 1160835 w 3390970"/>
                <a:gd name="connsiteY1" fmla="*/ 5027 h 2816846"/>
                <a:gd name="connsiteX2" fmla="*/ 3388768 w 3390970"/>
                <a:gd name="connsiteY2" fmla="*/ 1126728 h 2816846"/>
                <a:gd name="connsiteX3" fmla="*/ 1544310 w 3390970"/>
                <a:gd name="connsiteY3" fmla="*/ 2810810 h 2816846"/>
                <a:gd name="connsiteX4" fmla="*/ 1714 w 3390970"/>
                <a:gd name="connsiteY4" fmla="*/ 1561249 h 2816846"/>
                <a:gd name="connsiteX0" fmla="*/ 1714 w 3392183"/>
                <a:gd name="connsiteY0" fmla="*/ 1561249 h 2822298"/>
                <a:gd name="connsiteX1" fmla="*/ 1160835 w 3392183"/>
                <a:gd name="connsiteY1" fmla="*/ 5027 h 2822298"/>
                <a:gd name="connsiteX2" fmla="*/ 3388768 w 3392183"/>
                <a:gd name="connsiteY2" fmla="*/ 1126728 h 2822298"/>
                <a:gd name="connsiteX3" fmla="*/ 1544310 w 3392183"/>
                <a:gd name="connsiteY3" fmla="*/ 2810810 h 2822298"/>
                <a:gd name="connsiteX4" fmla="*/ 1714 w 3392183"/>
                <a:gd name="connsiteY4" fmla="*/ 1561249 h 2822298"/>
                <a:gd name="connsiteX0" fmla="*/ 1599 w 3099681"/>
                <a:gd name="connsiteY0" fmla="*/ 1556274 h 2805936"/>
                <a:gd name="connsiteX1" fmla="*/ 1160720 w 3099681"/>
                <a:gd name="connsiteY1" fmla="*/ 52 h 2805936"/>
                <a:gd name="connsiteX2" fmla="*/ 3097014 w 3099681"/>
                <a:gd name="connsiteY2" fmla="*/ 1505235 h 2805936"/>
                <a:gd name="connsiteX3" fmla="*/ 1544195 w 3099681"/>
                <a:gd name="connsiteY3" fmla="*/ 2805835 h 2805936"/>
                <a:gd name="connsiteX4" fmla="*/ 1599 w 3099681"/>
                <a:gd name="connsiteY4" fmla="*/ 1556274 h 2805936"/>
                <a:gd name="connsiteX0" fmla="*/ 1599 w 3098266"/>
                <a:gd name="connsiteY0" fmla="*/ 1556274 h 2805936"/>
                <a:gd name="connsiteX1" fmla="*/ 1160720 w 3098266"/>
                <a:gd name="connsiteY1" fmla="*/ 52 h 2805936"/>
                <a:gd name="connsiteX2" fmla="*/ 3097014 w 3098266"/>
                <a:gd name="connsiteY2" fmla="*/ 1505235 h 2805936"/>
                <a:gd name="connsiteX3" fmla="*/ 1544195 w 3098266"/>
                <a:gd name="connsiteY3" fmla="*/ 2805835 h 2805936"/>
                <a:gd name="connsiteX4" fmla="*/ 1599 w 3098266"/>
                <a:gd name="connsiteY4" fmla="*/ 1556274 h 2805936"/>
                <a:gd name="connsiteX0" fmla="*/ 6698 w 3107113"/>
                <a:gd name="connsiteY0" fmla="*/ 1556268 h 1995204"/>
                <a:gd name="connsiteX1" fmla="*/ 1165819 w 3107113"/>
                <a:gd name="connsiteY1" fmla="*/ 46 h 1995204"/>
                <a:gd name="connsiteX2" fmla="*/ 3102113 w 3107113"/>
                <a:gd name="connsiteY2" fmla="*/ 1505229 h 1995204"/>
                <a:gd name="connsiteX3" fmla="*/ 1670895 w 3107113"/>
                <a:gd name="connsiteY3" fmla="*/ 1994767 h 1995204"/>
                <a:gd name="connsiteX4" fmla="*/ 6698 w 3107113"/>
                <a:gd name="connsiteY4" fmla="*/ 1556268 h 1995204"/>
                <a:gd name="connsiteX0" fmla="*/ 6698 w 3107610"/>
                <a:gd name="connsiteY0" fmla="*/ 1556268 h 2094159"/>
                <a:gd name="connsiteX1" fmla="*/ 1165819 w 3107610"/>
                <a:gd name="connsiteY1" fmla="*/ 46 h 2094159"/>
                <a:gd name="connsiteX2" fmla="*/ 3102113 w 3107610"/>
                <a:gd name="connsiteY2" fmla="*/ 1505229 h 2094159"/>
                <a:gd name="connsiteX3" fmla="*/ 1670895 w 3107610"/>
                <a:gd name="connsiteY3" fmla="*/ 1994767 h 2094159"/>
                <a:gd name="connsiteX4" fmla="*/ 6698 w 3107610"/>
                <a:gd name="connsiteY4" fmla="*/ 1556268 h 2094159"/>
                <a:gd name="connsiteX0" fmla="*/ 6698 w 3108326"/>
                <a:gd name="connsiteY0" fmla="*/ 1556268 h 2032117"/>
                <a:gd name="connsiteX1" fmla="*/ 1165819 w 3108326"/>
                <a:gd name="connsiteY1" fmla="*/ 46 h 2032117"/>
                <a:gd name="connsiteX2" fmla="*/ 3102113 w 3108326"/>
                <a:gd name="connsiteY2" fmla="*/ 1505229 h 2032117"/>
                <a:gd name="connsiteX3" fmla="*/ 1670895 w 3108326"/>
                <a:gd name="connsiteY3" fmla="*/ 1994767 h 2032117"/>
                <a:gd name="connsiteX4" fmla="*/ 6698 w 3108326"/>
                <a:gd name="connsiteY4" fmla="*/ 1556268 h 2032117"/>
                <a:gd name="connsiteX0" fmla="*/ 2700 w 3101149"/>
                <a:gd name="connsiteY0" fmla="*/ 1588985 h 2065259"/>
                <a:gd name="connsiteX1" fmla="*/ 1324169 w 3101149"/>
                <a:gd name="connsiteY1" fmla="*/ 44 h 2065259"/>
                <a:gd name="connsiteX2" fmla="*/ 3098115 w 3101149"/>
                <a:gd name="connsiteY2" fmla="*/ 1537946 h 2065259"/>
                <a:gd name="connsiteX3" fmla="*/ 1666897 w 3101149"/>
                <a:gd name="connsiteY3" fmla="*/ 2027484 h 2065259"/>
                <a:gd name="connsiteX4" fmla="*/ 2700 w 3101149"/>
                <a:gd name="connsiteY4" fmla="*/ 1588985 h 2065259"/>
                <a:gd name="connsiteX0" fmla="*/ 2700 w 3100106"/>
                <a:gd name="connsiteY0" fmla="*/ 1588985 h 2163738"/>
                <a:gd name="connsiteX1" fmla="*/ 1324169 w 3100106"/>
                <a:gd name="connsiteY1" fmla="*/ 44 h 2163738"/>
                <a:gd name="connsiteX2" fmla="*/ 3098115 w 3100106"/>
                <a:gd name="connsiteY2" fmla="*/ 1537946 h 2163738"/>
                <a:gd name="connsiteX3" fmla="*/ 1666897 w 3100106"/>
                <a:gd name="connsiteY3" fmla="*/ 2027484 h 2163738"/>
                <a:gd name="connsiteX4" fmla="*/ 2700 w 3100106"/>
                <a:gd name="connsiteY4" fmla="*/ 1588985 h 2163738"/>
                <a:gd name="connsiteX0" fmla="*/ 2700 w 3100834"/>
                <a:gd name="connsiteY0" fmla="*/ 1588985 h 2056082"/>
                <a:gd name="connsiteX1" fmla="*/ 1324169 w 3100834"/>
                <a:gd name="connsiteY1" fmla="*/ 44 h 2056082"/>
                <a:gd name="connsiteX2" fmla="*/ 3098115 w 3100834"/>
                <a:gd name="connsiteY2" fmla="*/ 1537946 h 2056082"/>
                <a:gd name="connsiteX3" fmla="*/ 1666897 w 3100834"/>
                <a:gd name="connsiteY3" fmla="*/ 2027484 h 2056082"/>
                <a:gd name="connsiteX4" fmla="*/ 2700 w 3100834"/>
                <a:gd name="connsiteY4" fmla="*/ 1588985 h 2056082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01100" h="2041075">
                  <a:moveTo>
                    <a:pt x="2700" y="1588985"/>
                  </a:moveTo>
                  <a:cubicBezTo>
                    <a:pt x="-54421" y="1251078"/>
                    <a:pt x="808267" y="8550"/>
                    <a:pt x="1324169" y="44"/>
                  </a:cubicBezTo>
                  <a:cubicBezTo>
                    <a:pt x="1840071" y="-8462"/>
                    <a:pt x="3040994" y="1200039"/>
                    <a:pt x="3098115" y="1537946"/>
                  </a:cubicBezTo>
                  <a:cubicBezTo>
                    <a:pt x="3155236" y="1875853"/>
                    <a:pt x="2382291" y="1963492"/>
                    <a:pt x="1666897" y="2027484"/>
                  </a:cubicBezTo>
                  <a:cubicBezTo>
                    <a:pt x="951503" y="2091476"/>
                    <a:pt x="59821" y="1926892"/>
                    <a:pt x="2700" y="1588985"/>
                  </a:cubicBezTo>
                  <a:close/>
                </a:path>
              </a:pathLst>
            </a:custGeom>
            <a:solidFill>
              <a:srgbClr val="AB86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12" name="Freihandform 11">
              <a:extLst>
                <a:ext uri="{FF2B5EF4-FFF2-40B4-BE49-F238E27FC236}">
                  <a16:creationId xmlns:a16="http://schemas.microsoft.com/office/drawing/2014/main" id="{45DE9893-BDB4-EF24-7A85-3D15DC7B2554}"/>
                </a:ext>
              </a:extLst>
            </p:cNvPr>
            <p:cNvSpPr/>
            <p:nvPr/>
          </p:nvSpPr>
          <p:spPr>
            <a:xfrm rot="20823310" flipV="1">
              <a:off x="6947206" y="5460057"/>
              <a:ext cx="6636396" cy="3176678"/>
            </a:xfrm>
            <a:custGeom>
              <a:avLst/>
              <a:gdLst>
                <a:gd name="connsiteX0" fmla="*/ 346842 w 3373821"/>
                <a:gd name="connsiteY0" fmla="*/ 283779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346842 w 3373821"/>
                <a:gd name="connsiteY5" fmla="*/ 283779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882870 h 3310759"/>
                <a:gd name="connsiteX1" fmla="*/ 3090042 w 3373821"/>
                <a:gd name="connsiteY1" fmla="*/ 0 h 3310759"/>
                <a:gd name="connsiteX2" fmla="*/ 3373821 w 3373821"/>
                <a:gd name="connsiteY2" fmla="*/ 1849821 h 3310759"/>
                <a:gd name="connsiteX3" fmla="*/ 1902373 w 3373821"/>
                <a:gd name="connsiteY3" fmla="*/ 3310759 h 3310759"/>
                <a:gd name="connsiteX4" fmla="*/ 0 w 3373821"/>
                <a:gd name="connsiteY4" fmla="*/ 2511973 h 3310759"/>
                <a:gd name="connsiteX5" fmla="*/ 777766 w 3373821"/>
                <a:gd name="connsiteY5" fmla="*/ 882870 h 3310759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35451 h 3463340"/>
                <a:gd name="connsiteX1" fmla="*/ 3090042 w 3373821"/>
                <a:gd name="connsiteY1" fmla="*/ 152581 h 3463340"/>
                <a:gd name="connsiteX2" fmla="*/ 3373821 w 3373821"/>
                <a:gd name="connsiteY2" fmla="*/ 2002402 h 3463340"/>
                <a:gd name="connsiteX3" fmla="*/ 1902373 w 3373821"/>
                <a:gd name="connsiteY3" fmla="*/ 3463340 h 3463340"/>
                <a:gd name="connsiteX4" fmla="*/ 0 w 3373821"/>
                <a:gd name="connsiteY4" fmla="*/ 2664554 h 3463340"/>
                <a:gd name="connsiteX5" fmla="*/ 777766 w 3373821"/>
                <a:gd name="connsiteY5" fmla="*/ 1035451 h 3463340"/>
                <a:gd name="connsiteX0" fmla="*/ 777766 w 3468415"/>
                <a:gd name="connsiteY0" fmla="*/ 1035451 h 3463340"/>
                <a:gd name="connsiteX1" fmla="*/ 3090042 w 3468415"/>
                <a:gd name="connsiteY1" fmla="*/ 152581 h 3463340"/>
                <a:gd name="connsiteX2" fmla="*/ 3468415 w 3468415"/>
                <a:gd name="connsiteY2" fmla="*/ 2202098 h 3463340"/>
                <a:gd name="connsiteX3" fmla="*/ 1902373 w 3468415"/>
                <a:gd name="connsiteY3" fmla="*/ 3463340 h 3463340"/>
                <a:gd name="connsiteX4" fmla="*/ 0 w 3468415"/>
                <a:gd name="connsiteY4" fmla="*/ 2664554 h 3463340"/>
                <a:gd name="connsiteX5" fmla="*/ 777766 w 3468415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3748"/>
                <a:gd name="connsiteX1" fmla="*/ 3090042 w 3520921"/>
                <a:gd name="connsiteY1" fmla="*/ 152581 h 3463748"/>
                <a:gd name="connsiteX2" fmla="*/ 3468415 w 3520921"/>
                <a:gd name="connsiteY2" fmla="*/ 2202098 h 3463748"/>
                <a:gd name="connsiteX3" fmla="*/ 1902373 w 3520921"/>
                <a:gd name="connsiteY3" fmla="*/ 3463340 h 3463748"/>
                <a:gd name="connsiteX4" fmla="*/ 0 w 3520921"/>
                <a:gd name="connsiteY4" fmla="*/ 2664554 h 3463748"/>
                <a:gd name="connsiteX5" fmla="*/ 777766 w 3520921"/>
                <a:gd name="connsiteY5" fmla="*/ 1035451 h 3463748"/>
                <a:gd name="connsiteX0" fmla="*/ 815379 w 3558534"/>
                <a:gd name="connsiteY0" fmla="*/ 1035451 h 3463748"/>
                <a:gd name="connsiteX1" fmla="*/ 3127655 w 3558534"/>
                <a:gd name="connsiteY1" fmla="*/ 152581 h 3463748"/>
                <a:gd name="connsiteX2" fmla="*/ 3506028 w 3558534"/>
                <a:gd name="connsiteY2" fmla="*/ 2202098 h 3463748"/>
                <a:gd name="connsiteX3" fmla="*/ 1939986 w 3558534"/>
                <a:gd name="connsiteY3" fmla="*/ 3463340 h 3463748"/>
                <a:gd name="connsiteX4" fmla="*/ 37613 w 3558534"/>
                <a:gd name="connsiteY4" fmla="*/ 2664554 h 3463748"/>
                <a:gd name="connsiteX5" fmla="*/ 815379 w 3558534"/>
                <a:gd name="connsiteY5" fmla="*/ 1035451 h 3463748"/>
                <a:gd name="connsiteX0" fmla="*/ 815379 w 3558534"/>
                <a:gd name="connsiteY0" fmla="*/ 1035451 h 3464371"/>
                <a:gd name="connsiteX1" fmla="*/ 3127655 w 3558534"/>
                <a:gd name="connsiteY1" fmla="*/ 152581 h 3464371"/>
                <a:gd name="connsiteX2" fmla="*/ 3506028 w 3558534"/>
                <a:gd name="connsiteY2" fmla="*/ 2202098 h 3464371"/>
                <a:gd name="connsiteX3" fmla="*/ 1939986 w 3558534"/>
                <a:gd name="connsiteY3" fmla="*/ 3463340 h 3464371"/>
                <a:gd name="connsiteX4" fmla="*/ 37613 w 3558534"/>
                <a:gd name="connsiteY4" fmla="*/ 2664554 h 3464371"/>
                <a:gd name="connsiteX5" fmla="*/ 815379 w 3558534"/>
                <a:gd name="connsiteY5" fmla="*/ 1035451 h 3464371"/>
                <a:gd name="connsiteX0" fmla="*/ 815379 w 3150376"/>
                <a:gd name="connsiteY0" fmla="*/ 1035451 h 3464371"/>
                <a:gd name="connsiteX1" fmla="*/ 3127655 w 3150376"/>
                <a:gd name="connsiteY1" fmla="*/ 152581 h 3464371"/>
                <a:gd name="connsiteX2" fmla="*/ 1961008 w 3150376"/>
                <a:gd name="connsiteY2" fmla="*/ 1655560 h 3464371"/>
                <a:gd name="connsiteX3" fmla="*/ 1939986 w 3150376"/>
                <a:gd name="connsiteY3" fmla="*/ 3463340 h 3464371"/>
                <a:gd name="connsiteX4" fmla="*/ 37613 w 3150376"/>
                <a:gd name="connsiteY4" fmla="*/ 2664554 h 3464371"/>
                <a:gd name="connsiteX5" fmla="*/ 815379 w 3150376"/>
                <a:gd name="connsiteY5" fmla="*/ 1035451 h 3464371"/>
                <a:gd name="connsiteX0" fmla="*/ 815379 w 3162532"/>
                <a:gd name="connsiteY0" fmla="*/ 1035451 h 3464371"/>
                <a:gd name="connsiteX1" fmla="*/ 3127655 w 3162532"/>
                <a:gd name="connsiteY1" fmla="*/ 152581 h 3464371"/>
                <a:gd name="connsiteX2" fmla="*/ 2423463 w 3162532"/>
                <a:gd name="connsiteY2" fmla="*/ 1645049 h 3464371"/>
                <a:gd name="connsiteX3" fmla="*/ 1939986 w 3162532"/>
                <a:gd name="connsiteY3" fmla="*/ 3463340 h 3464371"/>
                <a:gd name="connsiteX4" fmla="*/ 37613 w 3162532"/>
                <a:gd name="connsiteY4" fmla="*/ 2664554 h 3464371"/>
                <a:gd name="connsiteX5" fmla="*/ 815379 w 3162532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606310"/>
                <a:gd name="connsiteX1" fmla="*/ 3127655 w 3171514"/>
                <a:gd name="connsiteY1" fmla="*/ 152581 h 3606310"/>
                <a:gd name="connsiteX2" fmla="*/ 2423463 w 3171514"/>
                <a:gd name="connsiteY2" fmla="*/ 1645049 h 3606310"/>
                <a:gd name="connsiteX3" fmla="*/ 2307848 w 3171514"/>
                <a:gd name="connsiteY3" fmla="*/ 3473850 h 3606310"/>
                <a:gd name="connsiteX4" fmla="*/ 37613 w 3171514"/>
                <a:gd name="connsiteY4" fmla="*/ 2664554 h 3606310"/>
                <a:gd name="connsiteX5" fmla="*/ 815379 w 3171514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64502"/>
                <a:gd name="connsiteY0" fmla="*/ 1035451 h 3606310"/>
                <a:gd name="connsiteX1" fmla="*/ 3127655 w 3164502"/>
                <a:gd name="connsiteY1" fmla="*/ 152581 h 3606310"/>
                <a:gd name="connsiteX2" fmla="*/ 2560098 w 3164502"/>
                <a:gd name="connsiteY2" fmla="*/ 1666070 h 3606310"/>
                <a:gd name="connsiteX3" fmla="*/ 2307848 w 3164502"/>
                <a:gd name="connsiteY3" fmla="*/ 3473850 h 3606310"/>
                <a:gd name="connsiteX4" fmla="*/ 37613 w 3164502"/>
                <a:gd name="connsiteY4" fmla="*/ 2664554 h 3606310"/>
                <a:gd name="connsiteX5" fmla="*/ 815379 w 3164502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29312 w 3176710"/>
                <a:gd name="connsiteY0" fmla="*/ 1035451 h 3606310"/>
                <a:gd name="connsiteX1" fmla="*/ 3141588 w 3176710"/>
                <a:gd name="connsiteY1" fmla="*/ 152581 h 3606310"/>
                <a:gd name="connsiteX2" fmla="*/ 2574031 w 3176710"/>
                <a:gd name="connsiteY2" fmla="*/ 1666070 h 3606310"/>
                <a:gd name="connsiteX3" fmla="*/ 2321781 w 3176710"/>
                <a:gd name="connsiteY3" fmla="*/ 3473850 h 3606310"/>
                <a:gd name="connsiteX4" fmla="*/ 51546 w 3176710"/>
                <a:gd name="connsiteY4" fmla="*/ 2664554 h 3606310"/>
                <a:gd name="connsiteX5" fmla="*/ 829312 w 3176710"/>
                <a:gd name="connsiteY5" fmla="*/ 1035451 h 3606310"/>
                <a:gd name="connsiteX0" fmla="*/ 829312 w 3177410"/>
                <a:gd name="connsiteY0" fmla="*/ 1035451 h 3606310"/>
                <a:gd name="connsiteX1" fmla="*/ 3141588 w 3177410"/>
                <a:gd name="connsiteY1" fmla="*/ 152581 h 3606310"/>
                <a:gd name="connsiteX2" fmla="*/ 2574031 w 3177410"/>
                <a:gd name="connsiteY2" fmla="*/ 1666070 h 3606310"/>
                <a:gd name="connsiteX3" fmla="*/ 2321781 w 3177410"/>
                <a:gd name="connsiteY3" fmla="*/ 3473850 h 3606310"/>
                <a:gd name="connsiteX4" fmla="*/ 51546 w 3177410"/>
                <a:gd name="connsiteY4" fmla="*/ 2664554 h 3606310"/>
                <a:gd name="connsiteX5" fmla="*/ 829312 w 3177410"/>
                <a:gd name="connsiteY5" fmla="*/ 1035451 h 3606310"/>
                <a:gd name="connsiteX0" fmla="*/ 829312 w 3177410"/>
                <a:gd name="connsiteY0" fmla="*/ 1013703 h 3584562"/>
                <a:gd name="connsiteX1" fmla="*/ 3141588 w 3177410"/>
                <a:gd name="connsiteY1" fmla="*/ 130833 h 3584562"/>
                <a:gd name="connsiteX2" fmla="*/ 2574031 w 3177410"/>
                <a:gd name="connsiteY2" fmla="*/ 1644322 h 3584562"/>
                <a:gd name="connsiteX3" fmla="*/ 2321781 w 3177410"/>
                <a:gd name="connsiteY3" fmla="*/ 3452102 h 3584562"/>
                <a:gd name="connsiteX4" fmla="*/ 51546 w 3177410"/>
                <a:gd name="connsiteY4" fmla="*/ 2642806 h 3584562"/>
                <a:gd name="connsiteX5" fmla="*/ 829312 w 3177410"/>
                <a:gd name="connsiteY5" fmla="*/ 1013703 h 3584562"/>
                <a:gd name="connsiteX0" fmla="*/ 829578 w 3177676"/>
                <a:gd name="connsiteY0" fmla="*/ 1013703 h 3584562"/>
                <a:gd name="connsiteX1" fmla="*/ 3141854 w 3177676"/>
                <a:gd name="connsiteY1" fmla="*/ 130833 h 3584562"/>
                <a:gd name="connsiteX2" fmla="*/ 2574297 w 3177676"/>
                <a:gd name="connsiteY2" fmla="*/ 1644322 h 3584562"/>
                <a:gd name="connsiteX3" fmla="*/ 2322047 w 3177676"/>
                <a:gd name="connsiteY3" fmla="*/ 3452102 h 3584562"/>
                <a:gd name="connsiteX4" fmla="*/ 51812 w 3177676"/>
                <a:gd name="connsiteY4" fmla="*/ 2642806 h 3584562"/>
                <a:gd name="connsiteX5" fmla="*/ 829578 w 3177676"/>
                <a:gd name="connsiteY5" fmla="*/ 1013703 h 3584562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11178 w 2672400"/>
                <a:gd name="connsiteY0" fmla="*/ 7864 h 2583061"/>
                <a:gd name="connsiteX1" fmla="*/ 1318755 w 2672400"/>
                <a:gd name="connsiteY1" fmla="*/ 1092175 h 2583061"/>
                <a:gd name="connsiteX2" fmla="*/ 2555897 w 2672400"/>
                <a:gd name="connsiteY2" fmla="*/ 638483 h 2583061"/>
                <a:gd name="connsiteX3" fmla="*/ 2303647 w 2672400"/>
                <a:gd name="connsiteY3" fmla="*/ 2446263 h 2583061"/>
                <a:gd name="connsiteX4" fmla="*/ 33412 w 2672400"/>
                <a:gd name="connsiteY4" fmla="*/ 1636967 h 2583061"/>
                <a:gd name="connsiteX5" fmla="*/ 811178 w 2672400"/>
                <a:gd name="connsiteY5" fmla="*/ 7864 h 2583061"/>
                <a:gd name="connsiteX0" fmla="*/ 811178 w 3223026"/>
                <a:gd name="connsiteY0" fmla="*/ 5596 h 2477281"/>
                <a:gd name="connsiteX1" fmla="*/ 1318755 w 3223026"/>
                <a:gd name="connsiteY1" fmla="*/ 1089907 h 2477281"/>
                <a:gd name="connsiteX2" fmla="*/ 3192488 w 3223026"/>
                <a:gd name="connsiteY2" fmla="*/ 802600 h 2477281"/>
                <a:gd name="connsiteX3" fmla="*/ 2303647 w 3223026"/>
                <a:gd name="connsiteY3" fmla="*/ 2443995 h 2477281"/>
                <a:gd name="connsiteX4" fmla="*/ 33412 w 3223026"/>
                <a:gd name="connsiteY4" fmla="*/ 1634699 h 2477281"/>
                <a:gd name="connsiteX5" fmla="*/ 811178 w 3223026"/>
                <a:gd name="connsiteY5" fmla="*/ 5596 h 2477281"/>
                <a:gd name="connsiteX0" fmla="*/ 846588 w 3330250"/>
                <a:gd name="connsiteY0" fmla="*/ 5596 h 2432711"/>
                <a:gd name="connsiteX1" fmla="*/ 1354165 w 3330250"/>
                <a:gd name="connsiteY1" fmla="*/ 1089907 h 2432711"/>
                <a:gd name="connsiteX2" fmla="*/ 3227898 w 3330250"/>
                <a:gd name="connsiteY2" fmla="*/ 802600 h 2432711"/>
                <a:gd name="connsiteX3" fmla="*/ 2761796 w 3330250"/>
                <a:gd name="connsiteY3" fmla="*/ 2409553 h 2432711"/>
                <a:gd name="connsiteX4" fmla="*/ 68822 w 3330250"/>
                <a:gd name="connsiteY4" fmla="*/ 1634699 h 2432711"/>
                <a:gd name="connsiteX5" fmla="*/ 846588 w 3330250"/>
                <a:gd name="connsiteY5" fmla="*/ 5596 h 2432711"/>
                <a:gd name="connsiteX0" fmla="*/ 846588 w 3514825"/>
                <a:gd name="connsiteY0" fmla="*/ 5596 h 2432711"/>
                <a:gd name="connsiteX1" fmla="*/ 1354165 w 3514825"/>
                <a:gd name="connsiteY1" fmla="*/ 1089907 h 2432711"/>
                <a:gd name="connsiteX2" fmla="*/ 3227898 w 3514825"/>
                <a:gd name="connsiteY2" fmla="*/ 802600 h 2432711"/>
                <a:gd name="connsiteX3" fmla="*/ 2761796 w 3514825"/>
                <a:gd name="connsiteY3" fmla="*/ 2409553 h 2432711"/>
                <a:gd name="connsiteX4" fmla="*/ 68822 w 3514825"/>
                <a:gd name="connsiteY4" fmla="*/ 1634699 h 2432711"/>
                <a:gd name="connsiteX5" fmla="*/ 846588 w 3514825"/>
                <a:gd name="connsiteY5" fmla="*/ 5596 h 2432711"/>
                <a:gd name="connsiteX0" fmla="*/ 875402 w 3543639"/>
                <a:gd name="connsiteY0" fmla="*/ 2708 h 2429823"/>
                <a:gd name="connsiteX1" fmla="*/ 1382979 w 3543639"/>
                <a:gd name="connsiteY1" fmla="*/ 1087019 h 2429823"/>
                <a:gd name="connsiteX2" fmla="*/ 3256712 w 3543639"/>
                <a:gd name="connsiteY2" fmla="*/ 799712 h 2429823"/>
                <a:gd name="connsiteX3" fmla="*/ 2790610 w 3543639"/>
                <a:gd name="connsiteY3" fmla="*/ 2406665 h 2429823"/>
                <a:gd name="connsiteX4" fmla="*/ 97636 w 3543639"/>
                <a:gd name="connsiteY4" fmla="*/ 1631811 h 2429823"/>
                <a:gd name="connsiteX5" fmla="*/ 875402 w 3543639"/>
                <a:gd name="connsiteY5" fmla="*/ 2708 h 2429823"/>
                <a:gd name="connsiteX0" fmla="*/ 1035116 w 3703353"/>
                <a:gd name="connsiteY0" fmla="*/ 3586 h 2450893"/>
                <a:gd name="connsiteX1" fmla="*/ 1542693 w 3703353"/>
                <a:gd name="connsiteY1" fmla="*/ 1087897 h 2450893"/>
                <a:gd name="connsiteX2" fmla="*/ 3416426 w 3703353"/>
                <a:gd name="connsiteY2" fmla="*/ 800590 h 2450893"/>
                <a:gd name="connsiteX3" fmla="*/ 2950324 w 3703353"/>
                <a:gd name="connsiteY3" fmla="*/ 2407543 h 2450893"/>
                <a:gd name="connsiteX4" fmla="*/ 257350 w 3703353"/>
                <a:gd name="connsiteY4" fmla="*/ 1632689 h 2450893"/>
                <a:gd name="connsiteX5" fmla="*/ 1035116 w 3703353"/>
                <a:gd name="connsiteY5" fmla="*/ 3586 h 2450893"/>
                <a:gd name="connsiteX0" fmla="*/ 991689 w 3462563"/>
                <a:gd name="connsiteY0" fmla="*/ 10605 h 2457912"/>
                <a:gd name="connsiteX1" fmla="*/ 1674106 w 3462563"/>
                <a:gd name="connsiteY1" fmla="*/ 930710 h 2457912"/>
                <a:gd name="connsiteX2" fmla="*/ 3372999 w 3462563"/>
                <a:gd name="connsiteY2" fmla="*/ 807609 h 2457912"/>
                <a:gd name="connsiteX3" fmla="*/ 2906897 w 3462563"/>
                <a:gd name="connsiteY3" fmla="*/ 2414562 h 2457912"/>
                <a:gd name="connsiteX4" fmla="*/ 213923 w 3462563"/>
                <a:gd name="connsiteY4" fmla="*/ 1639708 h 2457912"/>
                <a:gd name="connsiteX5" fmla="*/ 991689 w 3462563"/>
                <a:gd name="connsiteY5" fmla="*/ 10605 h 2457912"/>
                <a:gd name="connsiteX0" fmla="*/ 991689 w 3644113"/>
                <a:gd name="connsiteY0" fmla="*/ 10605 h 2457912"/>
                <a:gd name="connsiteX1" fmla="*/ 1674106 w 3644113"/>
                <a:gd name="connsiteY1" fmla="*/ 930710 h 2457912"/>
                <a:gd name="connsiteX2" fmla="*/ 3372999 w 3644113"/>
                <a:gd name="connsiteY2" fmla="*/ 807609 h 2457912"/>
                <a:gd name="connsiteX3" fmla="*/ 2906897 w 3644113"/>
                <a:gd name="connsiteY3" fmla="*/ 2414562 h 2457912"/>
                <a:gd name="connsiteX4" fmla="*/ 213923 w 3644113"/>
                <a:gd name="connsiteY4" fmla="*/ 1639708 h 2457912"/>
                <a:gd name="connsiteX5" fmla="*/ 991689 w 3644113"/>
                <a:gd name="connsiteY5" fmla="*/ 10605 h 2457912"/>
                <a:gd name="connsiteX0" fmla="*/ 1054352 w 3706777"/>
                <a:gd name="connsiteY0" fmla="*/ 1046 h 2448353"/>
                <a:gd name="connsiteX1" fmla="*/ 1736769 w 3706777"/>
                <a:gd name="connsiteY1" fmla="*/ 921151 h 2448353"/>
                <a:gd name="connsiteX2" fmla="*/ 3435662 w 3706777"/>
                <a:gd name="connsiteY2" fmla="*/ 798050 h 2448353"/>
                <a:gd name="connsiteX3" fmla="*/ 2969560 w 3706777"/>
                <a:gd name="connsiteY3" fmla="*/ 2405003 h 2448353"/>
                <a:gd name="connsiteX4" fmla="*/ 276586 w 3706777"/>
                <a:gd name="connsiteY4" fmla="*/ 1630149 h 2448353"/>
                <a:gd name="connsiteX5" fmla="*/ 1054352 w 3706777"/>
                <a:gd name="connsiteY5" fmla="*/ 1046 h 2448353"/>
                <a:gd name="connsiteX0" fmla="*/ 590056 w 3683836"/>
                <a:gd name="connsiteY0" fmla="*/ 1109 h 1961431"/>
                <a:gd name="connsiteX1" fmla="*/ 1713828 w 3683836"/>
                <a:gd name="connsiteY1" fmla="*/ 456838 h 1961431"/>
                <a:gd name="connsiteX2" fmla="*/ 3412721 w 3683836"/>
                <a:gd name="connsiteY2" fmla="*/ 333737 h 1961431"/>
                <a:gd name="connsiteX3" fmla="*/ 2946619 w 3683836"/>
                <a:gd name="connsiteY3" fmla="*/ 1940690 h 1961431"/>
                <a:gd name="connsiteX4" fmla="*/ 253645 w 3683836"/>
                <a:gd name="connsiteY4" fmla="*/ 1165836 h 1961431"/>
                <a:gd name="connsiteX5" fmla="*/ 590056 w 3683836"/>
                <a:gd name="connsiteY5" fmla="*/ 1109 h 1961431"/>
                <a:gd name="connsiteX0" fmla="*/ 577152 w 3670932"/>
                <a:gd name="connsiteY0" fmla="*/ 28557 h 1988879"/>
                <a:gd name="connsiteX1" fmla="*/ 1700924 w 3670932"/>
                <a:gd name="connsiteY1" fmla="*/ 484286 h 1988879"/>
                <a:gd name="connsiteX2" fmla="*/ 3399817 w 3670932"/>
                <a:gd name="connsiteY2" fmla="*/ 361185 h 1988879"/>
                <a:gd name="connsiteX3" fmla="*/ 2933715 w 3670932"/>
                <a:gd name="connsiteY3" fmla="*/ 1968138 h 1988879"/>
                <a:gd name="connsiteX4" fmla="*/ 240741 w 3670932"/>
                <a:gd name="connsiteY4" fmla="*/ 1193284 h 1988879"/>
                <a:gd name="connsiteX5" fmla="*/ 577152 w 3670932"/>
                <a:gd name="connsiteY5" fmla="*/ 28557 h 1988879"/>
                <a:gd name="connsiteX0" fmla="*/ 5660 w 3065770"/>
                <a:gd name="connsiteY0" fmla="*/ 41752 h 2084853"/>
                <a:gd name="connsiteX1" fmla="*/ 1129432 w 3065770"/>
                <a:gd name="connsiteY1" fmla="*/ 497481 h 2084853"/>
                <a:gd name="connsiteX2" fmla="*/ 2828325 w 3065770"/>
                <a:gd name="connsiteY2" fmla="*/ 374380 h 2084853"/>
                <a:gd name="connsiteX3" fmla="*/ 2362223 w 3065770"/>
                <a:gd name="connsiteY3" fmla="*/ 1981333 h 2084853"/>
                <a:gd name="connsiteX4" fmla="*/ 768571 w 3065770"/>
                <a:gd name="connsiteY4" fmla="*/ 1718703 h 2084853"/>
                <a:gd name="connsiteX5" fmla="*/ 5660 w 3065770"/>
                <a:gd name="connsiteY5" fmla="*/ 41752 h 2084853"/>
                <a:gd name="connsiteX0" fmla="*/ 12471 w 3072581"/>
                <a:gd name="connsiteY0" fmla="*/ 41752 h 2092530"/>
                <a:gd name="connsiteX1" fmla="*/ 1136243 w 3072581"/>
                <a:gd name="connsiteY1" fmla="*/ 497481 h 2092530"/>
                <a:gd name="connsiteX2" fmla="*/ 2835136 w 3072581"/>
                <a:gd name="connsiteY2" fmla="*/ 374380 h 2092530"/>
                <a:gd name="connsiteX3" fmla="*/ 2369034 w 3072581"/>
                <a:gd name="connsiteY3" fmla="*/ 1981333 h 2092530"/>
                <a:gd name="connsiteX4" fmla="*/ 775382 w 3072581"/>
                <a:gd name="connsiteY4" fmla="*/ 1718703 h 2092530"/>
                <a:gd name="connsiteX5" fmla="*/ 12471 w 3072581"/>
                <a:gd name="connsiteY5" fmla="*/ 41752 h 2092530"/>
                <a:gd name="connsiteX0" fmla="*/ 2798 w 3655173"/>
                <a:gd name="connsiteY0" fmla="*/ 869129 h 2007317"/>
                <a:gd name="connsiteX1" fmla="*/ 1718835 w 3655173"/>
                <a:gd name="connsiteY1" fmla="*/ 445136 h 2007317"/>
                <a:gd name="connsiteX2" fmla="*/ 3417728 w 3655173"/>
                <a:gd name="connsiteY2" fmla="*/ 322035 h 2007317"/>
                <a:gd name="connsiteX3" fmla="*/ 2951626 w 3655173"/>
                <a:gd name="connsiteY3" fmla="*/ 1928988 h 2007317"/>
                <a:gd name="connsiteX4" fmla="*/ 1357974 w 3655173"/>
                <a:gd name="connsiteY4" fmla="*/ 1666358 h 2007317"/>
                <a:gd name="connsiteX5" fmla="*/ 2798 w 3655173"/>
                <a:gd name="connsiteY5" fmla="*/ 869129 h 2007317"/>
                <a:gd name="connsiteX0" fmla="*/ 542 w 3652917"/>
                <a:gd name="connsiteY0" fmla="*/ 869129 h 2007318"/>
                <a:gd name="connsiteX1" fmla="*/ 1716579 w 3652917"/>
                <a:gd name="connsiteY1" fmla="*/ 445136 h 2007318"/>
                <a:gd name="connsiteX2" fmla="*/ 3415472 w 3652917"/>
                <a:gd name="connsiteY2" fmla="*/ 322035 h 2007318"/>
                <a:gd name="connsiteX3" fmla="*/ 2949370 w 3652917"/>
                <a:gd name="connsiteY3" fmla="*/ 1928988 h 2007318"/>
                <a:gd name="connsiteX4" fmla="*/ 1355718 w 3652917"/>
                <a:gd name="connsiteY4" fmla="*/ 1666358 h 2007318"/>
                <a:gd name="connsiteX5" fmla="*/ 542 w 3652917"/>
                <a:gd name="connsiteY5" fmla="*/ 869129 h 2007318"/>
                <a:gd name="connsiteX0" fmla="*/ 243 w 3639926"/>
                <a:gd name="connsiteY0" fmla="*/ 869129 h 1955507"/>
                <a:gd name="connsiteX1" fmla="*/ 1716280 w 3639926"/>
                <a:gd name="connsiteY1" fmla="*/ 445136 h 1955507"/>
                <a:gd name="connsiteX2" fmla="*/ 3415173 w 3639926"/>
                <a:gd name="connsiteY2" fmla="*/ 322035 h 1955507"/>
                <a:gd name="connsiteX3" fmla="*/ 2949071 w 3639926"/>
                <a:gd name="connsiteY3" fmla="*/ 1928988 h 1955507"/>
                <a:gd name="connsiteX4" fmla="*/ 1833458 w 3639926"/>
                <a:gd name="connsiteY4" fmla="*/ 1291535 h 1955507"/>
                <a:gd name="connsiteX5" fmla="*/ 243 w 3639926"/>
                <a:gd name="connsiteY5" fmla="*/ 869129 h 1955507"/>
                <a:gd name="connsiteX0" fmla="*/ 243 w 3639926"/>
                <a:gd name="connsiteY0" fmla="*/ 869129 h 1947022"/>
                <a:gd name="connsiteX1" fmla="*/ 1716280 w 3639926"/>
                <a:gd name="connsiteY1" fmla="*/ 445136 h 1947022"/>
                <a:gd name="connsiteX2" fmla="*/ 3415173 w 3639926"/>
                <a:gd name="connsiteY2" fmla="*/ 322035 h 1947022"/>
                <a:gd name="connsiteX3" fmla="*/ 2949071 w 3639926"/>
                <a:gd name="connsiteY3" fmla="*/ 1928988 h 1947022"/>
                <a:gd name="connsiteX4" fmla="*/ 1833458 w 3639926"/>
                <a:gd name="connsiteY4" fmla="*/ 1291535 h 1947022"/>
                <a:gd name="connsiteX5" fmla="*/ 243 w 3639926"/>
                <a:gd name="connsiteY5" fmla="*/ 869129 h 1947022"/>
                <a:gd name="connsiteX0" fmla="*/ 7345 w 3647028"/>
                <a:gd name="connsiteY0" fmla="*/ 869129 h 1947022"/>
                <a:gd name="connsiteX1" fmla="*/ 1723382 w 3647028"/>
                <a:gd name="connsiteY1" fmla="*/ 445136 h 1947022"/>
                <a:gd name="connsiteX2" fmla="*/ 3422275 w 3647028"/>
                <a:gd name="connsiteY2" fmla="*/ 322035 h 1947022"/>
                <a:gd name="connsiteX3" fmla="*/ 2956173 w 3647028"/>
                <a:gd name="connsiteY3" fmla="*/ 1928988 h 1947022"/>
                <a:gd name="connsiteX4" fmla="*/ 1840560 w 3647028"/>
                <a:gd name="connsiteY4" fmla="*/ 1291535 h 1947022"/>
                <a:gd name="connsiteX5" fmla="*/ 7345 w 3647028"/>
                <a:gd name="connsiteY5" fmla="*/ 869129 h 1947022"/>
                <a:gd name="connsiteX0" fmla="*/ 7345 w 3811052"/>
                <a:gd name="connsiteY0" fmla="*/ 869129 h 1929159"/>
                <a:gd name="connsiteX1" fmla="*/ 1723382 w 3811052"/>
                <a:gd name="connsiteY1" fmla="*/ 445136 h 1929159"/>
                <a:gd name="connsiteX2" fmla="*/ 3422275 w 3811052"/>
                <a:gd name="connsiteY2" fmla="*/ 322035 h 1929159"/>
                <a:gd name="connsiteX3" fmla="*/ 2956173 w 3811052"/>
                <a:gd name="connsiteY3" fmla="*/ 1928988 h 1929159"/>
                <a:gd name="connsiteX4" fmla="*/ 1840560 w 3811052"/>
                <a:gd name="connsiteY4" fmla="*/ 1291535 h 1929159"/>
                <a:gd name="connsiteX5" fmla="*/ 7345 w 3811052"/>
                <a:gd name="connsiteY5" fmla="*/ 869129 h 1929159"/>
                <a:gd name="connsiteX0" fmla="*/ 5264 w 3937957"/>
                <a:gd name="connsiteY0" fmla="*/ 1155023 h 1938909"/>
                <a:gd name="connsiteX1" fmla="*/ 1850286 w 3937957"/>
                <a:gd name="connsiteY1" fmla="*/ 454886 h 1938909"/>
                <a:gd name="connsiteX2" fmla="*/ 3549179 w 3937957"/>
                <a:gd name="connsiteY2" fmla="*/ 331785 h 1938909"/>
                <a:gd name="connsiteX3" fmla="*/ 3083077 w 3937957"/>
                <a:gd name="connsiteY3" fmla="*/ 1938738 h 1938909"/>
                <a:gd name="connsiteX4" fmla="*/ 1967464 w 3937957"/>
                <a:gd name="connsiteY4" fmla="*/ 1301285 h 1938909"/>
                <a:gd name="connsiteX5" fmla="*/ 5264 w 3937957"/>
                <a:gd name="connsiteY5" fmla="*/ 1155023 h 1938909"/>
                <a:gd name="connsiteX0" fmla="*/ 23607 w 3956300"/>
                <a:gd name="connsiteY0" fmla="*/ 1155023 h 1938909"/>
                <a:gd name="connsiteX1" fmla="*/ 1868629 w 3956300"/>
                <a:gd name="connsiteY1" fmla="*/ 454886 h 1938909"/>
                <a:gd name="connsiteX2" fmla="*/ 3567522 w 3956300"/>
                <a:gd name="connsiteY2" fmla="*/ 331785 h 1938909"/>
                <a:gd name="connsiteX3" fmla="*/ 3101420 w 3956300"/>
                <a:gd name="connsiteY3" fmla="*/ 1938738 h 1938909"/>
                <a:gd name="connsiteX4" fmla="*/ 1985807 w 3956300"/>
                <a:gd name="connsiteY4" fmla="*/ 1301285 h 1938909"/>
                <a:gd name="connsiteX5" fmla="*/ 23607 w 3956300"/>
                <a:gd name="connsiteY5" fmla="*/ 1155023 h 1938909"/>
                <a:gd name="connsiteX0" fmla="*/ 356 w 3775841"/>
                <a:gd name="connsiteY0" fmla="*/ 1155023 h 1975367"/>
                <a:gd name="connsiteX1" fmla="*/ 1845378 w 3775841"/>
                <a:gd name="connsiteY1" fmla="*/ 454886 h 1975367"/>
                <a:gd name="connsiteX2" fmla="*/ 3544271 w 3775841"/>
                <a:gd name="connsiteY2" fmla="*/ 331785 h 1975367"/>
                <a:gd name="connsiteX3" fmla="*/ 3078169 w 3775841"/>
                <a:gd name="connsiteY3" fmla="*/ 1938738 h 1975367"/>
                <a:gd name="connsiteX4" fmla="*/ 1700608 w 3775841"/>
                <a:gd name="connsiteY4" fmla="*/ 1432728 h 1975367"/>
                <a:gd name="connsiteX5" fmla="*/ 356 w 3775841"/>
                <a:gd name="connsiteY5" fmla="*/ 1155023 h 1975367"/>
                <a:gd name="connsiteX0" fmla="*/ 385 w 3775871"/>
                <a:gd name="connsiteY0" fmla="*/ 1155023 h 1964875"/>
                <a:gd name="connsiteX1" fmla="*/ 1845407 w 3775871"/>
                <a:gd name="connsiteY1" fmla="*/ 454886 h 1964875"/>
                <a:gd name="connsiteX2" fmla="*/ 3544300 w 3775871"/>
                <a:gd name="connsiteY2" fmla="*/ 331785 h 1964875"/>
                <a:gd name="connsiteX3" fmla="*/ 3078198 w 3775871"/>
                <a:gd name="connsiteY3" fmla="*/ 1938738 h 1964875"/>
                <a:gd name="connsiteX4" fmla="*/ 1700637 w 3775871"/>
                <a:gd name="connsiteY4" fmla="*/ 1432728 h 1964875"/>
                <a:gd name="connsiteX5" fmla="*/ 385 w 3775871"/>
                <a:gd name="connsiteY5" fmla="*/ 1155023 h 1964875"/>
                <a:gd name="connsiteX0" fmla="*/ 518 w 3310321"/>
                <a:gd name="connsiteY0" fmla="*/ 1561197 h 1986949"/>
                <a:gd name="connsiteX1" fmla="*/ 1379857 w 3310321"/>
                <a:gd name="connsiteY1" fmla="*/ 469469 h 1986949"/>
                <a:gd name="connsiteX2" fmla="*/ 3078750 w 3310321"/>
                <a:gd name="connsiteY2" fmla="*/ 346368 h 1986949"/>
                <a:gd name="connsiteX3" fmla="*/ 2612648 w 3310321"/>
                <a:gd name="connsiteY3" fmla="*/ 1953321 h 1986949"/>
                <a:gd name="connsiteX4" fmla="*/ 1235087 w 3310321"/>
                <a:gd name="connsiteY4" fmla="*/ 1447311 h 1986949"/>
                <a:gd name="connsiteX5" fmla="*/ 518 w 3310321"/>
                <a:gd name="connsiteY5" fmla="*/ 1561197 h 1986949"/>
                <a:gd name="connsiteX0" fmla="*/ 252954 w 3562757"/>
                <a:gd name="connsiteY0" fmla="*/ 1561197 h 1986950"/>
                <a:gd name="connsiteX1" fmla="*/ 1632293 w 3562757"/>
                <a:gd name="connsiteY1" fmla="*/ 469469 h 1986950"/>
                <a:gd name="connsiteX2" fmla="*/ 3331186 w 3562757"/>
                <a:gd name="connsiteY2" fmla="*/ 346368 h 1986950"/>
                <a:gd name="connsiteX3" fmla="*/ 2865084 w 3562757"/>
                <a:gd name="connsiteY3" fmla="*/ 1953321 h 1986950"/>
                <a:gd name="connsiteX4" fmla="*/ 1487523 w 3562757"/>
                <a:gd name="connsiteY4" fmla="*/ 1447311 h 1986950"/>
                <a:gd name="connsiteX5" fmla="*/ 252954 w 3562757"/>
                <a:gd name="connsiteY5" fmla="*/ 1561197 h 1986950"/>
                <a:gd name="connsiteX0" fmla="*/ 275988 w 4836894"/>
                <a:gd name="connsiteY0" fmla="*/ 1254188 h 1664972"/>
                <a:gd name="connsiteX1" fmla="*/ 1655327 w 4836894"/>
                <a:gd name="connsiteY1" fmla="*/ 162460 h 1664972"/>
                <a:gd name="connsiteX2" fmla="*/ 4715739 w 4836894"/>
                <a:gd name="connsiteY2" fmla="*/ 494988 h 1664972"/>
                <a:gd name="connsiteX3" fmla="*/ 2888118 w 4836894"/>
                <a:gd name="connsiteY3" fmla="*/ 1646312 h 1664972"/>
                <a:gd name="connsiteX4" fmla="*/ 1510557 w 4836894"/>
                <a:gd name="connsiteY4" fmla="*/ 1140302 h 1664972"/>
                <a:gd name="connsiteX5" fmla="*/ 275988 w 4836894"/>
                <a:gd name="connsiteY5" fmla="*/ 1254188 h 1664972"/>
                <a:gd name="connsiteX0" fmla="*/ 275988 w 4716813"/>
                <a:gd name="connsiteY0" fmla="*/ 1630321 h 2049242"/>
                <a:gd name="connsiteX1" fmla="*/ 1655327 w 4716813"/>
                <a:gd name="connsiteY1" fmla="*/ 538593 h 2049242"/>
                <a:gd name="connsiteX2" fmla="*/ 4715739 w 4716813"/>
                <a:gd name="connsiteY2" fmla="*/ 871121 h 2049242"/>
                <a:gd name="connsiteX3" fmla="*/ 2888118 w 4716813"/>
                <a:gd name="connsiteY3" fmla="*/ 2022445 h 2049242"/>
                <a:gd name="connsiteX4" fmla="*/ 1510557 w 4716813"/>
                <a:gd name="connsiteY4" fmla="*/ 1516435 h 2049242"/>
                <a:gd name="connsiteX5" fmla="*/ 275988 w 4716813"/>
                <a:gd name="connsiteY5" fmla="*/ 1630321 h 2049242"/>
                <a:gd name="connsiteX0" fmla="*/ 275988 w 4749030"/>
                <a:gd name="connsiteY0" fmla="*/ 1124638 h 1545870"/>
                <a:gd name="connsiteX1" fmla="*/ 1655327 w 4749030"/>
                <a:gd name="connsiteY1" fmla="*/ 32910 h 1545870"/>
                <a:gd name="connsiteX2" fmla="*/ 4715739 w 4749030"/>
                <a:gd name="connsiteY2" fmla="*/ 365438 h 1545870"/>
                <a:gd name="connsiteX3" fmla="*/ 3175706 w 4749030"/>
                <a:gd name="connsiteY3" fmla="*/ 1192854 h 1545870"/>
                <a:gd name="connsiteX4" fmla="*/ 1510557 w 4749030"/>
                <a:gd name="connsiteY4" fmla="*/ 1010752 h 1545870"/>
                <a:gd name="connsiteX5" fmla="*/ 275988 w 4749030"/>
                <a:gd name="connsiteY5" fmla="*/ 1124638 h 1545870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40315"/>
                <a:gd name="connsiteY0" fmla="*/ 1132875 h 1722803"/>
                <a:gd name="connsiteX1" fmla="*/ 1655327 w 4740315"/>
                <a:gd name="connsiteY1" fmla="*/ 41147 h 1722803"/>
                <a:gd name="connsiteX2" fmla="*/ 4715739 w 4740315"/>
                <a:gd name="connsiteY2" fmla="*/ 373675 h 1722803"/>
                <a:gd name="connsiteX3" fmla="*/ 3012343 w 4740315"/>
                <a:gd name="connsiteY3" fmla="*/ 1711656 h 1722803"/>
                <a:gd name="connsiteX4" fmla="*/ 1510557 w 4740315"/>
                <a:gd name="connsiteY4" fmla="*/ 1018989 h 1722803"/>
                <a:gd name="connsiteX5" fmla="*/ 275988 w 4740315"/>
                <a:gd name="connsiteY5" fmla="*/ 1132875 h 1722803"/>
                <a:gd name="connsiteX0" fmla="*/ 275988 w 4756119"/>
                <a:gd name="connsiteY0" fmla="*/ 1127108 h 1542684"/>
                <a:gd name="connsiteX1" fmla="*/ 1655327 w 4756119"/>
                <a:gd name="connsiteY1" fmla="*/ 35380 h 1542684"/>
                <a:gd name="connsiteX2" fmla="*/ 4715739 w 4756119"/>
                <a:gd name="connsiteY2" fmla="*/ 367908 h 1542684"/>
                <a:gd name="connsiteX3" fmla="*/ 3285074 w 4756119"/>
                <a:gd name="connsiteY3" fmla="*/ 1369029 h 1542684"/>
                <a:gd name="connsiteX4" fmla="*/ 1510557 w 4756119"/>
                <a:gd name="connsiteY4" fmla="*/ 1013222 h 1542684"/>
                <a:gd name="connsiteX5" fmla="*/ 275988 w 4756119"/>
                <a:gd name="connsiteY5" fmla="*/ 1127108 h 1542684"/>
                <a:gd name="connsiteX0" fmla="*/ 275988 w 4715923"/>
                <a:gd name="connsiteY0" fmla="*/ 1122352 h 1572226"/>
                <a:gd name="connsiteX1" fmla="*/ 1655327 w 4715923"/>
                <a:gd name="connsiteY1" fmla="*/ 30624 h 1572226"/>
                <a:gd name="connsiteX2" fmla="*/ 4715739 w 4715923"/>
                <a:gd name="connsiteY2" fmla="*/ 363152 h 1572226"/>
                <a:gd name="connsiteX3" fmla="*/ 1510557 w 4715923"/>
                <a:gd name="connsiteY3" fmla="*/ 1008466 h 1572226"/>
                <a:gd name="connsiteX4" fmla="*/ 275988 w 4715923"/>
                <a:gd name="connsiteY4" fmla="*/ 1122352 h 1572226"/>
                <a:gd name="connsiteX0" fmla="*/ 25029 w 4476010"/>
                <a:gd name="connsiteY0" fmla="*/ 1892393 h 2022034"/>
                <a:gd name="connsiteX1" fmla="*/ 2236847 w 4476010"/>
                <a:gd name="connsiteY1" fmla="*/ 11492 h 2022034"/>
                <a:gd name="connsiteX2" fmla="*/ 4464780 w 4476010"/>
                <a:gd name="connsiteY2" fmla="*/ 1133193 h 2022034"/>
                <a:gd name="connsiteX3" fmla="*/ 1259598 w 4476010"/>
                <a:gd name="connsiteY3" fmla="*/ 1778507 h 2022034"/>
                <a:gd name="connsiteX4" fmla="*/ 25029 w 4476010"/>
                <a:gd name="connsiteY4" fmla="*/ 1892393 h 2022034"/>
                <a:gd name="connsiteX0" fmla="*/ 19312 w 4468531"/>
                <a:gd name="connsiteY0" fmla="*/ 1893478 h 2350831"/>
                <a:gd name="connsiteX1" fmla="*/ 2231130 w 4468531"/>
                <a:gd name="connsiteY1" fmla="*/ 12577 h 2350831"/>
                <a:gd name="connsiteX2" fmla="*/ 4459063 w 4468531"/>
                <a:gd name="connsiteY2" fmla="*/ 1134278 h 2350831"/>
                <a:gd name="connsiteX3" fmla="*/ 2962196 w 4468531"/>
                <a:gd name="connsiteY3" fmla="*/ 2337807 h 2350831"/>
                <a:gd name="connsiteX4" fmla="*/ 1253881 w 4468531"/>
                <a:gd name="connsiteY4" fmla="*/ 1779592 h 2350831"/>
                <a:gd name="connsiteX5" fmla="*/ 19312 w 4468531"/>
                <a:gd name="connsiteY5" fmla="*/ 1893478 h 2350831"/>
                <a:gd name="connsiteX0" fmla="*/ 114931 w 4564151"/>
                <a:gd name="connsiteY0" fmla="*/ 1893478 h 2606070"/>
                <a:gd name="connsiteX1" fmla="*/ 2326749 w 4564151"/>
                <a:gd name="connsiteY1" fmla="*/ 12577 h 2606070"/>
                <a:gd name="connsiteX2" fmla="*/ 4554682 w 4564151"/>
                <a:gd name="connsiteY2" fmla="*/ 1134278 h 2606070"/>
                <a:gd name="connsiteX3" fmla="*/ 3057815 w 4564151"/>
                <a:gd name="connsiteY3" fmla="*/ 2337807 h 2606070"/>
                <a:gd name="connsiteX4" fmla="*/ 602599 w 4564151"/>
                <a:gd name="connsiteY4" fmla="*/ 2591133 h 2606070"/>
                <a:gd name="connsiteX5" fmla="*/ 114931 w 4564151"/>
                <a:gd name="connsiteY5" fmla="*/ 1893478 h 2606070"/>
                <a:gd name="connsiteX0" fmla="*/ 339436 w 4163621"/>
                <a:gd name="connsiteY0" fmla="*/ 711041 h 2677547"/>
                <a:gd name="connsiteX1" fmla="*/ 1926219 w 4163621"/>
                <a:gd name="connsiteY1" fmla="*/ 9118 h 2677547"/>
                <a:gd name="connsiteX2" fmla="*/ 4154152 w 4163621"/>
                <a:gd name="connsiteY2" fmla="*/ 1130819 h 2677547"/>
                <a:gd name="connsiteX3" fmla="*/ 2657285 w 4163621"/>
                <a:gd name="connsiteY3" fmla="*/ 2334348 h 2677547"/>
                <a:gd name="connsiteX4" fmla="*/ 202069 w 4163621"/>
                <a:gd name="connsiteY4" fmla="*/ 2587674 h 2677547"/>
                <a:gd name="connsiteX5" fmla="*/ 339436 w 4163621"/>
                <a:gd name="connsiteY5" fmla="*/ 711041 h 2677547"/>
                <a:gd name="connsiteX0" fmla="*/ 8699 w 3970251"/>
                <a:gd name="connsiteY0" fmla="*/ 2578556 h 2717756"/>
                <a:gd name="connsiteX1" fmla="*/ 1732849 w 3970251"/>
                <a:gd name="connsiteY1" fmla="*/ 0 h 2717756"/>
                <a:gd name="connsiteX2" fmla="*/ 3960782 w 3970251"/>
                <a:gd name="connsiteY2" fmla="*/ 1121701 h 2717756"/>
                <a:gd name="connsiteX3" fmla="*/ 2463915 w 3970251"/>
                <a:gd name="connsiteY3" fmla="*/ 2325230 h 2717756"/>
                <a:gd name="connsiteX4" fmla="*/ 8699 w 3970251"/>
                <a:gd name="connsiteY4" fmla="*/ 2578556 h 2717756"/>
                <a:gd name="connsiteX0" fmla="*/ 11617 w 3584652"/>
                <a:gd name="connsiteY0" fmla="*/ 1430838 h 2340009"/>
                <a:gd name="connsiteX1" fmla="*/ 1347250 w 3584652"/>
                <a:gd name="connsiteY1" fmla="*/ 2380 h 2340009"/>
                <a:gd name="connsiteX2" fmla="*/ 3575183 w 3584652"/>
                <a:gd name="connsiteY2" fmla="*/ 1124081 h 2340009"/>
                <a:gd name="connsiteX3" fmla="*/ 2078316 w 3584652"/>
                <a:gd name="connsiteY3" fmla="*/ 2327610 h 2340009"/>
                <a:gd name="connsiteX4" fmla="*/ 11617 w 3584652"/>
                <a:gd name="connsiteY4" fmla="*/ 1430838 h 2340009"/>
                <a:gd name="connsiteX0" fmla="*/ 36322 w 3609357"/>
                <a:gd name="connsiteY0" fmla="*/ 1430838 h 2532978"/>
                <a:gd name="connsiteX1" fmla="*/ 1371955 w 3609357"/>
                <a:gd name="connsiteY1" fmla="*/ 2380 h 2532978"/>
                <a:gd name="connsiteX2" fmla="*/ 3599888 w 3609357"/>
                <a:gd name="connsiteY2" fmla="*/ 1124081 h 2532978"/>
                <a:gd name="connsiteX3" fmla="*/ 2103021 w 3609357"/>
                <a:gd name="connsiteY3" fmla="*/ 2327610 h 2532978"/>
                <a:gd name="connsiteX4" fmla="*/ 36322 w 3609357"/>
                <a:gd name="connsiteY4" fmla="*/ 1430838 h 2532978"/>
                <a:gd name="connsiteX0" fmla="*/ 3580 w 3569301"/>
                <a:gd name="connsiteY0" fmla="*/ 1431089 h 2816320"/>
                <a:gd name="connsiteX1" fmla="*/ 1339213 w 3569301"/>
                <a:gd name="connsiteY1" fmla="*/ 2631 h 2816320"/>
                <a:gd name="connsiteX2" fmla="*/ 3567146 w 3569301"/>
                <a:gd name="connsiteY2" fmla="*/ 1124332 h 2816320"/>
                <a:gd name="connsiteX3" fmla="*/ 1722688 w 3569301"/>
                <a:gd name="connsiteY3" fmla="*/ 2808414 h 2816320"/>
                <a:gd name="connsiteX4" fmla="*/ 3580 w 3569301"/>
                <a:gd name="connsiteY4" fmla="*/ 1431089 h 2816320"/>
                <a:gd name="connsiteX0" fmla="*/ 3579 w 3569300"/>
                <a:gd name="connsiteY0" fmla="*/ 1431089 h 2808414"/>
                <a:gd name="connsiteX1" fmla="*/ 1339212 w 3569300"/>
                <a:gd name="connsiteY1" fmla="*/ 2631 h 2808414"/>
                <a:gd name="connsiteX2" fmla="*/ 3567145 w 3569300"/>
                <a:gd name="connsiteY2" fmla="*/ 1124332 h 2808414"/>
                <a:gd name="connsiteX3" fmla="*/ 1722687 w 3569300"/>
                <a:gd name="connsiteY3" fmla="*/ 2808414 h 2808414"/>
                <a:gd name="connsiteX4" fmla="*/ 3579 w 3569300"/>
                <a:gd name="connsiteY4" fmla="*/ 1431089 h 2808414"/>
                <a:gd name="connsiteX0" fmla="*/ 3579 w 3570402"/>
                <a:gd name="connsiteY0" fmla="*/ 1431089 h 2845664"/>
                <a:gd name="connsiteX1" fmla="*/ 1339212 w 3570402"/>
                <a:gd name="connsiteY1" fmla="*/ 2631 h 2845664"/>
                <a:gd name="connsiteX2" fmla="*/ 3567145 w 3570402"/>
                <a:gd name="connsiteY2" fmla="*/ 1124332 h 2845664"/>
                <a:gd name="connsiteX3" fmla="*/ 1722687 w 3570402"/>
                <a:gd name="connsiteY3" fmla="*/ 2808414 h 2845664"/>
                <a:gd name="connsiteX4" fmla="*/ 3579 w 3570402"/>
                <a:gd name="connsiteY4" fmla="*/ 1431089 h 2845664"/>
                <a:gd name="connsiteX0" fmla="*/ 3579 w 3571531"/>
                <a:gd name="connsiteY0" fmla="*/ 1431089 h 2809355"/>
                <a:gd name="connsiteX1" fmla="*/ 1339212 w 3571531"/>
                <a:gd name="connsiteY1" fmla="*/ 2631 h 2809355"/>
                <a:gd name="connsiteX2" fmla="*/ 3567145 w 3571531"/>
                <a:gd name="connsiteY2" fmla="*/ 1124332 h 2809355"/>
                <a:gd name="connsiteX3" fmla="*/ 1722687 w 3571531"/>
                <a:gd name="connsiteY3" fmla="*/ 2808414 h 2809355"/>
                <a:gd name="connsiteX4" fmla="*/ 3579 w 3571531"/>
                <a:gd name="connsiteY4" fmla="*/ 1431089 h 2809355"/>
                <a:gd name="connsiteX0" fmla="*/ 3579 w 3570449"/>
                <a:gd name="connsiteY0" fmla="*/ 1431089 h 2811091"/>
                <a:gd name="connsiteX1" fmla="*/ 1339212 w 3570449"/>
                <a:gd name="connsiteY1" fmla="*/ 2631 h 2811091"/>
                <a:gd name="connsiteX2" fmla="*/ 3567145 w 3570449"/>
                <a:gd name="connsiteY2" fmla="*/ 1124332 h 2811091"/>
                <a:gd name="connsiteX3" fmla="*/ 1722687 w 3570449"/>
                <a:gd name="connsiteY3" fmla="*/ 2808414 h 2811091"/>
                <a:gd name="connsiteX4" fmla="*/ 3579 w 3570449"/>
                <a:gd name="connsiteY4" fmla="*/ 1431089 h 2811091"/>
                <a:gd name="connsiteX0" fmla="*/ 9477 w 3576347"/>
                <a:gd name="connsiteY0" fmla="*/ 1454488 h 2834490"/>
                <a:gd name="connsiteX1" fmla="*/ 1345110 w 3576347"/>
                <a:gd name="connsiteY1" fmla="*/ 26030 h 2834490"/>
                <a:gd name="connsiteX2" fmla="*/ 3573043 w 3576347"/>
                <a:gd name="connsiteY2" fmla="*/ 1147731 h 2834490"/>
                <a:gd name="connsiteX3" fmla="*/ 1728585 w 3576347"/>
                <a:gd name="connsiteY3" fmla="*/ 2831813 h 2834490"/>
                <a:gd name="connsiteX4" fmla="*/ 9477 w 3576347"/>
                <a:gd name="connsiteY4" fmla="*/ 1454488 h 2834490"/>
                <a:gd name="connsiteX0" fmla="*/ 11200 w 3578070"/>
                <a:gd name="connsiteY0" fmla="*/ 1454488 h 2834490"/>
                <a:gd name="connsiteX1" fmla="*/ 1346833 w 3578070"/>
                <a:gd name="connsiteY1" fmla="*/ 26030 h 2834490"/>
                <a:gd name="connsiteX2" fmla="*/ 3574766 w 3578070"/>
                <a:gd name="connsiteY2" fmla="*/ 1147731 h 2834490"/>
                <a:gd name="connsiteX3" fmla="*/ 1730308 w 3578070"/>
                <a:gd name="connsiteY3" fmla="*/ 2831813 h 2834490"/>
                <a:gd name="connsiteX4" fmla="*/ 11200 w 3578070"/>
                <a:gd name="connsiteY4" fmla="*/ 1454488 h 2834490"/>
                <a:gd name="connsiteX0" fmla="*/ 5238 w 3394494"/>
                <a:gd name="connsiteY0" fmla="*/ 1561249 h 2815719"/>
                <a:gd name="connsiteX1" fmla="*/ 1164359 w 3394494"/>
                <a:gd name="connsiteY1" fmla="*/ 5027 h 2815719"/>
                <a:gd name="connsiteX2" fmla="*/ 3392292 w 3394494"/>
                <a:gd name="connsiteY2" fmla="*/ 1126728 h 2815719"/>
                <a:gd name="connsiteX3" fmla="*/ 1547834 w 3394494"/>
                <a:gd name="connsiteY3" fmla="*/ 2810810 h 2815719"/>
                <a:gd name="connsiteX4" fmla="*/ 5238 w 3394494"/>
                <a:gd name="connsiteY4" fmla="*/ 1561249 h 2815719"/>
                <a:gd name="connsiteX0" fmla="*/ 1714 w 3390970"/>
                <a:gd name="connsiteY0" fmla="*/ 1561249 h 2816846"/>
                <a:gd name="connsiteX1" fmla="*/ 1160835 w 3390970"/>
                <a:gd name="connsiteY1" fmla="*/ 5027 h 2816846"/>
                <a:gd name="connsiteX2" fmla="*/ 3388768 w 3390970"/>
                <a:gd name="connsiteY2" fmla="*/ 1126728 h 2816846"/>
                <a:gd name="connsiteX3" fmla="*/ 1544310 w 3390970"/>
                <a:gd name="connsiteY3" fmla="*/ 2810810 h 2816846"/>
                <a:gd name="connsiteX4" fmla="*/ 1714 w 3390970"/>
                <a:gd name="connsiteY4" fmla="*/ 1561249 h 2816846"/>
                <a:gd name="connsiteX0" fmla="*/ 1714 w 3392183"/>
                <a:gd name="connsiteY0" fmla="*/ 1561249 h 2822298"/>
                <a:gd name="connsiteX1" fmla="*/ 1160835 w 3392183"/>
                <a:gd name="connsiteY1" fmla="*/ 5027 h 2822298"/>
                <a:gd name="connsiteX2" fmla="*/ 3388768 w 3392183"/>
                <a:gd name="connsiteY2" fmla="*/ 1126728 h 2822298"/>
                <a:gd name="connsiteX3" fmla="*/ 1544310 w 3392183"/>
                <a:gd name="connsiteY3" fmla="*/ 2810810 h 2822298"/>
                <a:gd name="connsiteX4" fmla="*/ 1714 w 3392183"/>
                <a:gd name="connsiteY4" fmla="*/ 1561249 h 2822298"/>
                <a:gd name="connsiteX0" fmla="*/ 1599 w 3099681"/>
                <a:gd name="connsiteY0" fmla="*/ 1556274 h 2805936"/>
                <a:gd name="connsiteX1" fmla="*/ 1160720 w 3099681"/>
                <a:gd name="connsiteY1" fmla="*/ 52 h 2805936"/>
                <a:gd name="connsiteX2" fmla="*/ 3097014 w 3099681"/>
                <a:gd name="connsiteY2" fmla="*/ 1505235 h 2805936"/>
                <a:gd name="connsiteX3" fmla="*/ 1544195 w 3099681"/>
                <a:gd name="connsiteY3" fmla="*/ 2805835 h 2805936"/>
                <a:gd name="connsiteX4" fmla="*/ 1599 w 3099681"/>
                <a:gd name="connsiteY4" fmla="*/ 1556274 h 2805936"/>
                <a:gd name="connsiteX0" fmla="*/ 1599 w 3098266"/>
                <a:gd name="connsiteY0" fmla="*/ 1556274 h 2805936"/>
                <a:gd name="connsiteX1" fmla="*/ 1160720 w 3098266"/>
                <a:gd name="connsiteY1" fmla="*/ 52 h 2805936"/>
                <a:gd name="connsiteX2" fmla="*/ 3097014 w 3098266"/>
                <a:gd name="connsiteY2" fmla="*/ 1505235 h 2805936"/>
                <a:gd name="connsiteX3" fmla="*/ 1544195 w 3098266"/>
                <a:gd name="connsiteY3" fmla="*/ 2805835 h 2805936"/>
                <a:gd name="connsiteX4" fmla="*/ 1599 w 3098266"/>
                <a:gd name="connsiteY4" fmla="*/ 1556274 h 2805936"/>
                <a:gd name="connsiteX0" fmla="*/ 6698 w 3107113"/>
                <a:gd name="connsiteY0" fmla="*/ 1556268 h 1995204"/>
                <a:gd name="connsiteX1" fmla="*/ 1165819 w 3107113"/>
                <a:gd name="connsiteY1" fmla="*/ 46 h 1995204"/>
                <a:gd name="connsiteX2" fmla="*/ 3102113 w 3107113"/>
                <a:gd name="connsiteY2" fmla="*/ 1505229 h 1995204"/>
                <a:gd name="connsiteX3" fmla="*/ 1670895 w 3107113"/>
                <a:gd name="connsiteY3" fmla="*/ 1994767 h 1995204"/>
                <a:gd name="connsiteX4" fmla="*/ 6698 w 3107113"/>
                <a:gd name="connsiteY4" fmla="*/ 1556268 h 1995204"/>
                <a:gd name="connsiteX0" fmla="*/ 6698 w 3107610"/>
                <a:gd name="connsiteY0" fmla="*/ 1556268 h 2094159"/>
                <a:gd name="connsiteX1" fmla="*/ 1165819 w 3107610"/>
                <a:gd name="connsiteY1" fmla="*/ 46 h 2094159"/>
                <a:gd name="connsiteX2" fmla="*/ 3102113 w 3107610"/>
                <a:gd name="connsiteY2" fmla="*/ 1505229 h 2094159"/>
                <a:gd name="connsiteX3" fmla="*/ 1670895 w 3107610"/>
                <a:gd name="connsiteY3" fmla="*/ 1994767 h 2094159"/>
                <a:gd name="connsiteX4" fmla="*/ 6698 w 3107610"/>
                <a:gd name="connsiteY4" fmla="*/ 1556268 h 2094159"/>
                <a:gd name="connsiteX0" fmla="*/ 6698 w 3108326"/>
                <a:gd name="connsiteY0" fmla="*/ 1556268 h 2032117"/>
                <a:gd name="connsiteX1" fmla="*/ 1165819 w 3108326"/>
                <a:gd name="connsiteY1" fmla="*/ 46 h 2032117"/>
                <a:gd name="connsiteX2" fmla="*/ 3102113 w 3108326"/>
                <a:gd name="connsiteY2" fmla="*/ 1505229 h 2032117"/>
                <a:gd name="connsiteX3" fmla="*/ 1670895 w 3108326"/>
                <a:gd name="connsiteY3" fmla="*/ 1994767 h 2032117"/>
                <a:gd name="connsiteX4" fmla="*/ 6698 w 3108326"/>
                <a:gd name="connsiteY4" fmla="*/ 1556268 h 2032117"/>
                <a:gd name="connsiteX0" fmla="*/ 2700 w 3101149"/>
                <a:gd name="connsiteY0" fmla="*/ 1588985 h 2065259"/>
                <a:gd name="connsiteX1" fmla="*/ 1324169 w 3101149"/>
                <a:gd name="connsiteY1" fmla="*/ 44 h 2065259"/>
                <a:gd name="connsiteX2" fmla="*/ 3098115 w 3101149"/>
                <a:gd name="connsiteY2" fmla="*/ 1537946 h 2065259"/>
                <a:gd name="connsiteX3" fmla="*/ 1666897 w 3101149"/>
                <a:gd name="connsiteY3" fmla="*/ 2027484 h 2065259"/>
                <a:gd name="connsiteX4" fmla="*/ 2700 w 3101149"/>
                <a:gd name="connsiteY4" fmla="*/ 1588985 h 2065259"/>
                <a:gd name="connsiteX0" fmla="*/ 2700 w 3100106"/>
                <a:gd name="connsiteY0" fmla="*/ 1588985 h 2163738"/>
                <a:gd name="connsiteX1" fmla="*/ 1324169 w 3100106"/>
                <a:gd name="connsiteY1" fmla="*/ 44 h 2163738"/>
                <a:gd name="connsiteX2" fmla="*/ 3098115 w 3100106"/>
                <a:gd name="connsiteY2" fmla="*/ 1537946 h 2163738"/>
                <a:gd name="connsiteX3" fmla="*/ 1666897 w 3100106"/>
                <a:gd name="connsiteY3" fmla="*/ 2027484 h 2163738"/>
                <a:gd name="connsiteX4" fmla="*/ 2700 w 3100106"/>
                <a:gd name="connsiteY4" fmla="*/ 1588985 h 2163738"/>
                <a:gd name="connsiteX0" fmla="*/ 2700 w 3100834"/>
                <a:gd name="connsiteY0" fmla="*/ 1588985 h 2056082"/>
                <a:gd name="connsiteX1" fmla="*/ 1324169 w 3100834"/>
                <a:gd name="connsiteY1" fmla="*/ 44 h 2056082"/>
                <a:gd name="connsiteX2" fmla="*/ 3098115 w 3100834"/>
                <a:gd name="connsiteY2" fmla="*/ 1537946 h 2056082"/>
                <a:gd name="connsiteX3" fmla="*/ 1666897 w 3100834"/>
                <a:gd name="connsiteY3" fmla="*/ 2027484 h 2056082"/>
                <a:gd name="connsiteX4" fmla="*/ 2700 w 3100834"/>
                <a:gd name="connsiteY4" fmla="*/ 1588985 h 2056082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01100" h="2041075">
                  <a:moveTo>
                    <a:pt x="2700" y="1588985"/>
                  </a:moveTo>
                  <a:cubicBezTo>
                    <a:pt x="-54421" y="1251078"/>
                    <a:pt x="808267" y="8550"/>
                    <a:pt x="1324169" y="44"/>
                  </a:cubicBezTo>
                  <a:cubicBezTo>
                    <a:pt x="1840071" y="-8462"/>
                    <a:pt x="3040994" y="1200039"/>
                    <a:pt x="3098115" y="1537946"/>
                  </a:cubicBezTo>
                  <a:cubicBezTo>
                    <a:pt x="3155236" y="1875853"/>
                    <a:pt x="2382291" y="1963492"/>
                    <a:pt x="1666897" y="2027484"/>
                  </a:cubicBezTo>
                  <a:cubicBezTo>
                    <a:pt x="951503" y="2091476"/>
                    <a:pt x="59821" y="1926892"/>
                    <a:pt x="2700" y="1588985"/>
                  </a:cubicBezTo>
                  <a:close/>
                </a:path>
              </a:pathLst>
            </a:custGeom>
            <a:noFill/>
            <a:ln w="50800">
              <a:solidFill>
                <a:srgbClr val="647A8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5" name="Grafik 14">
              <a:extLst>
                <a:ext uri="{FF2B5EF4-FFF2-40B4-BE49-F238E27FC236}">
                  <a16:creationId xmlns:a16="http://schemas.microsoft.com/office/drawing/2014/main" id="{58944C9A-4AFA-B685-2D24-DCA869C65AA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l="9494" t="14619" r="8314" b="29807"/>
            <a:stretch/>
          </p:blipFill>
          <p:spPr>
            <a:xfrm>
              <a:off x="10449501" y="6015373"/>
              <a:ext cx="559871" cy="489887"/>
            </a:xfrm>
            <a:prstGeom prst="rect">
              <a:avLst/>
            </a:prstGeom>
          </p:spPr>
        </p:pic>
        <p:sp>
          <p:nvSpPr>
            <p:cNvPr id="17" name="Titel 1">
              <a:extLst>
                <a:ext uri="{FF2B5EF4-FFF2-40B4-BE49-F238E27FC236}">
                  <a16:creationId xmlns:a16="http://schemas.microsoft.com/office/drawing/2014/main" id="{A7C8EDEF-ECCC-2C3D-8EEC-82552AA403A1}"/>
                </a:ext>
              </a:extLst>
            </p:cNvPr>
            <p:cNvSpPr txBox="1">
              <a:spLocks/>
            </p:cNvSpPr>
            <p:nvPr/>
          </p:nvSpPr>
          <p:spPr>
            <a:xfrm>
              <a:off x="8051859" y="6045499"/>
              <a:ext cx="2276638" cy="489887"/>
            </a:xfrm>
            <a:prstGeom prst="rect">
              <a:avLst/>
            </a:prstGeom>
          </p:spPr>
          <p:txBody>
            <a:bodyPr/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r"/>
              <a:r>
                <a:rPr lang="de-DE" sz="1200" b="0" dirty="0">
                  <a:solidFill>
                    <a:schemeClr val="bg1"/>
                  </a:solidFill>
                  <a:latin typeface="TheSans Plain" pitchFamily="2" charset="0"/>
                  <a:cs typeface="Kannada Sangam MN" pitchFamily="2" charset="0"/>
                </a:rPr>
                <a:t>Biomedizin- und Gesundheitstechnik</a:t>
              </a:r>
            </a:p>
          </p:txBody>
        </p:sp>
      </p:grpSp>
      <p:pic>
        <p:nvPicPr>
          <p:cNvPr id="4" name="Grafik 3">
            <a:extLst>
              <a:ext uri="{FF2B5EF4-FFF2-40B4-BE49-F238E27FC236}">
                <a16:creationId xmlns:a16="http://schemas.microsoft.com/office/drawing/2014/main" id="{828EDCD1-C93D-DA7C-0FA0-A53A3C1031F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858375" y="216695"/>
            <a:ext cx="2078627" cy="466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781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OMED_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ihandform 13">
            <a:extLst>
              <a:ext uri="{FF2B5EF4-FFF2-40B4-BE49-F238E27FC236}">
                <a16:creationId xmlns:a16="http://schemas.microsoft.com/office/drawing/2014/main" id="{44E8D287-3E84-0CEF-FE7D-A2F5ACFCCE39}"/>
              </a:ext>
            </a:extLst>
          </p:cNvPr>
          <p:cNvSpPr/>
          <p:nvPr userDrawn="1"/>
        </p:nvSpPr>
        <p:spPr>
          <a:xfrm rot="12964706">
            <a:off x="7061387" y="-688096"/>
            <a:ext cx="5830459" cy="6730241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2630869"/>
              <a:gd name="connsiteY0" fmla="*/ 1913201 h 4484060"/>
              <a:gd name="connsiteX1" fmla="*/ 2156275 w 2630869"/>
              <a:gd name="connsiteY1" fmla="*/ 89473 h 4484060"/>
              <a:gd name="connsiteX2" fmla="*/ 2574031 w 2630869"/>
              <a:gd name="connsiteY2" fmla="*/ 2543820 h 4484060"/>
              <a:gd name="connsiteX3" fmla="*/ 2321781 w 2630869"/>
              <a:gd name="connsiteY3" fmla="*/ 4351600 h 4484060"/>
              <a:gd name="connsiteX4" fmla="*/ 51546 w 2630869"/>
              <a:gd name="connsiteY4" fmla="*/ 3542304 h 4484060"/>
              <a:gd name="connsiteX5" fmla="*/ 829312 w 2630869"/>
              <a:gd name="connsiteY5" fmla="*/ 1913201 h 4484060"/>
              <a:gd name="connsiteX0" fmla="*/ 829312 w 2634983"/>
              <a:gd name="connsiteY0" fmla="*/ 1913201 h 4484060"/>
              <a:gd name="connsiteX1" fmla="*/ 2156275 w 2634983"/>
              <a:gd name="connsiteY1" fmla="*/ 89473 h 4484060"/>
              <a:gd name="connsiteX2" fmla="*/ 2574031 w 2634983"/>
              <a:gd name="connsiteY2" fmla="*/ 2543820 h 4484060"/>
              <a:gd name="connsiteX3" fmla="*/ 2321781 w 2634983"/>
              <a:gd name="connsiteY3" fmla="*/ 4351600 h 4484060"/>
              <a:gd name="connsiteX4" fmla="*/ 51546 w 2634983"/>
              <a:gd name="connsiteY4" fmla="*/ 3542304 h 4484060"/>
              <a:gd name="connsiteX5" fmla="*/ 829312 w 2634983"/>
              <a:gd name="connsiteY5" fmla="*/ 1913201 h 4484060"/>
              <a:gd name="connsiteX0" fmla="*/ 829312 w 2634983"/>
              <a:gd name="connsiteY0" fmla="*/ 1823911 h 4394770"/>
              <a:gd name="connsiteX1" fmla="*/ 2156275 w 2634983"/>
              <a:gd name="connsiteY1" fmla="*/ 183 h 4394770"/>
              <a:gd name="connsiteX2" fmla="*/ 2574031 w 2634983"/>
              <a:gd name="connsiteY2" fmla="*/ 2454530 h 4394770"/>
              <a:gd name="connsiteX3" fmla="*/ 2321781 w 2634983"/>
              <a:gd name="connsiteY3" fmla="*/ 4262310 h 4394770"/>
              <a:gd name="connsiteX4" fmla="*/ 51546 w 2634983"/>
              <a:gd name="connsiteY4" fmla="*/ 3453014 h 4394770"/>
              <a:gd name="connsiteX5" fmla="*/ 829312 w 2634983"/>
              <a:gd name="connsiteY5" fmla="*/ 1823911 h 4394770"/>
              <a:gd name="connsiteX0" fmla="*/ 550921 w 2356592"/>
              <a:gd name="connsiteY0" fmla="*/ 1823911 h 4375660"/>
              <a:gd name="connsiteX1" fmla="*/ 1877884 w 2356592"/>
              <a:gd name="connsiteY1" fmla="*/ 183 h 4375660"/>
              <a:gd name="connsiteX2" fmla="*/ 2295640 w 2356592"/>
              <a:gd name="connsiteY2" fmla="*/ 2454530 h 4375660"/>
              <a:gd name="connsiteX3" fmla="*/ 2043390 w 2356592"/>
              <a:gd name="connsiteY3" fmla="*/ 4262310 h 4375660"/>
              <a:gd name="connsiteX4" fmla="*/ 97666 w 2356592"/>
              <a:gd name="connsiteY4" fmla="*/ 3284751 h 4375660"/>
              <a:gd name="connsiteX5" fmla="*/ 550921 w 2356592"/>
              <a:gd name="connsiteY5" fmla="*/ 1823911 h 4375660"/>
              <a:gd name="connsiteX0" fmla="*/ 1187626 w 2290887"/>
              <a:gd name="connsiteY0" fmla="*/ 1491571 h 4375718"/>
              <a:gd name="connsiteX1" fmla="*/ 1812179 w 2290887"/>
              <a:gd name="connsiteY1" fmla="*/ 241 h 4375718"/>
              <a:gd name="connsiteX2" fmla="*/ 2229935 w 2290887"/>
              <a:gd name="connsiteY2" fmla="*/ 2454588 h 4375718"/>
              <a:gd name="connsiteX3" fmla="*/ 1977685 w 2290887"/>
              <a:gd name="connsiteY3" fmla="*/ 4262368 h 4375718"/>
              <a:gd name="connsiteX4" fmla="*/ 31961 w 2290887"/>
              <a:gd name="connsiteY4" fmla="*/ 3284809 h 4375718"/>
              <a:gd name="connsiteX5" fmla="*/ 1187626 w 2290887"/>
              <a:gd name="connsiteY5" fmla="*/ 1491571 h 4375718"/>
              <a:gd name="connsiteX0" fmla="*/ 1187626 w 2290887"/>
              <a:gd name="connsiteY0" fmla="*/ 1491690 h 4375837"/>
              <a:gd name="connsiteX1" fmla="*/ 1812179 w 2290887"/>
              <a:gd name="connsiteY1" fmla="*/ 360 h 4375837"/>
              <a:gd name="connsiteX2" fmla="*/ 2229935 w 2290887"/>
              <a:gd name="connsiteY2" fmla="*/ 2454707 h 4375837"/>
              <a:gd name="connsiteX3" fmla="*/ 1977685 w 2290887"/>
              <a:gd name="connsiteY3" fmla="*/ 4262487 h 4375837"/>
              <a:gd name="connsiteX4" fmla="*/ 31961 w 2290887"/>
              <a:gd name="connsiteY4" fmla="*/ 3284928 h 4375837"/>
              <a:gd name="connsiteX5" fmla="*/ 1187626 w 2290887"/>
              <a:gd name="connsiteY5" fmla="*/ 1491690 h 4375837"/>
              <a:gd name="connsiteX0" fmla="*/ 1177700 w 2280961"/>
              <a:gd name="connsiteY0" fmla="*/ 1491690 h 4375837"/>
              <a:gd name="connsiteX1" fmla="*/ 1802253 w 2280961"/>
              <a:gd name="connsiteY1" fmla="*/ 360 h 4375837"/>
              <a:gd name="connsiteX2" fmla="*/ 2220009 w 2280961"/>
              <a:gd name="connsiteY2" fmla="*/ 2454707 h 4375837"/>
              <a:gd name="connsiteX3" fmla="*/ 1967759 w 2280961"/>
              <a:gd name="connsiteY3" fmla="*/ 4262487 h 4375837"/>
              <a:gd name="connsiteX4" fmla="*/ 22035 w 2280961"/>
              <a:gd name="connsiteY4" fmla="*/ 3284928 h 4375837"/>
              <a:gd name="connsiteX5" fmla="*/ 1177700 w 2280961"/>
              <a:gd name="connsiteY5" fmla="*/ 1491690 h 4375837"/>
              <a:gd name="connsiteX0" fmla="*/ 1177700 w 2132201"/>
              <a:gd name="connsiteY0" fmla="*/ 1491690 h 4375837"/>
              <a:gd name="connsiteX1" fmla="*/ 1802253 w 2132201"/>
              <a:gd name="connsiteY1" fmla="*/ 360 h 4375837"/>
              <a:gd name="connsiteX2" fmla="*/ 1570986 w 2132201"/>
              <a:gd name="connsiteY2" fmla="*/ 2791232 h 4375837"/>
              <a:gd name="connsiteX3" fmla="*/ 1967759 w 2132201"/>
              <a:gd name="connsiteY3" fmla="*/ 4262487 h 4375837"/>
              <a:gd name="connsiteX4" fmla="*/ 22035 w 2132201"/>
              <a:gd name="connsiteY4" fmla="*/ 3284928 h 4375837"/>
              <a:gd name="connsiteX5" fmla="*/ 1177700 w 2132201"/>
              <a:gd name="connsiteY5" fmla="*/ 1491690 h 4375837"/>
              <a:gd name="connsiteX0" fmla="*/ 1177700 w 2303877"/>
              <a:gd name="connsiteY0" fmla="*/ 654980 h 3539127"/>
              <a:gd name="connsiteX1" fmla="*/ 2105842 w 2303877"/>
              <a:gd name="connsiteY1" fmla="*/ 30327 h 3539127"/>
              <a:gd name="connsiteX2" fmla="*/ 1570986 w 2303877"/>
              <a:gd name="connsiteY2" fmla="*/ 1954522 h 3539127"/>
              <a:gd name="connsiteX3" fmla="*/ 1967759 w 2303877"/>
              <a:gd name="connsiteY3" fmla="*/ 3425777 h 3539127"/>
              <a:gd name="connsiteX4" fmla="*/ 22035 w 2303877"/>
              <a:gd name="connsiteY4" fmla="*/ 2448218 h 3539127"/>
              <a:gd name="connsiteX5" fmla="*/ 1177700 w 2303877"/>
              <a:gd name="connsiteY5" fmla="*/ 654980 h 3539127"/>
              <a:gd name="connsiteX0" fmla="*/ 1177700 w 2303877"/>
              <a:gd name="connsiteY0" fmla="*/ 811890 h 3696037"/>
              <a:gd name="connsiteX1" fmla="*/ 2105842 w 2303877"/>
              <a:gd name="connsiteY1" fmla="*/ 187237 h 3696037"/>
              <a:gd name="connsiteX2" fmla="*/ 1570986 w 2303877"/>
              <a:gd name="connsiteY2" fmla="*/ 2111432 h 3696037"/>
              <a:gd name="connsiteX3" fmla="*/ 1967759 w 2303877"/>
              <a:gd name="connsiteY3" fmla="*/ 3582687 h 3696037"/>
              <a:gd name="connsiteX4" fmla="*/ 22035 w 2303877"/>
              <a:gd name="connsiteY4" fmla="*/ 2605128 h 3696037"/>
              <a:gd name="connsiteX5" fmla="*/ 1177700 w 2303877"/>
              <a:gd name="connsiteY5" fmla="*/ 811890 h 3696037"/>
              <a:gd name="connsiteX0" fmla="*/ 1177700 w 2189200"/>
              <a:gd name="connsiteY0" fmla="*/ 811890 h 3696037"/>
              <a:gd name="connsiteX1" fmla="*/ 2105842 w 2189200"/>
              <a:gd name="connsiteY1" fmla="*/ 187237 h 3696037"/>
              <a:gd name="connsiteX2" fmla="*/ 1570986 w 2189200"/>
              <a:gd name="connsiteY2" fmla="*/ 2111432 h 3696037"/>
              <a:gd name="connsiteX3" fmla="*/ 1967759 w 2189200"/>
              <a:gd name="connsiteY3" fmla="*/ 3582687 h 3696037"/>
              <a:gd name="connsiteX4" fmla="*/ 22035 w 2189200"/>
              <a:gd name="connsiteY4" fmla="*/ 2605128 h 3696037"/>
              <a:gd name="connsiteX5" fmla="*/ 1177700 w 2189200"/>
              <a:gd name="connsiteY5" fmla="*/ 811890 h 3696037"/>
              <a:gd name="connsiteX0" fmla="*/ 1177700 w 2189200"/>
              <a:gd name="connsiteY0" fmla="*/ 743015 h 3627162"/>
              <a:gd name="connsiteX1" fmla="*/ 2105842 w 2189200"/>
              <a:gd name="connsiteY1" fmla="*/ 118362 h 3627162"/>
              <a:gd name="connsiteX2" fmla="*/ 1570986 w 2189200"/>
              <a:gd name="connsiteY2" fmla="*/ 2042557 h 3627162"/>
              <a:gd name="connsiteX3" fmla="*/ 1967759 w 2189200"/>
              <a:gd name="connsiteY3" fmla="*/ 3513812 h 3627162"/>
              <a:gd name="connsiteX4" fmla="*/ 22035 w 2189200"/>
              <a:gd name="connsiteY4" fmla="*/ 2536253 h 3627162"/>
              <a:gd name="connsiteX5" fmla="*/ 1177700 w 2189200"/>
              <a:gd name="connsiteY5" fmla="*/ 743015 h 3627162"/>
              <a:gd name="connsiteX0" fmla="*/ 1177700 w 2189200"/>
              <a:gd name="connsiteY0" fmla="*/ 695554 h 3579701"/>
              <a:gd name="connsiteX1" fmla="*/ 2105842 w 2189200"/>
              <a:gd name="connsiteY1" fmla="*/ 70901 h 3579701"/>
              <a:gd name="connsiteX2" fmla="*/ 1570986 w 2189200"/>
              <a:gd name="connsiteY2" fmla="*/ 1995096 h 3579701"/>
              <a:gd name="connsiteX3" fmla="*/ 1967759 w 2189200"/>
              <a:gd name="connsiteY3" fmla="*/ 3466351 h 3579701"/>
              <a:gd name="connsiteX4" fmla="*/ 22035 w 2189200"/>
              <a:gd name="connsiteY4" fmla="*/ 2488792 h 3579701"/>
              <a:gd name="connsiteX5" fmla="*/ 1177700 w 2189200"/>
              <a:gd name="connsiteY5" fmla="*/ 695554 h 3579701"/>
              <a:gd name="connsiteX0" fmla="*/ 1180449 w 2191949"/>
              <a:gd name="connsiteY0" fmla="*/ 695554 h 3579701"/>
              <a:gd name="connsiteX1" fmla="*/ 2108591 w 2191949"/>
              <a:gd name="connsiteY1" fmla="*/ 70901 h 3579701"/>
              <a:gd name="connsiteX2" fmla="*/ 1573735 w 2191949"/>
              <a:gd name="connsiteY2" fmla="*/ 1995096 h 3579701"/>
              <a:gd name="connsiteX3" fmla="*/ 1970508 w 2191949"/>
              <a:gd name="connsiteY3" fmla="*/ 3466351 h 3579701"/>
              <a:gd name="connsiteX4" fmla="*/ 24784 w 2191949"/>
              <a:gd name="connsiteY4" fmla="*/ 2488792 h 3579701"/>
              <a:gd name="connsiteX5" fmla="*/ 1180449 w 2191949"/>
              <a:gd name="connsiteY5" fmla="*/ 695554 h 3579701"/>
              <a:gd name="connsiteX0" fmla="*/ 1180449 w 2191949"/>
              <a:gd name="connsiteY0" fmla="*/ 688306 h 3572453"/>
              <a:gd name="connsiteX1" fmla="*/ 2108591 w 2191949"/>
              <a:gd name="connsiteY1" fmla="*/ 63653 h 3572453"/>
              <a:gd name="connsiteX2" fmla="*/ 1573735 w 2191949"/>
              <a:gd name="connsiteY2" fmla="*/ 1987848 h 3572453"/>
              <a:gd name="connsiteX3" fmla="*/ 1970508 w 2191949"/>
              <a:gd name="connsiteY3" fmla="*/ 3459103 h 3572453"/>
              <a:gd name="connsiteX4" fmla="*/ 24784 w 2191949"/>
              <a:gd name="connsiteY4" fmla="*/ 2481544 h 3572453"/>
              <a:gd name="connsiteX5" fmla="*/ 1180449 w 2191949"/>
              <a:gd name="connsiteY5" fmla="*/ 688306 h 3572453"/>
              <a:gd name="connsiteX0" fmla="*/ 1180449 w 2191949"/>
              <a:gd name="connsiteY0" fmla="*/ 683650 h 3567797"/>
              <a:gd name="connsiteX1" fmla="*/ 2108591 w 2191949"/>
              <a:gd name="connsiteY1" fmla="*/ 58997 h 3567797"/>
              <a:gd name="connsiteX2" fmla="*/ 1573735 w 2191949"/>
              <a:gd name="connsiteY2" fmla="*/ 1983192 h 3567797"/>
              <a:gd name="connsiteX3" fmla="*/ 1970508 w 2191949"/>
              <a:gd name="connsiteY3" fmla="*/ 3454447 h 3567797"/>
              <a:gd name="connsiteX4" fmla="*/ 24784 w 2191949"/>
              <a:gd name="connsiteY4" fmla="*/ 2476888 h 3567797"/>
              <a:gd name="connsiteX5" fmla="*/ 1180449 w 2191949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3164"/>
              <a:gd name="connsiteY0" fmla="*/ 683650 h 3567797"/>
              <a:gd name="connsiteX1" fmla="*/ 2108591 w 2193164"/>
              <a:gd name="connsiteY1" fmla="*/ 58997 h 3567797"/>
              <a:gd name="connsiteX2" fmla="*/ 1573735 w 2193164"/>
              <a:gd name="connsiteY2" fmla="*/ 1983192 h 3567797"/>
              <a:gd name="connsiteX3" fmla="*/ 1970508 w 2193164"/>
              <a:gd name="connsiteY3" fmla="*/ 3454447 h 3567797"/>
              <a:gd name="connsiteX4" fmla="*/ 24784 w 2193164"/>
              <a:gd name="connsiteY4" fmla="*/ 2476888 h 3567797"/>
              <a:gd name="connsiteX5" fmla="*/ 1180449 w 2193164"/>
              <a:gd name="connsiteY5" fmla="*/ 683650 h 3567797"/>
              <a:gd name="connsiteX0" fmla="*/ 1180310 w 2193025"/>
              <a:gd name="connsiteY0" fmla="*/ 683650 h 3567797"/>
              <a:gd name="connsiteX1" fmla="*/ 2108452 w 2193025"/>
              <a:gd name="connsiteY1" fmla="*/ 58997 h 3567797"/>
              <a:gd name="connsiteX2" fmla="*/ 1573596 w 2193025"/>
              <a:gd name="connsiteY2" fmla="*/ 1983192 h 3567797"/>
              <a:gd name="connsiteX3" fmla="*/ 1970369 w 2193025"/>
              <a:gd name="connsiteY3" fmla="*/ 3454447 h 3567797"/>
              <a:gd name="connsiteX4" fmla="*/ 24645 w 2193025"/>
              <a:gd name="connsiteY4" fmla="*/ 2476888 h 3567797"/>
              <a:gd name="connsiteX5" fmla="*/ 1180310 w 2193025"/>
              <a:gd name="connsiteY5" fmla="*/ 683650 h 3567797"/>
              <a:gd name="connsiteX0" fmla="*/ 1180310 w 2193025"/>
              <a:gd name="connsiteY0" fmla="*/ 693860 h 3578007"/>
              <a:gd name="connsiteX1" fmla="*/ 2108452 w 2193025"/>
              <a:gd name="connsiteY1" fmla="*/ 69207 h 3578007"/>
              <a:gd name="connsiteX2" fmla="*/ 1573596 w 2193025"/>
              <a:gd name="connsiteY2" fmla="*/ 1993402 h 3578007"/>
              <a:gd name="connsiteX3" fmla="*/ 1970369 w 2193025"/>
              <a:gd name="connsiteY3" fmla="*/ 3464657 h 3578007"/>
              <a:gd name="connsiteX4" fmla="*/ 24645 w 2193025"/>
              <a:gd name="connsiteY4" fmla="*/ 2487098 h 3578007"/>
              <a:gd name="connsiteX5" fmla="*/ 1180310 w 2193025"/>
              <a:gd name="connsiteY5" fmla="*/ 693860 h 3578007"/>
              <a:gd name="connsiteX0" fmla="*/ 1180310 w 2193025"/>
              <a:gd name="connsiteY0" fmla="*/ 693860 h 3581308"/>
              <a:gd name="connsiteX1" fmla="*/ 2108452 w 2193025"/>
              <a:gd name="connsiteY1" fmla="*/ 69207 h 3581308"/>
              <a:gd name="connsiteX2" fmla="*/ 1573596 w 2193025"/>
              <a:gd name="connsiteY2" fmla="*/ 1993402 h 3581308"/>
              <a:gd name="connsiteX3" fmla="*/ 1970369 w 2193025"/>
              <a:gd name="connsiteY3" fmla="*/ 3464657 h 3581308"/>
              <a:gd name="connsiteX4" fmla="*/ 24645 w 2193025"/>
              <a:gd name="connsiteY4" fmla="*/ 2487098 h 3581308"/>
              <a:gd name="connsiteX5" fmla="*/ 1180310 w 2193025"/>
              <a:gd name="connsiteY5" fmla="*/ 693860 h 3581308"/>
              <a:gd name="connsiteX0" fmla="*/ 1180701 w 2193416"/>
              <a:gd name="connsiteY0" fmla="*/ 693860 h 3581308"/>
              <a:gd name="connsiteX1" fmla="*/ 2108843 w 2193416"/>
              <a:gd name="connsiteY1" fmla="*/ 69207 h 3581308"/>
              <a:gd name="connsiteX2" fmla="*/ 1573987 w 2193416"/>
              <a:gd name="connsiteY2" fmla="*/ 1993402 h 3581308"/>
              <a:gd name="connsiteX3" fmla="*/ 1970760 w 2193416"/>
              <a:gd name="connsiteY3" fmla="*/ 3464657 h 3581308"/>
              <a:gd name="connsiteX4" fmla="*/ 25036 w 2193416"/>
              <a:gd name="connsiteY4" fmla="*/ 2487098 h 3581308"/>
              <a:gd name="connsiteX5" fmla="*/ 1180701 w 2193416"/>
              <a:gd name="connsiteY5" fmla="*/ 693860 h 3581308"/>
              <a:gd name="connsiteX0" fmla="*/ 928190 w 2150347"/>
              <a:gd name="connsiteY0" fmla="*/ 1084474 h 3508207"/>
              <a:gd name="connsiteX1" fmla="*/ 2108497 w 2150347"/>
              <a:gd name="connsiteY1" fmla="*/ 17094 h 3508207"/>
              <a:gd name="connsiteX2" fmla="*/ 1573641 w 2150347"/>
              <a:gd name="connsiteY2" fmla="*/ 1941289 h 3508207"/>
              <a:gd name="connsiteX3" fmla="*/ 1970414 w 2150347"/>
              <a:gd name="connsiteY3" fmla="*/ 3412544 h 3508207"/>
              <a:gd name="connsiteX4" fmla="*/ 24690 w 2150347"/>
              <a:gd name="connsiteY4" fmla="*/ 2434985 h 3508207"/>
              <a:gd name="connsiteX5" fmla="*/ 928190 w 2150347"/>
              <a:gd name="connsiteY5" fmla="*/ 1084474 h 3508207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4105 w 2214185"/>
              <a:gd name="connsiteY0" fmla="*/ 720680 h 3624865"/>
              <a:gd name="connsiteX1" fmla="*/ 1990259 w 2214185"/>
              <a:gd name="connsiteY1" fmla="*/ 56886 h 3624865"/>
              <a:gd name="connsiteX2" fmla="*/ 1628516 w 2214185"/>
              <a:gd name="connsiteY2" fmla="*/ 2052315 h 3624865"/>
              <a:gd name="connsiteX3" fmla="*/ 2025289 w 2214185"/>
              <a:gd name="connsiteY3" fmla="*/ 3523570 h 3624865"/>
              <a:gd name="connsiteX4" fmla="*/ 79565 w 2214185"/>
              <a:gd name="connsiteY4" fmla="*/ 2546011 h 3624865"/>
              <a:gd name="connsiteX5" fmla="*/ 534105 w 2214185"/>
              <a:gd name="connsiteY5" fmla="*/ 720680 h 3624865"/>
              <a:gd name="connsiteX0" fmla="*/ 534105 w 2214185"/>
              <a:gd name="connsiteY0" fmla="*/ 702134 h 3606319"/>
              <a:gd name="connsiteX1" fmla="*/ 1990259 w 2214185"/>
              <a:gd name="connsiteY1" fmla="*/ 38340 h 3606319"/>
              <a:gd name="connsiteX2" fmla="*/ 1628516 w 2214185"/>
              <a:gd name="connsiteY2" fmla="*/ 2033769 h 3606319"/>
              <a:gd name="connsiteX3" fmla="*/ 2025289 w 2214185"/>
              <a:gd name="connsiteY3" fmla="*/ 3505024 h 3606319"/>
              <a:gd name="connsiteX4" fmla="*/ 79565 w 2214185"/>
              <a:gd name="connsiteY4" fmla="*/ 2527465 h 3606319"/>
              <a:gd name="connsiteX5" fmla="*/ 534105 w 2214185"/>
              <a:gd name="connsiteY5" fmla="*/ 702134 h 3606319"/>
              <a:gd name="connsiteX0" fmla="*/ 591383 w 2201636"/>
              <a:gd name="connsiteY0" fmla="*/ 804752 h 3611345"/>
              <a:gd name="connsiteX1" fmla="*/ 1977710 w 2201636"/>
              <a:gd name="connsiteY1" fmla="*/ 44556 h 3611345"/>
              <a:gd name="connsiteX2" fmla="*/ 1615967 w 2201636"/>
              <a:gd name="connsiteY2" fmla="*/ 2039985 h 3611345"/>
              <a:gd name="connsiteX3" fmla="*/ 2012740 w 2201636"/>
              <a:gd name="connsiteY3" fmla="*/ 3511240 h 3611345"/>
              <a:gd name="connsiteX4" fmla="*/ 67016 w 2201636"/>
              <a:gd name="connsiteY4" fmla="*/ 2533681 h 3611345"/>
              <a:gd name="connsiteX5" fmla="*/ 591383 w 2201636"/>
              <a:gd name="connsiteY5" fmla="*/ 804752 h 3611345"/>
              <a:gd name="connsiteX0" fmla="*/ 621567 w 2231820"/>
              <a:gd name="connsiteY0" fmla="*/ 847596 h 3654189"/>
              <a:gd name="connsiteX1" fmla="*/ 2007894 w 2231820"/>
              <a:gd name="connsiteY1" fmla="*/ 87400 h 3654189"/>
              <a:gd name="connsiteX2" fmla="*/ 1646151 w 2231820"/>
              <a:gd name="connsiteY2" fmla="*/ 2082829 h 3654189"/>
              <a:gd name="connsiteX3" fmla="*/ 2042924 w 2231820"/>
              <a:gd name="connsiteY3" fmla="*/ 3554084 h 3654189"/>
              <a:gd name="connsiteX4" fmla="*/ 97200 w 2231820"/>
              <a:gd name="connsiteY4" fmla="*/ 2576525 h 3654189"/>
              <a:gd name="connsiteX5" fmla="*/ 621567 w 2231820"/>
              <a:gd name="connsiteY5" fmla="*/ 847596 h 36541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31820" h="3654189">
                <a:moveTo>
                  <a:pt x="621567" y="847596"/>
                </a:moveTo>
                <a:cubicBezTo>
                  <a:pt x="1178629" y="2845"/>
                  <a:pt x="1837130" y="-118472"/>
                  <a:pt x="2007894" y="87400"/>
                </a:cubicBezTo>
                <a:cubicBezTo>
                  <a:pt x="2178658" y="293272"/>
                  <a:pt x="1640313" y="1505048"/>
                  <a:pt x="1646151" y="2082829"/>
                </a:cubicBezTo>
                <a:cubicBezTo>
                  <a:pt x="1651989" y="2660610"/>
                  <a:pt x="2633224" y="3039235"/>
                  <a:pt x="2042924" y="3554084"/>
                </a:cubicBezTo>
                <a:cubicBezTo>
                  <a:pt x="1576966" y="3960484"/>
                  <a:pt x="334093" y="3027606"/>
                  <a:pt x="97200" y="2576525"/>
                </a:cubicBezTo>
                <a:cubicBezTo>
                  <a:pt x="-139693" y="2125444"/>
                  <a:pt x="64505" y="1692347"/>
                  <a:pt x="621567" y="847596"/>
                </a:cubicBezTo>
                <a:close/>
              </a:path>
            </a:pathLst>
          </a:custGeom>
          <a:solidFill>
            <a:srgbClr val="AB86BB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Freihandform 14">
            <a:extLst>
              <a:ext uri="{FF2B5EF4-FFF2-40B4-BE49-F238E27FC236}">
                <a16:creationId xmlns:a16="http://schemas.microsoft.com/office/drawing/2014/main" id="{DE57907C-840A-5BB1-5D69-DE4552E00CDF}"/>
              </a:ext>
            </a:extLst>
          </p:cNvPr>
          <p:cNvSpPr/>
          <p:nvPr userDrawn="1"/>
        </p:nvSpPr>
        <p:spPr>
          <a:xfrm rot="12433821">
            <a:off x="6943358" y="-1183844"/>
            <a:ext cx="6379201" cy="7374662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2630869"/>
              <a:gd name="connsiteY0" fmla="*/ 1913201 h 4484060"/>
              <a:gd name="connsiteX1" fmla="*/ 2156275 w 2630869"/>
              <a:gd name="connsiteY1" fmla="*/ 89473 h 4484060"/>
              <a:gd name="connsiteX2" fmla="*/ 2574031 w 2630869"/>
              <a:gd name="connsiteY2" fmla="*/ 2543820 h 4484060"/>
              <a:gd name="connsiteX3" fmla="*/ 2321781 w 2630869"/>
              <a:gd name="connsiteY3" fmla="*/ 4351600 h 4484060"/>
              <a:gd name="connsiteX4" fmla="*/ 51546 w 2630869"/>
              <a:gd name="connsiteY4" fmla="*/ 3542304 h 4484060"/>
              <a:gd name="connsiteX5" fmla="*/ 829312 w 2630869"/>
              <a:gd name="connsiteY5" fmla="*/ 1913201 h 4484060"/>
              <a:gd name="connsiteX0" fmla="*/ 829312 w 2634983"/>
              <a:gd name="connsiteY0" fmla="*/ 1913201 h 4484060"/>
              <a:gd name="connsiteX1" fmla="*/ 2156275 w 2634983"/>
              <a:gd name="connsiteY1" fmla="*/ 89473 h 4484060"/>
              <a:gd name="connsiteX2" fmla="*/ 2574031 w 2634983"/>
              <a:gd name="connsiteY2" fmla="*/ 2543820 h 4484060"/>
              <a:gd name="connsiteX3" fmla="*/ 2321781 w 2634983"/>
              <a:gd name="connsiteY3" fmla="*/ 4351600 h 4484060"/>
              <a:gd name="connsiteX4" fmla="*/ 51546 w 2634983"/>
              <a:gd name="connsiteY4" fmla="*/ 3542304 h 4484060"/>
              <a:gd name="connsiteX5" fmla="*/ 829312 w 2634983"/>
              <a:gd name="connsiteY5" fmla="*/ 1913201 h 4484060"/>
              <a:gd name="connsiteX0" fmla="*/ 829312 w 2634983"/>
              <a:gd name="connsiteY0" fmla="*/ 1823911 h 4394770"/>
              <a:gd name="connsiteX1" fmla="*/ 2156275 w 2634983"/>
              <a:gd name="connsiteY1" fmla="*/ 183 h 4394770"/>
              <a:gd name="connsiteX2" fmla="*/ 2574031 w 2634983"/>
              <a:gd name="connsiteY2" fmla="*/ 2454530 h 4394770"/>
              <a:gd name="connsiteX3" fmla="*/ 2321781 w 2634983"/>
              <a:gd name="connsiteY3" fmla="*/ 4262310 h 4394770"/>
              <a:gd name="connsiteX4" fmla="*/ 51546 w 2634983"/>
              <a:gd name="connsiteY4" fmla="*/ 3453014 h 4394770"/>
              <a:gd name="connsiteX5" fmla="*/ 829312 w 2634983"/>
              <a:gd name="connsiteY5" fmla="*/ 1823911 h 4394770"/>
              <a:gd name="connsiteX0" fmla="*/ 550921 w 2356592"/>
              <a:gd name="connsiteY0" fmla="*/ 1823911 h 4375660"/>
              <a:gd name="connsiteX1" fmla="*/ 1877884 w 2356592"/>
              <a:gd name="connsiteY1" fmla="*/ 183 h 4375660"/>
              <a:gd name="connsiteX2" fmla="*/ 2295640 w 2356592"/>
              <a:gd name="connsiteY2" fmla="*/ 2454530 h 4375660"/>
              <a:gd name="connsiteX3" fmla="*/ 2043390 w 2356592"/>
              <a:gd name="connsiteY3" fmla="*/ 4262310 h 4375660"/>
              <a:gd name="connsiteX4" fmla="*/ 97666 w 2356592"/>
              <a:gd name="connsiteY4" fmla="*/ 3284751 h 4375660"/>
              <a:gd name="connsiteX5" fmla="*/ 550921 w 2356592"/>
              <a:gd name="connsiteY5" fmla="*/ 1823911 h 4375660"/>
              <a:gd name="connsiteX0" fmla="*/ 1187626 w 2290887"/>
              <a:gd name="connsiteY0" fmla="*/ 1491571 h 4375718"/>
              <a:gd name="connsiteX1" fmla="*/ 1812179 w 2290887"/>
              <a:gd name="connsiteY1" fmla="*/ 241 h 4375718"/>
              <a:gd name="connsiteX2" fmla="*/ 2229935 w 2290887"/>
              <a:gd name="connsiteY2" fmla="*/ 2454588 h 4375718"/>
              <a:gd name="connsiteX3" fmla="*/ 1977685 w 2290887"/>
              <a:gd name="connsiteY3" fmla="*/ 4262368 h 4375718"/>
              <a:gd name="connsiteX4" fmla="*/ 31961 w 2290887"/>
              <a:gd name="connsiteY4" fmla="*/ 3284809 h 4375718"/>
              <a:gd name="connsiteX5" fmla="*/ 1187626 w 2290887"/>
              <a:gd name="connsiteY5" fmla="*/ 1491571 h 4375718"/>
              <a:gd name="connsiteX0" fmla="*/ 1187626 w 2290887"/>
              <a:gd name="connsiteY0" fmla="*/ 1491690 h 4375837"/>
              <a:gd name="connsiteX1" fmla="*/ 1812179 w 2290887"/>
              <a:gd name="connsiteY1" fmla="*/ 360 h 4375837"/>
              <a:gd name="connsiteX2" fmla="*/ 2229935 w 2290887"/>
              <a:gd name="connsiteY2" fmla="*/ 2454707 h 4375837"/>
              <a:gd name="connsiteX3" fmla="*/ 1977685 w 2290887"/>
              <a:gd name="connsiteY3" fmla="*/ 4262487 h 4375837"/>
              <a:gd name="connsiteX4" fmla="*/ 31961 w 2290887"/>
              <a:gd name="connsiteY4" fmla="*/ 3284928 h 4375837"/>
              <a:gd name="connsiteX5" fmla="*/ 1187626 w 2290887"/>
              <a:gd name="connsiteY5" fmla="*/ 1491690 h 4375837"/>
              <a:gd name="connsiteX0" fmla="*/ 1177700 w 2280961"/>
              <a:gd name="connsiteY0" fmla="*/ 1491690 h 4375837"/>
              <a:gd name="connsiteX1" fmla="*/ 1802253 w 2280961"/>
              <a:gd name="connsiteY1" fmla="*/ 360 h 4375837"/>
              <a:gd name="connsiteX2" fmla="*/ 2220009 w 2280961"/>
              <a:gd name="connsiteY2" fmla="*/ 2454707 h 4375837"/>
              <a:gd name="connsiteX3" fmla="*/ 1967759 w 2280961"/>
              <a:gd name="connsiteY3" fmla="*/ 4262487 h 4375837"/>
              <a:gd name="connsiteX4" fmla="*/ 22035 w 2280961"/>
              <a:gd name="connsiteY4" fmla="*/ 3284928 h 4375837"/>
              <a:gd name="connsiteX5" fmla="*/ 1177700 w 2280961"/>
              <a:gd name="connsiteY5" fmla="*/ 1491690 h 4375837"/>
              <a:gd name="connsiteX0" fmla="*/ 1177700 w 2132201"/>
              <a:gd name="connsiteY0" fmla="*/ 1491690 h 4375837"/>
              <a:gd name="connsiteX1" fmla="*/ 1802253 w 2132201"/>
              <a:gd name="connsiteY1" fmla="*/ 360 h 4375837"/>
              <a:gd name="connsiteX2" fmla="*/ 1570986 w 2132201"/>
              <a:gd name="connsiteY2" fmla="*/ 2791232 h 4375837"/>
              <a:gd name="connsiteX3" fmla="*/ 1967759 w 2132201"/>
              <a:gd name="connsiteY3" fmla="*/ 4262487 h 4375837"/>
              <a:gd name="connsiteX4" fmla="*/ 22035 w 2132201"/>
              <a:gd name="connsiteY4" fmla="*/ 3284928 h 4375837"/>
              <a:gd name="connsiteX5" fmla="*/ 1177700 w 2132201"/>
              <a:gd name="connsiteY5" fmla="*/ 1491690 h 4375837"/>
              <a:gd name="connsiteX0" fmla="*/ 1177700 w 2303877"/>
              <a:gd name="connsiteY0" fmla="*/ 654980 h 3539127"/>
              <a:gd name="connsiteX1" fmla="*/ 2105842 w 2303877"/>
              <a:gd name="connsiteY1" fmla="*/ 30327 h 3539127"/>
              <a:gd name="connsiteX2" fmla="*/ 1570986 w 2303877"/>
              <a:gd name="connsiteY2" fmla="*/ 1954522 h 3539127"/>
              <a:gd name="connsiteX3" fmla="*/ 1967759 w 2303877"/>
              <a:gd name="connsiteY3" fmla="*/ 3425777 h 3539127"/>
              <a:gd name="connsiteX4" fmla="*/ 22035 w 2303877"/>
              <a:gd name="connsiteY4" fmla="*/ 2448218 h 3539127"/>
              <a:gd name="connsiteX5" fmla="*/ 1177700 w 2303877"/>
              <a:gd name="connsiteY5" fmla="*/ 654980 h 3539127"/>
              <a:gd name="connsiteX0" fmla="*/ 1177700 w 2303877"/>
              <a:gd name="connsiteY0" fmla="*/ 811890 h 3696037"/>
              <a:gd name="connsiteX1" fmla="*/ 2105842 w 2303877"/>
              <a:gd name="connsiteY1" fmla="*/ 187237 h 3696037"/>
              <a:gd name="connsiteX2" fmla="*/ 1570986 w 2303877"/>
              <a:gd name="connsiteY2" fmla="*/ 2111432 h 3696037"/>
              <a:gd name="connsiteX3" fmla="*/ 1967759 w 2303877"/>
              <a:gd name="connsiteY3" fmla="*/ 3582687 h 3696037"/>
              <a:gd name="connsiteX4" fmla="*/ 22035 w 2303877"/>
              <a:gd name="connsiteY4" fmla="*/ 2605128 h 3696037"/>
              <a:gd name="connsiteX5" fmla="*/ 1177700 w 2303877"/>
              <a:gd name="connsiteY5" fmla="*/ 811890 h 3696037"/>
              <a:gd name="connsiteX0" fmla="*/ 1177700 w 2189200"/>
              <a:gd name="connsiteY0" fmla="*/ 811890 h 3696037"/>
              <a:gd name="connsiteX1" fmla="*/ 2105842 w 2189200"/>
              <a:gd name="connsiteY1" fmla="*/ 187237 h 3696037"/>
              <a:gd name="connsiteX2" fmla="*/ 1570986 w 2189200"/>
              <a:gd name="connsiteY2" fmla="*/ 2111432 h 3696037"/>
              <a:gd name="connsiteX3" fmla="*/ 1967759 w 2189200"/>
              <a:gd name="connsiteY3" fmla="*/ 3582687 h 3696037"/>
              <a:gd name="connsiteX4" fmla="*/ 22035 w 2189200"/>
              <a:gd name="connsiteY4" fmla="*/ 2605128 h 3696037"/>
              <a:gd name="connsiteX5" fmla="*/ 1177700 w 2189200"/>
              <a:gd name="connsiteY5" fmla="*/ 811890 h 3696037"/>
              <a:gd name="connsiteX0" fmla="*/ 1177700 w 2189200"/>
              <a:gd name="connsiteY0" fmla="*/ 743015 h 3627162"/>
              <a:gd name="connsiteX1" fmla="*/ 2105842 w 2189200"/>
              <a:gd name="connsiteY1" fmla="*/ 118362 h 3627162"/>
              <a:gd name="connsiteX2" fmla="*/ 1570986 w 2189200"/>
              <a:gd name="connsiteY2" fmla="*/ 2042557 h 3627162"/>
              <a:gd name="connsiteX3" fmla="*/ 1967759 w 2189200"/>
              <a:gd name="connsiteY3" fmla="*/ 3513812 h 3627162"/>
              <a:gd name="connsiteX4" fmla="*/ 22035 w 2189200"/>
              <a:gd name="connsiteY4" fmla="*/ 2536253 h 3627162"/>
              <a:gd name="connsiteX5" fmla="*/ 1177700 w 2189200"/>
              <a:gd name="connsiteY5" fmla="*/ 743015 h 3627162"/>
              <a:gd name="connsiteX0" fmla="*/ 1177700 w 2189200"/>
              <a:gd name="connsiteY0" fmla="*/ 695554 h 3579701"/>
              <a:gd name="connsiteX1" fmla="*/ 2105842 w 2189200"/>
              <a:gd name="connsiteY1" fmla="*/ 70901 h 3579701"/>
              <a:gd name="connsiteX2" fmla="*/ 1570986 w 2189200"/>
              <a:gd name="connsiteY2" fmla="*/ 1995096 h 3579701"/>
              <a:gd name="connsiteX3" fmla="*/ 1967759 w 2189200"/>
              <a:gd name="connsiteY3" fmla="*/ 3466351 h 3579701"/>
              <a:gd name="connsiteX4" fmla="*/ 22035 w 2189200"/>
              <a:gd name="connsiteY4" fmla="*/ 2488792 h 3579701"/>
              <a:gd name="connsiteX5" fmla="*/ 1177700 w 2189200"/>
              <a:gd name="connsiteY5" fmla="*/ 695554 h 3579701"/>
              <a:gd name="connsiteX0" fmla="*/ 1180449 w 2191949"/>
              <a:gd name="connsiteY0" fmla="*/ 695554 h 3579701"/>
              <a:gd name="connsiteX1" fmla="*/ 2108591 w 2191949"/>
              <a:gd name="connsiteY1" fmla="*/ 70901 h 3579701"/>
              <a:gd name="connsiteX2" fmla="*/ 1573735 w 2191949"/>
              <a:gd name="connsiteY2" fmla="*/ 1995096 h 3579701"/>
              <a:gd name="connsiteX3" fmla="*/ 1970508 w 2191949"/>
              <a:gd name="connsiteY3" fmla="*/ 3466351 h 3579701"/>
              <a:gd name="connsiteX4" fmla="*/ 24784 w 2191949"/>
              <a:gd name="connsiteY4" fmla="*/ 2488792 h 3579701"/>
              <a:gd name="connsiteX5" fmla="*/ 1180449 w 2191949"/>
              <a:gd name="connsiteY5" fmla="*/ 695554 h 3579701"/>
              <a:gd name="connsiteX0" fmla="*/ 1180449 w 2191949"/>
              <a:gd name="connsiteY0" fmla="*/ 688306 h 3572453"/>
              <a:gd name="connsiteX1" fmla="*/ 2108591 w 2191949"/>
              <a:gd name="connsiteY1" fmla="*/ 63653 h 3572453"/>
              <a:gd name="connsiteX2" fmla="*/ 1573735 w 2191949"/>
              <a:gd name="connsiteY2" fmla="*/ 1987848 h 3572453"/>
              <a:gd name="connsiteX3" fmla="*/ 1970508 w 2191949"/>
              <a:gd name="connsiteY3" fmla="*/ 3459103 h 3572453"/>
              <a:gd name="connsiteX4" fmla="*/ 24784 w 2191949"/>
              <a:gd name="connsiteY4" fmla="*/ 2481544 h 3572453"/>
              <a:gd name="connsiteX5" fmla="*/ 1180449 w 2191949"/>
              <a:gd name="connsiteY5" fmla="*/ 688306 h 3572453"/>
              <a:gd name="connsiteX0" fmla="*/ 1180449 w 2191949"/>
              <a:gd name="connsiteY0" fmla="*/ 683650 h 3567797"/>
              <a:gd name="connsiteX1" fmla="*/ 2108591 w 2191949"/>
              <a:gd name="connsiteY1" fmla="*/ 58997 h 3567797"/>
              <a:gd name="connsiteX2" fmla="*/ 1573735 w 2191949"/>
              <a:gd name="connsiteY2" fmla="*/ 1983192 h 3567797"/>
              <a:gd name="connsiteX3" fmla="*/ 1970508 w 2191949"/>
              <a:gd name="connsiteY3" fmla="*/ 3454447 h 3567797"/>
              <a:gd name="connsiteX4" fmla="*/ 24784 w 2191949"/>
              <a:gd name="connsiteY4" fmla="*/ 2476888 h 3567797"/>
              <a:gd name="connsiteX5" fmla="*/ 1180449 w 2191949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3164"/>
              <a:gd name="connsiteY0" fmla="*/ 683650 h 3567797"/>
              <a:gd name="connsiteX1" fmla="*/ 2108591 w 2193164"/>
              <a:gd name="connsiteY1" fmla="*/ 58997 h 3567797"/>
              <a:gd name="connsiteX2" fmla="*/ 1573735 w 2193164"/>
              <a:gd name="connsiteY2" fmla="*/ 1983192 h 3567797"/>
              <a:gd name="connsiteX3" fmla="*/ 1970508 w 2193164"/>
              <a:gd name="connsiteY3" fmla="*/ 3454447 h 3567797"/>
              <a:gd name="connsiteX4" fmla="*/ 24784 w 2193164"/>
              <a:gd name="connsiteY4" fmla="*/ 2476888 h 3567797"/>
              <a:gd name="connsiteX5" fmla="*/ 1180449 w 2193164"/>
              <a:gd name="connsiteY5" fmla="*/ 683650 h 3567797"/>
              <a:gd name="connsiteX0" fmla="*/ 1180310 w 2193025"/>
              <a:gd name="connsiteY0" fmla="*/ 683650 h 3567797"/>
              <a:gd name="connsiteX1" fmla="*/ 2108452 w 2193025"/>
              <a:gd name="connsiteY1" fmla="*/ 58997 h 3567797"/>
              <a:gd name="connsiteX2" fmla="*/ 1573596 w 2193025"/>
              <a:gd name="connsiteY2" fmla="*/ 1983192 h 3567797"/>
              <a:gd name="connsiteX3" fmla="*/ 1970369 w 2193025"/>
              <a:gd name="connsiteY3" fmla="*/ 3454447 h 3567797"/>
              <a:gd name="connsiteX4" fmla="*/ 24645 w 2193025"/>
              <a:gd name="connsiteY4" fmla="*/ 2476888 h 3567797"/>
              <a:gd name="connsiteX5" fmla="*/ 1180310 w 2193025"/>
              <a:gd name="connsiteY5" fmla="*/ 683650 h 3567797"/>
              <a:gd name="connsiteX0" fmla="*/ 1180310 w 2193025"/>
              <a:gd name="connsiteY0" fmla="*/ 693860 h 3578007"/>
              <a:gd name="connsiteX1" fmla="*/ 2108452 w 2193025"/>
              <a:gd name="connsiteY1" fmla="*/ 69207 h 3578007"/>
              <a:gd name="connsiteX2" fmla="*/ 1573596 w 2193025"/>
              <a:gd name="connsiteY2" fmla="*/ 1993402 h 3578007"/>
              <a:gd name="connsiteX3" fmla="*/ 1970369 w 2193025"/>
              <a:gd name="connsiteY3" fmla="*/ 3464657 h 3578007"/>
              <a:gd name="connsiteX4" fmla="*/ 24645 w 2193025"/>
              <a:gd name="connsiteY4" fmla="*/ 2487098 h 3578007"/>
              <a:gd name="connsiteX5" fmla="*/ 1180310 w 2193025"/>
              <a:gd name="connsiteY5" fmla="*/ 693860 h 3578007"/>
              <a:gd name="connsiteX0" fmla="*/ 1180310 w 2193025"/>
              <a:gd name="connsiteY0" fmla="*/ 693860 h 3581308"/>
              <a:gd name="connsiteX1" fmla="*/ 2108452 w 2193025"/>
              <a:gd name="connsiteY1" fmla="*/ 69207 h 3581308"/>
              <a:gd name="connsiteX2" fmla="*/ 1573596 w 2193025"/>
              <a:gd name="connsiteY2" fmla="*/ 1993402 h 3581308"/>
              <a:gd name="connsiteX3" fmla="*/ 1970369 w 2193025"/>
              <a:gd name="connsiteY3" fmla="*/ 3464657 h 3581308"/>
              <a:gd name="connsiteX4" fmla="*/ 24645 w 2193025"/>
              <a:gd name="connsiteY4" fmla="*/ 2487098 h 3581308"/>
              <a:gd name="connsiteX5" fmla="*/ 1180310 w 2193025"/>
              <a:gd name="connsiteY5" fmla="*/ 693860 h 3581308"/>
              <a:gd name="connsiteX0" fmla="*/ 1180701 w 2193416"/>
              <a:gd name="connsiteY0" fmla="*/ 693860 h 3581308"/>
              <a:gd name="connsiteX1" fmla="*/ 2108843 w 2193416"/>
              <a:gd name="connsiteY1" fmla="*/ 69207 h 3581308"/>
              <a:gd name="connsiteX2" fmla="*/ 1573987 w 2193416"/>
              <a:gd name="connsiteY2" fmla="*/ 1993402 h 3581308"/>
              <a:gd name="connsiteX3" fmla="*/ 1970760 w 2193416"/>
              <a:gd name="connsiteY3" fmla="*/ 3464657 h 3581308"/>
              <a:gd name="connsiteX4" fmla="*/ 25036 w 2193416"/>
              <a:gd name="connsiteY4" fmla="*/ 2487098 h 3581308"/>
              <a:gd name="connsiteX5" fmla="*/ 1180701 w 2193416"/>
              <a:gd name="connsiteY5" fmla="*/ 693860 h 3581308"/>
              <a:gd name="connsiteX0" fmla="*/ 928190 w 2150347"/>
              <a:gd name="connsiteY0" fmla="*/ 1084474 h 3508207"/>
              <a:gd name="connsiteX1" fmla="*/ 2108497 w 2150347"/>
              <a:gd name="connsiteY1" fmla="*/ 17094 h 3508207"/>
              <a:gd name="connsiteX2" fmla="*/ 1573641 w 2150347"/>
              <a:gd name="connsiteY2" fmla="*/ 1941289 h 3508207"/>
              <a:gd name="connsiteX3" fmla="*/ 1970414 w 2150347"/>
              <a:gd name="connsiteY3" fmla="*/ 3412544 h 3508207"/>
              <a:gd name="connsiteX4" fmla="*/ 24690 w 2150347"/>
              <a:gd name="connsiteY4" fmla="*/ 2434985 h 3508207"/>
              <a:gd name="connsiteX5" fmla="*/ 928190 w 2150347"/>
              <a:gd name="connsiteY5" fmla="*/ 1084474 h 3508207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4105 w 2214185"/>
              <a:gd name="connsiteY0" fmla="*/ 720680 h 3624865"/>
              <a:gd name="connsiteX1" fmla="*/ 1990259 w 2214185"/>
              <a:gd name="connsiteY1" fmla="*/ 56886 h 3624865"/>
              <a:gd name="connsiteX2" fmla="*/ 1628516 w 2214185"/>
              <a:gd name="connsiteY2" fmla="*/ 2052315 h 3624865"/>
              <a:gd name="connsiteX3" fmla="*/ 2025289 w 2214185"/>
              <a:gd name="connsiteY3" fmla="*/ 3523570 h 3624865"/>
              <a:gd name="connsiteX4" fmla="*/ 79565 w 2214185"/>
              <a:gd name="connsiteY4" fmla="*/ 2546011 h 3624865"/>
              <a:gd name="connsiteX5" fmla="*/ 534105 w 2214185"/>
              <a:gd name="connsiteY5" fmla="*/ 720680 h 3624865"/>
              <a:gd name="connsiteX0" fmla="*/ 534105 w 2214185"/>
              <a:gd name="connsiteY0" fmla="*/ 702134 h 3606319"/>
              <a:gd name="connsiteX1" fmla="*/ 1990259 w 2214185"/>
              <a:gd name="connsiteY1" fmla="*/ 38340 h 3606319"/>
              <a:gd name="connsiteX2" fmla="*/ 1628516 w 2214185"/>
              <a:gd name="connsiteY2" fmla="*/ 2033769 h 3606319"/>
              <a:gd name="connsiteX3" fmla="*/ 2025289 w 2214185"/>
              <a:gd name="connsiteY3" fmla="*/ 3505024 h 3606319"/>
              <a:gd name="connsiteX4" fmla="*/ 79565 w 2214185"/>
              <a:gd name="connsiteY4" fmla="*/ 2527465 h 3606319"/>
              <a:gd name="connsiteX5" fmla="*/ 534105 w 2214185"/>
              <a:gd name="connsiteY5" fmla="*/ 702134 h 3606319"/>
              <a:gd name="connsiteX0" fmla="*/ 591383 w 2201636"/>
              <a:gd name="connsiteY0" fmla="*/ 804752 h 3611345"/>
              <a:gd name="connsiteX1" fmla="*/ 1977710 w 2201636"/>
              <a:gd name="connsiteY1" fmla="*/ 44556 h 3611345"/>
              <a:gd name="connsiteX2" fmla="*/ 1615967 w 2201636"/>
              <a:gd name="connsiteY2" fmla="*/ 2039985 h 3611345"/>
              <a:gd name="connsiteX3" fmla="*/ 2012740 w 2201636"/>
              <a:gd name="connsiteY3" fmla="*/ 3511240 h 3611345"/>
              <a:gd name="connsiteX4" fmla="*/ 67016 w 2201636"/>
              <a:gd name="connsiteY4" fmla="*/ 2533681 h 3611345"/>
              <a:gd name="connsiteX5" fmla="*/ 591383 w 2201636"/>
              <a:gd name="connsiteY5" fmla="*/ 804752 h 3611345"/>
              <a:gd name="connsiteX0" fmla="*/ 621567 w 2231820"/>
              <a:gd name="connsiteY0" fmla="*/ 847596 h 3654189"/>
              <a:gd name="connsiteX1" fmla="*/ 2007894 w 2231820"/>
              <a:gd name="connsiteY1" fmla="*/ 87400 h 3654189"/>
              <a:gd name="connsiteX2" fmla="*/ 1646151 w 2231820"/>
              <a:gd name="connsiteY2" fmla="*/ 2082829 h 3654189"/>
              <a:gd name="connsiteX3" fmla="*/ 2042924 w 2231820"/>
              <a:gd name="connsiteY3" fmla="*/ 3554084 h 3654189"/>
              <a:gd name="connsiteX4" fmla="*/ 97200 w 2231820"/>
              <a:gd name="connsiteY4" fmla="*/ 2576525 h 3654189"/>
              <a:gd name="connsiteX5" fmla="*/ 621567 w 2231820"/>
              <a:gd name="connsiteY5" fmla="*/ 847596 h 36541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31820" h="3654189">
                <a:moveTo>
                  <a:pt x="621567" y="847596"/>
                </a:moveTo>
                <a:cubicBezTo>
                  <a:pt x="1178629" y="2845"/>
                  <a:pt x="1837130" y="-118472"/>
                  <a:pt x="2007894" y="87400"/>
                </a:cubicBezTo>
                <a:cubicBezTo>
                  <a:pt x="2178658" y="293272"/>
                  <a:pt x="1640313" y="1505048"/>
                  <a:pt x="1646151" y="2082829"/>
                </a:cubicBezTo>
                <a:cubicBezTo>
                  <a:pt x="1651989" y="2660610"/>
                  <a:pt x="2633224" y="3039235"/>
                  <a:pt x="2042924" y="3554084"/>
                </a:cubicBezTo>
                <a:cubicBezTo>
                  <a:pt x="1576966" y="3960484"/>
                  <a:pt x="334093" y="3027606"/>
                  <a:pt x="97200" y="2576525"/>
                </a:cubicBezTo>
                <a:cubicBezTo>
                  <a:pt x="-139693" y="2125444"/>
                  <a:pt x="64505" y="1692347"/>
                  <a:pt x="621567" y="847596"/>
                </a:cubicBezTo>
                <a:close/>
              </a:path>
            </a:pathLst>
          </a:custGeom>
          <a:noFill/>
          <a:ln w="76200">
            <a:solidFill>
              <a:srgbClr val="AB86B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Freihandform 7">
            <a:extLst>
              <a:ext uri="{FF2B5EF4-FFF2-40B4-BE49-F238E27FC236}">
                <a16:creationId xmlns:a16="http://schemas.microsoft.com/office/drawing/2014/main" id="{53FEF7C6-490A-61FF-48B8-041F69BF613C}"/>
              </a:ext>
            </a:extLst>
          </p:cNvPr>
          <p:cNvSpPr/>
          <p:nvPr userDrawn="1"/>
        </p:nvSpPr>
        <p:spPr>
          <a:xfrm rot="10129930">
            <a:off x="-2360171" y="-819992"/>
            <a:ext cx="5954496" cy="5169791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2630869"/>
              <a:gd name="connsiteY0" fmla="*/ 1913201 h 4484060"/>
              <a:gd name="connsiteX1" fmla="*/ 2156275 w 2630869"/>
              <a:gd name="connsiteY1" fmla="*/ 89473 h 4484060"/>
              <a:gd name="connsiteX2" fmla="*/ 2574031 w 2630869"/>
              <a:gd name="connsiteY2" fmla="*/ 2543820 h 4484060"/>
              <a:gd name="connsiteX3" fmla="*/ 2321781 w 2630869"/>
              <a:gd name="connsiteY3" fmla="*/ 4351600 h 4484060"/>
              <a:gd name="connsiteX4" fmla="*/ 51546 w 2630869"/>
              <a:gd name="connsiteY4" fmla="*/ 3542304 h 4484060"/>
              <a:gd name="connsiteX5" fmla="*/ 829312 w 2630869"/>
              <a:gd name="connsiteY5" fmla="*/ 1913201 h 4484060"/>
              <a:gd name="connsiteX0" fmla="*/ 829312 w 2634983"/>
              <a:gd name="connsiteY0" fmla="*/ 1913201 h 4484060"/>
              <a:gd name="connsiteX1" fmla="*/ 2156275 w 2634983"/>
              <a:gd name="connsiteY1" fmla="*/ 89473 h 4484060"/>
              <a:gd name="connsiteX2" fmla="*/ 2574031 w 2634983"/>
              <a:gd name="connsiteY2" fmla="*/ 2543820 h 4484060"/>
              <a:gd name="connsiteX3" fmla="*/ 2321781 w 2634983"/>
              <a:gd name="connsiteY3" fmla="*/ 4351600 h 4484060"/>
              <a:gd name="connsiteX4" fmla="*/ 51546 w 2634983"/>
              <a:gd name="connsiteY4" fmla="*/ 3542304 h 4484060"/>
              <a:gd name="connsiteX5" fmla="*/ 829312 w 2634983"/>
              <a:gd name="connsiteY5" fmla="*/ 1913201 h 4484060"/>
              <a:gd name="connsiteX0" fmla="*/ 829312 w 2634983"/>
              <a:gd name="connsiteY0" fmla="*/ 1823911 h 4394770"/>
              <a:gd name="connsiteX1" fmla="*/ 2156275 w 2634983"/>
              <a:gd name="connsiteY1" fmla="*/ 183 h 4394770"/>
              <a:gd name="connsiteX2" fmla="*/ 2574031 w 2634983"/>
              <a:gd name="connsiteY2" fmla="*/ 2454530 h 4394770"/>
              <a:gd name="connsiteX3" fmla="*/ 2321781 w 2634983"/>
              <a:gd name="connsiteY3" fmla="*/ 4262310 h 4394770"/>
              <a:gd name="connsiteX4" fmla="*/ 51546 w 2634983"/>
              <a:gd name="connsiteY4" fmla="*/ 3453014 h 4394770"/>
              <a:gd name="connsiteX5" fmla="*/ 829312 w 2634983"/>
              <a:gd name="connsiteY5" fmla="*/ 1823911 h 4394770"/>
              <a:gd name="connsiteX0" fmla="*/ 550921 w 2356592"/>
              <a:gd name="connsiteY0" fmla="*/ 1823911 h 4375660"/>
              <a:gd name="connsiteX1" fmla="*/ 1877884 w 2356592"/>
              <a:gd name="connsiteY1" fmla="*/ 183 h 4375660"/>
              <a:gd name="connsiteX2" fmla="*/ 2295640 w 2356592"/>
              <a:gd name="connsiteY2" fmla="*/ 2454530 h 4375660"/>
              <a:gd name="connsiteX3" fmla="*/ 2043390 w 2356592"/>
              <a:gd name="connsiteY3" fmla="*/ 4262310 h 4375660"/>
              <a:gd name="connsiteX4" fmla="*/ 97666 w 2356592"/>
              <a:gd name="connsiteY4" fmla="*/ 3284751 h 4375660"/>
              <a:gd name="connsiteX5" fmla="*/ 550921 w 2356592"/>
              <a:gd name="connsiteY5" fmla="*/ 1823911 h 4375660"/>
              <a:gd name="connsiteX0" fmla="*/ 1187626 w 2290887"/>
              <a:gd name="connsiteY0" fmla="*/ 1491571 h 4375718"/>
              <a:gd name="connsiteX1" fmla="*/ 1812179 w 2290887"/>
              <a:gd name="connsiteY1" fmla="*/ 241 h 4375718"/>
              <a:gd name="connsiteX2" fmla="*/ 2229935 w 2290887"/>
              <a:gd name="connsiteY2" fmla="*/ 2454588 h 4375718"/>
              <a:gd name="connsiteX3" fmla="*/ 1977685 w 2290887"/>
              <a:gd name="connsiteY3" fmla="*/ 4262368 h 4375718"/>
              <a:gd name="connsiteX4" fmla="*/ 31961 w 2290887"/>
              <a:gd name="connsiteY4" fmla="*/ 3284809 h 4375718"/>
              <a:gd name="connsiteX5" fmla="*/ 1187626 w 2290887"/>
              <a:gd name="connsiteY5" fmla="*/ 1491571 h 4375718"/>
              <a:gd name="connsiteX0" fmla="*/ 1187626 w 2290887"/>
              <a:gd name="connsiteY0" fmla="*/ 1491690 h 4375837"/>
              <a:gd name="connsiteX1" fmla="*/ 1812179 w 2290887"/>
              <a:gd name="connsiteY1" fmla="*/ 360 h 4375837"/>
              <a:gd name="connsiteX2" fmla="*/ 2229935 w 2290887"/>
              <a:gd name="connsiteY2" fmla="*/ 2454707 h 4375837"/>
              <a:gd name="connsiteX3" fmla="*/ 1977685 w 2290887"/>
              <a:gd name="connsiteY3" fmla="*/ 4262487 h 4375837"/>
              <a:gd name="connsiteX4" fmla="*/ 31961 w 2290887"/>
              <a:gd name="connsiteY4" fmla="*/ 3284928 h 4375837"/>
              <a:gd name="connsiteX5" fmla="*/ 1187626 w 2290887"/>
              <a:gd name="connsiteY5" fmla="*/ 1491690 h 4375837"/>
              <a:gd name="connsiteX0" fmla="*/ 1177700 w 2280961"/>
              <a:gd name="connsiteY0" fmla="*/ 1491690 h 4375837"/>
              <a:gd name="connsiteX1" fmla="*/ 1802253 w 2280961"/>
              <a:gd name="connsiteY1" fmla="*/ 360 h 4375837"/>
              <a:gd name="connsiteX2" fmla="*/ 2220009 w 2280961"/>
              <a:gd name="connsiteY2" fmla="*/ 2454707 h 4375837"/>
              <a:gd name="connsiteX3" fmla="*/ 1967759 w 2280961"/>
              <a:gd name="connsiteY3" fmla="*/ 4262487 h 4375837"/>
              <a:gd name="connsiteX4" fmla="*/ 22035 w 2280961"/>
              <a:gd name="connsiteY4" fmla="*/ 3284928 h 4375837"/>
              <a:gd name="connsiteX5" fmla="*/ 1177700 w 2280961"/>
              <a:gd name="connsiteY5" fmla="*/ 1491690 h 4375837"/>
              <a:gd name="connsiteX0" fmla="*/ 1177700 w 2132201"/>
              <a:gd name="connsiteY0" fmla="*/ 1491690 h 4375837"/>
              <a:gd name="connsiteX1" fmla="*/ 1802253 w 2132201"/>
              <a:gd name="connsiteY1" fmla="*/ 360 h 4375837"/>
              <a:gd name="connsiteX2" fmla="*/ 1570986 w 2132201"/>
              <a:gd name="connsiteY2" fmla="*/ 2791232 h 4375837"/>
              <a:gd name="connsiteX3" fmla="*/ 1967759 w 2132201"/>
              <a:gd name="connsiteY3" fmla="*/ 4262487 h 4375837"/>
              <a:gd name="connsiteX4" fmla="*/ 22035 w 2132201"/>
              <a:gd name="connsiteY4" fmla="*/ 3284928 h 4375837"/>
              <a:gd name="connsiteX5" fmla="*/ 1177700 w 2132201"/>
              <a:gd name="connsiteY5" fmla="*/ 1491690 h 4375837"/>
              <a:gd name="connsiteX0" fmla="*/ 1177700 w 2303877"/>
              <a:gd name="connsiteY0" fmla="*/ 654980 h 3539127"/>
              <a:gd name="connsiteX1" fmla="*/ 2105842 w 2303877"/>
              <a:gd name="connsiteY1" fmla="*/ 30327 h 3539127"/>
              <a:gd name="connsiteX2" fmla="*/ 1570986 w 2303877"/>
              <a:gd name="connsiteY2" fmla="*/ 1954522 h 3539127"/>
              <a:gd name="connsiteX3" fmla="*/ 1967759 w 2303877"/>
              <a:gd name="connsiteY3" fmla="*/ 3425777 h 3539127"/>
              <a:gd name="connsiteX4" fmla="*/ 22035 w 2303877"/>
              <a:gd name="connsiteY4" fmla="*/ 2448218 h 3539127"/>
              <a:gd name="connsiteX5" fmla="*/ 1177700 w 2303877"/>
              <a:gd name="connsiteY5" fmla="*/ 654980 h 3539127"/>
              <a:gd name="connsiteX0" fmla="*/ 1177700 w 2303877"/>
              <a:gd name="connsiteY0" fmla="*/ 811890 h 3696037"/>
              <a:gd name="connsiteX1" fmla="*/ 2105842 w 2303877"/>
              <a:gd name="connsiteY1" fmla="*/ 187237 h 3696037"/>
              <a:gd name="connsiteX2" fmla="*/ 1570986 w 2303877"/>
              <a:gd name="connsiteY2" fmla="*/ 2111432 h 3696037"/>
              <a:gd name="connsiteX3" fmla="*/ 1967759 w 2303877"/>
              <a:gd name="connsiteY3" fmla="*/ 3582687 h 3696037"/>
              <a:gd name="connsiteX4" fmla="*/ 22035 w 2303877"/>
              <a:gd name="connsiteY4" fmla="*/ 2605128 h 3696037"/>
              <a:gd name="connsiteX5" fmla="*/ 1177700 w 2303877"/>
              <a:gd name="connsiteY5" fmla="*/ 811890 h 3696037"/>
              <a:gd name="connsiteX0" fmla="*/ 1177700 w 2189200"/>
              <a:gd name="connsiteY0" fmla="*/ 811890 h 3696037"/>
              <a:gd name="connsiteX1" fmla="*/ 2105842 w 2189200"/>
              <a:gd name="connsiteY1" fmla="*/ 187237 h 3696037"/>
              <a:gd name="connsiteX2" fmla="*/ 1570986 w 2189200"/>
              <a:gd name="connsiteY2" fmla="*/ 2111432 h 3696037"/>
              <a:gd name="connsiteX3" fmla="*/ 1967759 w 2189200"/>
              <a:gd name="connsiteY3" fmla="*/ 3582687 h 3696037"/>
              <a:gd name="connsiteX4" fmla="*/ 22035 w 2189200"/>
              <a:gd name="connsiteY4" fmla="*/ 2605128 h 3696037"/>
              <a:gd name="connsiteX5" fmla="*/ 1177700 w 2189200"/>
              <a:gd name="connsiteY5" fmla="*/ 811890 h 3696037"/>
              <a:gd name="connsiteX0" fmla="*/ 1177700 w 2189200"/>
              <a:gd name="connsiteY0" fmla="*/ 743015 h 3627162"/>
              <a:gd name="connsiteX1" fmla="*/ 2105842 w 2189200"/>
              <a:gd name="connsiteY1" fmla="*/ 118362 h 3627162"/>
              <a:gd name="connsiteX2" fmla="*/ 1570986 w 2189200"/>
              <a:gd name="connsiteY2" fmla="*/ 2042557 h 3627162"/>
              <a:gd name="connsiteX3" fmla="*/ 1967759 w 2189200"/>
              <a:gd name="connsiteY3" fmla="*/ 3513812 h 3627162"/>
              <a:gd name="connsiteX4" fmla="*/ 22035 w 2189200"/>
              <a:gd name="connsiteY4" fmla="*/ 2536253 h 3627162"/>
              <a:gd name="connsiteX5" fmla="*/ 1177700 w 2189200"/>
              <a:gd name="connsiteY5" fmla="*/ 743015 h 3627162"/>
              <a:gd name="connsiteX0" fmla="*/ 1177700 w 2189200"/>
              <a:gd name="connsiteY0" fmla="*/ 695554 h 3579701"/>
              <a:gd name="connsiteX1" fmla="*/ 2105842 w 2189200"/>
              <a:gd name="connsiteY1" fmla="*/ 70901 h 3579701"/>
              <a:gd name="connsiteX2" fmla="*/ 1570986 w 2189200"/>
              <a:gd name="connsiteY2" fmla="*/ 1995096 h 3579701"/>
              <a:gd name="connsiteX3" fmla="*/ 1967759 w 2189200"/>
              <a:gd name="connsiteY3" fmla="*/ 3466351 h 3579701"/>
              <a:gd name="connsiteX4" fmla="*/ 22035 w 2189200"/>
              <a:gd name="connsiteY4" fmla="*/ 2488792 h 3579701"/>
              <a:gd name="connsiteX5" fmla="*/ 1177700 w 2189200"/>
              <a:gd name="connsiteY5" fmla="*/ 695554 h 3579701"/>
              <a:gd name="connsiteX0" fmla="*/ 1180449 w 2191949"/>
              <a:gd name="connsiteY0" fmla="*/ 695554 h 3579701"/>
              <a:gd name="connsiteX1" fmla="*/ 2108591 w 2191949"/>
              <a:gd name="connsiteY1" fmla="*/ 70901 h 3579701"/>
              <a:gd name="connsiteX2" fmla="*/ 1573735 w 2191949"/>
              <a:gd name="connsiteY2" fmla="*/ 1995096 h 3579701"/>
              <a:gd name="connsiteX3" fmla="*/ 1970508 w 2191949"/>
              <a:gd name="connsiteY3" fmla="*/ 3466351 h 3579701"/>
              <a:gd name="connsiteX4" fmla="*/ 24784 w 2191949"/>
              <a:gd name="connsiteY4" fmla="*/ 2488792 h 3579701"/>
              <a:gd name="connsiteX5" fmla="*/ 1180449 w 2191949"/>
              <a:gd name="connsiteY5" fmla="*/ 695554 h 3579701"/>
              <a:gd name="connsiteX0" fmla="*/ 1180449 w 2191949"/>
              <a:gd name="connsiteY0" fmla="*/ 688306 h 3572453"/>
              <a:gd name="connsiteX1" fmla="*/ 2108591 w 2191949"/>
              <a:gd name="connsiteY1" fmla="*/ 63653 h 3572453"/>
              <a:gd name="connsiteX2" fmla="*/ 1573735 w 2191949"/>
              <a:gd name="connsiteY2" fmla="*/ 1987848 h 3572453"/>
              <a:gd name="connsiteX3" fmla="*/ 1970508 w 2191949"/>
              <a:gd name="connsiteY3" fmla="*/ 3459103 h 3572453"/>
              <a:gd name="connsiteX4" fmla="*/ 24784 w 2191949"/>
              <a:gd name="connsiteY4" fmla="*/ 2481544 h 3572453"/>
              <a:gd name="connsiteX5" fmla="*/ 1180449 w 2191949"/>
              <a:gd name="connsiteY5" fmla="*/ 688306 h 3572453"/>
              <a:gd name="connsiteX0" fmla="*/ 1180449 w 2191949"/>
              <a:gd name="connsiteY0" fmla="*/ 683650 h 3567797"/>
              <a:gd name="connsiteX1" fmla="*/ 2108591 w 2191949"/>
              <a:gd name="connsiteY1" fmla="*/ 58997 h 3567797"/>
              <a:gd name="connsiteX2" fmla="*/ 1573735 w 2191949"/>
              <a:gd name="connsiteY2" fmla="*/ 1983192 h 3567797"/>
              <a:gd name="connsiteX3" fmla="*/ 1970508 w 2191949"/>
              <a:gd name="connsiteY3" fmla="*/ 3454447 h 3567797"/>
              <a:gd name="connsiteX4" fmla="*/ 24784 w 2191949"/>
              <a:gd name="connsiteY4" fmla="*/ 2476888 h 3567797"/>
              <a:gd name="connsiteX5" fmla="*/ 1180449 w 2191949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3164"/>
              <a:gd name="connsiteY0" fmla="*/ 683650 h 3567797"/>
              <a:gd name="connsiteX1" fmla="*/ 2108591 w 2193164"/>
              <a:gd name="connsiteY1" fmla="*/ 58997 h 3567797"/>
              <a:gd name="connsiteX2" fmla="*/ 1573735 w 2193164"/>
              <a:gd name="connsiteY2" fmla="*/ 1983192 h 3567797"/>
              <a:gd name="connsiteX3" fmla="*/ 1970508 w 2193164"/>
              <a:gd name="connsiteY3" fmla="*/ 3454447 h 3567797"/>
              <a:gd name="connsiteX4" fmla="*/ 24784 w 2193164"/>
              <a:gd name="connsiteY4" fmla="*/ 2476888 h 3567797"/>
              <a:gd name="connsiteX5" fmla="*/ 1180449 w 2193164"/>
              <a:gd name="connsiteY5" fmla="*/ 683650 h 3567797"/>
              <a:gd name="connsiteX0" fmla="*/ 1180310 w 2193025"/>
              <a:gd name="connsiteY0" fmla="*/ 683650 h 3567797"/>
              <a:gd name="connsiteX1" fmla="*/ 2108452 w 2193025"/>
              <a:gd name="connsiteY1" fmla="*/ 58997 h 3567797"/>
              <a:gd name="connsiteX2" fmla="*/ 1573596 w 2193025"/>
              <a:gd name="connsiteY2" fmla="*/ 1983192 h 3567797"/>
              <a:gd name="connsiteX3" fmla="*/ 1970369 w 2193025"/>
              <a:gd name="connsiteY3" fmla="*/ 3454447 h 3567797"/>
              <a:gd name="connsiteX4" fmla="*/ 24645 w 2193025"/>
              <a:gd name="connsiteY4" fmla="*/ 2476888 h 3567797"/>
              <a:gd name="connsiteX5" fmla="*/ 1180310 w 2193025"/>
              <a:gd name="connsiteY5" fmla="*/ 683650 h 3567797"/>
              <a:gd name="connsiteX0" fmla="*/ 1180310 w 2193025"/>
              <a:gd name="connsiteY0" fmla="*/ 693860 h 3578007"/>
              <a:gd name="connsiteX1" fmla="*/ 2108452 w 2193025"/>
              <a:gd name="connsiteY1" fmla="*/ 69207 h 3578007"/>
              <a:gd name="connsiteX2" fmla="*/ 1573596 w 2193025"/>
              <a:gd name="connsiteY2" fmla="*/ 1993402 h 3578007"/>
              <a:gd name="connsiteX3" fmla="*/ 1970369 w 2193025"/>
              <a:gd name="connsiteY3" fmla="*/ 3464657 h 3578007"/>
              <a:gd name="connsiteX4" fmla="*/ 24645 w 2193025"/>
              <a:gd name="connsiteY4" fmla="*/ 2487098 h 3578007"/>
              <a:gd name="connsiteX5" fmla="*/ 1180310 w 2193025"/>
              <a:gd name="connsiteY5" fmla="*/ 693860 h 3578007"/>
              <a:gd name="connsiteX0" fmla="*/ 1180310 w 2193025"/>
              <a:gd name="connsiteY0" fmla="*/ 693860 h 3581308"/>
              <a:gd name="connsiteX1" fmla="*/ 2108452 w 2193025"/>
              <a:gd name="connsiteY1" fmla="*/ 69207 h 3581308"/>
              <a:gd name="connsiteX2" fmla="*/ 1573596 w 2193025"/>
              <a:gd name="connsiteY2" fmla="*/ 1993402 h 3581308"/>
              <a:gd name="connsiteX3" fmla="*/ 1970369 w 2193025"/>
              <a:gd name="connsiteY3" fmla="*/ 3464657 h 3581308"/>
              <a:gd name="connsiteX4" fmla="*/ 24645 w 2193025"/>
              <a:gd name="connsiteY4" fmla="*/ 2487098 h 3581308"/>
              <a:gd name="connsiteX5" fmla="*/ 1180310 w 2193025"/>
              <a:gd name="connsiteY5" fmla="*/ 693860 h 3581308"/>
              <a:gd name="connsiteX0" fmla="*/ 1180701 w 2193416"/>
              <a:gd name="connsiteY0" fmla="*/ 693860 h 3581308"/>
              <a:gd name="connsiteX1" fmla="*/ 2108843 w 2193416"/>
              <a:gd name="connsiteY1" fmla="*/ 69207 h 3581308"/>
              <a:gd name="connsiteX2" fmla="*/ 1573987 w 2193416"/>
              <a:gd name="connsiteY2" fmla="*/ 1993402 h 3581308"/>
              <a:gd name="connsiteX3" fmla="*/ 1970760 w 2193416"/>
              <a:gd name="connsiteY3" fmla="*/ 3464657 h 3581308"/>
              <a:gd name="connsiteX4" fmla="*/ 25036 w 2193416"/>
              <a:gd name="connsiteY4" fmla="*/ 2487098 h 3581308"/>
              <a:gd name="connsiteX5" fmla="*/ 1180701 w 2193416"/>
              <a:gd name="connsiteY5" fmla="*/ 693860 h 3581308"/>
              <a:gd name="connsiteX0" fmla="*/ 928190 w 2150347"/>
              <a:gd name="connsiteY0" fmla="*/ 1084474 h 3508207"/>
              <a:gd name="connsiteX1" fmla="*/ 2108497 w 2150347"/>
              <a:gd name="connsiteY1" fmla="*/ 17094 h 3508207"/>
              <a:gd name="connsiteX2" fmla="*/ 1573641 w 2150347"/>
              <a:gd name="connsiteY2" fmla="*/ 1941289 h 3508207"/>
              <a:gd name="connsiteX3" fmla="*/ 1970414 w 2150347"/>
              <a:gd name="connsiteY3" fmla="*/ 3412544 h 3508207"/>
              <a:gd name="connsiteX4" fmla="*/ 24690 w 2150347"/>
              <a:gd name="connsiteY4" fmla="*/ 2434985 h 3508207"/>
              <a:gd name="connsiteX5" fmla="*/ 928190 w 2150347"/>
              <a:gd name="connsiteY5" fmla="*/ 1084474 h 3508207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4105 w 2214185"/>
              <a:gd name="connsiteY0" fmla="*/ 720680 h 3624865"/>
              <a:gd name="connsiteX1" fmla="*/ 1990259 w 2214185"/>
              <a:gd name="connsiteY1" fmla="*/ 56886 h 3624865"/>
              <a:gd name="connsiteX2" fmla="*/ 1628516 w 2214185"/>
              <a:gd name="connsiteY2" fmla="*/ 2052315 h 3624865"/>
              <a:gd name="connsiteX3" fmla="*/ 2025289 w 2214185"/>
              <a:gd name="connsiteY3" fmla="*/ 3523570 h 3624865"/>
              <a:gd name="connsiteX4" fmla="*/ 79565 w 2214185"/>
              <a:gd name="connsiteY4" fmla="*/ 2546011 h 3624865"/>
              <a:gd name="connsiteX5" fmla="*/ 534105 w 2214185"/>
              <a:gd name="connsiteY5" fmla="*/ 720680 h 3624865"/>
              <a:gd name="connsiteX0" fmla="*/ 534105 w 2214185"/>
              <a:gd name="connsiteY0" fmla="*/ 702134 h 3606319"/>
              <a:gd name="connsiteX1" fmla="*/ 1990259 w 2214185"/>
              <a:gd name="connsiteY1" fmla="*/ 38340 h 3606319"/>
              <a:gd name="connsiteX2" fmla="*/ 1628516 w 2214185"/>
              <a:gd name="connsiteY2" fmla="*/ 2033769 h 3606319"/>
              <a:gd name="connsiteX3" fmla="*/ 2025289 w 2214185"/>
              <a:gd name="connsiteY3" fmla="*/ 3505024 h 3606319"/>
              <a:gd name="connsiteX4" fmla="*/ 79565 w 2214185"/>
              <a:gd name="connsiteY4" fmla="*/ 2527465 h 3606319"/>
              <a:gd name="connsiteX5" fmla="*/ 534105 w 2214185"/>
              <a:gd name="connsiteY5" fmla="*/ 702134 h 3606319"/>
              <a:gd name="connsiteX0" fmla="*/ 591383 w 2201636"/>
              <a:gd name="connsiteY0" fmla="*/ 804752 h 3611345"/>
              <a:gd name="connsiteX1" fmla="*/ 1977710 w 2201636"/>
              <a:gd name="connsiteY1" fmla="*/ 44556 h 3611345"/>
              <a:gd name="connsiteX2" fmla="*/ 1615967 w 2201636"/>
              <a:gd name="connsiteY2" fmla="*/ 2039985 h 3611345"/>
              <a:gd name="connsiteX3" fmla="*/ 2012740 w 2201636"/>
              <a:gd name="connsiteY3" fmla="*/ 3511240 h 3611345"/>
              <a:gd name="connsiteX4" fmla="*/ 67016 w 2201636"/>
              <a:gd name="connsiteY4" fmla="*/ 2533681 h 3611345"/>
              <a:gd name="connsiteX5" fmla="*/ 591383 w 2201636"/>
              <a:gd name="connsiteY5" fmla="*/ 804752 h 3611345"/>
              <a:gd name="connsiteX0" fmla="*/ 621567 w 2231820"/>
              <a:gd name="connsiteY0" fmla="*/ 847596 h 3654189"/>
              <a:gd name="connsiteX1" fmla="*/ 2007894 w 2231820"/>
              <a:gd name="connsiteY1" fmla="*/ 87400 h 3654189"/>
              <a:gd name="connsiteX2" fmla="*/ 1646151 w 2231820"/>
              <a:gd name="connsiteY2" fmla="*/ 2082829 h 3654189"/>
              <a:gd name="connsiteX3" fmla="*/ 2042924 w 2231820"/>
              <a:gd name="connsiteY3" fmla="*/ 3554084 h 3654189"/>
              <a:gd name="connsiteX4" fmla="*/ 97200 w 2231820"/>
              <a:gd name="connsiteY4" fmla="*/ 2576525 h 3654189"/>
              <a:gd name="connsiteX5" fmla="*/ 621567 w 2231820"/>
              <a:gd name="connsiteY5" fmla="*/ 847596 h 36541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31820" h="3654189">
                <a:moveTo>
                  <a:pt x="621567" y="847596"/>
                </a:moveTo>
                <a:cubicBezTo>
                  <a:pt x="1178629" y="2845"/>
                  <a:pt x="1837130" y="-118472"/>
                  <a:pt x="2007894" y="87400"/>
                </a:cubicBezTo>
                <a:cubicBezTo>
                  <a:pt x="2178658" y="293272"/>
                  <a:pt x="1640313" y="1505048"/>
                  <a:pt x="1646151" y="2082829"/>
                </a:cubicBezTo>
                <a:cubicBezTo>
                  <a:pt x="1651989" y="2660610"/>
                  <a:pt x="2633224" y="3039235"/>
                  <a:pt x="2042924" y="3554084"/>
                </a:cubicBezTo>
                <a:cubicBezTo>
                  <a:pt x="1576966" y="3960484"/>
                  <a:pt x="334093" y="3027606"/>
                  <a:pt x="97200" y="2576525"/>
                </a:cubicBezTo>
                <a:cubicBezTo>
                  <a:pt x="-139693" y="2125444"/>
                  <a:pt x="64505" y="1692347"/>
                  <a:pt x="621567" y="847596"/>
                </a:cubicBezTo>
                <a:close/>
              </a:path>
            </a:pathLst>
          </a:custGeom>
          <a:solidFill>
            <a:srgbClr val="E7E7E7">
              <a:alpha val="52941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A6F8CF2F-03DF-DC19-3FC7-6A00A8DD79FF}"/>
              </a:ext>
            </a:extLst>
          </p:cNvPr>
          <p:cNvGrpSpPr/>
          <p:nvPr userDrawn="1"/>
        </p:nvGrpSpPr>
        <p:grpSpPr>
          <a:xfrm>
            <a:off x="8372798" y="5651780"/>
            <a:ext cx="5498261" cy="2530969"/>
            <a:chOff x="6265416" y="5268016"/>
            <a:chExt cx="7318186" cy="3368719"/>
          </a:xfrm>
        </p:grpSpPr>
        <p:sp>
          <p:nvSpPr>
            <p:cNvPr id="10" name="Freihandform 9">
              <a:extLst>
                <a:ext uri="{FF2B5EF4-FFF2-40B4-BE49-F238E27FC236}">
                  <a16:creationId xmlns:a16="http://schemas.microsoft.com/office/drawing/2014/main" id="{22788B4E-F588-D98D-D108-31A36C6F099D}"/>
                </a:ext>
              </a:extLst>
            </p:cNvPr>
            <p:cNvSpPr/>
            <p:nvPr/>
          </p:nvSpPr>
          <p:spPr>
            <a:xfrm rot="19708695">
              <a:off x="6265416" y="5268016"/>
              <a:ext cx="6636396" cy="3214340"/>
            </a:xfrm>
            <a:custGeom>
              <a:avLst/>
              <a:gdLst>
                <a:gd name="connsiteX0" fmla="*/ 346842 w 3373821"/>
                <a:gd name="connsiteY0" fmla="*/ 283779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346842 w 3373821"/>
                <a:gd name="connsiteY5" fmla="*/ 283779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882870 h 3310759"/>
                <a:gd name="connsiteX1" fmla="*/ 3090042 w 3373821"/>
                <a:gd name="connsiteY1" fmla="*/ 0 h 3310759"/>
                <a:gd name="connsiteX2" fmla="*/ 3373821 w 3373821"/>
                <a:gd name="connsiteY2" fmla="*/ 1849821 h 3310759"/>
                <a:gd name="connsiteX3" fmla="*/ 1902373 w 3373821"/>
                <a:gd name="connsiteY3" fmla="*/ 3310759 h 3310759"/>
                <a:gd name="connsiteX4" fmla="*/ 0 w 3373821"/>
                <a:gd name="connsiteY4" fmla="*/ 2511973 h 3310759"/>
                <a:gd name="connsiteX5" fmla="*/ 777766 w 3373821"/>
                <a:gd name="connsiteY5" fmla="*/ 882870 h 3310759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35451 h 3463340"/>
                <a:gd name="connsiteX1" fmla="*/ 3090042 w 3373821"/>
                <a:gd name="connsiteY1" fmla="*/ 152581 h 3463340"/>
                <a:gd name="connsiteX2" fmla="*/ 3373821 w 3373821"/>
                <a:gd name="connsiteY2" fmla="*/ 2002402 h 3463340"/>
                <a:gd name="connsiteX3" fmla="*/ 1902373 w 3373821"/>
                <a:gd name="connsiteY3" fmla="*/ 3463340 h 3463340"/>
                <a:gd name="connsiteX4" fmla="*/ 0 w 3373821"/>
                <a:gd name="connsiteY4" fmla="*/ 2664554 h 3463340"/>
                <a:gd name="connsiteX5" fmla="*/ 777766 w 3373821"/>
                <a:gd name="connsiteY5" fmla="*/ 1035451 h 3463340"/>
                <a:gd name="connsiteX0" fmla="*/ 777766 w 3468415"/>
                <a:gd name="connsiteY0" fmla="*/ 1035451 h 3463340"/>
                <a:gd name="connsiteX1" fmla="*/ 3090042 w 3468415"/>
                <a:gd name="connsiteY1" fmla="*/ 152581 h 3463340"/>
                <a:gd name="connsiteX2" fmla="*/ 3468415 w 3468415"/>
                <a:gd name="connsiteY2" fmla="*/ 2202098 h 3463340"/>
                <a:gd name="connsiteX3" fmla="*/ 1902373 w 3468415"/>
                <a:gd name="connsiteY3" fmla="*/ 3463340 h 3463340"/>
                <a:gd name="connsiteX4" fmla="*/ 0 w 3468415"/>
                <a:gd name="connsiteY4" fmla="*/ 2664554 h 3463340"/>
                <a:gd name="connsiteX5" fmla="*/ 777766 w 3468415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3748"/>
                <a:gd name="connsiteX1" fmla="*/ 3090042 w 3520921"/>
                <a:gd name="connsiteY1" fmla="*/ 152581 h 3463748"/>
                <a:gd name="connsiteX2" fmla="*/ 3468415 w 3520921"/>
                <a:gd name="connsiteY2" fmla="*/ 2202098 h 3463748"/>
                <a:gd name="connsiteX3" fmla="*/ 1902373 w 3520921"/>
                <a:gd name="connsiteY3" fmla="*/ 3463340 h 3463748"/>
                <a:gd name="connsiteX4" fmla="*/ 0 w 3520921"/>
                <a:gd name="connsiteY4" fmla="*/ 2664554 h 3463748"/>
                <a:gd name="connsiteX5" fmla="*/ 777766 w 3520921"/>
                <a:gd name="connsiteY5" fmla="*/ 1035451 h 3463748"/>
                <a:gd name="connsiteX0" fmla="*/ 815379 w 3558534"/>
                <a:gd name="connsiteY0" fmla="*/ 1035451 h 3463748"/>
                <a:gd name="connsiteX1" fmla="*/ 3127655 w 3558534"/>
                <a:gd name="connsiteY1" fmla="*/ 152581 h 3463748"/>
                <a:gd name="connsiteX2" fmla="*/ 3506028 w 3558534"/>
                <a:gd name="connsiteY2" fmla="*/ 2202098 h 3463748"/>
                <a:gd name="connsiteX3" fmla="*/ 1939986 w 3558534"/>
                <a:gd name="connsiteY3" fmla="*/ 3463340 h 3463748"/>
                <a:gd name="connsiteX4" fmla="*/ 37613 w 3558534"/>
                <a:gd name="connsiteY4" fmla="*/ 2664554 h 3463748"/>
                <a:gd name="connsiteX5" fmla="*/ 815379 w 3558534"/>
                <a:gd name="connsiteY5" fmla="*/ 1035451 h 3463748"/>
                <a:gd name="connsiteX0" fmla="*/ 815379 w 3558534"/>
                <a:gd name="connsiteY0" fmla="*/ 1035451 h 3464371"/>
                <a:gd name="connsiteX1" fmla="*/ 3127655 w 3558534"/>
                <a:gd name="connsiteY1" fmla="*/ 152581 h 3464371"/>
                <a:gd name="connsiteX2" fmla="*/ 3506028 w 3558534"/>
                <a:gd name="connsiteY2" fmla="*/ 2202098 h 3464371"/>
                <a:gd name="connsiteX3" fmla="*/ 1939986 w 3558534"/>
                <a:gd name="connsiteY3" fmla="*/ 3463340 h 3464371"/>
                <a:gd name="connsiteX4" fmla="*/ 37613 w 3558534"/>
                <a:gd name="connsiteY4" fmla="*/ 2664554 h 3464371"/>
                <a:gd name="connsiteX5" fmla="*/ 815379 w 3558534"/>
                <a:gd name="connsiteY5" fmla="*/ 1035451 h 3464371"/>
                <a:gd name="connsiteX0" fmla="*/ 815379 w 3150376"/>
                <a:gd name="connsiteY0" fmla="*/ 1035451 h 3464371"/>
                <a:gd name="connsiteX1" fmla="*/ 3127655 w 3150376"/>
                <a:gd name="connsiteY1" fmla="*/ 152581 h 3464371"/>
                <a:gd name="connsiteX2" fmla="*/ 1961008 w 3150376"/>
                <a:gd name="connsiteY2" fmla="*/ 1655560 h 3464371"/>
                <a:gd name="connsiteX3" fmla="*/ 1939986 w 3150376"/>
                <a:gd name="connsiteY3" fmla="*/ 3463340 h 3464371"/>
                <a:gd name="connsiteX4" fmla="*/ 37613 w 3150376"/>
                <a:gd name="connsiteY4" fmla="*/ 2664554 h 3464371"/>
                <a:gd name="connsiteX5" fmla="*/ 815379 w 3150376"/>
                <a:gd name="connsiteY5" fmla="*/ 1035451 h 3464371"/>
                <a:gd name="connsiteX0" fmla="*/ 815379 w 3162532"/>
                <a:gd name="connsiteY0" fmla="*/ 1035451 h 3464371"/>
                <a:gd name="connsiteX1" fmla="*/ 3127655 w 3162532"/>
                <a:gd name="connsiteY1" fmla="*/ 152581 h 3464371"/>
                <a:gd name="connsiteX2" fmla="*/ 2423463 w 3162532"/>
                <a:gd name="connsiteY2" fmla="*/ 1645049 h 3464371"/>
                <a:gd name="connsiteX3" fmla="*/ 1939986 w 3162532"/>
                <a:gd name="connsiteY3" fmla="*/ 3463340 h 3464371"/>
                <a:gd name="connsiteX4" fmla="*/ 37613 w 3162532"/>
                <a:gd name="connsiteY4" fmla="*/ 2664554 h 3464371"/>
                <a:gd name="connsiteX5" fmla="*/ 815379 w 3162532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606310"/>
                <a:gd name="connsiteX1" fmla="*/ 3127655 w 3171514"/>
                <a:gd name="connsiteY1" fmla="*/ 152581 h 3606310"/>
                <a:gd name="connsiteX2" fmla="*/ 2423463 w 3171514"/>
                <a:gd name="connsiteY2" fmla="*/ 1645049 h 3606310"/>
                <a:gd name="connsiteX3" fmla="*/ 2307848 w 3171514"/>
                <a:gd name="connsiteY3" fmla="*/ 3473850 h 3606310"/>
                <a:gd name="connsiteX4" fmla="*/ 37613 w 3171514"/>
                <a:gd name="connsiteY4" fmla="*/ 2664554 h 3606310"/>
                <a:gd name="connsiteX5" fmla="*/ 815379 w 3171514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64502"/>
                <a:gd name="connsiteY0" fmla="*/ 1035451 h 3606310"/>
                <a:gd name="connsiteX1" fmla="*/ 3127655 w 3164502"/>
                <a:gd name="connsiteY1" fmla="*/ 152581 h 3606310"/>
                <a:gd name="connsiteX2" fmla="*/ 2560098 w 3164502"/>
                <a:gd name="connsiteY2" fmla="*/ 1666070 h 3606310"/>
                <a:gd name="connsiteX3" fmla="*/ 2307848 w 3164502"/>
                <a:gd name="connsiteY3" fmla="*/ 3473850 h 3606310"/>
                <a:gd name="connsiteX4" fmla="*/ 37613 w 3164502"/>
                <a:gd name="connsiteY4" fmla="*/ 2664554 h 3606310"/>
                <a:gd name="connsiteX5" fmla="*/ 815379 w 3164502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29312 w 3176710"/>
                <a:gd name="connsiteY0" fmla="*/ 1035451 h 3606310"/>
                <a:gd name="connsiteX1" fmla="*/ 3141588 w 3176710"/>
                <a:gd name="connsiteY1" fmla="*/ 152581 h 3606310"/>
                <a:gd name="connsiteX2" fmla="*/ 2574031 w 3176710"/>
                <a:gd name="connsiteY2" fmla="*/ 1666070 h 3606310"/>
                <a:gd name="connsiteX3" fmla="*/ 2321781 w 3176710"/>
                <a:gd name="connsiteY3" fmla="*/ 3473850 h 3606310"/>
                <a:gd name="connsiteX4" fmla="*/ 51546 w 3176710"/>
                <a:gd name="connsiteY4" fmla="*/ 2664554 h 3606310"/>
                <a:gd name="connsiteX5" fmla="*/ 829312 w 3176710"/>
                <a:gd name="connsiteY5" fmla="*/ 1035451 h 3606310"/>
                <a:gd name="connsiteX0" fmla="*/ 829312 w 3177410"/>
                <a:gd name="connsiteY0" fmla="*/ 1035451 h 3606310"/>
                <a:gd name="connsiteX1" fmla="*/ 3141588 w 3177410"/>
                <a:gd name="connsiteY1" fmla="*/ 152581 h 3606310"/>
                <a:gd name="connsiteX2" fmla="*/ 2574031 w 3177410"/>
                <a:gd name="connsiteY2" fmla="*/ 1666070 h 3606310"/>
                <a:gd name="connsiteX3" fmla="*/ 2321781 w 3177410"/>
                <a:gd name="connsiteY3" fmla="*/ 3473850 h 3606310"/>
                <a:gd name="connsiteX4" fmla="*/ 51546 w 3177410"/>
                <a:gd name="connsiteY4" fmla="*/ 2664554 h 3606310"/>
                <a:gd name="connsiteX5" fmla="*/ 829312 w 3177410"/>
                <a:gd name="connsiteY5" fmla="*/ 1035451 h 3606310"/>
                <a:gd name="connsiteX0" fmla="*/ 829312 w 3177410"/>
                <a:gd name="connsiteY0" fmla="*/ 1013703 h 3584562"/>
                <a:gd name="connsiteX1" fmla="*/ 3141588 w 3177410"/>
                <a:gd name="connsiteY1" fmla="*/ 130833 h 3584562"/>
                <a:gd name="connsiteX2" fmla="*/ 2574031 w 3177410"/>
                <a:gd name="connsiteY2" fmla="*/ 1644322 h 3584562"/>
                <a:gd name="connsiteX3" fmla="*/ 2321781 w 3177410"/>
                <a:gd name="connsiteY3" fmla="*/ 3452102 h 3584562"/>
                <a:gd name="connsiteX4" fmla="*/ 51546 w 3177410"/>
                <a:gd name="connsiteY4" fmla="*/ 2642806 h 3584562"/>
                <a:gd name="connsiteX5" fmla="*/ 829312 w 3177410"/>
                <a:gd name="connsiteY5" fmla="*/ 1013703 h 3584562"/>
                <a:gd name="connsiteX0" fmla="*/ 829578 w 3177676"/>
                <a:gd name="connsiteY0" fmla="*/ 1013703 h 3584562"/>
                <a:gd name="connsiteX1" fmla="*/ 3141854 w 3177676"/>
                <a:gd name="connsiteY1" fmla="*/ 130833 h 3584562"/>
                <a:gd name="connsiteX2" fmla="*/ 2574297 w 3177676"/>
                <a:gd name="connsiteY2" fmla="*/ 1644322 h 3584562"/>
                <a:gd name="connsiteX3" fmla="*/ 2322047 w 3177676"/>
                <a:gd name="connsiteY3" fmla="*/ 3452102 h 3584562"/>
                <a:gd name="connsiteX4" fmla="*/ 51812 w 3177676"/>
                <a:gd name="connsiteY4" fmla="*/ 2642806 h 3584562"/>
                <a:gd name="connsiteX5" fmla="*/ 829578 w 3177676"/>
                <a:gd name="connsiteY5" fmla="*/ 1013703 h 3584562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11178 w 2672400"/>
                <a:gd name="connsiteY0" fmla="*/ 7864 h 2583061"/>
                <a:gd name="connsiteX1" fmla="*/ 1318755 w 2672400"/>
                <a:gd name="connsiteY1" fmla="*/ 1092175 h 2583061"/>
                <a:gd name="connsiteX2" fmla="*/ 2555897 w 2672400"/>
                <a:gd name="connsiteY2" fmla="*/ 638483 h 2583061"/>
                <a:gd name="connsiteX3" fmla="*/ 2303647 w 2672400"/>
                <a:gd name="connsiteY3" fmla="*/ 2446263 h 2583061"/>
                <a:gd name="connsiteX4" fmla="*/ 33412 w 2672400"/>
                <a:gd name="connsiteY4" fmla="*/ 1636967 h 2583061"/>
                <a:gd name="connsiteX5" fmla="*/ 811178 w 2672400"/>
                <a:gd name="connsiteY5" fmla="*/ 7864 h 2583061"/>
                <a:gd name="connsiteX0" fmla="*/ 811178 w 3223026"/>
                <a:gd name="connsiteY0" fmla="*/ 5596 h 2477281"/>
                <a:gd name="connsiteX1" fmla="*/ 1318755 w 3223026"/>
                <a:gd name="connsiteY1" fmla="*/ 1089907 h 2477281"/>
                <a:gd name="connsiteX2" fmla="*/ 3192488 w 3223026"/>
                <a:gd name="connsiteY2" fmla="*/ 802600 h 2477281"/>
                <a:gd name="connsiteX3" fmla="*/ 2303647 w 3223026"/>
                <a:gd name="connsiteY3" fmla="*/ 2443995 h 2477281"/>
                <a:gd name="connsiteX4" fmla="*/ 33412 w 3223026"/>
                <a:gd name="connsiteY4" fmla="*/ 1634699 h 2477281"/>
                <a:gd name="connsiteX5" fmla="*/ 811178 w 3223026"/>
                <a:gd name="connsiteY5" fmla="*/ 5596 h 2477281"/>
                <a:gd name="connsiteX0" fmla="*/ 846588 w 3330250"/>
                <a:gd name="connsiteY0" fmla="*/ 5596 h 2432711"/>
                <a:gd name="connsiteX1" fmla="*/ 1354165 w 3330250"/>
                <a:gd name="connsiteY1" fmla="*/ 1089907 h 2432711"/>
                <a:gd name="connsiteX2" fmla="*/ 3227898 w 3330250"/>
                <a:gd name="connsiteY2" fmla="*/ 802600 h 2432711"/>
                <a:gd name="connsiteX3" fmla="*/ 2761796 w 3330250"/>
                <a:gd name="connsiteY3" fmla="*/ 2409553 h 2432711"/>
                <a:gd name="connsiteX4" fmla="*/ 68822 w 3330250"/>
                <a:gd name="connsiteY4" fmla="*/ 1634699 h 2432711"/>
                <a:gd name="connsiteX5" fmla="*/ 846588 w 3330250"/>
                <a:gd name="connsiteY5" fmla="*/ 5596 h 2432711"/>
                <a:gd name="connsiteX0" fmla="*/ 846588 w 3514825"/>
                <a:gd name="connsiteY0" fmla="*/ 5596 h 2432711"/>
                <a:gd name="connsiteX1" fmla="*/ 1354165 w 3514825"/>
                <a:gd name="connsiteY1" fmla="*/ 1089907 h 2432711"/>
                <a:gd name="connsiteX2" fmla="*/ 3227898 w 3514825"/>
                <a:gd name="connsiteY2" fmla="*/ 802600 h 2432711"/>
                <a:gd name="connsiteX3" fmla="*/ 2761796 w 3514825"/>
                <a:gd name="connsiteY3" fmla="*/ 2409553 h 2432711"/>
                <a:gd name="connsiteX4" fmla="*/ 68822 w 3514825"/>
                <a:gd name="connsiteY4" fmla="*/ 1634699 h 2432711"/>
                <a:gd name="connsiteX5" fmla="*/ 846588 w 3514825"/>
                <a:gd name="connsiteY5" fmla="*/ 5596 h 2432711"/>
                <a:gd name="connsiteX0" fmla="*/ 875402 w 3543639"/>
                <a:gd name="connsiteY0" fmla="*/ 2708 h 2429823"/>
                <a:gd name="connsiteX1" fmla="*/ 1382979 w 3543639"/>
                <a:gd name="connsiteY1" fmla="*/ 1087019 h 2429823"/>
                <a:gd name="connsiteX2" fmla="*/ 3256712 w 3543639"/>
                <a:gd name="connsiteY2" fmla="*/ 799712 h 2429823"/>
                <a:gd name="connsiteX3" fmla="*/ 2790610 w 3543639"/>
                <a:gd name="connsiteY3" fmla="*/ 2406665 h 2429823"/>
                <a:gd name="connsiteX4" fmla="*/ 97636 w 3543639"/>
                <a:gd name="connsiteY4" fmla="*/ 1631811 h 2429823"/>
                <a:gd name="connsiteX5" fmla="*/ 875402 w 3543639"/>
                <a:gd name="connsiteY5" fmla="*/ 2708 h 2429823"/>
                <a:gd name="connsiteX0" fmla="*/ 1035116 w 3703353"/>
                <a:gd name="connsiteY0" fmla="*/ 3586 h 2450893"/>
                <a:gd name="connsiteX1" fmla="*/ 1542693 w 3703353"/>
                <a:gd name="connsiteY1" fmla="*/ 1087897 h 2450893"/>
                <a:gd name="connsiteX2" fmla="*/ 3416426 w 3703353"/>
                <a:gd name="connsiteY2" fmla="*/ 800590 h 2450893"/>
                <a:gd name="connsiteX3" fmla="*/ 2950324 w 3703353"/>
                <a:gd name="connsiteY3" fmla="*/ 2407543 h 2450893"/>
                <a:gd name="connsiteX4" fmla="*/ 257350 w 3703353"/>
                <a:gd name="connsiteY4" fmla="*/ 1632689 h 2450893"/>
                <a:gd name="connsiteX5" fmla="*/ 1035116 w 3703353"/>
                <a:gd name="connsiteY5" fmla="*/ 3586 h 2450893"/>
                <a:gd name="connsiteX0" fmla="*/ 991689 w 3462563"/>
                <a:gd name="connsiteY0" fmla="*/ 10605 h 2457912"/>
                <a:gd name="connsiteX1" fmla="*/ 1674106 w 3462563"/>
                <a:gd name="connsiteY1" fmla="*/ 930710 h 2457912"/>
                <a:gd name="connsiteX2" fmla="*/ 3372999 w 3462563"/>
                <a:gd name="connsiteY2" fmla="*/ 807609 h 2457912"/>
                <a:gd name="connsiteX3" fmla="*/ 2906897 w 3462563"/>
                <a:gd name="connsiteY3" fmla="*/ 2414562 h 2457912"/>
                <a:gd name="connsiteX4" fmla="*/ 213923 w 3462563"/>
                <a:gd name="connsiteY4" fmla="*/ 1639708 h 2457912"/>
                <a:gd name="connsiteX5" fmla="*/ 991689 w 3462563"/>
                <a:gd name="connsiteY5" fmla="*/ 10605 h 2457912"/>
                <a:gd name="connsiteX0" fmla="*/ 991689 w 3644113"/>
                <a:gd name="connsiteY0" fmla="*/ 10605 h 2457912"/>
                <a:gd name="connsiteX1" fmla="*/ 1674106 w 3644113"/>
                <a:gd name="connsiteY1" fmla="*/ 930710 h 2457912"/>
                <a:gd name="connsiteX2" fmla="*/ 3372999 w 3644113"/>
                <a:gd name="connsiteY2" fmla="*/ 807609 h 2457912"/>
                <a:gd name="connsiteX3" fmla="*/ 2906897 w 3644113"/>
                <a:gd name="connsiteY3" fmla="*/ 2414562 h 2457912"/>
                <a:gd name="connsiteX4" fmla="*/ 213923 w 3644113"/>
                <a:gd name="connsiteY4" fmla="*/ 1639708 h 2457912"/>
                <a:gd name="connsiteX5" fmla="*/ 991689 w 3644113"/>
                <a:gd name="connsiteY5" fmla="*/ 10605 h 2457912"/>
                <a:gd name="connsiteX0" fmla="*/ 1054352 w 3706777"/>
                <a:gd name="connsiteY0" fmla="*/ 1046 h 2448353"/>
                <a:gd name="connsiteX1" fmla="*/ 1736769 w 3706777"/>
                <a:gd name="connsiteY1" fmla="*/ 921151 h 2448353"/>
                <a:gd name="connsiteX2" fmla="*/ 3435662 w 3706777"/>
                <a:gd name="connsiteY2" fmla="*/ 798050 h 2448353"/>
                <a:gd name="connsiteX3" fmla="*/ 2969560 w 3706777"/>
                <a:gd name="connsiteY3" fmla="*/ 2405003 h 2448353"/>
                <a:gd name="connsiteX4" fmla="*/ 276586 w 3706777"/>
                <a:gd name="connsiteY4" fmla="*/ 1630149 h 2448353"/>
                <a:gd name="connsiteX5" fmla="*/ 1054352 w 3706777"/>
                <a:gd name="connsiteY5" fmla="*/ 1046 h 2448353"/>
                <a:gd name="connsiteX0" fmla="*/ 590056 w 3683836"/>
                <a:gd name="connsiteY0" fmla="*/ 1109 h 1961431"/>
                <a:gd name="connsiteX1" fmla="*/ 1713828 w 3683836"/>
                <a:gd name="connsiteY1" fmla="*/ 456838 h 1961431"/>
                <a:gd name="connsiteX2" fmla="*/ 3412721 w 3683836"/>
                <a:gd name="connsiteY2" fmla="*/ 333737 h 1961431"/>
                <a:gd name="connsiteX3" fmla="*/ 2946619 w 3683836"/>
                <a:gd name="connsiteY3" fmla="*/ 1940690 h 1961431"/>
                <a:gd name="connsiteX4" fmla="*/ 253645 w 3683836"/>
                <a:gd name="connsiteY4" fmla="*/ 1165836 h 1961431"/>
                <a:gd name="connsiteX5" fmla="*/ 590056 w 3683836"/>
                <a:gd name="connsiteY5" fmla="*/ 1109 h 1961431"/>
                <a:gd name="connsiteX0" fmla="*/ 577152 w 3670932"/>
                <a:gd name="connsiteY0" fmla="*/ 28557 h 1988879"/>
                <a:gd name="connsiteX1" fmla="*/ 1700924 w 3670932"/>
                <a:gd name="connsiteY1" fmla="*/ 484286 h 1988879"/>
                <a:gd name="connsiteX2" fmla="*/ 3399817 w 3670932"/>
                <a:gd name="connsiteY2" fmla="*/ 361185 h 1988879"/>
                <a:gd name="connsiteX3" fmla="*/ 2933715 w 3670932"/>
                <a:gd name="connsiteY3" fmla="*/ 1968138 h 1988879"/>
                <a:gd name="connsiteX4" fmla="*/ 240741 w 3670932"/>
                <a:gd name="connsiteY4" fmla="*/ 1193284 h 1988879"/>
                <a:gd name="connsiteX5" fmla="*/ 577152 w 3670932"/>
                <a:gd name="connsiteY5" fmla="*/ 28557 h 1988879"/>
                <a:gd name="connsiteX0" fmla="*/ 5660 w 3065770"/>
                <a:gd name="connsiteY0" fmla="*/ 41752 h 2084853"/>
                <a:gd name="connsiteX1" fmla="*/ 1129432 w 3065770"/>
                <a:gd name="connsiteY1" fmla="*/ 497481 h 2084853"/>
                <a:gd name="connsiteX2" fmla="*/ 2828325 w 3065770"/>
                <a:gd name="connsiteY2" fmla="*/ 374380 h 2084853"/>
                <a:gd name="connsiteX3" fmla="*/ 2362223 w 3065770"/>
                <a:gd name="connsiteY3" fmla="*/ 1981333 h 2084853"/>
                <a:gd name="connsiteX4" fmla="*/ 768571 w 3065770"/>
                <a:gd name="connsiteY4" fmla="*/ 1718703 h 2084853"/>
                <a:gd name="connsiteX5" fmla="*/ 5660 w 3065770"/>
                <a:gd name="connsiteY5" fmla="*/ 41752 h 2084853"/>
                <a:gd name="connsiteX0" fmla="*/ 12471 w 3072581"/>
                <a:gd name="connsiteY0" fmla="*/ 41752 h 2092530"/>
                <a:gd name="connsiteX1" fmla="*/ 1136243 w 3072581"/>
                <a:gd name="connsiteY1" fmla="*/ 497481 h 2092530"/>
                <a:gd name="connsiteX2" fmla="*/ 2835136 w 3072581"/>
                <a:gd name="connsiteY2" fmla="*/ 374380 h 2092530"/>
                <a:gd name="connsiteX3" fmla="*/ 2369034 w 3072581"/>
                <a:gd name="connsiteY3" fmla="*/ 1981333 h 2092530"/>
                <a:gd name="connsiteX4" fmla="*/ 775382 w 3072581"/>
                <a:gd name="connsiteY4" fmla="*/ 1718703 h 2092530"/>
                <a:gd name="connsiteX5" fmla="*/ 12471 w 3072581"/>
                <a:gd name="connsiteY5" fmla="*/ 41752 h 2092530"/>
                <a:gd name="connsiteX0" fmla="*/ 2798 w 3655173"/>
                <a:gd name="connsiteY0" fmla="*/ 869129 h 2007317"/>
                <a:gd name="connsiteX1" fmla="*/ 1718835 w 3655173"/>
                <a:gd name="connsiteY1" fmla="*/ 445136 h 2007317"/>
                <a:gd name="connsiteX2" fmla="*/ 3417728 w 3655173"/>
                <a:gd name="connsiteY2" fmla="*/ 322035 h 2007317"/>
                <a:gd name="connsiteX3" fmla="*/ 2951626 w 3655173"/>
                <a:gd name="connsiteY3" fmla="*/ 1928988 h 2007317"/>
                <a:gd name="connsiteX4" fmla="*/ 1357974 w 3655173"/>
                <a:gd name="connsiteY4" fmla="*/ 1666358 h 2007317"/>
                <a:gd name="connsiteX5" fmla="*/ 2798 w 3655173"/>
                <a:gd name="connsiteY5" fmla="*/ 869129 h 2007317"/>
                <a:gd name="connsiteX0" fmla="*/ 542 w 3652917"/>
                <a:gd name="connsiteY0" fmla="*/ 869129 h 2007318"/>
                <a:gd name="connsiteX1" fmla="*/ 1716579 w 3652917"/>
                <a:gd name="connsiteY1" fmla="*/ 445136 h 2007318"/>
                <a:gd name="connsiteX2" fmla="*/ 3415472 w 3652917"/>
                <a:gd name="connsiteY2" fmla="*/ 322035 h 2007318"/>
                <a:gd name="connsiteX3" fmla="*/ 2949370 w 3652917"/>
                <a:gd name="connsiteY3" fmla="*/ 1928988 h 2007318"/>
                <a:gd name="connsiteX4" fmla="*/ 1355718 w 3652917"/>
                <a:gd name="connsiteY4" fmla="*/ 1666358 h 2007318"/>
                <a:gd name="connsiteX5" fmla="*/ 542 w 3652917"/>
                <a:gd name="connsiteY5" fmla="*/ 869129 h 2007318"/>
                <a:gd name="connsiteX0" fmla="*/ 243 w 3639926"/>
                <a:gd name="connsiteY0" fmla="*/ 869129 h 1955507"/>
                <a:gd name="connsiteX1" fmla="*/ 1716280 w 3639926"/>
                <a:gd name="connsiteY1" fmla="*/ 445136 h 1955507"/>
                <a:gd name="connsiteX2" fmla="*/ 3415173 w 3639926"/>
                <a:gd name="connsiteY2" fmla="*/ 322035 h 1955507"/>
                <a:gd name="connsiteX3" fmla="*/ 2949071 w 3639926"/>
                <a:gd name="connsiteY3" fmla="*/ 1928988 h 1955507"/>
                <a:gd name="connsiteX4" fmla="*/ 1833458 w 3639926"/>
                <a:gd name="connsiteY4" fmla="*/ 1291535 h 1955507"/>
                <a:gd name="connsiteX5" fmla="*/ 243 w 3639926"/>
                <a:gd name="connsiteY5" fmla="*/ 869129 h 1955507"/>
                <a:gd name="connsiteX0" fmla="*/ 243 w 3639926"/>
                <a:gd name="connsiteY0" fmla="*/ 869129 h 1947022"/>
                <a:gd name="connsiteX1" fmla="*/ 1716280 w 3639926"/>
                <a:gd name="connsiteY1" fmla="*/ 445136 h 1947022"/>
                <a:gd name="connsiteX2" fmla="*/ 3415173 w 3639926"/>
                <a:gd name="connsiteY2" fmla="*/ 322035 h 1947022"/>
                <a:gd name="connsiteX3" fmla="*/ 2949071 w 3639926"/>
                <a:gd name="connsiteY3" fmla="*/ 1928988 h 1947022"/>
                <a:gd name="connsiteX4" fmla="*/ 1833458 w 3639926"/>
                <a:gd name="connsiteY4" fmla="*/ 1291535 h 1947022"/>
                <a:gd name="connsiteX5" fmla="*/ 243 w 3639926"/>
                <a:gd name="connsiteY5" fmla="*/ 869129 h 1947022"/>
                <a:gd name="connsiteX0" fmla="*/ 7345 w 3647028"/>
                <a:gd name="connsiteY0" fmla="*/ 869129 h 1947022"/>
                <a:gd name="connsiteX1" fmla="*/ 1723382 w 3647028"/>
                <a:gd name="connsiteY1" fmla="*/ 445136 h 1947022"/>
                <a:gd name="connsiteX2" fmla="*/ 3422275 w 3647028"/>
                <a:gd name="connsiteY2" fmla="*/ 322035 h 1947022"/>
                <a:gd name="connsiteX3" fmla="*/ 2956173 w 3647028"/>
                <a:gd name="connsiteY3" fmla="*/ 1928988 h 1947022"/>
                <a:gd name="connsiteX4" fmla="*/ 1840560 w 3647028"/>
                <a:gd name="connsiteY4" fmla="*/ 1291535 h 1947022"/>
                <a:gd name="connsiteX5" fmla="*/ 7345 w 3647028"/>
                <a:gd name="connsiteY5" fmla="*/ 869129 h 1947022"/>
                <a:gd name="connsiteX0" fmla="*/ 7345 w 3811052"/>
                <a:gd name="connsiteY0" fmla="*/ 869129 h 1929159"/>
                <a:gd name="connsiteX1" fmla="*/ 1723382 w 3811052"/>
                <a:gd name="connsiteY1" fmla="*/ 445136 h 1929159"/>
                <a:gd name="connsiteX2" fmla="*/ 3422275 w 3811052"/>
                <a:gd name="connsiteY2" fmla="*/ 322035 h 1929159"/>
                <a:gd name="connsiteX3" fmla="*/ 2956173 w 3811052"/>
                <a:gd name="connsiteY3" fmla="*/ 1928988 h 1929159"/>
                <a:gd name="connsiteX4" fmla="*/ 1840560 w 3811052"/>
                <a:gd name="connsiteY4" fmla="*/ 1291535 h 1929159"/>
                <a:gd name="connsiteX5" fmla="*/ 7345 w 3811052"/>
                <a:gd name="connsiteY5" fmla="*/ 869129 h 1929159"/>
                <a:gd name="connsiteX0" fmla="*/ 5264 w 3937957"/>
                <a:gd name="connsiteY0" fmla="*/ 1155023 h 1938909"/>
                <a:gd name="connsiteX1" fmla="*/ 1850286 w 3937957"/>
                <a:gd name="connsiteY1" fmla="*/ 454886 h 1938909"/>
                <a:gd name="connsiteX2" fmla="*/ 3549179 w 3937957"/>
                <a:gd name="connsiteY2" fmla="*/ 331785 h 1938909"/>
                <a:gd name="connsiteX3" fmla="*/ 3083077 w 3937957"/>
                <a:gd name="connsiteY3" fmla="*/ 1938738 h 1938909"/>
                <a:gd name="connsiteX4" fmla="*/ 1967464 w 3937957"/>
                <a:gd name="connsiteY4" fmla="*/ 1301285 h 1938909"/>
                <a:gd name="connsiteX5" fmla="*/ 5264 w 3937957"/>
                <a:gd name="connsiteY5" fmla="*/ 1155023 h 1938909"/>
                <a:gd name="connsiteX0" fmla="*/ 23607 w 3956300"/>
                <a:gd name="connsiteY0" fmla="*/ 1155023 h 1938909"/>
                <a:gd name="connsiteX1" fmla="*/ 1868629 w 3956300"/>
                <a:gd name="connsiteY1" fmla="*/ 454886 h 1938909"/>
                <a:gd name="connsiteX2" fmla="*/ 3567522 w 3956300"/>
                <a:gd name="connsiteY2" fmla="*/ 331785 h 1938909"/>
                <a:gd name="connsiteX3" fmla="*/ 3101420 w 3956300"/>
                <a:gd name="connsiteY3" fmla="*/ 1938738 h 1938909"/>
                <a:gd name="connsiteX4" fmla="*/ 1985807 w 3956300"/>
                <a:gd name="connsiteY4" fmla="*/ 1301285 h 1938909"/>
                <a:gd name="connsiteX5" fmla="*/ 23607 w 3956300"/>
                <a:gd name="connsiteY5" fmla="*/ 1155023 h 1938909"/>
                <a:gd name="connsiteX0" fmla="*/ 356 w 3775841"/>
                <a:gd name="connsiteY0" fmla="*/ 1155023 h 1975367"/>
                <a:gd name="connsiteX1" fmla="*/ 1845378 w 3775841"/>
                <a:gd name="connsiteY1" fmla="*/ 454886 h 1975367"/>
                <a:gd name="connsiteX2" fmla="*/ 3544271 w 3775841"/>
                <a:gd name="connsiteY2" fmla="*/ 331785 h 1975367"/>
                <a:gd name="connsiteX3" fmla="*/ 3078169 w 3775841"/>
                <a:gd name="connsiteY3" fmla="*/ 1938738 h 1975367"/>
                <a:gd name="connsiteX4" fmla="*/ 1700608 w 3775841"/>
                <a:gd name="connsiteY4" fmla="*/ 1432728 h 1975367"/>
                <a:gd name="connsiteX5" fmla="*/ 356 w 3775841"/>
                <a:gd name="connsiteY5" fmla="*/ 1155023 h 1975367"/>
                <a:gd name="connsiteX0" fmla="*/ 385 w 3775871"/>
                <a:gd name="connsiteY0" fmla="*/ 1155023 h 1964875"/>
                <a:gd name="connsiteX1" fmla="*/ 1845407 w 3775871"/>
                <a:gd name="connsiteY1" fmla="*/ 454886 h 1964875"/>
                <a:gd name="connsiteX2" fmla="*/ 3544300 w 3775871"/>
                <a:gd name="connsiteY2" fmla="*/ 331785 h 1964875"/>
                <a:gd name="connsiteX3" fmla="*/ 3078198 w 3775871"/>
                <a:gd name="connsiteY3" fmla="*/ 1938738 h 1964875"/>
                <a:gd name="connsiteX4" fmla="*/ 1700637 w 3775871"/>
                <a:gd name="connsiteY4" fmla="*/ 1432728 h 1964875"/>
                <a:gd name="connsiteX5" fmla="*/ 385 w 3775871"/>
                <a:gd name="connsiteY5" fmla="*/ 1155023 h 1964875"/>
                <a:gd name="connsiteX0" fmla="*/ 518 w 3310321"/>
                <a:gd name="connsiteY0" fmla="*/ 1561197 h 1986949"/>
                <a:gd name="connsiteX1" fmla="*/ 1379857 w 3310321"/>
                <a:gd name="connsiteY1" fmla="*/ 469469 h 1986949"/>
                <a:gd name="connsiteX2" fmla="*/ 3078750 w 3310321"/>
                <a:gd name="connsiteY2" fmla="*/ 346368 h 1986949"/>
                <a:gd name="connsiteX3" fmla="*/ 2612648 w 3310321"/>
                <a:gd name="connsiteY3" fmla="*/ 1953321 h 1986949"/>
                <a:gd name="connsiteX4" fmla="*/ 1235087 w 3310321"/>
                <a:gd name="connsiteY4" fmla="*/ 1447311 h 1986949"/>
                <a:gd name="connsiteX5" fmla="*/ 518 w 3310321"/>
                <a:gd name="connsiteY5" fmla="*/ 1561197 h 1986949"/>
                <a:gd name="connsiteX0" fmla="*/ 252954 w 3562757"/>
                <a:gd name="connsiteY0" fmla="*/ 1561197 h 1986950"/>
                <a:gd name="connsiteX1" fmla="*/ 1632293 w 3562757"/>
                <a:gd name="connsiteY1" fmla="*/ 469469 h 1986950"/>
                <a:gd name="connsiteX2" fmla="*/ 3331186 w 3562757"/>
                <a:gd name="connsiteY2" fmla="*/ 346368 h 1986950"/>
                <a:gd name="connsiteX3" fmla="*/ 2865084 w 3562757"/>
                <a:gd name="connsiteY3" fmla="*/ 1953321 h 1986950"/>
                <a:gd name="connsiteX4" fmla="*/ 1487523 w 3562757"/>
                <a:gd name="connsiteY4" fmla="*/ 1447311 h 1986950"/>
                <a:gd name="connsiteX5" fmla="*/ 252954 w 3562757"/>
                <a:gd name="connsiteY5" fmla="*/ 1561197 h 1986950"/>
                <a:gd name="connsiteX0" fmla="*/ 275988 w 4836894"/>
                <a:gd name="connsiteY0" fmla="*/ 1254188 h 1664972"/>
                <a:gd name="connsiteX1" fmla="*/ 1655327 w 4836894"/>
                <a:gd name="connsiteY1" fmla="*/ 162460 h 1664972"/>
                <a:gd name="connsiteX2" fmla="*/ 4715739 w 4836894"/>
                <a:gd name="connsiteY2" fmla="*/ 494988 h 1664972"/>
                <a:gd name="connsiteX3" fmla="*/ 2888118 w 4836894"/>
                <a:gd name="connsiteY3" fmla="*/ 1646312 h 1664972"/>
                <a:gd name="connsiteX4" fmla="*/ 1510557 w 4836894"/>
                <a:gd name="connsiteY4" fmla="*/ 1140302 h 1664972"/>
                <a:gd name="connsiteX5" fmla="*/ 275988 w 4836894"/>
                <a:gd name="connsiteY5" fmla="*/ 1254188 h 1664972"/>
                <a:gd name="connsiteX0" fmla="*/ 275988 w 4716813"/>
                <a:gd name="connsiteY0" fmla="*/ 1630321 h 2049242"/>
                <a:gd name="connsiteX1" fmla="*/ 1655327 w 4716813"/>
                <a:gd name="connsiteY1" fmla="*/ 538593 h 2049242"/>
                <a:gd name="connsiteX2" fmla="*/ 4715739 w 4716813"/>
                <a:gd name="connsiteY2" fmla="*/ 871121 h 2049242"/>
                <a:gd name="connsiteX3" fmla="*/ 2888118 w 4716813"/>
                <a:gd name="connsiteY3" fmla="*/ 2022445 h 2049242"/>
                <a:gd name="connsiteX4" fmla="*/ 1510557 w 4716813"/>
                <a:gd name="connsiteY4" fmla="*/ 1516435 h 2049242"/>
                <a:gd name="connsiteX5" fmla="*/ 275988 w 4716813"/>
                <a:gd name="connsiteY5" fmla="*/ 1630321 h 2049242"/>
                <a:gd name="connsiteX0" fmla="*/ 275988 w 4749030"/>
                <a:gd name="connsiteY0" fmla="*/ 1124638 h 1545870"/>
                <a:gd name="connsiteX1" fmla="*/ 1655327 w 4749030"/>
                <a:gd name="connsiteY1" fmla="*/ 32910 h 1545870"/>
                <a:gd name="connsiteX2" fmla="*/ 4715739 w 4749030"/>
                <a:gd name="connsiteY2" fmla="*/ 365438 h 1545870"/>
                <a:gd name="connsiteX3" fmla="*/ 3175706 w 4749030"/>
                <a:gd name="connsiteY3" fmla="*/ 1192854 h 1545870"/>
                <a:gd name="connsiteX4" fmla="*/ 1510557 w 4749030"/>
                <a:gd name="connsiteY4" fmla="*/ 1010752 h 1545870"/>
                <a:gd name="connsiteX5" fmla="*/ 275988 w 4749030"/>
                <a:gd name="connsiteY5" fmla="*/ 1124638 h 1545870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40315"/>
                <a:gd name="connsiteY0" fmla="*/ 1132875 h 1722803"/>
                <a:gd name="connsiteX1" fmla="*/ 1655327 w 4740315"/>
                <a:gd name="connsiteY1" fmla="*/ 41147 h 1722803"/>
                <a:gd name="connsiteX2" fmla="*/ 4715739 w 4740315"/>
                <a:gd name="connsiteY2" fmla="*/ 373675 h 1722803"/>
                <a:gd name="connsiteX3" fmla="*/ 3012343 w 4740315"/>
                <a:gd name="connsiteY3" fmla="*/ 1711656 h 1722803"/>
                <a:gd name="connsiteX4" fmla="*/ 1510557 w 4740315"/>
                <a:gd name="connsiteY4" fmla="*/ 1018989 h 1722803"/>
                <a:gd name="connsiteX5" fmla="*/ 275988 w 4740315"/>
                <a:gd name="connsiteY5" fmla="*/ 1132875 h 1722803"/>
                <a:gd name="connsiteX0" fmla="*/ 275988 w 4756119"/>
                <a:gd name="connsiteY0" fmla="*/ 1127108 h 1542684"/>
                <a:gd name="connsiteX1" fmla="*/ 1655327 w 4756119"/>
                <a:gd name="connsiteY1" fmla="*/ 35380 h 1542684"/>
                <a:gd name="connsiteX2" fmla="*/ 4715739 w 4756119"/>
                <a:gd name="connsiteY2" fmla="*/ 367908 h 1542684"/>
                <a:gd name="connsiteX3" fmla="*/ 3285074 w 4756119"/>
                <a:gd name="connsiteY3" fmla="*/ 1369029 h 1542684"/>
                <a:gd name="connsiteX4" fmla="*/ 1510557 w 4756119"/>
                <a:gd name="connsiteY4" fmla="*/ 1013222 h 1542684"/>
                <a:gd name="connsiteX5" fmla="*/ 275988 w 4756119"/>
                <a:gd name="connsiteY5" fmla="*/ 1127108 h 1542684"/>
                <a:gd name="connsiteX0" fmla="*/ 275988 w 4715923"/>
                <a:gd name="connsiteY0" fmla="*/ 1122352 h 1572226"/>
                <a:gd name="connsiteX1" fmla="*/ 1655327 w 4715923"/>
                <a:gd name="connsiteY1" fmla="*/ 30624 h 1572226"/>
                <a:gd name="connsiteX2" fmla="*/ 4715739 w 4715923"/>
                <a:gd name="connsiteY2" fmla="*/ 363152 h 1572226"/>
                <a:gd name="connsiteX3" fmla="*/ 1510557 w 4715923"/>
                <a:gd name="connsiteY3" fmla="*/ 1008466 h 1572226"/>
                <a:gd name="connsiteX4" fmla="*/ 275988 w 4715923"/>
                <a:gd name="connsiteY4" fmla="*/ 1122352 h 1572226"/>
                <a:gd name="connsiteX0" fmla="*/ 25029 w 4476010"/>
                <a:gd name="connsiteY0" fmla="*/ 1892393 h 2022034"/>
                <a:gd name="connsiteX1" fmla="*/ 2236847 w 4476010"/>
                <a:gd name="connsiteY1" fmla="*/ 11492 h 2022034"/>
                <a:gd name="connsiteX2" fmla="*/ 4464780 w 4476010"/>
                <a:gd name="connsiteY2" fmla="*/ 1133193 h 2022034"/>
                <a:gd name="connsiteX3" fmla="*/ 1259598 w 4476010"/>
                <a:gd name="connsiteY3" fmla="*/ 1778507 h 2022034"/>
                <a:gd name="connsiteX4" fmla="*/ 25029 w 4476010"/>
                <a:gd name="connsiteY4" fmla="*/ 1892393 h 2022034"/>
                <a:gd name="connsiteX0" fmla="*/ 19312 w 4468531"/>
                <a:gd name="connsiteY0" fmla="*/ 1893478 h 2350831"/>
                <a:gd name="connsiteX1" fmla="*/ 2231130 w 4468531"/>
                <a:gd name="connsiteY1" fmla="*/ 12577 h 2350831"/>
                <a:gd name="connsiteX2" fmla="*/ 4459063 w 4468531"/>
                <a:gd name="connsiteY2" fmla="*/ 1134278 h 2350831"/>
                <a:gd name="connsiteX3" fmla="*/ 2962196 w 4468531"/>
                <a:gd name="connsiteY3" fmla="*/ 2337807 h 2350831"/>
                <a:gd name="connsiteX4" fmla="*/ 1253881 w 4468531"/>
                <a:gd name="connsiteY4" fmla="*/ 1779592 h 2350831"/>
                <a:gd name="connsiteX5" fmla="*/ 19312 w 4468531"/>
                <a:gd name="connsiteY5" fmla="*/ 1893478 h 2350831"/>
                <a:gd name="connsiteX0" fmla="*/ 114931 w 4564151"/>
                <a:gd name="connsiteY0" fmla="*/ 1893478 h 2606070"/>
                <a:gd name="connsiteX1" fmla="*/ 2326749 w 4564151"/>
                <a:gd name="connsiteY1" fmla="*/ 12577 h 2606070"/>
                <a:gd name="connsiteX2" fmla="*/ 4554682 w 4564151"/>
                <a:gd name="connsiteY2" fmla="*/ 1134278 h 2606070"/>
                <a:gd name="connsiteX3" fmla="*/ 3057815 w 4564151"/>
                <a:gd name="connsiteY3" fmla="*/ 2337807 h 2606070"/>
                <a:gd name="connsiteX4" fmla="*/ 602599 w 4564151"/>
                <a:gd name="connsiteY4" fmla="*/ 2591133 h 2606070"/>
                <a:gd name="connsiteX5" fmla="*/ 114931 w 4564151"/>
                <a:gd name="connsiteY5" fmla="*/ 1893478 h 2606070"/>
                <a:gd name="connsiteX0" fmla="*/ 339436 w 4163621"/>
                <a:gd name="connsiteY0" fmla="*/ 711041 h 2677547"/>
                <a:gd name="connsiteX1" fmla="*/ 1926219 w 4163621"/>
                <a:gd name="connsiteY1" fmla="*/ 9118 h 2677547"/>
                <a:gd name="connsiteX2" fmla="*/ 4154152 w 4163621"/>
                <a:gd name="connsiteY2" fmla="*/ 1130819 h 2677547"/>
                <a:gd name="connsiteX3" fmla="*/ 2657285 w 4163621"/>
                <a:gd name="connsiteY3" fmla="*/ 2334348 h 2677547"/>
                <a:gd name="connsiteX4" fmla="*/ 202069 w 4163621"/>
                <a:gd name="connsiteY4" fmla="*/ 2587674 h 2677547"/>
                <a:gd name="connsiteX5" fmla="*/ 339436 w 4163621"/>
                <a:gd name="connsiteY5" fmla="*/ 711041 h 2677547"/>
                <a:gd name="connsiteX0" fmla="*/ 8699 w 3970251"/>
                <a:gd name="connsiteY0" fmla="*/ 2578556 h 2717756"/>
                <a:gd name="connsiteX1" fmla="*/ 1732849 w 3970251"/>
                <a:gd name="connsiteY1" fmla="*/ 0 h 2717756"/>
                <a:gd name="connsiteX2" fmla="*/ 3960782 w 3970251"/>
                <a:gd name="connsiteY2" fmla="*/ 1121701 h 2717756"/>
                <a:gd name="connsiteX3" fmla="*/ 2463915 w 3970251"/>
                <a:gd name="connsiteY3" fmla="*/ 2325230 h 2717756"/>
                <a:gd name="connsiteX4" fmla="*/ 8699 w 3970251"/>
                <a:gd name="connsiteY4" fmla="*/ 2578556 h 2717756"/>
                <a:gd name="connsiteX0" fmla="*/ 11617 w 3584652"/>
                <a:gd name="connsiteY0" fmla="*/ 1430838 h 2340009"/>
                <a:gd name="connsiteX1" fmla="*/ 1347250 w 3584652"/>
                <a:gd name="connsiteY1" fmla="*/ 2380 h 2340009"/>
                <a:gd name="connsiteX2" fmla="*/ 3575183 w 3584652"/>
                <a:gd name="connsiteY2" fmla="*/ 1124081 h 2340009"/>
                <a:gd name="connsiteX3" fmla="*/ 2078316 w 3584652"/>
                <a:gd name="connsiteY3" fmla="*/ 2327610 h 2340009"/>
                <a:gd name="connsiteX4" fmla="*/ 11617 w 3584652"/>
                <a:gd name="connsiteY4" fmla="*/ 1430838 h 2340009"/>
                <a:gd name="connsiteX0" fmla="*/ 36322 w 3609357"/>
                <a:gd name="connsiteY0" fmla="*/ 1430838 h 2532978"/>
                <a:gd name="connsiteX1" fmla="*/ 1371955 w 3609357"/>
                <a:gd name="connsiteY1" fmla="*/ 2380 h 2532978"/>
                <a:gd name="connsiteX2" fmla="*/ 3599888 w 3609357"/>
                <a:gd name="connsiteY2" fmla="*/ 1124081 h 2532978"/>
                <a:gd name="connsiteX3" fmla="*/ 2103021 w 3609357"/>
                <a:gd name="connsiteY3" fmla="*/ 2327610 h 2532978"/>
                <a:gd name="connsiteX4" fmla="*/ 36322 w 3609357"/>
                <a:gd name="connsiteY4" fmla="*/ 1430838 h 2532978"/>
                <a:gd name="connsiteX0" fmla="*/ 3580 w 3569301"/>
                <a:gd name="connsiteY0" fmla="*/ 1431089 h 2816320"/>
                <a:gd name="connsiteX1" fmla="*/ 1339213 w 3569301"/>
                <a:gd name="connsiteY1" fmla="*/ 2631 h 2816320"/>
                <a:gd name="connsiteX2" fmla="*/ 3567146 w 3569301"/>
                <a:gd name="connsiteY2" fmla="*/ 1124332 h 2816320"/>
                <a:gd name="connsiteX3" fmla="*/ 1722688 w 3569301"/>
                <a:gd name="connsiteY3" fmla="*/ 2808414 h 2816320"/>
                <a:gd name="connsiteX4" fmla="*/ 3580 w 3569301"/>
                <a:gd name="connsiteY4" fmla="*/ 1431089 h 2816320"/>
                <a:gd name="connsiteX0" fmla="*/ 3579 w 3569300"/>
                <a:gd name="connsiteY0" fmla="*/ 1431089 h 2808414"/>
                <a:gd name="connsiteX1" fmla="*/ 1339212 w 3569300"/>
                <a:gd name="connsiteY1" fmla="*/ 2631 h 2808414"/>
                <a:gd name="connsiteX2" fmla="*/ 3567145 w 3569300"/>
                <a:gd name="connsiteY2" fmla="*/ 1124332 h 2808414"/>
                <a:gd name="connsiteX3" fmla="*/ 1722687 w 3569300"/>
                <a:gd name="connsiteY3" fmla="*/ 2808414 h 2808414"/>
                <a:gd name="connsiteX4" fmla="*/ 3579 w 3569300"/>
                <a:gd name="connsiteY4" fmla="*/ 1431089 h 2808414"/>
                <a:gd name="connsiteX0" fmla="*/ 3579 w 3570402"/>
                <a:gd name="connsiteY0" fmla="*/ 1431089 h 2845664"/>
                <a:gd name="connsiteX1" fmla="*/ 1339212 w 3570402"/>
                <a:gd name="connsiteY1" fmla="*/ 2631 h 2845664"/>
                <a:gd name="connsiteX2" fmla="*/ 3567145 w 3570402"/>
                <a:gd name="connsiteY2" fmla="*/ 1124332 h 2845664"/>
                <a:gd name="connsiteX3" fmla="*/ 1722687 w 3570402"/>
                <a:gd name="connsiteY3" fmla="*/ 2808414 h 2845664"/>
                <a:gd name="connsiteX4" fmla="*/ 3579 w 3570402"/>
                <a:gd name="connsiteY4" fmla="*/ 1431089 h 2845664"/>
                <a:gd name="connsiteX0" fmla="*/ 3579 w 3571531"/>
                <a:gd name="connsiteY0" fmla="*/ 1431089 h 2809355"/>
                <a:gd name="connsiteX1" fmla="*/ 1339212 w 3571531"/>
                <a:gd name="connsiteY1" fmla="*/ 2631 h 2809355"/>
                <a:gd name="connsiteX2" fmla="*/ 3567145 w 3571531"/>
                <a:gd name="connsiteY2" fmla="*/ 1124332 h 2809355"/>
                <a:gd name="connsiteX3" fmla="*/ 1722687 w 3571531"/>
                <a:gd name="connsiteY3" fmla="*/ 2808414 h 2809355"/>
                <a:gd name="connsiteX4" fmla="*/ 3579 w 3571531"/>
                <a:gd name="connsiteY4" fmla="*/ 1431089 h 2809355"/>
                <a:gd name="connsiteX0" fmla="*/ 3579 w 3570449"/>
                <a:gd name="connsiteY0" fmla="*/ 1431089 h 2811091"/>
                <a:gd name="connsiteX1" fmla="*/ 1339212 w 3570449"/>
                <a:gd name="connsiteY1" fmla="*/ 2631 h 2811091"/>
                <a:gd name="connsiteX2" fmla="*/ 3567145 w 3570449"/>
                <a:gd name="connsiteY2" fmla="*/ 1124332 h 2811091"/>
                <a:gd name="connsiteX3" fmla="*/ 1722687 w 3570449"/>
                <a:gd name="connsiteY3" fmla="*/ 2808414 h 2811091"/>
                <a:gd name="connsiteX4" fmla="*/ 3579 w 3570449"/>
                <a:gd name="connsiteY4" fmla="*/ 1431089 h 2811091"/>
                <a:gd name="connsiteX0" fmla="*/ 9477 w 3576347"/>
                <a:gd name="connsiteY0" fmla="*/ 1454488 h 2834490"/>
                <a:gd name="connsiteX1" fmla="*/ 1345110 w 3576347"/>
                <a:gd name="connsiteY1" fmla="*/ 26030 h 2834490"/>
                <a:gd name="connsiteX2" fmla="*/ 3573043 w 3576347"/>
                <a:gd name="connsiteY2" fmla="*/ 1147731 h 2834490"/>
                <a:gd name="connsiteX3" fmla="*/ 1728585 w 3576347"/>
                <a:gd name="connsiteY3" fmla="*/ 2831813 h 2834490"/>
                <a:gd name="connsiteX4" fmla="*/ 9477 w 3576347"/>
                <a:gd name="connsiteY4" fmla="*/ 1454488 h 2834490"/>
                <a:gd name="connsiteX0" fmla="*/ 11200 w 3578070"/>
                <a:gd name="connsiteY0" fmla="*/ 1454488 h 2834490"/>
                <a:gd name="connsiteX1" fmla="*/ 1346833 w 3578070"/>
                <a:gd name="connsiteY1" fmla="*/ 26030 h 2834490"/>
                <a:gd name="connsiteX2" fmla="*/ 3574766 w 3578070"/>
                <a:gd name="connsiteY2" fmla="*/ 1147731 h 2834490"/>
                <a:gd name="connsiteX3" fmla="*/ 1730308 w 3578070"/>
                <a:gd name="connsiteY3" fmla="*/ 2831813 h 2834490"/>
                <a:gd name="connsiteX4" fmla="*/ 11200 w 3578070"/>
                <a:gd name="connsiteY4" fmla="*/ 1454488 h 2834490"/>
                <a:gd name="connsiteX0" fmla="*/ 5238 w 3394494"/>
                <a:gd name="connsiteY0" fmla="*/ 1561249 h 2815719"/>
                <a:gd name="connsiteX1" fmla="*/ 1164359 w 3394494"/>
                <a:gd name="connsiteY1" fmla="*/ 5027 h 2815719"/>
                <a:gd name="connsiteX2" fmla="*/ 3392292 w 3394494"/>
                <a:gd name="connsiteY2" fmla="*/ 1126728 h 2815719"/>
                <a:gd name="connsiteX3" fmla="*/ 1547834 w 3394494"/>
                <a:gd name="connsiteY3" fmla="*/ 2810810 h 2815719"/>
                <a:gd name="connsiteX4" fmla="*/ 5238 w 3394494"/>
                <a:gd name="connsiteY4" fmla="*/ 1561249 h 2815719"/>
                <a:gd name="connsiteX0" fmla="*/ 1714 w 3390970"/>
                <a:gd name="connsiteY0" fmla="*/ 1561249 h 2816846"/>
                <a:gd name="connsiteX1" fmla="*/ 1160835 w 3390970"/>
                <a:gd name="connsiteY1" fmla="*/ 5027 h 2816846"/>
                <a:gd name="connsiteX2" fmla="*/ 3388768 w 3390970"/>
                <a:gd name="connsiteY2" fmla="*/ 1126728 h 2816846"/>
                <a:gd name="connsiteX3" fmla="*/ 1544310 w 3390970"/>
                <a:gd name="connsiteY3" fmla="*/ 2810810 h 2816846"/>
                <a:gd name="connsiteX4" fmla="*/ 1714 w 3390970"/>
                <a:gd name="connsiteY4" fmla="*/ 1561249 h 2816846"/>
                <a:gd name="connsiteX0" fmla="*/ 1714 w 3392183"/>
                <a:gd name="connsiteY0" fmla="*/ 1561249 h 2822298"/>
                <a:gd name="connsiteX1" fmla="*/ 1160835 w 3392183"/>
                <a:gd name="connsiteY1" fmla="*/ 5027 h 2822298"/>
                <a:gd name="connsiteX2" fmla="*/ 3388768 w 3392183"/>
                <a:gd name="connsiteY2" fmla="*/ 1126728 h 2822298"/>
                <a:gd name="connsiteX3" fmla="*/ 1544310 w 3392183"/>
                <a:gd name="connsiteY3" fmla="*/ 2810810 h 2822298"/>
                <a:gd name="connsiteX4" fmla="*/ 1714 w 3392183"/>
                <a:gd name="connsiteY4" fmla="*/ 1561249 h 2822298"/>
                <a:gd name="connsiteX0" fmla="*/ 1599 w 3099681"/>
                <a:gd name="connsiteY0" fmla="*/ 1556274 h 2805936"/>
                <a:gd name="connsiteX1" fmla="*/ 1160720 w 3099681"/>
                <a:gd name="connsiteY1" fmla="*/ 52 h 2805936"/>
                <a:gd name="connsiteX2" fmla="*/ 3097014 w 3099681"/>
                <a:gd name="connsiteY2" fmla="*/ 1505235 h 2805936"/>
                <a:gd name="connsiteX3" fmla="*/ 1544195 w 3099681"/>
                <a:gd name="connsiteY3" fmla="*/ 2805835 h 2805936"/>
                <a:gd name="connsiteX4" fmla="*/ 1599 w 3099681"/>
                <a:gd name="connsiteY4" fmla="*/ 1556274 h 2805936"/>
                <a:gd name="connsiteX0" fmla="*/ 1599 w 3098266"/>
                <a:gd name="connsiteY0" fmla="*/ 1556274 h 2805936"/>
                <a:gd name="connsiteX1" fmla="*/ 1160720 w 3098266"/>
                <a:gd name="connsiteY1" fmla="*/ 52 h 2805936"/>
                <a:gd name="connsiteX2" fmla="*/ 3097014 w 3098266"/>
                <a:gd name="connsiteY2" fmla="*/ 1505235 h 2805936"/>
                <a:gd name="connsiteX3" fmla="*/ 1544195 w 3098266"/>
                <a:gd name="connsiteY3" fmla="*/ 2805835 h 2805936"/>
                <a:gd name="connsiteX4" fmla="*/ 1599 w 3098266"/>
                <a:gd name="connsiteY4" fmla="*/ 1556274 h 2805936"/>
                <a:gd name="connsiteX0" fmla="*/ 6698 w 3107113"/>
                <a:gd name="connsiteY0" fmla="*/ 1556268 h 1995204"/>
                <a:gd name="connsiteX1" fmla="*/ 1165819 w 3107113"/>
                <a:gd name="connsiteY1" fmla="*/ 46 h 1995204"/>
                <a:gd name="connsiteX2" fmla="*/ 3102113 w 3107113"/>
                <a:gd name="connsiteY2" fmla="*/ 1505229 h 1995204"/>
                <a:gd name="connsiteX3" fmla="*/ 1670895 w 3107113"/>
                <a:gd name="connsiteY3" fmla="*/ 1994767 h 1995204"/>
                <a:gd name="connsiteX4" fmla="*/ 6698 w 3107113"/>
                <a:gd name="connsiteY4" fmla="*/ 1556268 h 1995204"/>
                <a:gd name="connsiteX0" fmla="*/ 6698 w 3107610"/>
                <a:gd name="connsiteY0" fmla="*/ 1556268 h 2094159"/>
                <a:gd name="connsiteX1" fmla="*/ 1165819 w 3107610"/>
                <a:gd name="connsiteY1" fmla="*/ 46 h 2094159"/>
                <a:gd name="connsiteX2" fmla="*/ 3102113 w 3107610"/>
                <a:gd name="connsiteY2" fmla="*/ 1505229 h 2094159"/>
                <a:gd name="connsiteX3" fmla="*/ 1670895 w 3107610"/>
                <a:gd name="connsiteY3" fmla="*/ 1994767 h 2094159"/>
                <a:gd name="connsiteX4" fmla="*/ 6698 w 3107610"/>
                <a:gd name="connsiteY4" fmla="*/ 1556268 h 2094159"/>
                <a:gd name="connsiteX0" fmla="*/ 6698 w 3108326"/>
                <a:gd name="connsiteY0" fmla="*/ 1556268 h 2032117"/>
                <a:gd name="connsiteX1" fmla="*/ 1165819 w 3108326"/>
                <a:gd name="connsiteY1" fmla="*/ 46 h 2032117"/>
                <a:gd name="connsiteX2" fmla="*/ 3102113 w 3108326"/>
                <a:gd name="connsiteY2" fmla="*/ 1505229 h 2032117"/>
                <a:gd name="connsiteX3" fmla="*/ 1670895 w 3108326"/>
                <a:gd name="connsiteY3" fmla="*/ 1994767 h 2032117"/>
                <a:gd name="connsiteX4" fmla="*/ 6698 w 3108326"/>
                <a:gd name="connsiteY4" fmla="*/ 1556268 h 2032117"/>
                <a:gd name="connsiteX0" fmla="*/ 2700 w 3101149"/>
                <a:gd name="connsiteY0" fmla="*/ 1588985 h 2065259"/>
                <a:gd name="connsiteX1" fmla="*/ 1324169 w 3101149"/>
                <a:gd name="connsiteY1" fmla="*/ 44 h 2065259"/>
                <a:gd name="connsiteX2" fmla="*/ 3098115 w 3101149"/>
                <a:gd name="connsiteY2" fmla="*/ 1537946 h 2065259"/>
                <a:gd name="connsiteX3" fmla="*/ 1666897 w 3101149"/>
                <a:gd name="connsiteY3" fmla="*/ 2027484 h 2065259"/>
                <a:gd name="connsiteX4" fmla="*/ 2700 w 3101149"/>
                <a:gd name="connsiteY4" fmla="*/ 1588985 h 2065259"/>
                <a:gd name="connsiteX0" fmla="*/ 2700 w 3100106"/>
                <a:gd name="connsiteY0" fmla="*/ 1588985 h 2163738"/>
                <a:gd name="connsiteX1" fmla="*/ 1324169 w 3100106"/>
                <a:gd name="connsiteY1" fmla="*/ 44 h 2163738"/>
                <a:gd name="connsiteX2" fmla="*/ 3098115 w 3100106"/>
                <a:gd name="connsiteY2" fmla="*/ 1537946 h 2163738"/>
                <a:gd name="connsiteX3" fmla="*/ 1666897 w 3100106"/>
                <a:gd name="connsiteY3" fmla="*/ 2027484 h 2163738"/>
                <a:gd name="connsiteX4" fmla="*/ 2700 w 3100106"/>
                <a:gd name="connsiteY4" fmla="*/ 1588985 h 2163738"/>
                <a:gd name="connsiteX0" fmla="*/ 2700 w 3100834"/>
                <a:gd name="connsiteY0" fmla="*/ 1588985 h 2056082"/>
                <a:gd name="connsiteX1" fmla="*/ 1324169 w 3100834"/>
                <a:gd name="connsiteY1" fmla="*/ 44 h 2056082"/>
                <a:gd name="connsiteX2" fmla="*/ 3098115 w 3100834"/>
                <a:gd name="connsiteY2" fmla="*/ 1537946 h 2056082"/>
                <a:gd name="connsiteX3" fmla="*/ 1666897 w 3100834"/>
                <a:gd name="connsiteY3" fmla="*/ 2027484 h 2056082"/>
                <a:gd name="connsiteX4" fmla="*/ 2700 w 3100834"/>
                <a:gd name="connsiteY4" fmla="*/ 1588985 h 2056082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01100" h="2041075">
                  <a:moveTo>
                    <a:pt x="2700" y="1588985"/>
                  </a:moveTo>
                  <a:cubicBezTo>
                    <a:pt x="-54421" y="1251078"/>
                    <a:pt x="808267" y="8550"/>
                    <a:pt x="1324169" y="44"/>
                  </a:cubicBezTo>
                  <a:cubicBezTo>
                    <a:pt x="1840071" y="-8462"/>
                    <a:pt x="3040994" y="1200039"/>
                    <a:pt x="3098115" y="1537946"/>
                  </a:cubicBezTo>
                  <a:cubicBezTo>
                    <a:pt x="3155236" y="1875853"/>
                    <a:pt x="2382291" y="1963492"/>
                    <a:pt x="1666897" y="2027484"/>
                  </a:cubicBezTo>
                  <a:cubicBezTo>
                    <a:pt x="951503" y="2091476"/>
                    <a:pt x="59821" y="1926892"/>
                    <a:pt x="2700" y="1588985"/>
                  </a:cubicBezTo>
                  <a:close/>
                </a:path>
              </a:pathLst>
            </a:custGeom>
            <a:solidFill>
              <a:srgbClr val="AB86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11" name="Freihandform 10">
              <a:extLst>
                <a:ext uri="{FF2B5EF4-FFF2-40B4-BE49-F238E27FC236}">
                  <a16:creationId xmlns:a16="http://schemas.microsoft.com/office/drawing/2014/main" id="{40A1FCA0-C6D6-0468-BD3C-F29CB1E795B7}"/>
                </a:ext>
              </a:extLst>
            </p:cNvPr>
            <p:cNvSpPr/>
            <p:nvPr/>
          </p:nvSpPr>
          <p:spPr>
            <a:xfrm rot="20823310" flipV="1">
              <a:off x="6947206" y="5460057"/>
              <a:ext cx="6636396" cy="3176678"/>
            </a:xfrm>
            <a:custGeom>
              <a:avLst/>
              <a:gdLst>
                <a:gd name="connsiteX0" fmla="*/ 346842 w 3373821"/>
                <a:gd name="connsiteY0" fmla="*/ 283779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346842 w 3373821"/>
                <a:gd name="connsiteY5" fmla="*/ 283779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882870 h 3310759"/>
                <a:gd name="connsiteX1" fmla="*/ 3090042 w 3373821"/>
                <a:gd name="connsiteY1" fmla="*/ 0 h 3310759"/>
                <a:gd name="connsiteX2" fmla="*/ 3373821 w 3373821"/>
                <a:gd name="connsiteY2" fmla="*/ 1849821 h 3310759"/>
                <a:gd name="connsiteX3" fmla="*/ 1902373 w 3373821"/>
                <a:gd name="connsiteY3" fmla="*/ 3310759 h 3310759"/>
                <a:gd name="connsiteX4" fmla="*/ 0 w 3373821"/>
                <a:gd name="connsiteY4" fmla="*/ 2511973 h 3310759"/>
                <a:gd name="connsiteX5" fmla="*/ 777766 w 3373821"/>
                <a:gd name="connsiteY5" fmla="*/ 882870 h 3310759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35451 h 3463340"/>
                <a:gd name="connsiteX1" fmla="*/ 3090042 w 3373821"/>
                <a:gd name="connsiteY1" fmla="*/ 152581 h 3463340"/>
                <a:gd name="connsiteX2" fmla="*/ 3373821 w 3373821"/>
                <a:gd name="connsiteY2" fmla="*/ 2002402 h 3463340"/>
                <a:gd name="connsiteX3" fmla="*/ 1902373 w 3373821"/>
                <a:gd name="connsiteY3" fmla="*/ 3463340 h 3463340"/>
                <a:gd name="connsiteX4" fmla="*/ 0 w 3373821"/>
                <a:gd name="connsiteY4" fmla="*/ 2664554 h 3463340"/>
                <a:gd name="connsiteX5" fmla="*/ 777766 w 3373821"/>
                <a:gd name="connsiteY5" fmla="*/ 1035451 h 3463340"/>
                <a:gd name="connsiteX0" fmla="*/ 777766 w 3468415"/>
                <a:gd name="connsiteY0" fmla="*/ 1035451 h 3463340"/>
                <a:gd name="connsiteX1" fmla="*/ 3090042 w 3468415"/>
                <a:gd name="connsiteY1" fmla="*/ 152581 h 3463340"/>
                <a:gd name="connsiteX2" fmla="*/ 3468415 w 3468415"/>
                <a:gd name="connsiteY2" fmla="*/ 2202098 h 3463340"/>
                <a:gd name="connsiteX3" fmla="*/ 1902373 w 3468415"/>
                <a:gd name="connsiteY3" fmla="*/ 3463340 h 3463340"/>
                <a:gd name="connsiteX4" fmla="*/ 0 w 3468415"/>
                <a:gd name="connsiteY4" fmla="*/ 2664554 h 3463340"/>
                <a:gd name="connsiteX5" fmla="*/ 777766 w 3468415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3748"/>
                <a:gd name="connsiteX1" fmla="*/ 3090042 w 3520921"/>
                <a:gd name="connsiteY1" fmla="*/ 152581 h 3463748"/>
                <a:gd name="connsiteX2" fmla="*/ 3468415 w 3520921"/>
                <a:gd name="connsiteY2" fmla="*/ 2202098 h 3463748"/>
                <a:gd name="connsiteX3" fmla="*/ 1902373 w 3520921"/>
                <a:gd name="connsiteY3" fmla="*/ 3463340 h 3463748"/>
                <a:gd name="connsiteX4" fmla="*/ 0 w 3520921"/>
                <a:gd name="connsiteY4" fmla="*/ 2664554 h 3463748"/>
                <a:gd name="connsiteX5" fmla="*/ 777766 w 3520921"/>
                <a:gd name="connsiteY5" fmla="*/ 1035451 h 3463748"/>
                <a:gd name="connsiteX0" fmla="*/ 815379 w 3558534"/>
                <a:gd name="connsiteY0" fmla="*/ 1035451 h 3463748"/>
                <a:gd name="connsiteX1" fmla="*/ 3127655 w 3558534"/>
                <a:gd name="connsiteY1" fmla="*/ 152581 h 3463748"/>
                <a:gd name="connsiteX2" fmla="*/ 3506028 w 3558534"/>
                <a:gd name="connsiteY2" fmla="*/ 2202098 h 3463748"/>
                <a:gd name="connsiteX3" fmla="*/ 1939986 w 3558534"/>
                <a:gd name="connsiteY3" fmla="*/ 3463340 h 3463748"/>
                <a:gd name="connsiteX4" fmla="*/ 37613 w 3558534"/>
                <a:gd name="connsiteY4" fmla="*/ 2664554 h 3463748"/>
                <a:gd name="connsiteX5" fmla="*/ 815379 w 3558534"/>
                <a:gd name="connsiteY5" fmla="*/ 1035451 h 3463748"/>
                <a:gd name="connsiteX0" fmla="*/ 815379 w 3558534"/>
                <a:gd name="connsiteY0" fmla="*/ 1035451 h 3464371"/>
                <a:gd name="connsiteX1" fmla="*/ 3127655 w 3558534"/>
                <a:gd name="connsiteY1" fmla="*/ 152581 h 3464371"/>
                <a:gd name="connsiteX2" fmla="*/ 3506028 w 3558534"/>
                <a:gd name="connsiteY2" fmla="*/ 2202098 h 3464371"/>
                <a:gd name="connsiteX3" fmla="*/ 1939986 w 3558534"/>
                <a:gd name="connsiteY3" fmla="*/ 3463340 h 3464371"/>
                <a:gd name="connsiteX4" fmla="*/ 37613 w 3558534"/>
                <a:gd name="connsiteY4" fmla="*/ 2664554 h 3464371"/>
                <a:gd name="connsiteX5" fmla="*/ 815379 w 3558534"/>
                <a:gd name="connsiteY5" fmla="*/ 1035451 h 3464371"/>
                <a:gd name="connsiteX0" fmla="*/ 815379 w 3150376"/>
                <a:gd name="connsiteY0" fmla="*/ 1035451 h 3464371"/>
                <a:gd name="connsiteX1" fmla="*/ 3127655 w 3150376"/>
                <a:gd name="connsiteY1" fmla="*/ 152581 h 3464371"/>
                <a:gd name="connsiteX2" fmla="*/ 1961008 w 3150376"/>
                <a:gd name="connsiteY2" fmla="*/ 1655560 h 3464371"/>
                <a:gd name="connsiteX3" fmla="*/ 1939986 w 3150376"/>
                <a:gd name="connsiteY3" fmla="*/ 3463340 h 3464371"/>
                <a:gd name="connsiteX4" fmla="*/ 37613 w 3150376"/>
                <a:gd name="connsiteY4" fmla="*/ 2664554 h 3464371"/>
                <a:gd name="connsiteX5" fmla="*/ 815379 w 3150376"/>
                <a:gd name="connsiteY5" fmla="*/ 1035451 h 3464371"/>
                <a:gd name="connsiteX0" fmla="*/ 815379 w 3162532"/>
                <a:gd name="connsiteY0" fmla="*/ 1035451 h 3464371"/>
                <a:gd name="connsiteX1" fmla="*/ 3127655 w 3162532"/>
                <a:gd name="connsiteY1" fmla="*/ 152581 h 3464371"/>
                <a:gd name="connsiteX2" fmla="*/ 2423463 w 3162532"/>
                <a:gd name="connsiteY2" fmla="*/ 1645049 h 3464371"/>
                <a:gd name="connsiteX3" fmla="*/ 1939986 w 3162532"/>
                <a:gd name="connsiteY3" fmla="*/ 3463340 h 3464371"/>
                <a:gd name="connsiteX4" fmla="*/ 37613 w 3162532"/>
                <a:gd name="connsiteY4" fmla="*/ 2664554 h 3464371"/>
                <a:gd name="connsiteX5" fmla="*/ 815379 w 3162532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606310"/>
                <a:gd name="connsiteX1" fmla="*/ 3127655 w 3171514"/>
                <a:gd name="connsiteY1" fmla="*/ 152581 h 3606310"/>
                <a:gd name="connsiteX2" fmla="*/ 2423463 w 3171514"/>
                <a:gd name="connsiteY2" fmla="*/ 1645049 h 3606310"/>
                <a:gd name="connsiteX3" fmla="*/ 2307848 w 3171514"/>
                <a:gd name="connsiteY3" fmla="*/ 3473850 h 3606310"/>
                <a:gd name="connsiteX4" fmla="*/ 37613 w 3171514"/>
                <a:gd name="connsiteY4" fmla="*/ 2664554 h 3606310"/>
                <a:gd name="connsiteX5" fmla="*/ 815379 w 3171514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64502"/>
                <a:gd name="connsiteY0" fmla="*/ 1035451 h 3606310"/>
                <a:gd name="connsiteX1" fmla="*/ 3127655 w 3164502"/>
                <a:gd name="connsiteY1" fmla="*/ 152581 h 3606310"/>
                <a:gd name="connsiteX2" fmla="*/ 2560098 w 3164502"/>
                <a:gd name="connsiteY2" fmla="*/ 1666070 h 3606310"/>
                <a:gd name="connsiteX3" fmla="*/ 2307848 w 3164502"/>
                <a:gd name="connsiteY3" fmla="*/ 3473850 h 3606310"/>
                <a:gd name="connsiteX4" fmla="*/ 37613 w 3164502"/>
                <a:gd name="connsiteY4" fmla="*/ 2664554 h 3606310"/>
                <a:gd name="connsiteX5" fmla="*/ 815379 w 3164502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29312 w 3176710"/>
                <a:gd name="connsiteY0" fmla="*/ 1035451 h 3606310"/>
                <a:gd name="connsiteX1" fmla="*/ 3141588 w 3176710"/>
                <a:gd name="connsiteY1" fmla="*/ 152581 h 3606310"/>
                <a:gd name="connsiteX2" fmla="*/ 2574031 w 3176710"/>
                <a:gd name="connsiteY2" fmla="*/ 1666070 h 3606310"/>
                <a:gd name="connsiteX3" fmla="*/ 2321781 w 3176710"/>
                <a:gd name="connsiteY3" fmla="*/ 3473850 h 3606310"/>
                <a:gd name="connsiteX4" fmla="*/ 51546 w 3176710"/>
                <a:gd name="connsiteY4" fmla="*/ 2664554 h 3606310"/>
                <a:gd name="connsiteX5" fmla="*/ 829312 w 3176710"/>
                <a:gd name="connsiteY5" fmla="*/ 1035451 h 3606310"/>
                <a:gd name="connsiteX0" fmla="*/ 829312 w 3177410"/>
                <a:gd name="connsiteY0" fmla="*/ 1035451 h 3606310"/>
                <a:gd name="connsiteX1" fmla="*/ 3141588 w 3177410"/>
                <a:gd name="connsiteY1" fmla="*/ 152581 h 3606310"/>
                <a:gd name="connsiteX2" fmla="*/ 2574031 w 3177410"/>
                <a:gd name="connsiteY2" fmla="*/ 1666070 h 3606310"/>
                <a:gd name="connsiteX3" fmla="*/ 2321781 w 3177410"/>
                <a:gd name="connsiteY3" fmla="*/ 3473850 h 3606310"/>
                <a:gd name="connsiteX4" fmla="*/ 51546 w 3177410"/>
                <a:gd name="connsiteY4" fmla="*/ 2664554 h 3606310"/>
                <a:gd name="connsiteX5" fmla="*/ 829312 w 3177410"/>
                <a:gd name="connsiteY5" fmla="*/ 1035451 h 3606310"/>
                <a:gd name="connsiteX0" fmla="*/ 829312 w 3177410"/>
                <a:gd name="connsiteY0" fmla="*/ 1013703 h 3584562"/>
                <a:gd name="connsiteX1" fmla="*/ 3141588 w 3177410"/>
                <a:gd name="connsiteY1" fmla="*/ 130833 h 3584562"/>
                <a:gd name="connsiteX2" fmla="*/ 2574031 w 3177410"/>
                <a:gd name="connsiteY2" fmla="*/ 1644322 h 3584562"/>
                <a:gd name="connsiteX3" fmla="*/ 2321781 w 3177410"/>
                <a:gd name="connsiteY3" fmla="*/ 3452102 h 3584562"/>
                <a:gd name="connsiteX4" fmla="*/ 51546 w 3177410"/>
                <a:gd name="connsiteY4" fmla="*/ 2642806 h 3584562"/>
                <a:gd name="connsiteX5" fmla="*/ 829312 w 3177410"/>
                <a:gd name="connsiteY5" fmla="*/ 1013703 h 3584562"/>
                <a:gd name="connsiteX0" fmla="*/ 829578 w 3177676"/>
                <a:gd name="connsiteY0" fmla="*/ 1013703 h 3584562"/>
                <a:gd name="connsiteX1" fmla="*/ 3141854 w 3177676"/>
                <a:gd name="connsiteY1" fmla="*/ 130833 h 3584562"/>
                <a:gd name="connsiteX2" fmla="*/ 2574297 w 3177676"/>
                <a:gd name="connsiteY2" fmla="*/ 1644322 h 3584562"/>
                <a:gd name="connsiteX3" fmla="*/ 2322047 w 3177676"/>
                <a:gd name="connsiteY3" fmla="*/ 3452102 h 3584562"/>
                <a:gd name="connsiteX4" fmla="*/ 51812 w 3177676"/>
                <a:gd name="connsiteY4" fmla="*/ 2642806 h 3584562"/>
                <a:gd name="connsiteX5" fmla="*/ 829578 w 3177676"/>
                <a:gd name="connsiteY5" fmla="*/ 1013703 h 3584562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11178 w 2672400"/>
                <a:gd name="connsiteY0" fmla="*/ 7864 h 2583061"/>
                <a:gd name="connsiteX1" fmla="*/ 1318755 w 2672400"/>
                <a:gd name="connsiteY1" fmla="*/ 1092175 h 2583061"/>
                <a:gd name="connsiteX2" fmla="*/ 2555897 w 2672400"/>
                <a:gd name="connsiteY2" fmla="*/ 638483 h 2583061"/>
                <a:gd name="connsiteX3" fmla="*/ 2303647 w 2672400"/>
                <a:gd name="connsiteY3" fmla="*/ 2446263 h 2583061"/>
                <a:gd name="connsiteX4" fmla="*/ 33412 w 2672400"/>
                <a:gd name="connsiteY4" fmla="*/ 1636967 h 2583061"/>
                <a:gd name="connsiteX5" fmla="*/ 811178 w 2672400"/>
                <a:gd name="connsiteY5" fmla="*/ 7864 h 2583061"/>
                <a:gd name="connsiteX0" fmla="*/ 811178 w 3223026"/>
                <a:gd name="connsiteY0" fmla="*/ 5596 h 2477281"/>
                <a:gd name="connsiteX1" fmla="*/ 1318755 w 3223026"/>
                <a:gd name="connsiteY1" fmla="*/ 1089907 h 2477281"/>
                <a:gd name="connsiteX2" fmla="*/ 3192488 w 3223026"/>
                <a:gd name="connsiteY2" fmla="*/ 802600 h 2477281"/>
                <a:gd name="connsiteX3" fmla="*/ 2303647 w 3223026"/>
                <a:gd name="connsiteY3" fmla="*/ 2443995 h 2477281"/>
                <a:gd name="connsiteX4" fmla="*/ 33412 w 3223026"/>
                <a:gd name="connsiteY4" fmla="*/ 1634699 h 2477281"/>
                <a:gd name="connsiteX5" fmla="*/ 811178 w 3223026"/>
                <a:gd name="connsiteY5" fmla="*/ 5596 h 2477281"/>
                <a:gd name="connsiteX0" fmla="*/ 846588 w 3330250"/>
                <a:gd name="connsiteY0" fmla="*/ 5596 h 2432711"/>
                <a:gd name="connsiteX1" fmla="*/ 1354165 w 3330250"/>
                <a:gd name="connsiteY1" fmla="*/ 1089907 h 2432711"/>
                <a:gd name="connsiteX2" fmla="*/ 3227898 w 3330250"/>
                <a:gd name="connsiteY2" fmla="*/ 802600 h 2432711"/>
                <a:gd name="connsiteX3" fmla="*/ 2761796 w 3330250"/>
                <a:gd name="connsiteY3" fmla="*/ 2409553 h 2432711"/>
                <a:gd name="connsiteX4" fmla="*/ 68822 w 3330250"/>
                <a:gd name="connsiteY4" fmla="*/ 1634699 h 2432711"/>
                <a:gd name="connsiteX5" fmla="*/ 846588 w 3330250"/>
                <a:gd name="connsiteY5" fmla="*/ 5596 h 2432711"/>
                <a:gd name="connsiteX0" fmla="*/ 846588 w 3514825"/>
                <a:gd name="connsiteY0" fmla="*/ 5596 h 2432711"/>
                <a:gd name="connsiteX1" fmla="*/ 1354165 w 3514825"/>
                <a:gd name="connsiteY1" fmla="*/ 1089907 h 2432711"/>
                <a:gd name="connsiteX2" fmla="*/ 3227898 w 3514825"/>
                <a:gd name="connsiteY2" fmla="*/ 802600 h 2432711"/>
                <a:gd name="connsiteX3" fmla="*/ 2761796 w 3514825"/>
                <a:gd name="connsiteY3" fmla="*/ 2409553 h 2432711"/>
                <a:gd name="connsiteX4" fmla="*/ 68822 w 3514825"/>
                <a:gd name="connsiteY4" fmla="*/ 1634699 h 2432711"/>
                <a:gd name="connsiteX5" fmla="*/ 846588 w 3514825"/>
                <a:gd name="connsiteY5" fmla="*/ 5596 h 2432711"/>
                <a:gd name="connsiteX0" fmla="*/ 875402 w 3543639"/>
                <a:gd name="connsiteY0" fmla="*/ 2708 h 2429823"/>
                <a:gd name="connsiteX1" fmla="*/ 1382979 w 3543639"/>
                <a:gd name="connsiteY1" fmla="*/ 1087019 h 2429823"/>
                <a:gd name="connsiteX2" fmla="*/ 3256712 w 3543639"/>
                <a:gd name="connsiteY2" fmla="*/ 799712 h 2429823"/>
                <a:gd name="connsiteX3" fmla="*/ 2790610 w 3543639"/>
                <a:gd name="connsiteY3" fmla="*/ 2406665 h 2429823"/>
                <a:gd name="connsiteX4" fmla="*/ 97636 w 3543639"/>
                <a:gd name="connsiteY4" fmla="*/ 1631811 h 2429823"/>
                <a:gd name="connsiteX5" fmla="*/ 875402 w 3543639"/>
                <a:gd name="connsiteY5" fmla="*/ 2708 h 2429823"/>
                <a:gd name="connsiteX0" fmla="*/ 1035116 w 3703353"/>
                <a:gd name="connsiteY0" fmla="*/ 3586 h 2450893"/>
                <a:gd name="connsiteX1" fmla="*/ 1542693 w 3703353"/>
                <a:gd name="connsiteY1" fmla="*/ 1087897 h 2450893"/>
                <a:gd name="connsiteX2" fmla="*/ 3416426 w 3703353"/>
                <a:gd name="connsiteY2" fmla="*/ 800590 h 2450893"/>
                <a:gd name="connsiteX3" fmla="*/ 2950324 w 3703353"/>
                <a:gd name="connsiteY3" fmla="*/ 2407543 h 2450893"/>
                <a:gd name="connsiteX4" fmla="*/ 257350 w 3703353"/>
                <a:gd name="connsiteY4" fmla="*/ 1632689 h 2450893"/>
                <a:gd name="connsiteX5" fmla="*/ 1035116 w 3703353"/>
                <a:gd name="connsiteY5" fmla="*/ 3586 h 2450893"/>
                <a:gd name="connsiteX0" fmla="*/ 991689 w 3462563"/>
                <a:gd name="connsiteY0" fmla="*/ 10605 h 2457912"/>
                <a:gd name="connsiteX1" fmla="*/ 1674106 w 3462563"/>
                <a:gd name="connsiteY1" fmla="*/ 930710 h 2457912"/>
                <a:gd name="connsiteX2" fmla="*/ 3372999 w 3462563"/>
                <a:gd name="connsiteY2" fmla="*/ 807609 h 2457912"/>
                <a:gd name="connsiteX3" fmla="*/ 2906897 w 3462563"/>
                <a:gd name="connsiteY3" fmla="*/ 2414562 h 2457912"/>
                <a:gd name="connsiteX4" fmla="*/ 213923 w 3462563"/>
                <a:gd name="connsiteY4" fmla="*/ 1639708 h 2457912"/>
                <a:gd name="connsiteX5" fmla="*/ 991689 w 3462563"/>
                <a:gd name="connsiteY5" fmla="*/ 10605 h 2457912"/>
                <a:gd name="connsiteX0" fmla="*/ 991689 w 3644113"/>
                <a:gd name="connsiteY0" fmla="*/ 10605 h 2457912"/>
                <a:gd name="connsiteX1" fmla="*/ 1674106 w 3644113"/>
                <a:gd name="connsiteY1" fmla="*/ 930710 h 2457912"/>
                <a:gd name="connsiteX2" fmla="*/ 3372999 w 3644113"/>
                <a:gd name="connsiteY2" fmla="*/ 807609 h 2457912"/>
                <a:gd name="connsiteX3" fmla="*/ 2906897 w 3644113"/>
                <a:gd name="connsiteY3" fmla="*/ 2414562 h 2457912"/>
                <a:gd name="connsiteX4" fmla="*/ 213923 w 3644113"/>
                <a:gd name="connsiteY4" fmla="*/ 1639708 h 2457912"/>
                <a:gd name="connsiteX5" fmla="*/ 991689 w 3644113"/>
                <a:gd name="connsiteY5" fmla="*/ 10605 h 2457912"/>
                <a:gd name="connsiteX0" fmla="*/ 1054352 w 3706777"/>
                <a:gd name="connsiteY0" fmla="*/ 1046 h 2448353"/>
                <a:gd name="connsiteX1" fmla="*/ 1736769 w 3706777"/>
                <a:gd name="connsiteY1" fmla="*/ 921151 h 2448353"/>
                <a:gd name="connsiteX2" fmla="*/ 3435662 w 3706777"/>
                <a:gd name="connsiteY2" fmla="*/ 798050 h 2448353"/>
                <a:gd name="connsiteX3" fmla="*/ 2969560 w 3706777"/>
                <a:gd name="connsiteY3" fmla="*/ 2405003 h 2448353"/>
                <a:gd name="connsiteX4" fmla="*/ 276586 w 3706777"/>
                <a:gd name="connsiteY4" fmla="*/ 1630149 h 2448353"/>
                <a:gd name="connsiteX5" fmla="*/ 1054352 w 3706777"/>
                <a:gd name="connsiteY5" fmla="*/ 1046 h 2448353"/>
                <a:gd name="connsiteX0" fmla="*/ 590056 w 3683836"/>
                <a:gd name="connsiteY0" fmla="*/ 1109 h 1961431"/>
                <a:gd name="connsiteX1" fmla="*/ 1713828 w 3683836"/>
                <a:gd name="connsiteY1" fmla="*/ 456838 h 1961431"/>
                <a:gd name="connsiteX2" fmla="*/ 3412721 w 3683836"/>
                <a:gd name="connsiteY2" fmla="*/ 333737 h 1961431"/>
                <a:gd name="connsiteX3" fmla="*/ 2946619 w 3683836"/>
                <a:gd name="connsiteY3" fmla="*/ 1940690 h 1961431"/>
                <a:gd name="connsiteX4" fmla="*/ 253645 w 3683836"/>
                <a:gd name="connsiteY4" fmla="*/ 1165836 h 1961431"/>
                <a:gd name="connsiteX5" fmla="*/ 590056 w 3683836"/>
                <a:gd name="connsiteY5" fmla="*/ 1109 h 1961431"/>
                <a:gd name="connsiteX0" fmla="*/ 577152 w 3670932"/>
                <a:gd name="connsiteY0" fmla="*/ 28557 h 1988879"/>
                <a:gd name="connsiteX1" fmla="*/ 1700924 w 3670932"/>
                <a:gd name="connsiteY1" fmla="*/ 484286 h 1988879"/>
                <a:gd name="connsiteX2" fmla="*/ 3399817 w 3670932"/>
                <a:gd name="connsiteY2" fmla="*/ 361185 h 1988879"/>
                <a:gd name="connsiteX3" fmla="*/ 2933715 w 3670932"/>
                <a:gd name="connsiteY3" fmla="*/ 1968138 h 1988879"/>
                <a:gd name="connsiteX4" fmla="*/ 240741 w 3670932"/>
                <a:gd name="connsiteY4" fmla="*/ 1193284 h 1988879"/>
                <a:gd name="connsiteX5" fmla="*/ 577152 w 3670932"/>
                <a:gd name="connsiteY5" fmla="*/ 28557 h 1988879"/>
                <a:gd name="connsiteX0" fmla="*/ 5660 w 3065770"/>
                <a:gd name="connsiteY0" fmla="*/ 41752 h 2084853"/>
                <a:gd name="connsiteX1" fmla="*/ 1129432 w 3065770"/>
                <a:gd name="connsiteY1" fmla="*/ 497481 h 2084853"/>
                <a:gd name="connsiteX2" fmla="*/ 2828325 w 3065770"/>
                <a:gd name="connsiteY2" fmla="*/ 374380 h 2084853"/>
                <a:gd name="connsiteX3" fmla="*/ 2362223 w 3065770"/>
                <a:gd name="connsiteY3" fmla="*/ 1981333 h 2084853"/>
                <a:gd name="connsiteX4" fmla="*/ 768571 w 3065770"/>
                <a:gd name="connsiteY4" fmla="*/ 1718703 h 2084853"/>
                <a:gd name="connsiteX5" fmla="*/ 5660 w 3065770"/>
                <a:gd name="connsiteY5" fmla="*/ 41752 h 2084853"/>
                <a:gd name="connsiteX0" fmla="*/ 12471 w 3072581"/>
                <a:gd name="connsiteY0" fmla="*/ 41752 h 2092530"/>
                <a:gd name="connsiteX1" fmla="*/ 1136243 w 3072581"/>
                <a:gd name="connsiteY1" fmla="*/ 497481 h 2092530"/>
                <a:gd name="connsiteX2" fmla="*/ 2835136 w 3072581"/>
                <a:gd name="connsiteY2" fmla="*/ 374380 h 2092530"/>
                <a:gd name="connsiteX3" fmla="*/ 2369034 w 3072581"/>
                <a:gd name="connsiteY3" fmla="*/ 1981333 h 2092530"/>
                <a:gd name="connsiteX4" fmla="*/ 775382 w 3072581"/>
                <a:gd name="connsiteY4" fmla="*/ 1718703 h 2092530"/>
                <a:gd name="connsiteX5" fmla="*/ 12471 w 3072581"/>
                <a:gd name="connsiteY5" fmla="*/ 41752 h 2092530"/>
                <a:gd name="connsiteX0" fmla="*/ 2798 w 3655173"/>
                <a:gd name="connsiteY0" fmla="*/ 869129 h 2007317"/>
                <a:gd name="connsiteX1" fmla="*/ 1718835 w 3655173"/>
                <a:gd name="connsiteY1" fmla="*/ 445136 h 2007317"/>
                <a:gd name="connsiteX2" fmla="*/ 3417728 w 3655173"/>
                <a:gd name="connsiteY2" fmla="*/ 322035 h 2007317"/>
                <a:gd name="connsiteX3" fmla="*/ 2951626 w 3655173"/>
                <a:gd name="connsiteY3" fmla="*/ 1928988 h 2007317"/>
                <a:gd name="connsiteX4" fmla="*/ 1357974 w 3655173"/>
                <a:gd name="connsiteY4" fmla="*/ 1666358 h 2007317"/>
                <a:gd name="connsiteX5" fmla="*/ 2798 w 3655173"/>
                <a:gd name="connsiteY5" fmla="*/ 869129 h 2007317"/>
                <a:gd name="connsiteX0" fmla="*/ 542 w 3652917"/>
                <a:gd name="connsiteY0" fmla="*/ 869129 h 2007318"/>
                <a:gd name="connsiteX1" fmla="*/ 1716579 w 3652917"/>
                <a:gd name="connsiteY1" fmla="*/ 445136 h 2007318"/>
                <a:gd name="connsiteX2" fmla="*/ 3415472 w 3652917"/>
                <a:gd name="connsiteY2" fmla="*/ 322035 h 2007318"/>
                <a:gd name="connsiteX3" fmla="*/ 2949370 w 3652917"/>
                <a:gd name="connsiteY3" fmla="*/ 1928988 h 2007318"/>
                <a:gd name="connsiteX4" fmla="*/ 1355718 w 3652917"/>
                <a:gd name="connsiteY4" fmla="*/ 1666358 h 2007318"/>
                <a:gd name="connsiteX5" fmla="*/ 542 w 3652917"/>
                <a:gd name="connsiteY5" fmla="*/ 869129 h 2007318"/>
                <a:gd name="connsiteX0" fmla="*/ 243 w 3639926"/>
                <a:gd name="connsiteY0" fmla="*/ 869129 h 1955507"/>
                <a:gd name="connsiteX1" fmla="*/ 1716280 w 3639926"/>
                <a:gd name="connsiteY1" fmla="*/ 445136 h 1955507"/>
                <a:gd name="connsiteX2" fmla="*/ 3415173 w 3639926"/>
                <a:gd name="connsiteY2" fmla="*/ 322035 h 1955507"/>
                <a:gd name="connsiteX3" fmla="*/ 2949071 w 3639926"/>
                <a:gd name="connsiteY3" fmla="*/ 1928988 h 1955507"/>
                <a:gd name="connsiteX4" fmla="*/ 1833458 w 3639926"/>
                <a:gd name="connsiteY4" fmla="*/ 1291535 h 1955507"/>
                <a:gd name="connsiteX5" fmla="*/ 243 w 3639926"/>
                <a:gd name="connsiteY5" fmla="*/ 869129 h 1955507"/>
                <a:gd name="connsiteX0" fmla="*/ 243 w 3639926"/>
                <a:gd name="connsiteY0" fmla="*/ 869129 h 1947022"/>
                <a:gd name="connsiteX1" fmla="*/ 1716280 w 3639926"/>
                <a:gd name="connsiteY1" fmla="*/ 445136 h 1947022"/>
                <a:gd name="connsiteX2" fmla="*/ 3415173 w 3639926"/>
                <a:gd name="connsiteY2" fmla="*/ 322035 h 1947022"/>
                <a:gd name="connsiteX3" fmla="*/ 2949071 w 3639926"/>
                <a:gd name="connsiteY3" fmla="*/ 1928988 h 1947022"/>
                <a:gd name="connsiteX4" fmla="*/ 1833458 w 3639926"/>
                <a:gd name="connsiteY4" fmla="*/ 1291535 h 1947022"/>
                <a:gd name="connsiteX5" fmla="*/ 243 w 3639926"/>
                <a:gd name="connsiteY5" fmla="*/ 869129 h 1947022"/>
                <a:gd name="connsiteX0" fmla="*/ 7345 w 3647028"/>
                <a:gd name="connsiteY0" fmla="*/ 869129 h 1947022"/>
                <a:gd name="connsiteX1" fmla="*/ 1723382 w 3647028"/>
                <a:gd name="connsiteY1" fmla="*/ 445136 h 1947022"/>
                <a:gd name="connsiteX2" fmla="*/ 3422275 w 3647028"/>
                <a:gd name="connsiteY2" fmla="*/ 322035 h 1947022"/>
                <a:gd name="connsiteX3" fmla="*/ 2956173 w 3647028"/>
                <a:gd name="connsiteY3" fmla="*/ 1928988 h 1947022"/>
                <a:gd name="connsiteX4" fmla="*/ 1840560 w 3647028"/>
                <a:gd name="connsiteY4" fmla="*/ 1291535 h 1947022"/>
                <a:gd name="connsiteX5" fmla="*/ 7345 w 3647028"/>
                <a:gd name="connsiteY5" fmla="*/ 869129 h 1947022"/>
                <a:gd name="connsiteX0" fmla="*/ 7345 w 3811052"/>
                <a:gd name="connsiteY0" fmla="*/ 869129 h 1929159"/>
                <a:gd name="connsiteX1" fmla="*/ 1723382 w 3811052"/>
                <a:gd name="connsiteY1" fmla="*/ 445136 h 1929159"/>
                <a:gd name="connsiteX2" fmla="*/ 3422275 w 3811052"/>
                <a:gd name="connsiteY2" fmla="*/ 322035 h 1929159"/>
                <a:gd name="connsiteX3" fmla="*/ 2956173 w 3811052"/>
                <a:gd name="connsiteY3" fmla="*/ 1928988 h 1929159"/>
                <a:gd name="connsiteX4" fmla="*/ 1840560 w 3811052"/>
                <a:gd name="connsiteY4" fmla="*/ 1291535 h 1929159"/>
                <a:gd name="connsiteX5" fmla="*/ 7345 w 3811052"/>
                <a:gd name="connsiteY5" fmla="*/ 869129 h 1929159"/>
                <a:gd name="connsiteX0" fmla="*/ 5264 w 3937957"/>
                <a:gd name="connsiteY0" fmla="*/ 1155023 h 1938909"/>
                <a:gd name="connsiteX1" fmla="*/ 1850286 w 3937957"/>
                <a:gd name="connsiteY1" fmla="*/ 454886 h 1938909"/>
                <a:gd name="connsiteX2" fmla="*/ 3549179 w 3937957"/>
                <a:gd name="connsiteY2" fmla="*/ 331785 h 1938909"/>
                <a:gd name="connsiteX3" fmla="*/ 3083077 w 3937957"/>
                <a:gd name="connsiteY3" fmla="*/ 1938738 h 1938909"/>
                <a:gd name="connsiteX4" fmla="*/ 1967464 w 3937957"/>
                <a:gd name="connsiteY4" fmla="*/ 1301285 h 1938909"/>
                <a:gd name="connsiteX5" fmla="*/ 5264 w 3937957"/>
                <a:gd name="connsiteY5" fmla="*/ 1155023 h 1938909"/>
                <a:gd name="connsiteX0" fmla="*/ 23607 w 3956300"/>
                <a:gd name="connsiteY0" fmla="*/ 1155023 h 1938909"/>
                <a:gd name="connsiteX1" fmla="*/ 1868629 w 3956300"/>
                <a:gd name="connsiteY1" fmla="*/ 454886 h 1938909"/>
                <a:gd name="connsiteX2" fmla="*/ 3567522 w 3956300"/>
                <a:gd name="connsiteY2" fmla="*/ 331785 h 1938909"/>
                <a:gd name="connsiteX3" fmla="*/ 3101420 w 3956300"/>
                <a:gd name="connsiteY3" fmla="*/ 1938738 h 1938909"/>
                <a:gd name="connsiteX4" fmla="*/ 1985807 w 3956300"/>
                <a:gd name="connsiteY4" fmla="*/ 1301285 h 1938909"/>
                <a:gd name="connsiteX5" fmla="*/ 23607 w 3956300"/>
                <a:gd name="connsiteY5" fmla="*/ 1155023 h 1938909"/>
                <a:gd name="connsiteX0" fmla="*/ 356 w 3775841"/>
                <a:gd name="connsiteY0" fmla="*/ 1155023 h 1975367"/>
                <a:gd name="connsiteX1" fmla="*/ 1845378 w 3775841"/>
                <a:gd name="connsiteY1" fmla="*/ 454886 h 1975367"/>
                <a:gd name="connsiteX2" fmla="*/ 3544271 w 3775841"/>
                <a:gd name="connsiteY2" fmla="*/ 331785 h 1975367"/>
                <a:gd name="connsiteX3" fmla="*/ 3078169 w 3775841"/>
                <a:gd name="connsiteY3" fmla="*/ 1938738 h 1975367"/>
                <a:gd name="connsiteX4" fmla="*/ 1700608 w 3775841"/>
                <a:gd name="connsiteY4" fmla="*/ 1432728 h 1975367"/>
                <a:gd name="connsiteX5" fmla="*/ 356 w 3775841"/>
                <a:gd name="connsiteY5" fmla="*/ 1155023 h 1975367"/>
                <a:gd name="connsiteX0" fmla="*/ 385 w 3775871"/>
                <a:gd name="connsiteY0" fmla="*/ 1155023 h 1964875"/>
                <a:gd name="connsiteX1" fmla="*/ 1845407 w 3775871"/>
                <a:gd name="connsiteY1" fmla="*/ 454886 h 1964875"/>
                <a:gd name="connsiteX2" fmla="*/ 3544300 w 3775871"/>
                <a:gd name="connsiteY2" fmla="*/ 331785 h 1964875"/>
                <a:gd name="connsiteX3" fmla="*/ 3078198 w 3775871"/>
                <a:gd name="connsiteY3" fmla="*/ 1938738 h 1964875"/>
                <a:gd name="connsiteX4" fmla="*/ 1700637 w 3775871"/>
                <a:gd name="connsiteY4" fmla="*/ 1432728 h 1964875"/>
                <a:gd name="connsiteX5" fmla="*/ 385 w 3775871"/>
                <a:gd name="connsiteY5" fmla="*/ 1155023 h 1964875"/>
                <a:gd name="connsiteX0" fmla="*/ 518 w 3310321"/>
                <a:gd name="connsiteY0" fmla="*/ 1561197 h 1986949"/>
                <a:gd name="connsiteX1" fmla="*/ 1379857 w 3310321"/>
                <a:gd name="connsiteY1" fmla="*/ 469469 h 1986949"/>
                <a:gd name="connsiteX2" fmla="*/ 3078750 w 3310321"/>
                <a:gd name="connsiteY2" fmla="*/ 346368 h 1986949"/>
                <a:gd name="connsiteX3" fmla="*/ 2612648 w 3310321"/>
                <a:gd name="connsiteY3" fmla="*/ 1953321 h 1986949"/>
                <a:gd name="connsiteX4" fmla="*/ 1235087 w 3310321"/>
                <a:gd name="connsiteY4" fmla="*/ 1447311 h 1986949"/>
                <a:gd name="connsiteX5" fmla="*/ 518 w 3310321"/>
                <a:gd name="connsiteY5" fmla="*/ 1561197 h 1986949"/>
                <a:gd name="connsiteX0" fmla="*/ 252954 w 3562757"/>
                <a:gd name="connsiteY0" fmla="*/ 1561197 h 1986950"/>
                <a:gd name="connsiteX1" fmla="*/ 1632293 w 3562757"/>
                <a:gd name="connsiteY1" fmla="*/ 469469 h 1986950"/>
                <a:gd name="connsiteX2" fmla="*/ 3331186 w 3562757"/>
                <a:gd name="connsiteY2" fmla="*/ 346368 h 1986950"/>
                <a:gd name="connsiteX3" fmla="*/ 2865084 w 3562757"/>
                <a:gd name="connsiteY3" fmla="*/ 1953321 h 1986950"/>
                <a:gd name="connsiteX4" fmla="*/ 1487523 w 3562757"/>
                <a:gd name="connsiteY4" fmla="*/ 1447311 h 1986950"/>
                <a:gd name="connsiteX5" fmla="*/ 252954 w 3562757"/>
                <a:gd name="connsiteY5" fmla="*/ 1561197 h 1986950"/>
                <a:gd name="connsiteX0" fmla="*/ 275988 w 4836894"/>
                <a:gd name="connsiteY0" fmla="*/ 1254188 h 1664972"/>
                <a:gd name="connsiteX1" fmla="*/ 1655327 w 4836894"/>
                <a:gd name="connsiteY1" fmla="*/ 162460 h 1664972"/>
                <a:gd name="connsiteX2" fmla="*/ 4715739 w 4836894"/>
                <a:gd name="connsiteY2" fmla="*/ 494988 h 1664972"/>
                <a:gd name="connsiteX3" fmla="*/ 2888118 w 4836894"/>
                <a:gd name="connsiteY3" fmla="*/ 1646312 h 1664972"/>
                <a:gd name="connsiteX4" fmla="*/ 1510557 w 4836894"/>
                <a:gd name="connsiteY4" fmla="*/ 1140302 h 1664972"/>
                <a:gd name="connsiteX5" fmla="*/ 275988 w 4836894"/>
                <a:gd name="connsiteY5" fmla="*/ 1254188 h 1664972"/>
                <a:gd name="connsiteX0" fmla="*/ 275988 w 4716813"/>
                <a:gd name="connsiteY0" fmla="*/ 1630321 h 2049242"/>
                <a:gd name="connsiteX1" fmla="*/ 1655327 w 4716813"/>
                <a:gd name="connsiteY1" fmla="*/ 538593 h 2049242"/>
                <a:gd name="connsiteX2" fmla="*/ 4715739 w 4716813"/>
                <a:gd name="connsiteY2" fmla="*/ 871121 h 2049242"/>
                <a:gd name="connsiteX3" fmla="*/ 2888118 w 4716813"/>
                <a:gd name="connsiteY3" fmla="*/ 2022445 h 2049242"/>
                <a:gd name="connsiteX4" fmla="*/ 1510557 w 4716813"/>
                <a:gd name="connsiteY4" fmla="*/ 1516435 h 2049242"/>
                <a:gd name="connsiteX5" fmla="*/ 275988 w 4716813"/>
                <a:gd name="connsiteY5" fmla="*/ 1630321 h 2049242"/>
                <a:gd name="connsiteX0" fmla="*/ 275988 w 4749030"/>
                <a:gd name="connsiteY0" fmla="*/ 1124638 h 1545870"/>
                <a:gd name="connsiteX1" fmla="*/ 1655327 w 4749030"/>
                <a:gd name="connsiteY1" fmla="*/ 32910 h 1545870"/>
                <a:gd name="connsiteX2" fmla="*/ 4715739 w 4749030"/>
                <a:gd name="connsiteY2" fmla="*/ 365438 h 1545870"/>
                <a:gd name="connsiteX3" fmla="*/ 3175706 w 4749030"/>
                <a:gd name="connsiteY3" fmla="*/ 1192854 h 1545870"/>
                <a:gd name="connsiteX4" fmla="*/ 1510557 w 4749030"/>
                <a:gd name="connsiteY4" fmla="*/ 1010752 h 1545870"/>
                <a:gd name="connsiteX5" fmla="*/ 275988 w 4749030"/>
                <a:gd name="connsiteY5" fmla="*/ 1124638 h 1545870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40315"/>
                <a:gd name="connsiteY0" fmla="*/ 1132875 h 1722803"/>
                <a:gd name="connsiteX1" fmla="*/ 1655327 w 4740315"/>
                <a:gd name="connsiteY1" fmla="*/ 41147 h 1722803"/>
                <a:gd name="connsiteX2" fmla="*/ 4715739 w 4740315"/>
                <a:gd name="connsiteY2" fmla="*/ 373675 h 1722803"/>
                <a:gd name="connsiteX3" fmla="*/ 3012343 w 4740315"/>
                <a:gd name="connsiteY3" fmla="*/ 1711656 h 1722803"/>
                <a:gd name="connsiteX4" fmla="*/ 1510557 w 4740315"/>
                <a:gd name="connsiteY4" fmla="*/ 1018989 h 1722803"/>
                <a:gd name="connsiteX5" fmla="*/ 275988 w 4740315"/>
                <a:gd name="connsiteY5" fmla="*/ 1132875 h 1722803"/>
                <a:gd name="connsiteX0" fmla="*/ 275988 w 4756119"/>
                <a:gd name="connsiteY0" fmla="*/ 1127108 h 1542684"/>
                <a:gd name="connsiteX1" fmla="*/ 1655327 w 4756119"/>
                <a:gd name="connsiteY1" fmla="*/ 35380 h 1542684"/>
                <a:gd name="connsiteX2" fmla="*/ 4715739 w 4756119"/>
                <a:gd name="connsiteY2" fmla="*/ 367908 h 1542684"/>
                <a:gd name="connsiteX3" fmla="*/ 3285074 w 4756119"/>
                <a:gd name="connsiteY3" fmla="*/ 1369029 h 1542684"/>
                <a:gd name="connsiteX4" fmla="*/ 1510557 w 4756119"/>
                <a:gd name="connsiteY4" fmla="*/ 1013222 h 1542684"/>
                <a:gd name="connsiteX5" fmla="*/ 275988 w 4756119"/>
                <a:gd name="connsiteY5" fmla="*/ 1127108 h 1542684"/>
                <a:gd name="connsiteX0" fmla="*/ 275988 w 4715923"/>
                <a:gd name="connsiteY0" fmla="*/ 1122352 h 1572226"/>
                <a:gd name="connsiteX1" fmla="*/ 1655327 w 4715923"/>
                <a:gd name="connsiteY1" fmla="*/ 30624 h 1572226"/>
                <a:gd name="connsiteX2" fmla="*/ 4715739 w 4715923"/>
                <a:gd name="connsiteY2" fmla="*/ 363152 h 1572226"/>
                <a:gd name="connsiteX3" fmla="*/ 1510557 w 4715923"/>
                <a:gd name="connsiteY3" fmla="*/ 1008466 h 1572226"/>
                <a:gd name="connsiteX4" fmla="*/ 275988 w 4715923"/>
                <a:gd name="connsiteY4" fmla="*/ 1122352 h 1572226"/>
                <a:gd name="connsiteX0" fmla="*/ 25029 w 4476010"/>
                <a:gd name="connsiteY0" fmla="*/ 1892393 h 2022034"/>
                <a:gd name="connsiteX1" fmla="*/ 2236847 w 4476010"/>
                <a:gd name="connsiteY1" fmla="*/ 11492 h 2022034"/>
                <a:gd name="connsiteX2" fmla="*/ 4464780 w 4476010"/>
                <a:gd name="connsiteY2" fmla="*/ 1133193 h 2022034"/>
                <a:gd name="connsiteX3" fmla="*/ 1259598 w 4476010"/>
                <a:gd name="connsiteY3" fmla="*/ 1778507 h 2022034"/>
                <a:gd name="connsiteX4" fmla="*/ 25029 w 4476010"/>
                <a:gd name="connsiteY4" fmla="*/ 1892393 h 2022034"/>
                <a:gd name="connsiteX0" fmla="*/ 19312 w 4468531"/>
                <a:gd name="connsiteY0" fmla="*/ 1893478 h 2350831"/>
                <a:gd name="connsiteX1" fmla="*/ 2231130 w 4468531"/>
                <a:gd name="connsiteY1" fmla="*/ 12577 h 2350831"/>
                <a:gd name="connsiteX2" fmla="*/ 4459063 w 4468531"/>
                <a:gd name="connsiteY2" fmla="*/ 1134278 h 2350831"/>
                <a:gd name="connsiteX3" fmla="*/ 2962196 w 4468531"/>
                <a:gd name="connsiteY3" fmla="*/ 2337807 h 2350831"/>
                <a:gd name="connsiteX4" fmla="*/ 1253881 w 4468531"/>
                <a:gd name="connsiteY4" fmla="*/ 1779592 h 2350831"/>
                <a:gd name="connsiteX5" fmla="*/ 19312 w 4468531"/>
                <a:gd name="connsiteY5" fmla="*/ 1893478 h 2350831"/>
                <a:gd name="connsiteX0" fmla="*/ 114931 w 4564151"/>
                <a:gd name="connsiteY0" fmla="*/ 1893478 h 2606070"/>
                <a:gd name="connsiteX1" fmla="*/ 2326749 w 4564151"/>
                <a:gd name="connsiteY1" fmla="*/ 12577 h 2606070"/>
                <a:gd name="connsiteX2" fmla="*/ 4554682 w 4564151"/>
                <a:gd name="connsiteY2" fmla="*/ 1134278 h 2606070"/>
                <a:gd name="connsiteX3" fmla="*/ 3057815 w 4564151"/>
                <a:gd name="connsiteY3" fmla="*/ 2337807 h 2606070"/>
                <a:gd name="connsiteX4" fmla="*/ 602599 w 4564151"/>
                <a:gd name="connsiteY4" fmla="*/ 2591133 h 2606070"/>
                <a:gd name="connsiteX5" fmla="*/ 114931 w 4564151"/>
                <a:gd name="connsiteY5" fmla="*/ 1893478 h 2606070"/>
                <a:gd name="connsiteX0" fmla="*/ 339436 w 4163621"/>
                <a:gd name="connsiteY0" fmla="*/ 711041 h 2677547"/>
                <a:gd name="connsiteX1" fmla="*/ 1926219 w 4163621"/>
                <a:gd name="connsiteY1" fmla="*/ 9118 h 2677547"/>
                <a:gd name="connsiteX2" fmla="*/ 4154152 w 4163621"/>
                <a:gd name="connsiteY2" fmla="*/ 1130819 h 2677547"/>
                <a:gd name="connsiteX3" fmla="*/ 2657285 w 4163621"/>
                <a:gd name="connsiteY3" fmla="*/ 2334348 h 2677547"/>
                <a:gd name="connsiteX4" fmla="*/ 202069 w 4163621"/>
                <a:gd name="connsiteY4" fmla="*/ 2587674 h 2677547"/>
                <a:gd name="connsiteX5" fmla="*/ 339436 w 4163621"/>
                <a:gd name="connsiteY5" fmla="*/ 711041 h 2677547"/>
                <a:gd name="connsiteX0" fmla="*/ 8699 w 3970251"/>
                <a:gd name="connsiteY0" fmla="*/ 2578556 h 2717756"/>
                <a:gd name="connsiteX1" fmla="*/ 1732849 w 3970251"/>
                <a:gd name="connsiteY1" fmla="*/ 0 h 2717756"/>
                <a:gd name="connsiteX2" fmla="*/ 3960782 w 3970251"/>
                <a:gd name="connsiteY2" fmla="*/ 1121701 h 2717756"/>
                <a:gd name="connsiteX3" fmla="*/ 2463915 w 3970251"/>
                <a:gd name="connsiteY3" fmla="*/ 2325230 h 2717756"/>
                <a:gd name="connsiteX4" fmla="*/ 8699 w 3970251"/>
                <a:gd name="connsiteY4" fmla="*/ 2578556 h 2717756"/>
                <a:gd name="connsiteX0" fmla="*/ 11617 w 3584652"/>
                <a:gd name="connsiteY0" fmla="*/ 1430838 h 2340009"/>
                <a:gd name="connsiteX1" fmla="*/ 1347250 w 3584652"/>
                <a:gd name="connsiteY1" fmla="*/ 2380 h 2340009"/>
                <a:gd name="connsiteX2" fmla="*/ 3575183 w 3584652"/>
                <a:gd name="connsiteY2" fmla="*/ 1124081 h 2340009"/>
                <a:gd name="connsiteX3" fmla="*/ 2078316 w 3584652"/>
                <a:gd name="connsiteY3" fmla="*/ 2327610 h 2340009"/>
                <a:gd name="connsiteX4" fmla="*/ 11617 w 3584652"/>
                <a:gd name="connsiteY4" fmla="*/ 1430838 h 2340009"/>
                <a:gd name="connsiteX0" fmla="*/ 36322 w 3609357"/>
                <a:gd name="connsiteY0" fmla="*/ 1430838 h 2532978"/>
                <a:gd name="connsiteX1" fmla="*/ 1371955 w 3609357"/>
                <a:gd name="connsiteY1" fmla="*/ 2380 h 2532978"/>
                <a:gd name="connsiteX2" fmla="*/ 3599888 w 3609357"/>
                <a:gd name="connsiteY2" fmla="*/ 1124081 h 2532978"/>
                <a:gd name="connsiteX3" fmla="*/ 2103021 w 3609357"/>
                <a:gd name="connsiteY3" fmla="*/ 2327610 h 2532978"/>
                <a:gd name="connsiteX4" fmla="*/ 36322 w 3609357"/>
                <a:gd name="connsiteY4" fmla="*/ 1430838 h 2532978"/>
                <a:gd name="connsiteX0" fmla="*/ 3580 w 3569301"/>
                <a:gd name="connsiteY0" fmla="*/ 1431089 h 2816320"/>
                <a:gd name="connsiteX1" fmla="*/ 1339213 w 3569301"/>
                <a:gd name="connsiteY1" fmla="*/ 2631 h 2816320"/>
                <a:gd name="connsiteX2" fmla="*/ 3567146 w 3569301"/>
                <a:gd name="connsiteY2" fmla="*/ 1124332 h 2816320"/>
                <a:gd name="connsiteX3" fmla="*/ 1722688 w 3569301"/>
                <a:gd name="connsiteY3" fmla="*/ 2808414 h 2816320"/>
                <a:gd name="connsiteX4" fmla="*/ 3580 w 3569301"/>
                <a:gd name="connsiteY4" fmla="*/ 1431089 h 2816320"/>
                <a:gd name="connsiteX0" fmla="*/ 3579 w 3569300"/>
                <a:gd name="connsiteY0" fmla="*/ 1431089 h 2808414"/>
                <a:gd name="connsiteX1" fmla="*/ 1339212 w 3569300"/>
                <a:gd name="connsiteY1" fmla="*/ 2631 h 2808414"/>
                <a:gd name="connsiteX2" fmla="*/ 3567145 w 3569300"/>
                <a:gd name="connsiteY2" fmla="*/ 1124332 h 2808414"/>
                <a:gd name="connsiteX3" fmla="*/ 1722687 w 3569300"/>
                <a:gd name="connsiteY3" fmla="*/ 2808414 h 2808414"/>
                <a:gd name="connsiteX4" fmla="*/ 3579 w 3569300"/>
                <a:gd name="connsiteY4" fmla="*/ 1431089 h 2808414"/>
                <a:gd name="connsiteX0" fmla="*/ 3579 w 3570402"/>
                <a:gd name="connsiteY0" fmla="*/ 1431089 h 2845664"/>
                <a:gd name="connsiteX1" fmla="*/ 1339212 w 3570402"/>
                <a:gd name="connsiteY1" fmla="*/ 2631 h 2845664"/>
                <a:gd name="connsiteX2" fmla="*/ 3567145 w 3570402"/>
                <a:gd name="connsiteY2" fmla="*/ 1124332 h 2845664"/>
                <a:gd name="connsiteX3" fmla="*/ 1722687 w 3570402"/>
                <a:gd name="connsiteY3" fmla="*/ 2808414 h 2845664"/>
                <a:gd name="connsiteX4" fmla="*/ 3579 w 3570402"/>
                <a:gd name="connsiteY4" fmla="*/ 1431089 h 2845664"/>
                <a:gd name="connsiteX0" fmla="*/ 3579 w 3571531"/>
                <a:gd name="connsiteY0" fmla="*/ 1431089 h 2809355"/>
                <a:gd name="connsiteX1" fmla="*/ 1339212 w 3571531"/>
                <a:gd name="connsiteY1" fmla="*/ 2631 h 2809355"/>
                <a:gd name="connsiteX2" fmla="*/ 3567145 w 3571531"/>
                <a:gd name="connsiteY2" fmla="*/ 1124332 h 2809355"/>
                <a:gd name="connsiteX3" fmla="*/ 1722687 w 3571531"/>
                <a:gd name="connsiteY3" fmla="*/ 2808414 h 2809355"/>
                <a:gd name="connsiteX4" fmla="*/ 3579 w 3571531"/>
                <a:gd name="connsiteY4" fmla="*/ 1431089 h 2809355"/>
                <a:gd name="connsiteX0" fmla="*/ 3579 w 3570449"/>
                <a:gd name="connsiteY0" fmla="*/ 1431089 h 2811091"/>
                <a:gd name="connsiteX1" fmla="*/ 1339212 w 3570449"/>
                <a:gd name="connsiteY1" fmla="*/ 2631 h 2811091"/>
                <a:gd name="connsiteX2" fmla="*/ 3567145 w 3570449"/>
                <a:gd name="connsiteY2" fmla="*/ 1124332 h 2811091"/>
                <a:gd name="connsiteX3" fmla="*/ 1722687 w 3570449"/>
                <a:gd name="connsiteY3" fmla="*/ 2808414 h 2811091"/>
                <a:gd name="connsiteX4" fmla="*/ 3579 w 3570449"/>
                <a:gd name="connsiteY4" fmla="*/ 1431089 h 2811091"/>
                <a:gd name="connsiteX0" fmla="*/ 9477 w 3576347"/>
                <a:gd name="connsiteY0" fmla="*/ 1454488 h 2834490"/>
                <a:gd name="connsiteX1" fmla="*/ 1345110 w 3576347"/>
                <a:gd name="connsiteY1" fmla="*/ 26030 h 2834490"/>
                <a:gd name="connsiteX2" fmla="*/ 3573043 w 3576347"/>
                <a:gd name="connsiteY2" fmla="*/ 1147731 h 2834490"/>
                <a:gd name="connsiteX3" fmla="*/ 1728585 w 3576347"/>
                <a:gd name="connsiteY3" fmla="*/ 2831813 h 2834490"/>
                <a:gd name="connsiteX4" fmla="*/ 9477 w 3576347"/>
                <a:gd name="connsiteY4" fmla="*/ 1454488 h 2834490"/>
                <a:gd name="connsiteX0" fmla="*/ 11200 w 3578070"/>
                <a:gd name="connsiteY0" fmla="*/ 1454488 h 2834490"/>
                <a:gd name="connsiteX1" fmla="*/ 1346833 w 3578070"/>
                <a:gd name="connsiteY1" fmla="*/ 26030 h 2834490"/>
                <a:gd name="connsiteX2" fmla="*/ 3574766 w 3578070"/>
                <a:gd name="connsiteY2" fmla="*/ 1147731 h 2834490"/>
                <a:gd name="connsiteX3" fmla="*/ 1730308 w 3578070"/>
                <a:gd name="connsiteY3" fmla="*/ 2831813 h 2834490"/>
                <a:gd name="connsiteX4" fmla="*/ 11200 w 3578070"/>
                <a:gd name="connsiteY4" fmla="*/ 1454488 h 2834490"/>
                <a:gd name="connsiteX0" fmla="*/ 5238 w 3394494"/>
                <a:gd name="connsiteY0" fmla="*/ 1561249 h 2815719"/>
                <a:gd name="connsiteX1" fmla="*/ 1164359 w 3394494"/>
                <a:gd name="connsiteY1" fmla="*/ 5027 h 2815719"/>
                <a:gd name="connsiteX2" fmla="*/ 3392292 w 3394494"/>
                <a:gd name="connsiteY2" fmla="*/ 1126728 h 2815719"/>
                <a:gd name="connsiteX3" fmla="*/ 1547834 w 3394494"/>
                <a:gd name="connsiteY3" fmla="*/ 2810810 h 2815719"/>
                <a:gd name="connsiteX4" fmla="*/ 5238 w 3394494"/>
                <a:gd name="connsiteY4" fmla="*/ 1561249 h 2815719"/>
                <a:gd name="connsiteX0" fmla="*/ 1714 w 3390970"/>
                <a:gd name="connsiteY0" fmla="*/ 1561249 h 2816846"/>
                <a:gd name="connsiteX1" fmla="*/ 1160835 w 3390970"/>
                <a:gd name="connsiteY1" fmla="*/ 5027 h 2816846"/>
                <a:gd name="connsiteX2" fmla="*/ 3388768 w 3390970"/>
                <a:gd name="connsiteY2" fmla="*/ 1126728 h 2816846"/>
                <a:gd name="connsiteX3" fmla="*/ 1544310 w 3390970"/>
                <a:gd name="connsiteY3" fmla="*/ 2810810 h 2816846"/>
                <a:gd name="connsiteX4" fmla="*/ 1714 w 3390970"/>
                <a:gd name="connsiteY4" fmla="*/ 1561249 h 2816846"/>
                <a:gd name="connsiteX0" fmla="*/ 1714 w 3392183"/>
                <a:gd name="connsiteY0" fmla="*/ 1561249 h 2822298"/>
                <a:gd name="connsiteX1" fmla="*/ 1160835 w 3392183"/>
                <a:gd name="connsiteY1" fmla="*/ 5027 h 2822298"/>
                <a:gd name="connsiteX2" fmla="*/ 3388768 w 3392183"/>
                <a:gd name="connsiteY2" fmla="*/ 1126728 h 2822298"/>
                <a:gd name="connsiteX3" fmla="*/ 1544310 w 3392183"/>
                <a:gd name="connsiteY3" fmla="*/ 2810810 h 2822298"/>
                <a:gd name="connsiteX4" fmla="*/ 1714 w 3392183"/>
                <a:gd name="connsiteY4" fmla="*/ 1561249 h 2822298"/>
                <a:gd name="connsiteX0" fmla="*/ 1599 w 3099681"/>
                <a:gd name="connsiteY0" fmla="*/ 1556274 h 2805936"/>
                <a:gd name="connsiteX1" fmla="*/ 1160720 w 3099681"/>
                <a:gd name="connsiteY1" fmla="*/ 52 h 2805936"/>
                <a:gd name="connsiteX2" fmla="*/ 3097014 w 3099681"/>
                <a:gd name="connsiteY2" fmla="*/ 1505235 h 2805936"/>
                <a:gd name="connsiteX3" fmla="*/ 1544195 w 3099681"/>
                <a:gd name="connsiteY3" fmla="*/ 2805835 h 2805936"/>
                <a:gd name="connsiteX4" fmla="*/ 1599 w 3099681"/>
                <a:gd name="connsiteY4" fmla="*/ 1556274 h 2805936"/>
                <a:gd name="connsiteX0" fmla="*/ 1599 w 3098266"/>
                <a:gd name="connsiteY0" fmla="*/ 1556274 h 2805936"/>
                <a:gd name="connsiteX1" fmla="*/ 1160720 w 3098266"/>
                <a:gd name="connsiteY1" fmla="*/ 52 h 2805936"/>
                <a:gd name="connsiteX2" fmla="*/ 3097014 w 3098266"/>
                <a:gd name="connsiteY2" fmla="*/ 1505235 h 2805936"/>
                <a:gd name="connsiteX3" fmla="*/ 1544195 w 3098266"/>
                <a:gd name="connsiteY3" fmla="*/ 2805835 h 2805936"/>
                <a:gd name="connsiteX4" fmla="*/ 1599 w 3098266"/>
                <a:gd name="connsiteY4" fmla="*/ 1556274 h 2805936"/>
                <a:gd name="connsiteX0" fmla="*/ 6698 w 3107113"/>
                <a:gd name="connsiteY0" fmla="*/ 1556268 h 1995204"/>
                <a:gd name="connsiteX1" fmla="*/ 1165819 w 3107113"/>
                <a:gd name="connsiteY1" fmla="*/ 46 h 1995204"/>
                <a:gd name="connsiteX2" fmla="*/ 3102113 w 3107113"/>
                <a:gd name="connsiteY2" fmla="*/ 1505229 h 1995204"/>
                <a:gd name="connsiteX3" fmla="*/ 1670895 w 3107113"/>
                <a:gd name="connsiteY3" fmla="*/ 1994767 h 1995204"/>
                <a:gd name="connsiteX4" fmla="*/ 6698 w 3107113"/>
                <a:gd name="connsiteY4" fmla="*/ 1556268 h 1995204"/>
                <a:gd name="connsiteX0" fmla="*/ 6698 w 3107610"/>
                <a:gd name="connsiteY0" fmla="*/ 1556268 h 2094159"/>
                <a:gd name="connsiteX1" fmla="*/ 1165819 w 3107610"/>
                <a:gd name="connsiteY1" fmla="*/ 46 h 2094159"/>
                <a:gd name="connsiteX2" fmla="*/ 3102113 w 3107610"/>
                <a:gd name="connsiteY2" fmla="*/ 1505229 h 2094159"/>
                <a:gd name="connsiteX3" fmla="*/ 1670895 w 3107610"/>
                <a:gd name="connsiteY3" fmla="*/ 1994767 h 2094159"/>
                <a:gd name="connsiteX4" fmla="*/ 6698 w 3107610"/>
                <a:gd name="connsiteY4" fmla="*/ 1556268 h 2094159"/>
                <a:gd name="connsiteX0" fmla="*/ 6698 w 3108326"/>
                <a:gd name="connsiteY0" fmla="*/ 1556268 h 2032117"/>
                <a:gd name="connsiteX1" fmla="*/ 1165819 w 3108326"/>
                <a:gd name="connsiteY1" fmla="*/ 46 h 2032117"/>
                <a:gd name="connsiteX2" fmla="*/ 3102113 w 3108326"/>
                <a:gd name="connsiteY2" fmla="*/ 1505229 h 2032117"/>
                <a:gd name="connsiteX3" fmla="*/ 1670895 w 3108326"/>
                <a:gd name="connsiteY3" fmla="*/ 1994767 h 2032117"/>
                <a:gd name="connsiteX4" fmla="*/ 6698 w 3108326"/>
                <a:gd name="connsiteY4" fmla="*/ 1556268 h 2032117"/>
                <a:gd name="connsiteX0" fmla="*/ 2700 w 3101149"/>
                <a:gd name="connsiteY0" fmla="*/ 1588985 h 2065259"/>
                <a:gd name="connsiteX1" fmla="*/ 1324169 w 3101149"/>
                <a:gd name="connsiteY1" fmla="*/ 44 h 2065259"/>
                <a:gd name="connsiteX2" fmla="*/ 3098115 w 3101149"/>
                <a:gd name="connsiteY2" fmla="*/ 1537946 h 2065259"/>
                <a:gd name="connsiteX3" fmla="*/ 1666897 w 3101149"/>
                <a:gd name="connsiteY3" fmla="*/ 2027484 h 2065259"/>
                <a:gd name="connsiteX4" fmla="*/ 2700 w 3101149"/>
                <a:gd name="connsiteY4" fmla="*/ 1588985 h 2065259"/>
                <a:gd name="connsiteX0" fmla="*/ 2700 w 3100106"/>
                <a:gd name="connsiteY0" fmla="*/ 1588985 h 2163738"/>
                <a:gd name="connsiteX1" fmla="*/ 1324169 w 3100106"/>
                <a:gd name="connsiteY1" fmla="*/ 44 h 2163738"/>
                <a:gd name="connsiteX2" fmla="*/ 3098115 w 3100106"/>
                <a:gd name="connsiteY2" fmla="*/ 1537946 h 2163738"/>
                <a:gd name="connsiteX3" fmla="*/ 1666897 w 3100106"/>
                <a:gd name="connsiteY3" fmla="*/ 2027484 h 2163738"/>
                <a:gd name="connsiteX4" fmla="*/ 2700 w 3100106"/>
                <a:gd name="connsiteY4" fmla="*/ 1588985 h 2163738"/>
                <a:gd name="connsiteX0" fmla="*/ 2700 w 3100834"/>
                <a:gd name="connsiteY0" fmla="*/ 1588985 h 2056082"/>
                <a:gd name="connsiteX1" fmla="*/ 1324169 w 3100834"/>
                <a:gd name="connsiteY1" fmla="*/ 44 h 2056082"/>
                <a:gd name="connsiteX2" fmla="*/ 3098115 w 3100834"/>
                <a:gd name="connsiteY2" fmla="*/ 1537946 h 2056082"/>
                <a:gd name="connsiteX3" fmla="*/ 1666897 w 3100834"/>
                <a:gd name="connsiteY3" fmla="*/ 2027484 h 2056082"/>
                <a:gd name="connsiteX4" fmla="*/ 2700 w 3100834"/>
                <a:gd name="connsiteY4" fmla="*/ 1588985 h 2056082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01100" h="2041075">
                  <a:moveTo>
                    <a:pt x="2700" y="1588985"/>
                  </a:moveTo>
                  <a:cubicBezTo>
                    <a:pt x="-54421" y="1251078"/>
                    <a:pt x="808267" y="8550"/>
                    <a:pt x="1324169" y="44"/>
                  </a:cubicBezTo>
                  <a:cubicBezTo>
                    <a:pt x="1840071" y="-8462"/>
                    <a:pt x="3040994" y="1200039"/>
                    <a:pt x="3098115" y="1537946"/>
                  </a:cubicBezTo>
                  <a:cubicBezTo>
                    <a:pt x="3155236" y="1875853"/>
                    <a:pt x="2382291" y="1963492"/>
                    <a:pt x="1666897" y="2027484"/>
                  </a:cubicBezTo>
                  <a:cubicBezTo>
                    <a:pt x="951503" y="2091476"/>
                    <a:pt x="59821" y="1926892"/>
                    <a:pt x="2700" y="1588985"/>
                  </a:cubicBezTo>
                  <a:close/>
                </a:path>
              </a:pathLst>
            </a:custGeom>
            <a:noFill/>
            <a:ln w="50800">
              <a:solidFill>
                <a:srgbClr val="647A8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2" name="Grafik 11">
              <a:extLst>
                <a:ext uri="{FF2B5EF4-FFF2-40B4-BE49-F238E27FC236}">
                  <a16:creationId xmlns:a16="http://schemas.microsoft.com/office/drawing/2014/main" id="{52C64651-6783-3F95-B472-01BF50B79B7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l="9494" t="14619" r="8314" b="29807"/>
            <a:stretch/>
          </p:blipFill>
          <p:spPr>
            <a:xfrm>
              <a:off x="10449501" y="6015373"/>
              <a:ext cx="559871" cy="489887"/>
            </a:xfrm>
            <a:prstGeom prst="rect">
              <a:avLst/>
            </a:prstGeom>
          </p:spPr>
        </p:pic>
        <p:sp>
          <p:nvSpPr>
            <p:cNvPr id="13" name="Titel 1">
              <a:extLst>
                <a:ext uri="{FF2B5EF4-FFF2-40B4-BE49-F238E27FC236}">
                  <a16:creationId xmlns:a16="http://schemas.microsoft.com/office/drawing/2014/main" id="{0D942D8F-76B8-BFD8-2E08-B9BFB50517AA}"/>
                </a:ext>
              </a:extLst>
            </p:cNvPr>
            <p:cNvSpPr txBox="1">
              <a:spLocks/>
            </p:cNvSpPr>
            <p:nvPr/>
          </p:nvSpPr>
          <p:spPr>
            <a:xfrm>
              <a:off x="8051859" y="6045499"/>
              <a:ext cx="2276638" cy="489887"/>
            </a:xfrm>
            <a:prstGeom prst="rect">
              <a:avLst/>
            </a:prstGeom>
          </p:spPr>
          <p:txBody>
            <a:bodyPr/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r"/>
              <a:r>
                <a:rPr lang="de-DE" sz="1200" b="0" dirty="0">
                  <a:solidFill>
                    <a:schemeClr val="bg1"/>
                  </a:solidFill>
                  <a:latin typeface="TheSans Plain" pitchFamily="2" charset="0"/>
                  <a:cs typeface="Kannada Sangam MN" pitchFamily="2" charset="0"/>
                </a:rPr>
                <a:t>Biomedizin- und Gesundheitstechnik</a:t>
              </a:r>
            </a:p>
          </p:txBody>
        </p: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B7F148FD-7C9D-0747-859F-DDCBE8F995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 cap="all" spc="600" baseline="0">
                <a:solidFill>
                  <a:srgbClr val="647A84"/>
                </a:solidFill>
                <a:latin typeface="TheSans Plain" pitchFamily="2" charset="0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922E125-465D-814E-8AE3-3334AE7168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buClr>
                <a:srgbClr val="AB86BB"/>
              </a:buClr>
              <a:defRPr>
                <a:latin typeface="TheSans Plain" pitchFamily="2" charset="0"/>
              </a:defRPr>
            </a:lvl1pPr>
            <a:lvl2pPr>
              <a:buClr>
                <a:srgbClr val="AB86BB"/>
              </a:buClr>
              <a:defRPr>
                <a:latin typeface="TheSans Plain" pitchFamily="2" charset="0"/>
              </a:defRPr>
            </a:lvl2pPr>
            <a:lvl3pPr>
              <a:buClr>
                <a:srgbClr val="AB86BB"/>
              </a:buClr>
              <a:defRPr>
                <a:latin typeface="TheSans Plain" pitchFamily="2" charset="0"/>
              </a:defRPr>
            </a:lvl3pPr>
            <a:lvl4pPr>
              <a:buClr>
                <a:srgbClr val="AB86BB"/>
              </a:buClr>
              <a:defRPr>
                <a:latin typeface="TheSans Plain" pitchFamily="2" charset="0"/>
              </a:defRPr>
            </a:lvl4pPr>
            <a:lvl5pPr>
              <a:buClr>
                <a:srgbClr val="AB86BB"/>
              </a:buClr>
              <a:defRPr>
                <a:latin typeface="TheSans Plain" pitchFamily="2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6517CC0-3827-824C-BD82-5D524FC77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137DF-46F0-194D-B8E6-89251B633EEA}" type="slidenum">
              <a:rPr lang="de-DE" smtClean="0"/>
              <a:t>‹Nr.›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C36EE6B-A834-51EA-8E2C-EF9DBE0DDBBE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de-DE"/>
              <a:t>Lukas Peter Sumann, Maximilian Wolf Leopold Lindner</a:t>
            </a:r>
          </a:p>
        </p:txBody>
      </p:sp>
      <p:sp>
        <p:nvSpPr>
          <p:cNvPr id="20" name="Bildplatzhalter 19">
            <a:extLst>
              <a:ext uri="{FF2B5EF4-FFF2-40B4-BE49-F238E27FC236}">
                <a16:creationId xmlns:a16="http://schemas.microsoft.com/office/drawing/2014/main" id="{76479B1B-2313-F39F-9C3B-F642DBF2084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72202" y="1825625"/>
            <a:ext cx="5343523" cy="435133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pic>
        <p:nvPicPr>
          <p:cNvPr id="21" name="Grafik 20">
            <a:extLst>
              <a:ext uri="{FF2B5EF4-FFF2-40B4-BE49-F238E27FC236}">
                <a16:creationId xmlns:a16="http://schemas.microsoft.com/office/drawing/2014/main" id="{E7D77910-3981-BE42-3AE3-2A2BDDD5219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858375" y="216695"/>
            <a:ext cx="2078627" cy="466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69935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ET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ihandform 3">
            <a:extLst>
              <a:ext uri="{FF2B5EF4-FFF2-40B4-BE49-F238E27FC236}">
                <a16:creationId xmlns:a16="http://schemas.microsoft.com/office/drawing/2014/main" id="{FA1ADB5F-FA2E-7BF8-5CB9-563ADE4AE44E}"/>
              </a:ext>
            </a:extLst>
          </p:cNvPr>
          <p:cNvSpPr/>
          <p:nvPr userDrawn="1"/>
        </p:nvSpPr>
        <p:spPr>
          <a:xfrm rot="10129930">
            <a:off x="-2139048" y="-745777"/>
            <a:ext cx="5954496" cy="5169791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2630869"/>
              <a:gd name="connsiteY0" fmla="*/ 1913201 h 4484060"/>
              <a:gd name="connsiteX1" fmla="*/ 2156275 w 2630869"/>
              <a:gd name="connsiteY1" fmla="*/ 89473 h 4484060"/>
              <a:gd name="connsiteX2" fmla="*/ 2574031 w 2630869"/>
              <a:gd name="connsiteY2" fmla="*/ 2543820 h 4484060"/>
              <a:gd name="connsiteX3" fmla="*/ 2321781 w 2630869"/>
              <a:gd name="connsiteY3" fmla="*/ 4351600 h 4484060"/>
              <a:gd name="connsiteX4" fmla="*/ 51546 w 2630869"/>
              <a:gd name="connsiteY4" fmla="*/ 3542304 h 4484060"/>
              <a:gd name="connsiteX5" fmla="*/ 829312 w 2630869"/>
              <a:gd name="connsiteY5" fmla="*/ 1913201 h 4484060"/>
              <a:gd name="connsiteX0" fmla="*/ 829312 w 2634983"/>
              <a:gd name="connsiteY0" fmla="*/ 1913201 h 4484060"/>
              <a:gd name="connsiteX1" fmla="*/ 2156275 w 2634983"/>
              <a:gd name="connsiteY1" fmla="*/ 89473 h 4484060"/>
              <a:gd name="connsiteX2" fmla="*/ 2574031 w 2634983"/>
              <a:gd name="connsiteY2" fmla="*/ 2543820 h 4484060"/>
              <a:gd name="connsiteX3" fmla="*/ 2321781 w 2634983"/>
              <a:gd name="connsiteY3" fmla="*/ 4351600 h 4484060"/>
              <a:gd name="connsiteX4" fmla="*/ 51546 w 2634983"/>
              <a:gd name="connsiteY4" fmla="*/ 3542304 h 4484060"/>
              <a:gd name="connsiteX5" fmla="*/ 829312 w 2634983"/>
              <a:gd name="connsiteY5" fmla="*/ 1913201 h 4484060"/>
              <a:gd name="connsiteX0" fmla="*/ 829312 w 2634983"/>
              <a:gd name="connsiteY0" fmla="*/ 1823911 h 4394770"/>
              <a:gd name="connsiteX1" fmla="*/ 2156275 w 2634983"/>
              <a:gd name="connsiteY1" fmla="*/ 183 h 4394770"/>
              <a:gd name="connsiteX2" fmla="*/ 2574031 w 2634983"/>
              <a:gd name="connsiteY2" fmla="*/ 2454530 h 4394770"/>
              <a:gd name="connsiteX3" fmla="*/ 2321781 w 2634983"/>
              <a:gd name="connsiteY3" fmla="*/ 4262310 h 4394770"/>
              <a:gd name="connsiteX4" fmla="*/ 51546 w 2634983"/>
              <a:gd name="connsiteY4" fmla="*/ 3453014 h 4394770"/>
              <a:gd name="connsiteX5" fmla="*/ 829312 w 2634983"/>
              <a:gd name="connsiteY5" fmla="*/ 1823911 h 4394770"/>
              <a:gd name="connsiteX0" fmla="*/ 550921 w 2356592"/>
              <a:gd name="connsiteY0" fmla="*/ 1823911 h 4375660"/>
              <a:gd name="connsiteX1" fmla="*/ 1877884 w 2356592"/>
              <a:gd name="connsiteY1" fmla="*/ 183 h 4375660"/>
              <a:gd name="connsiteX2" fmla="*/ 2295640 w 2356592"/>
              <a:gd name="connsiteY2" fmla="*/ 2454530 h 4375660"/>
              <a:gd name="connsiteX3" fmla="*/ 2043390 w 2356592"/>
              <a:gd name="connsiteY3" fmla="*/ 4262310 h 4375660"/>
              <a:gd name="connsiteX4" fmla="*/ 97666 w 2356592"/>
              <a:gd name="connsiteY4" fmla="*/ 3284751 h 4375660"/>
              <a:gd name="connsiteX5" fmla="*/ 550921 w 2356592"/>
              <a:gd name="connsiteY5" fmla="*/ 1823911 h 4375660"/>
              <a:gd name="connsiteX0" fmla="*/ 1187626 w 2290887"/>
              <a:gd name="connsiteY0" fmla="*/ 1491571 h 4375718"/>
              <a:gd name="connsiteX1" fmla="*/ 1812179 w 2290887"/>
              <a:gd name="connsiteY1" fmla="*/ 241 h 4375718"/>
              <a:gd name="connsiteX2" fmla="*/ 2229935 w 2290887"/>
              <a:gd name="connsiteY2" fmla="*/ 2454588 h 4375718"/>
              <a:gd name="connsiteX3" fmla="*/ 1977685 w 2290887"/>
              <a:gd name="connsiteY3" fmla="*/ 4262368 h 4375718"/>
              <a:gd name="connsiteX4" fmla="*/ 31961 w 2290887"/>
              <a:gd name="connsiteY4" fmla="*/ 3284809 h 4375718"/>
              <a:gd name="connsiteX5" fmla="*/ 1187626 w 2290887"/>
              <a:gd name="connsiteY5" fmla="*/ 1491571 h 4375718"/>
              <a:gd name="connsiteX0" fmla="*/ 1187626 w 2290887"/>
              <a:gd name="connsiteY0" fmla="*/ 1491690 h 4375837"/>
              <a:gd name="connsiteX1" fmla="*/ 1812179 w 2290887"/>
              <a:gd name="connsiteY1" fmla="*/ 360 h 4375837"/>
              <a:gd name="connsiteX2" fmla="*/ 2229935 w 2290887"/>
              <a:gd name="connsiteY2" fmla="*/ 2454707 h 4375837"/>
              <a:gd name="connsiteX3" fmla="*/ 1977685 w 2290887"/>
              <a:gd name="connsiteY3" fmla="*/ 4262487 h 4375837"/>
              <a:gd name="connsiteX4" fmla="*/ 31961 w 2290887"/>
              <a:gd name="connsiteY4" fmla="*/ 3284928 h 4375837"/>
              <a:gd name="connsiteX5" fmla="*/ 1187626 w 2290887"/>
              <a:gd name="connsiteY5" fmla="*/ 1491690 h 4375837"/>
              <a:gd name="connsiteX0" fmla="*/ 1177700 w 2280961"/>
              <a:gd name="connsiteY0" fmla="*/ 1491690 h 4375837"/>
              <a:gd name="connsiteX1" fmla="*/ 1802253 w 2280961"/>
              <a:gd name="connsiteY1" fmla="*/ 360 h 4375837"/>
              <a:gd name="connsiteX2" fmla="*/ 2220009 w 2280961"/>
              <a:gd name="connsiteY2" fmla="*/ 2454707 h 4375837"/>
              <a:gd name="connsiteX3" fmla="*/ 1967759 w 2280961"/>
              <a:gd name="connsiteY3" fmla="*/ 4262487 h 4375837"/>
              <a:gd name="connsiteX4" fmla="*/ 22035 w 2280961"/>
              <a:gd name="connsiteY4" fmla="*/ 3284928 h 4375837"/>
              <a:gd name="connsiteX5" fmla="*/ 1177700 w 2280961"/>
              <a:gd name="connsiteY5" fmla="*/ 1491690 h 4375837"/>
              <a:gd name="connsiteX0" fmla="*/ 1177700 w 2132201"/>
              <a:gd name="connsiteY0" fmla="*/ 1491690 h 4375837"/>
              <a:gd name="connsiteX1" fmla="*/ 1802253 w 2132201"/>
              <a:gd name="connsiteY1" fmla="*/ 360 h 4375837"/>
              <a:gd name="connsiteX2" fmla="*/ 1570986 w 2132201"/>
              <a:gd name="connsiteY2" fmla="*/ 2791232 h 4375837"/>
              <a:gd name="connsiteX3" fmla="*/ 1967759 w 2132201"/>
              <a:gd name="connsiteY3" fmla="*/ 4262487 h 4375837"/>
              <a:gd name="connsiteX4" fmla="*/ 22035 w 2132201"/>
              <a:gd name="connsiteY4" fmla="*/ 3284928 h 4375837"/>
              <a:gd name="connsiteX5" fmla="*/ 1177700 w 2132201"/>
              <a:gd name="connsiteY5" fmla="*/ 1491690 h 4375837"/>
              <a:gd name="connsiteX0" fmla="*/ 1177700 w 2303877"/>
              <a:gd name="connsiteY0" fmla="*/ 654980 h 3539127"/>
              <a:gd name="connsiteX1" fmla="*/ 2105842 w 2303877"/>
              <a:gd name="connsiteY1" fmla="*/ 30327 h 3539127"/>
              <a:gd name="connsiteX2" fmla="*/ 1570986 w 2303877"/>
              <a:gd name="connsiteY2" fmla="*/ 1954522 h 3539127"/>
              <a:gd name="connsiteX3" fmla="*/ 1967759 w 2303877"/>
              <a:gd name="connsiteY3" fmla="*/ 3425777 h 3539127"/>
              <a:gd name="connsiteX4" fmla="*/ 22035 w 2303877"/>
              <a:gd name="connsiteY4" fmla="*/ 2448218 h 3539127"/>
              <a:gd name="connsiteX5" fmla="*/ 1177700 w 2303877"/>
              <a:gd name="connsiteY5" fmla="*/ 654980 h 3539127"/>
              <a:gd name="connsiteX0" fmla="*/ 1177700 w 2303877"/>
              <a:gd name="connsiteY0" fmla="*/ 811890 h 3696037"/>
              <a:gd name="connsiteX1" fmla="*/ 2105842 w 2303877"/>
              <a:gd name="connsiteY1" fmla="*/ 187237 h 3696037"/>
              <a:gd name="connsiteX2" fmla="*/ 1570986 w 2303877"/>
              <a:gd name="connsiteY2" fmla="*/ 2111432 h 3696037"/>
              <a:gd name="connsiteX3" fmla="*/ 1967759 w 2303877"/>
              <a:gd name="connsiteY3" fmla="*/ 3582687 h 3696037"/>
              <a:gd name="connsiteX4" fmla="*/ 22035 w 2303877"/>
              <a:gd name="connsiteY4" fmla="*/ 2605128 h 3696037"/>
              <a:gd name="connsiteX5" fmla="*/ 1177700 w 2303877"/>
              <a:gd name="connsiteY5" fmla="*/ 811890 h 3696037"/>
              <a:gd name="connsiteX0" fmla="*/ 1177700 w 2189200"/>
              <a:gd name="connsiteY0" fmla="*/ 811890 h 3696037"/>
              <a:gd name="connsiteX1" fmla="*/ 2105842 w 2189200"/>
              <a:gd name="connsiteY1" fmla="*/ 187237 h 3696037"/>
              <a:gd name="connsiteX2" fmla="*/ 1570986 w 2189200"/>
              <a:gd name="connsiteY2" fmla="*/ 2111432 h 3696037"/>
              <a:gd name="connsiteX3" fmla="*/ 1967759 w 2189200"/>
              <a:gd name="connsiteY3" fmla="*/ 3582687 h 3696037"/>
              <a:gd name="connsiteX4" fmla="*/ 22035 w 2189200"/>
              <a:gd name="connsiteY4" fmla="*/ 2605128 h 3696037"/>
              <a:gd name="connsiteX5" fmla="*/ 1177700 w 2189200"/>
              <a:gd name="connsiteY5" fmla="*/ 811890 h 3696037"/>
              <a:gd name="connsiteX0" fmla="*/ 1177700 w 2189200"/>
              <a:gd name="connsiteY0" fmla="*/ 743015 h 3627162"/>
              <a:gd name="connsiteX1" fmla="*/ 2105842 w 2189200"/>
              <a:gd name="connsiteY1" fmla="*/ 118362 h 3627162"/>
              <a:gd name="connsiteX2" fmla="*/ 1570986 w 2189200"/>
              <a:gd name="connsiteY2" fmla="*/ 2042557 h 3627162"/>
              <a:gd name="connsiteX3" fmla="*/ 1967759 w 2189200"/>
              <a:gd name="connsiteY3" fmla="*/ 3513812 h 3627162"/>
              <a:gd name="connsiteX4" fmla="*/ 22035 w 2189200"/>
              <a:gd name="connsiteY4" fmla="*/ 2536253 h 3627162"/>
              <a:gd name="connsiteX5" fmla="*/ 1177700 w 2189200"/>
              <a:gd name="connsiteY5" fmla="*/ 743015 h 3627162"/>
              <a:gd name="connsiteX0" fmla="*/ 1177700 w 2189200"/>
              <a:gd name="connsiteY0" fmla="*/ 695554 h 3579701"/>
              <a:gd name="connsiteX1" fmla="*/ 2105842 w 2189200"/>
              <a:gd name="connsiteY1" fmla="*/ 70901 h 3579701"/>
              <a:gd name="connsiteX2" fmla="*/ 1570986 w 2189200"/>
              <a:gd name="connsiteY2" fmla="*/ 1995096 h 3579701"/>
              <a:gd name="connsiteX3" fmla="*/ 1967759 w 2189200"/>
              <a:gd name="connsiteY3" fmla="*/ 3466351 h 3579701"/>
              <a:gd name="connsiteX4" fmla="*/ 22035 w 2189200"/>
              <a:gd name="connsiteY4" fmla="*/ 2488792 h 3579701"/>
              <a:gd name="connsiteX5" fmla="*/ 1177700 w 2189200"/>
              <a:gd name="connsiteY5" fmla="*/ 695554 h 3579701"/>
              <a:gd name="connsiteX0" fmla="*/ 1180449 w 2191949"/>
              <a:gd name="connsiteY0" fmla="*/ 695554 h 3579701"/>
              <a:gd name="connsiteX1" fmla="*/ 2108591 w 2191949"/>
              <a:gd name="connsiteY1" fmla="*/ 70901 h 3579701"/>
              <a:gd name="connsiteX2" fmla="*/ 1573735 w 2191949"/>
              <a:gd name="connsiteY2" fmla="*/ 1995096 h 3579701"/>
              <a:gd name="connsiteX3" fmla="*/ 1970508 w 2191949"/>
              <a:gd name="connsiteY3" fmla="*/ 3466351 h 3579701"/>
              <a:gd name="connsiteX4" fmla="*/ 24784 w 2191949"/>
              <a:gd name="connsiteY4" fmla="*/ 2488792 h 3579701"/>
              <a:gd name="connsiteX5" fmla="*/ 1180449 w 2191949"/>
              <a:gd name="connsiteY5" fmla="*/ 695554 h 3579701"/>
              <a:gd name="connsiteX0" fmla="*/ 1180449 w 2191949"/>
              <a:gd name="connsiteY0" fmla="*/ 688306 h 3572453"/>
              <a:gd name="connsiteX1" fmla="*/ 2108591 w 2191949"/>
              <a:gd name="connsiteY1" fmla="*/ 63653 h 3572453"/>
              <a:gd name="connsiteX2" fmla="*/ 1573735 w 2191949"/>
              <a:gd name="connsiteY2" fmla="*/ 1987848 h 3572453"/>
              <a:gd name="connsiteX3" fmla="*/ 1970508 w 2191949"/>
              <a:gd name="connsiteY3" fmla="*/ 3459103 h 3572453"/>
              <a:gd name="connsiteX4" fmla="*/ 24784 w 2191949"/>
              <a:gd name="connsiteY4" fmla="*/ 2481544 h 3572453"/>
              <a:gd name="connsiteX5" fmla="*/ 1180449 w 2191949"/>
              <a:gd name="connsiteY5" fmla="*/ 688306 h 3572453"/>
              <a:gd name="connsiteX0" fmla="*/ 1180449 w 2191949"/>
              <a:gd name="connsiteY0" fmla="*/ 683650 h 3567797"/>
              <a:gd name="connsiteX1" fmla="*/ 2108591 w 2191949"/>
              <a:gd name="connsiteY1" fmla="*/ 58997 h 3567797"/>
              <a:gd name="connsiteX2" fmla="*/ 1573735 w 2191949"/>
              <a:gd name="connsiteY2" fmla="*/ 1983192 h 3567797"/>
              <a:gd name="connsiteX3" fmla="*/ 1970508 w 2191949"/>
              <a:gd name="connsiteY3" fmla="*/ 3454447 h 3567797"/>
              <a:gd name="connsiteX4" fmla="*/ 24784 w 2191949"/>
              <a:gd name="connsiteY4" fmla="*/ 2476888 h 3567797"/>
              <a:gd name="connsiteX5" fmla="*/ 1180449 w 2191949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3164"/>
              <a:gd name="connsiteY0" fmla="*/ 683650 h 3567797"/>
              <a:gd name="connsiteX1" fmla="*/ 2108591 w 2193164"/>
              <a:gd name="connsiteY1" fmla="*/ 58997 h 3567797"/>
              <a:gd name="connsiteX2" fmla="*/ 1573735 w 2193164"/>
              <a:gd name="connsiteY2" fmla="*/ 1983192 h 3567797"/>
              <a:gd name="connsiteX3" fmla="*/ 1970508 w 2193164"/>
              <a:gd name="connsiteY3" fmla="*/ 3454447 h 3567797"/>
              <a:gd name="connsiteX4" fmla="*/ 24784 w 2193164"/>
              <a:gd name="connsiteY4" fmla="*/ 2476888 h 3567797"/>
              <a:gd name="connsiteX5" fmla="*/ 1180449 w 2193164"/>
              <a:gd name="connsiteY5" fmla="*/ 683650 h 3567797"/>
              <a:gd name="connsiteX0" fmla="*/ 1180310 w 2193025"/>
              <a:gd name="connsiteY0" fmla="*/ 683650 h 3567797"/>
              <a:gd name="connsiteX1" fmla="*/ 2108452 w 2193025"/>
              <a:gd name="connsiteY1" fmla="*/ 58997 h 3567797"/>
              <a:gd name="connsiteX2" fmla="*/ 1573596 w 2193025"/>
              <a:gd name="connsiteY2" fmla="*/ 1983192 h 3567797"/>
              <a:gd name="connsiteX3" fmla="*/ 1970369 w 2193025"/>
              <a:gd name="connsiteY3" fmla="*/ 3454447 h 3567797"/>
              <a:gd name="connsiteX4" fmla="*/ 24645 w 2193025"/>
              <a:gd name="connsiteY4" fmla="*/ 2476888 h 3567797"/>
              <a:gd name="connsiteX5" fmla="*/ 1180310 w 2193025"/>
              <a:gd name="connsiteY5" fmla="*/ 683650 h 3567797"/>
              <a:gd name="connsiteX0" fmla="*/ 1180310 w 2193025"/>
              <a:gd name="connsiteY0" fmla="*/ 693860 h 3578007"/>
              <a:gd name="connsiteX1" fmla="*/ 2108452 w 2193025"/>
              <a:gd name="connsiteY1" fmla="*/ 69207 h 3578007"/>
              <a:gd name="connsiteX2" fmla="*/ 1573596 w 2193025"/>
              <a:gd name="connsiteY2" fmla="*/ 1993402 h 3578007"/>
              <a:gd name="connsiteX3" fmla="*/ 1970369 w 2193025"/>
              <a:gd name="connsiteY3" fmla="*/ 3464657 h 3578007"/>
              <a:gd name="connsiteX4" fmla="*/ 24645 w 2193025"/>
              <a:gd name="connsiteY4" fmla="*/ 2487098 h 3578007"/>
              <a:gd name="connsiteX5" fmla="*/ 1180310 w 2193025"/>
              <a:gd name="connsiteY5" fmla="*/ 693860 h 3578007"/>
              <a:gd name="connsiteX0" fmla="*/ 1180310 w 2193025"/>
              <a:gd name="connsiteY0" fmla="*/ 693860 h 3581308"/>
              <a:gd name="connsiteX1" fmla="*/ 2108452 w 2193025"/>
              <a:gd name="connsiteY1" fmla="*/ 69207 h 3581308"/>
              <a:gd name="connsiteX2" fmla="*/ 1573596 w 2193025"/>
              <a:gd name="connsiteY2" fmla="*/ 1993402 h 3581308"/>
              <a:gd name="connsiteX3" fmla="*/ 1970369 w 2193025"/>
              <a:gd name="connsiteY3" fmla="*/ 3464657 h 3581308"/>
              <a:gd name="connsiteX4" fmla="*/ 24645 w 2193025"/>
              <a:gd name="connsiteY4" fmla="*/ 2487098 h 3581308"/>
              <a:gd name="connsiteX5" fmla="*/ 1180310 w 2193025"/>
              <a:gd name="connsiteY5" fmla="*/ 693860 h 3581308"/>
              <a:gd name="connsiteX0" fmla="*/ 1180701 w 2193416"/>
              <a:gd name="connsiteY0" fmla="*/ 693860 h 3581308"/>
              <a:gd name="connsiteX1" fmla="*/ 2108843 w 2193416"/>
              <a:gd name="connsiteY1" fmla="*/ 69207 h 3581308"/>
              <a:gd name="connsiteX2" fmla="*/ 1573987 w 2193416"/>
              <a:gd name="connsiteY2" fmla="*/ 1993402 h 3581308"/>
              <a:gd name="connsiteX3" fmla="*/ 1970760 w 2193416"/>
              <a:gd name="connsiteY3" fmla="*/ 3464657 h 3581308"/>
              <a:gd name="connsiteX4" fmla="*/ 25036 w 2193416"/>
              <a:gd name="connsiteY4" fmla="*/ 2487098 h 3581308"/>
              <a:gd name="connsiteX5" fmla="*/ 1180701 w 2193416"/>
              <a:gd name="connsiteY5" fmla="*/ 693860 h 3581308"/>
              <a:gd name="connsiteX0" fmla="*/ 928190 w 2150347"/>
              <a:gd name="connsiteY0" fmla="*/ 1084474 h 3508207"/>
              <a:gd name="connsiteX1" fmla="*/ 2108497 w 2150347"/>
              <a:gd name="connsiteY1" fmla="*/ 17094 h 3508207"/>
              <a:gd name="connsiteX2" fmla="*/ 1573641 w 2150347"/>
              <a:gd name="connsiteY2" fmla="*/ 1941289 h 3508207"/>
              <a:gd name="connsiteX3" fmla="*/ 1970414 w 2150347"/>
              <a:gd name="connsiteY3" fmla="*/ 3412544 h 3508207"/>
              <a:gd name="connsiteX4" fmla="*/ 24690 w 2150347"/>
              <a:gd name="connsiteY4" fmla="*/ 2434985 h 3508207"/>
              <a:gd name="connsiteX5" fmla="*/ 928190 w 2150347"/>
              <a:gd name="connsiteY5" fmla="*/ 1084474 h 3508207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4105 w 2214185"/>
              <a:gd name="connsiteY0" fmla="*/ 720680 h 3624865"/>
              <a:gd name="connsiteX1" fmla="*/ 1990259 w 2214185"/>
              <a:gd name="connsiteY1" fmla="*/ 56886 h 3624865"/>
              <a:gd name="connsiteX2" fmla="*/ 1628516 w 2214185"/>
              <a:gd name="connsiteY2" fmla="*/ 2052315 h 3624865"/>
              <a:gd name="connsiteX3" fmla="*/ 2025289 w 2214185"/>
              <a:gd name="connsiteY3" fmla="*/ 3523570 h 3624865"/>
              <a:gd name="connsiteX4" fmla="*/ 79565 w 2214185"/>
              <a:gd name="connsiteY4" fmla="*/ 2546011 h 3624865"/>
              <a:gd name="connsiteX5" fmla="*/ 534105 w 2214185"/>
              <a:gd name="connsiteY5" fmla="*/ 720680 h 3624865"/>
              <a:gd name="connsiteX0" fmla="*/ 534105 w 2214185"/>
              <a:gd name="connsiteY0" fmla="*/ 702134 h 3606319"/>
              <a:gd name="connsiteX1" fmla="*/ 1990259 w 2214185"/>
              <a:gd name="connsiteY1" fmla="*/ 38340 h 3606319"/>
              <a:gd name="connsiteX2" fmla="*/ 1628516 w 2214185"/>
              <a:gd name="connsiteY2" fmla="*/ 2033769 h 3606319"/>
              <a:gd name="connsiteX3" fmla="*/ 2025289 w 2214185"/>
              <a:gd name="connsiteY3" fmla="*/ 3505024 h 3606319"/>
              <a:gd name="connsiteX4" fmla="*/ 79565 w 2214185"/>
              <a:gd name="connsiteY4" fmla="*/ 2527465 h 3606319"/>
              <a:gd name="connsiteX5" fmla="*/ 534105 w 2214185"/>
              <a:gd name="connsiteY5" fmla="*/ 702134 h 3606319"/>
              <a:gd name="connsiteX0" fmla="*/ 591383 w 2201636"/>
              <a:gd name="connsiteY0" fmla="*/ 804752 h 3611345"/>
              <a:gd name="connsiteX1" fmla="*/ 1977710 w 2201636"/>
              <a:gd name="connsiteY1" fmla="*/ 44556 h 3611345"/>
              <a:gd name="connsiteX2" fmla="*/ 1615967 w 2201636"/>
              <a:gd name="connsiteY2" fmla="*/ 2039985 h 3611345"/>
              <a:gd name="connsiteX3" fmla="*/ 2012740 w 2201636"/>
              <a:gd name="connsiteY3" fmla="*/ 3511240 h 3611345"/>
              <a:gd name="connsiteX4" fmla="*/ 67016 w 2201636"/>
              <a:gd name="connsiteY4" fmla="*/ 2533681 h 3611345"/>
              <a:gd name="connsiteX5" fmla="*/ 591383 w 2201636"/>
              <a:gd name="connsiteY5" fmla="*/ 804752 h 3611345"/>
              <a:gd name="connsiteX0" fmla="*/ 621567 w 2231820"/>
              <a:gd name="connsiteY0" fmla="*/ 847596 h 3654189"/>
              <a:gd name="connsiteX1" fmla="*/ 2007894 w 2231820"/>
              <a:gd name="connsiteY1" fmla="*/ 87400 h 3654189"/>
              <a:gd name="connsiteX2" fmla="*/ 1646151 w 2231820"/>
              <a:gd name="connsiteY2" fmla="*/ 2082829 h 3654189"/>
              <a:gd name="connsiteX3" fmla="*/ 2042924 w 2231820"/>
              <a:gd name="connsiteY3" fmla="*/ 3554084 h 3654189"/>
              <a:gd name="connsiteX4" fmla="*/ 97200 w 2231820"/>
              <a:gd name="connsiteY4" fmla="*/ 2576525 h 3654189"/>
              <a:gd name="connsiteX5" fmla="*/ 621567 w 2231820"/>
              <a:gd name="connsiteY5" fmla="*/ 847596 h 36541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31820" h="3654189">
                <a:moveTo>
                  <a:pt x="621567" y="847596"/>
                </a:moveTo>
                <a:cubicBezTo>
                  <a:pt x="1178629" y="2845"/>
                  <a:pt x="1837130" y="-118472"/>
                  <a:pt x="2007894" y="87400"/>
                </a:cubicBezTo>
                <a:cubicBezTo>
                  <a:pt x="2178658" y="293272"/>
                  <a:pt x="1640313" y="1505048"/>
                  <a:pt x="1646151" y="2082829"/>
                </a:cubicBezTo>
                <a:cubicBezTo>
                  <a:pt x="1651989" y="2660610"/>
                  <a:pt x="2633224" y="3039235"/>
                  <a:pt x="2042924" y="3554084"/>
                </a:cubicBezTo>
                <a:cubicBezTo>
                  <a:pt x="1576966" y="3960484"/>
                  <a:pt x="334093" y="3027606"/>
                  <a:pt x="97200" y="2576525"/>
                </a:cubicBezTo>
                <a:cubicBezTo>
                  <a:pt x="-139693" y="2125444"/>
                  <a:pt x="64505" y="1692347"/>
                  <a:pt x="621567" y="847596"/>
                </a:cubicBezTo>
                <a:close/>
              </a:path>
            </a:pathLst>
          </a:custGeom>
          <a:solidFill>
            <a:srgbClr val="E7E7E7">
              <a:alpha val="52941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BAAE065-A309-1F47-9138-75E78CD01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 cap="all" spc="600" baseline="0">
                <a:solidFill>
                  <a:srgbClr val="647A84"/>
                </a:solidFill>
                <a:latin typeface="TheSans Plain" pitchFamily="2" charset="0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9C6FF71-801A-FC4F-950C-4E2FF76A05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rgbClr val="68C0ED"/>
              </a:buClr>
              <a:defRPr>
                <a:solidFill>
                  <a:srgbClr val="647A84"/>
                </a:solidFill>
                <a:latin typeface="TheSans Plain" pitchFamily="2" charset="0"/>
              </a:defRPr>
            </a:lvl1pPr>
            <a:lvl2pPr>
              <a:buClr>
                <a:srgbClr val="68C0ED"/>
              </a:buClr>
              <a:defRPr>
                <a:solidFill>
                  <a:srgbClr val="647A84"/>
                </a:solidFill>
                <a:latin typeface="TheSans Plain" pitchFamily="2" charset="0"/>
              </a:defRPr>
            </a:lvl2pPr>
            <a:lvl3pPr>
              <a:buClr>
                <a:srgbClr val="68C0ED"/>
              </a:buClr>
              <a:defRPr>
                <a:solidFill>
                  <a:srgbClr val="647A84"/>
                </a:solidFill>
                <a:latin typeface="TheSans Plain" pitchFamily="2" charset="0"/>
              </a:defRPr>
            </a:lvl3pPr>
            <a:lvl4pPr>
              <a:buClr>
                <a:srgbClr val="68C0ED"/>
              </a:buClr>
              <a:defRPr>
                <a:solidFill>
                  <a:srgbClr val="647A84"/>
                </a:solidFill>
                <a:latin typeface="TheSans Plain" pitchFamily="2" charset="0"/>
              </a:defRPr>
            </a:lvl4pPr>
            <a:lvl5pPr>
              <a:buClr>
                <a:srgbClr val="68C0ED"/>
              </a:buClr>
              <a:defRPr>
                <a:solidFill>
                  <a:srgbClr val="647A84"/>
                </a:solidFill>
                <a:latin typeface="TheSans Plain" pitchFamily="2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82311A-FB2F-DA48-8C46-A29BBA46B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137DF-46F0-194D-B8E6-89251B633EEA}" type="slidenum">
              <a:rPr lang="de-DE" smtClean="0"/>
              <a:t>‹Nr.›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32BA182-0060-D786-CA61-63531BC4A4B8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de-DE"/>
              <a:t>Lukas Peter Sumann, Maximilian Wolf Leopold Lindner</a:t>
            </a:r>
          </a:p>
        </p:txBody>
      </p: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1C5DEFE6-A397-825F-1055-B1F1B150B9F1}"/>
              </a:ext>
            </a:extLst>
          </p:cNvPr>
          <p:cNvGrpSpPr/>
          <p:nvPr userDrawn="1"/>
        </p:nvGrpSpPr>
        <p:grpSpPr>
          <a:xfrm>
            <a:off x="8372798" y="5651780"/>
            <a:ext cx="5498261" cy="2530969"/>
            <a:chOff x="6265416" y="5268016"/>
            <a:chExt cx="7318186" cy="3368719"/>
          </a:xfrm>
        </p:grpSpPr>
        <p:sp>
          <p:nvSpPr>
            <p:cNvPr id="12" name="Freihandform 11">
              <a:extLst>
                <a:ext uri="{FF2B5EF4-FFF2-40B4-BE49-F238E27FC236}">
                  <a16:creationId xmlns:a16="http://schemas.microsoft.com/office/drawing/2014/main" id="{8B38AB7C-8A51-CC67-C9D4-694B7494AF8A}"/>
                </a:ext>
              </a:extLst>
            </p:cNvPr>
            <p:cNvSpPr/>
            <p:nvPr/>
          </p:nvSpPr>
          <p:spPr>
            <a:xfrm rot="19708695">
              <a:off x="6265416" y="5268016"/>
              <a:ext cx="6636396" cy="3214341"/>
            </a:xfrm>
            <a:custGeom>
              <a:avLst/>
              <a:gdLst>
                <a:gd name="connsiteX0" fmla="*/ 346842 w 3373821"/>
                <a:gd name="connsiteY0" fmla="*/ 283779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346842 w 3373821"/>
                <a:gd name="connsiteY5" fmla="*/ 283779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882870 h 3310759"/>
                <a:gd name="connsiteX1" fmla="*/ 3090042 w 3373821"/>
                <a:gd name="connsiteY1" fmla="*/ 0 h 3310759"/>
                <a:gd name="connsiteX2" fmla="*/ 3373821 w 3373821"/>
                <a:gd name="connsiteY2" fmla="*/ 1849821 h 3310759"/>
                <a:gd name="connsiteX3" fmla="*/ 1902373 w 3373821"/>
                <a:gd name="connsiteY3" fmla="*/ 3310759 h 3310759"/>
                <a:gd name="connsiteX4" fmla="*/ 0 w 3373821"/>
                <a:gd name="connsiteY4" fmla="*/ 2511973 h 3310759"/>
                <a:gd name="connsiteX5" fmla="*/ 777766 w 3373821"/>
                <a:gd name="connsiteY5" fmla="*/ 882870 h 3310759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35451 h 3463340"/>
                <a:gd name="connsiteX1" fmla="*/ 3090042 w 3373821"/>
                <a:gd name="connsiteY1" fmla="*/ 152581 h 3463340"/>
                <a:gd name="connsiteX2" fmla="*/ 3373821 w 3373821"/>
                <a:gd name="connsiteY2" fmla="*/ 2002402 h 3463340"/>
                <a:gd name="connsiteX3" fmla="*/ 1902373 w 3373821"/>
                <a:gd name="connsiteY3" fmla="*/ 3463340 h 3463340"/>
                <a:gd name="connsiteX4" fmla="*/ 0 w 3373821"/>
                <a:gd name="connsiteY4" fmla="*/ 2664554 h 3463340"/>
                <a:gd name="connsiteX5" fmla="*/ 777766 w 3373821"/>
                <a:gd name="connsiteY5" fmla="*/ 1035451 h 3463340"/>
                <a:gd name="connsiteX0" fmla="*/ 777766 w 3468415"/>
                <a:gd name="connsiteY0" fmla="*/ 1035451 h 3463340"/>
                <a:gd name="connsiteX1" fmla="*/ 3090042 w 3468415"/>
                <a:gd name="connsiteY1" fmla="*/ 152581 h 3463340"/>
                <a:gd name="connsiteX2" fmla="*/ 3468415 w 3468415"/>
                <a:gd name="connsiteY2" fmla="*/ 2202098 h 3463340"/>
                <a:gd name="connsiteX3" fmla="*/ 1902373 w 3468415"/>
                <a:gd name="connsiteY3" fmla="*/ 3463340 h 3463340"/>
                <a:gd name="connsiteX4" fmla="*/ 0 w 3468415"/>
                <a:gd name="connsiteY4" fmla="*/ 2664554 h 3463340"/>
                <a:gd name="connsiteX5" fmla="*/ 777766 w 3468415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3748"/>
                <a:gd name="connsiteX1" fmla="*/ 3090042 w 3520921"/>
                <a:gd name="connsiteY1" fmla="*/ 152581 h 3463748"/>
                <a:gd name="connsiteX2" fmla="*/ 3468415 w 3520921"/>
                <a:gd name="connsiteY2" fmla="*/ 2202098 h 3463748"/>
                <a:gd name="connsiteX3" fmla="*/ 1902373 w 3520921"/>
                <a:gd name="connsiteY3" fmla="*/ 3463340 h 3463748"/>
                <a:gd name="connsiteX4" fmla="*/ 0 w 3520921"/>
                <a:gd name="connsiteY4" fmla="*/ 2664554 h 3463748"/>
                <a:gd name="connsiteX5" fmla="*/ 777766 w 3520921"/>
                <a:gd name="connsiteY5" fmla="*/ 1035451 h 3463748"/>
                <a:gd name="connsiteX0" fmla="*/ 815379 w 3558534"/>
                <a:gd name="connsiteY0" fmla="*/ 1035451 h 3463748"/>
                <a:gd name="connsiteX1" fmla="*/ 3127655 w 3558534"/>
                <a:gd name="connsiteY1" fmla="*/ 152581 h 3463748"/>
                <a:gd name="connsiteX2" fmla="*/ 3506028 w 3558534"/>
                <a:gd name="connsiteY2" fmla="*/ 2202098 h 3463748"/>
                <a:gd name="connsiteX3" fmla="*/ 1939986 w 3558534"/>
                <a:gd name="connsiteY3" fmla="*/ 3463340 h 3463748"/>
                <a:gd name="connsiteX4" fmla="*/ 37613 w 3558534"/>
                <a:gd name="connsiteY4" fmla="*/ 2664554 h 3463748"/>
                <a:gd name="connsiteX5" fmla="*/ 815379 w 3558534"/>
                <a:gd name="connsiteY5" fmla="*/ 1035451 h 3463748"/>
                <a:gd name="connsiteX0" fmla="*/ 815379 w 3558534"/>
                <a:gd name="connsiteY0" fmla="*/ 1035451 h 3464371"/>
                <a:gd name="connsiteX1" fmla="*/ 3127655 w 3558534"/>
                <a:gd name="connsiteY1" fmla="*/ 152581 h 3464371"/>
                <a:gd name="connsiteX2" fmla="*/ 3506028 w 3558534"/>
                <a:gd name="connsiteY2" fmla="*/ 2202098 h 3464371"/>
                <a:gd name="connsiteX3" fmla="*/ 1939986 w 3558534"/>
                <a:gd name="connsiteY3" fmla="*/ 3463340 h 3464371"/>
                <a:gd name="connsiteX4" fmla="*/ 37613 w 3558534"/>
                <a:gd name="connsiteY4" fmla="*/ 2664554 h 3464371"/>
                <a:gd name="connsiteX5" fmla="*/ 815379 w 3558534"/>
                <a:gd name="connsiteY5" fmla="*/ 1035451 h 3464371"/>
                <a:gd name="connsiteX0" fmla="*/ 815379 w 3150376"/>
                <a:gd name="connsiteY0" fmla="*/ 1035451 h 3464371"/>
                <a:gd name="connsiteX1" fmla="*/ 3127655 w 3150376"/>
                <a:gd name="connsiteY1" fmla="*/ 152581 h 3464371"/>
                <a:gd name="connsiteX2" fmla="*/ 1961008 w 3150376"/>
                <a:gd name="connsiteY2" fmla="*/ 1655560 h 3464371"/>
                <a:gd name="connsiteX3" fmla="*/ 1939986 w 3150376"/>
                <a:gd name="connsiteY3" fmla="*/ 3463340 h 3464371"/>
                <a:gd name="connsiteX4" fmla="*/ 37613 w 3150376"/>
                <a:gd name="connsiteY4" fmla="*/ 2664554 h 3464371"/>
                <a:gd name="connsiteX5" fmla="*/ 815379 w 3150376"/>
                <a:gd name="connsiteY5" fmla="*/ 1035451 h 3464371"/>
                <a:gd name="connsiteX0" fmla="*/ 815379 w 3162532"/>
                <a:gd name="connsiteY0" fmla="*/ 1035451 h 3464371"/>
                <a:gd name="connsiteX1" fmla="*/ 3127655 w 3162532"/>
                <a:gd name="connsiteY1" fmla="*/ 152581 h 3464371"/>
                <a:gd name="connsiteX2" fmla="*/ 2423463 w 3162532"/>
                <a:gd name="connsiteY2" fmla="*/ 1645049 h 3464371"/>
                <a:gd name="connsiteX3" fmla="*/ 1939986 w 3162532"/>
                <a:gd name="connsiteY3" fmla="*/ 3463340 h 3464371"/>
                <a:gd name="connsiteX4" fmla="*/ 37613 w 3162532"/>
                <a:gd name="connsiteY4" fmla="*/ 2664554 h 3464371"/>
                <a:gd name="connsiteX5" fmla="*/ 815379 w 3162532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606310"/>
                <a:gd name="connsiteX1" fmla="*/ 3127655 w 3171514"/>
                <a:gd name="connsiteY1" fmla="*/ 152581 h 3606310"/>
                <a:gd name="connsiteX2" fmla="*/ 2423463 w 3171514"/>
                <a:gd name="connsiteY2" fmla="*/ 1645049 h 3606310"/>
                <a:gd name="connsiteX3" fmla="*/ 2307848 w 3171514"/>
                <a:gd name="connsiteY3" fmla="*/ 3473850 h 3606310"/>
                <a:gd name="connsiteX4" fmla="*/ 37613 w 3171514"/>
                <a:gd name="connsiteY4" fmla="*/ 2664554 h 3606310"/>
                <a:gd name="connsiteX5" fmla="*/ 815379 w 3171514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64502"/>
                <a:gd name="connsiteY0" fmla="*/ 1035451 h 3606310"/>
                <a:gd name="connsiteX1" fmla="*/ 3127655 w 3164502"/>
                <a:gd name="connsiteY1" fmla="*/ 152581 h 3606310"/>
                <a:gd name="connsiteX2" fmla="*/ 2560098 w 3164502"/>
                <a:gd name="connsiteY2" fmla="*/ 1666070 h 3606310"/>
                <a:gd name="connsiteX3" fmla="*/ 2307848 w 3164502"/>
                <a:gd name="connsiteY3" fmla="*/ 3473850 h 3606310"/>
                <a:gd name="connsiteX4" fmla="*/ 37613 w 3164502"/>
                <a:gd name="connsiteY4" fmla="*/ 2664554 h 3606310"/>
                <a:gd name="connsiteX5" fmla="*/ 815379 w 3164502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29312 w 3176710"/>
                <a:gd name="connsiteY0" fmla="*/ 1035451 h 3606310"/>
                <a:gd name="connsiteX1" fmla="*/ 3141588 w 3176710"/>
                <a:gd name="connsiteY1" fmla="*/ 152581 h 3606310"/>
                <a:gd name="connsiteX2" fmla="*/ 2574031 w 3176710"/>
                <a:gd name="connsiteY2" fmla="*/ 1666070 h 3606310"/>
                <a:gd name="connsiteX3" fmla="*/ 2321781 w 3176710"/>
                <a:gd name="connsiteY3" fmla="*/ 3473850 h 3606310"/>
                <a:gd name="connsiteX4" fmla="*/ 51546 w 3176710"/>
                <a:gd name="connsiteY4" fmla="*/ 2664554 h 3606310"/>
                <a:gd name="connsiteX5" fmla="*/ 829312 w 3176710"/>
                <a:gd name="connsiteY5" fmla="*/ 1035451 h 3606310"/>
                <a:gd name="connsiteX0" fmla="*/ 829312 w 3177410"/>
                <a:gd name="connsiteY0" fmla="*/ 1035451 h 3606310"/>
                <a:gd name="connsiteX1" fmla="*/ 3141588 w 3177410"/>
                <a:gd name="connsiteY1" fmla="*/ 152581 h 3606310"/>
                <a:gd name="connsiteX2" fmla="*/ 2574031 w 3177410"/>
                <a:gd name="connsiteY2" fmla="*/ 1666070 h 3606310"/>
                <a:gd name="connsiteX3" fmla="*/ 2321781 w 3177410"/>
                <a:gd name="connsiteY3" fmla="*/ 3473850 h 3606310"/>
                <a:gd name="connsiteX4" fmla="*/ 51546 w 3177410"/>
                <a:gd name="connsiteY4" fmla="*/ 2664554 h 3606310"/>
                <a:gd name="connsiteX5" fmla="*/ 829312 w 3177410"/>
                <a:gd name="connsiteY5" fmla="*/ 1035451 h 3606310"/>
                <a:gd name="connsiteX0" fmla="*/ 829312 w 3177410"/>
                <a:gd name="connsiteY0" fmla="*/ 1013703 h 3584562"/>
                <a:gd name="connsiteX1" fmla="*/ 3141588 w 3177410"/>
                <a:gd name="connsiteY1" fmla="*/ 130833 h 3584562"/>
                <a:gd name="connsiteX2" fmla="*/ 2574031 w 3177410"/>
                <a:gd name="connsiteY2" fmla="*/ 1644322 h 3584562"/>
                <a:gd name="connsiteX3" fmla="*/ 2321781 w 3177410"/>
                <a:gd name="connsiteY3" fmla="*/ 3452102 h 3584562"/>
                <a:gd name="connsiteX4" fmla="*/ 51546 w 3177410"/>
                <a:gd name="connsiteY4" fmla="*/ 2642806 h 3584562"/>
                <a:gd name="connsiteX5" fmla="*/ 829312 w 3177410"/>
                <a:gd name="connsiteY5" fmla="*/ 1013703 h 3584562"/>
                <a:gd name="connsiteX0" fmla="*/ 829578 w 3177676"/>
                <a:gd name="connsiteY0" fmla="*/ 1013703 h 3584562"/>
                <a:gd name="connsiteX1" fmla="*/ 3141854 w 3177676"/>
                <a:gd name="connsiteY1" fmla="*/ 130833 h 3584562"/>
                <a:gd name="connsiteX2" fmla="*/ 2574297 w 3177676"/>
                <a:gd name="connsiteY2" fmla="*/ 1644322 h 3584562"/>
                <a:gd name="connsiteX3" fmla="*/ 2322047 w 3177676"/>
                <a:gd name="connsiteY3" fmla="*/ 3452102 h 3584562"/>
                <a:gd name="connsiteX4" fmla="*/ 51812 w 3177676"/>
                <a:gd name="connsiteY4" fmla="*/ 2642806 h 3584562"/>
                <a:gd name="connsiteX5" fmla="*/ 829578 w 3177676"/>
                <a:gd name="connsiteY5" fmla="*/ 1013703 h 3584562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11178 w 2672400"/>
                <a:gd name="connsiteY0" fmla="*/ 7864 h 2583061"/>
                <a:gd name="connsiteX1" fmla="*/ 1318755 w 2672400"/>
                <a:gd name="connsiteY1" fmla="*/ 1092175 h 2583061"/>
                <a:gd name="connsiteX2" fmla="*/ 2555897 w 2672400"/>
                <a:gd name="connsiteY2" fmla="*/ 638483 h 2583061"/>
                <a:gd name="connsiteX3" fmla="*/ 2303647 w 2672400"/>
                <a:gd name="connsiteY3" fmla="*/ 2446263 h 2583061"/>
                <a:gd name="connsiteX4" fmla="*/ 33412 w 2672400"/>
                <a:gd name="connsiteY4" fmla="*/ 1636967 h 2583061"/>
                <a:gd name="connsiteX5" fmla="*/ 811178 w 2672400"/>
                <a:gd name="connsiteY5" fmla="*/ 7864 h 2583061"/>
                <a:gd name="connsiteX0" fmla="*/ 811178 w 3223026"/>
                <a:gd name="connsiteY0" fmla="*/ 5596 h 2477281"/>
                <a:gd name="connsiteX1" fmla="*/ 1318755 w 3223026"/>
                <a:gd name="connsiteY1" fmla="*/ 1089907 h 2477281"/>
                <a:gd name="connsiteX2" fmla="*/ 3192488 w 3223026"/>
                <a:gd name="connsiteY2" fmla="*/ 802600 h 2477281"/>
                <a:gd name="connsiteX3" fmla="*/ 2303647 w 3223026"/>
                <a:gd name="connsiteY3" fmla="*/ 2443995 h 2477281"/>
                <a:gd name="connsiteX4" fmla="*/ 33412 w 3223026"/>
                <a:gd name="connsiteY4" fmla="*/ 1634699 h 2477281"/>
                <a:gd name="connsiteX5" fmla="*/ 811178 w 3223026"/>
                <a:gd name="connsiteY5" fmla="*/ 5596 h 2477281"/>
                <a:gd name="connsiteX0" fmla="*/ 846588 w 3330250"/>
                <a:gd name="connsiteY0" fmla="*/ 5596 h 2432711"/>
                <a:gd name="connsiteX1" fmla="*/ 1354165 w 3330250"/>
                <a:gd name="connsiteY1" fmla="*/ 1089907 h 2432711"/>
                <a:gd name="connsiteX2" fmla="*/ 3227898 w 3330250"/>
                <a:gd name="connsiteY2" fmla="*/ 802600 h 2432711"/>
                <a:gd name="connsiteX3" fmla="*/ 2761796 w 3330250"/>
                <a:gd name="connsiteY3" fmla="*/ 2409553 h 2432711"/>
                <a:gd name="connsiteX4" fmla="*/ 68822 w 3330250"/>
                <a:gd name="connsiteY4" fmla="*/ 1634699 h 2432711"/>
                <a:gd name="connsiteX5" fmla="*/ 846588 w 3330250"/>
                <a:gd name="connsiteY5" fmla="*/ 5596 h 2432711"/>
                <a:gd name="connsiteX0" fmla="*/ 846588 w 3514825"/>
                <a:gd name="connsiteY0" fmla="*/ 5596 h 2432711"/>
                <a:gd name="connsiteX1" fmla="*/ 1354165 w 3514825"/>
                <a:gd name="connsiteY1" fmla="*/ 1089907 h 2432711"/>
                <a:gd name="connsiteX2" fmla="*/ 3227898 w 3514825"/>
                <a:gd name="connsiteY2" fmla="*/ 802600 h 2432711"/>
                <a:gd name="connsiteX3" fmla="*/ 2761796 w 3514825"/>
                <a:gd name="connsiteY3" fmla="*/ 2409553 h 2432711"/>
                <a:gd name="connsiteX4" fmla="*/ 68822 w 3514825"/>
                <a:gd name="connsiteY4" fmla="*/ 1634699 h 2432711"/>
                <a:gd name="connsiteX5" fmla="*/ 846588 w 3514825"/>
                <a:gd name="connsiteY5" fmla="*/ 5596 h 2432711"/>
                <a:gd name="connsiteX0" fmla="*/ 875402 w 3543639"/>
                <a:gd name="connsiteY0" fmla="*/ 2708 h 2429823"/>
                <a:gd name="connsiteX1" fmla="*/ 1382979 w 3543639"/>
                <a:gd name="connsiteY1" fmla="*/ 1087019 h 2429823"/>
                <a:gd name="connsiteX2" fmla="*/ 3256712 w 3543639"/>
                <a:gd name="connsiteY2" fmla="*/ 799712 h 2429823"/>
                <a:gd name="connsiteX3" fmla="*/ 2790610 w 3543639"/>
                <a:gd name="connsiteY3" fmla="*/ 2406665 h 2429823"/>
                <a:gd name="connsiteX4" fmla="*/ 97636 w 3543639"/>
                <a:gd name="connsiteY4" fmla="*/ 1631811 h 2429823"/>
                <a:gd name="connsiteX5" fmla="*/ 875402 w 3543639"/>
                <a:gd name="connsiteY5" fmla="*/ 2708 h 2429823"/>
                <a:gd name="connsiteX0" fmla="*/ 1035116 w 3703353"/>
                <a:gd name="connsiteY0" fmla="*/ 3586 h 2450893"/>
                <a:gd name="connsiteX1" fmla="*/ 1542693 w 3703353"/>
                <a:gd name="connsiteY1" fmla="*/ 1087897 h 2450893"/>
                <a:gd name="connsiteX2" fmla="*/ 3416426 w 3703353"/>
                <a:gd name="connsiteY2" fmla="*/ 800590 h 2450893"/>
                <a:gd name="connsiteX3" fmla="*/ 2950324 w 3703353"/>
                <a:gd name="connsiteY3" fmla="*/ 2407543 h 2450893"/>
                <a:gd name="connsiteX4" fmla="*/ 257350 w 3703353"/>
                <a:gd name="connsiteY4" fmla="*/ 1632689 h 2450893"/>
                <a:gd name="connsiteX5" fmla="*/ 1035116 w 3703353"/>
                <a:gd name="connsiteY5" fmla="*/ 3586 h 2450893"/>
                <a:gd name="connsiteX0" fmla="*/ 991689 w 3462563"/>
                <a:gd name="connsiteY0" fmla="*/ 10605 h 2457912"/>
                <a:gd name="connsiteX1" fmla="*/ 1674106 w 3462563"/>
                <a:gd name="connsiteY1" fmla="*/ 930710 h 2457912"/>
                <a:gd name="connsiteX2" fmla="*/ 3372999 w 3462563"/>
                <a:gd name="connsiteY2" fmla="*/ 807609 h 2457912"/>
                <a:gd name="connsiteX3" fmla="*/ 2906897 w 3462563"/>
                <a:gd name="connsiteY3" fmla="*/ 2414562 h 2457912"/>
                <a:gd name="connsiteX4" fmla="*/ 213923 w 3462563"/>
                <a:gd name="connsiteY4" fmla="*/ 1639708 h 2457912"/>
                <a:gd name="connsiteX5" fmla="*/ 991689 w 3462563"/>
                <a:gd name="connsiteY5" fmla="*/ 10605 h 2457912"/>
                <a:gd name="connsiteX0" fmla="*/ 991689 w 3644113"/>
                <a:gd name="connsiteY0" fmla="*/ 10605 h 2457912"/>
                <a:gd name="connsiteX1" fmla="*/ 1674106 w 3644113"/>
                <a:gd name="connsiteY1" fmla="*/ 930710 h 2457912"/>
                <a:gd name="connsiteX2" fmla="*/ 3372999 w 3644113"/>
                <a:gd name="connsiteY2" fmla="*/ 807609 h 2457912"/>
                <a:gd name="connsiteX3" fmla="*/ 2906897 w 3644113"/>
                <a:gd name="connsiteY3" fmla="*/ 2414562 h 2457912"/>
                <a:gd name="connsiteX4" fmla="*/ 213923 w 3644113"/>
                <a:gd name="connsiteY4" fmla="*/ 1639708 h 2457912"/>
                <a:gd name="connsiteX5" fmla="*/ 991689 w 3644113"/>
                <a:gd name="connsiteY5" fmla="*/ 10605 h 2457912"/>
                <a:gd name="connsiteX0" fmla="*/ 1054352 w 3706777"/>
                <a:gd name="connsiteY0" fmla="*/ 1046 h 2448353"/>
                <a:gd name="connsiteX1" fmla="*/ 1736769 w 3706777"/>
                <a:gd name="connsiteY1" fmla="*/ 921151 h 2448353"/>
                <a:gd name="connsiteX2" fmla="*/ 3435662 w 3706777"/>
                <a:gd name="connsiteY2" fmla="*/ 798050 h 2448353"/>
                <a:gd name="connsiteX3" fmla="*/ 2969560 w 3706777"/>
                <a:gd name="connsiteY3" fmla="*/ 2405003 h 2448353"/>
                <a:gd name="connsiteX4" fmla="*/ 276586 w 3706777"/>
                <a:gd name="connsiteY4" fmla="*/ 1630149 h 2448353"/>
                <a:gd name="connsiteX5" fmla="*/ 1054352 w 3706777"/>
                <a:gd name="connsiteY5" fmla="*/ 1046 h 2448353"/>
                <a:gd name="connsiteX0" fmla="*/ 590056 w 3683836"/>
                <a:gd name="connsiteY0" fmla="*/ 1109 h 1961431"/>
                <a:gd name="connsiteX1" fmla="*/ 1713828 w 3683836"/>
                <a:gd name="connsiteY1" fmla="*/ 456838 h 1961431"/>
                <a:gd name="connsiteX2" fmla="*/ 3412721 w 3683836"/>
                <a:gd name="connsiteY2" fmla="*/ 333737 h 1961431"/>
                <a:gd name="connsiteX3" fmla="*/ 2946619 w 3683836"/>
                <a:gd name="connsiteY3" fmla="*/ 1940690 h 1961431"/>
                <a:gd name="connsiteX4" fmla="*/ 253645 w 3683836"/>
                <a:gd name="connsiteY4" fmla="*/ 1165836 h 1961431"/>
                <a:gd name="connsiteX5" fmla="*/ 590056 w 3683836"/>
                <a:gd name="connsiteY5" fmla="*/ 1109 h 1961431"/>
                <a:gd name="connsiteX0" fmla="*/ 577152 w 3670932"/>
                <a:gd name="connsiteY0" fmla="*/ 28557 h 1988879"/>
                <a:gd name="connsiteX1" fmla="*/ 1700924 w 3670932"/>
                <a:gd name="connsiteY1" fmla="*/ 484286 h 1988879"/>
                <a:gd name="connsiteX2" fmla="*/ 3399817 w 3670932"/>
                <a:gd name="connsiteY2" fmla="*/ 361185 h 1988879"/>
                <a:gd name="connsiteX3" fmla="*/ 2933715 w 3670932"/>
                <a:gd name="connsiteY3" fmla="*/ 1968138 h 1988879"/>
                <a:gd name="connsiteX4" fmla="*/ 240741 w 3670932"/>
                <a:gd name="connsiteY4" fmla="*/ 1193284 h 1988879"/>
                <a:gd name="connsiteX5" fmla="*/ 577152 w 3670932"/>
                <a:gd name="connsiteY5" fmla="*/ 28557 h 1988879"/>
                <a:gd name="connsiteX0" fmla="*/ 5660 w 3065770"/>
                <a:gd name="connsiteY0" fmla="*/ 41752 h 2084853"/>
                <a:gd name="connsiteX1" fmla="*/ 1129432 w 3065770"/>
                <a:gd name="connsiteY1" fmla="*/ 497481 h 2084853"/>
                <a:gd name="connsiteX2" fmla="*/ 2828325 w 3065770"/>
                <a:gd name="connsiteY2" fmla="*/ 374380 h 2084853"/>
                <a:gd name="connsiteX3" fmla="*/ 2362223 w 3065770"/>
                <a:gd name="connsiteY3" fmla="*/ 1981333 h 2084853"/>
                <a:gd name="connsiteX4" fmla="*/ 768571 w 3065770"/>
                <a:gd name="connsiteY4" fmla="*/ 1718703 h 2084853"/>
                <a:gd name="connsiteX5" fmla="*/ 5660 w 3065770"/>
                <a:gd name="connsiteY5" fmla="*/ 41752 h 2084853"/>
                <a:gd name="connsiteX0" fmla="*/ 12471 w 3072581"/>
                <a:gd name="connsiteY0" fmla="*/ 41752 h 2092530"/>
                <a:gd name="connsiteX1" fmla="*/ 1136243 w 3072581"/>
                <a:gd name="connsiteY1" fmla="*/ 497481 h 2092530"/>
                <a:gd name="connsiteX2" fmla="*/ 2835136 w 3072581"/>
                <a:gd name="connsiteY2" fmla="*/ 374380 h 2092530"/>
                <a:gd name="connsiteX3" fmla="*/ 2369034 w 3072581"/>
                <a:gd name="connsiteY3" fmla="*/ 1981333 h 2092530"/>
                <a:gd name="connsiteX4" fmla="*/ 775382 w 3072581"/>
                <a:gd name="connsiteY4" fmla="*/ 1718703 h 2092530"/>
                <a:gd name="connsiteX5" fmla="*/ 12471 w 3072581"/>
                <a:gd name="connsiteY5" fmla="*/ 41752 h 2092530"/>
                <a:gd name="connsiteX0" fmla="*/ 2798 w 3655173"/>
                <a:gd name="connsiteY0" fmla="*/ 869129 h 2007317"/>
                <a:gd name="connsiteX1" fmla="*/ 1718835 w 3655173"/>
                <a:gd name="connsiteY1" fmla="*/ 445136 h 2007317"/>
                <a:gd name="connsiteX2" fmla="*/ 3417728 w 3655173"/>
                <a:gd name="connsiteY2" fmla="*/ 322035 h 2007317"/>
                <a:gd name="connsiteX3" fmla="*/ 2951626 w 3655173"/>
                <a:gd name="connsiteY3" fmla="*/ 1928988 h 2007317"/>
                <a:gd name="connsiteX4" fmla="*/ 1357974 w 3655173"/>
                <a:gd name="connsiteY4" fmla="*/ 1666358 h 2007317"/>
                <a:gd name="connsiteX5" fmla="*/ 2798 w 3655173"/>
                <a:gd name="connsiteY5" fmla="*/ 869129 h 2007317"/>
                <a:gd name="connsiteX0" fmla="*/ 542 w 3652917"/>
                <a:gd name="connsiteY0" fmla="*/ 869129 h 2007318"/>
                <a:gd name="connsiteX1" fmla="*/ 1716579 w 3652917"/>
                <a:gd name="connsiteY1" fmla="*/ 445136 h 2007318"/>
                <a:gd name="connsiteX2" fmla="*/ 3415472 w 3652917"/>
                <a:gd name="connsiteY2" fmla="*/ 322035 h 2007318"/>
                <a:gd name="connsiteX3" fmla="*/ 2949370 w 3652917"/>
                <a:gd name="connsiteY3" fmla="*/ 1928988 h 2007318"/>
                <a:gd name="connsiteX4" fmla="*/ 1355718 w 3652917"/>
                <a:gd name="connsiteY4" fmla="*/ 1666358 h 2007318"/>
                <a:gd name="connsiteX5" fmla="*/ 542 w 3652917"/>
                <a:gd name="connsiteY5" fmla="*/ 869129 h 2007318"/>
                <a:gd name="connsiteX0" fmla="*/ 243 w 3639926"/>
                <a:gd name="connsiteY0" fmla="*/ 869129 h 1955507"/>
                <a:gd name="connsiteX1" fmla="*/ 1716280 w 3639926"/>
                <a:gd name="connsiteY1" fmla="*/ 445136 h 1955507"/>
                <a:gd name="connsiteX2" fmla="*/ 3415173 w 3639926"/>
                <a:gd name="connsiteY2" fmla="*/ 322035 h 1955507"/>
                <a:gd name="connsiteX3" fmla="*/ 2949071 w 3639926"/>
                <a:gd name="connsiteY3" fmla="*/ 1928988 h 1955507"/>
                <a:gd name="connsiteX4" fmla="*/ 1833458 w 3639926"/>
                <a:gd name="connsiteY4" fmla="*/ 1291535 h 1955507"/>
                <a:gd name="connsiteX5" fmla="*/ 243 w 3639926"/>
                <a:gd name="connsiteY5" fmla="*/ 869129 h 1955507"/>
                <a:gd name="connsiteX0" fmla="*/ 243 w 3639926"/>
                <a:gd name="connsiteY0" fmla="*/ 869129 h 1947022"/>
                <a:gd name="connsiteX1" fmla="*/ 1716280 w 3639926"/>
                <a:gd name="connsiteY1" fmla="*/ 445136 h 1947022"/>
                <a:gd name="connsiteX2" fmla="*/ 3415173 w 3639926"/>
                <a:gd name="connsiteY2" fmla="*/ 322035 h 1947022"/>
                <a:gd name="connsiteX3" fmla="*/ 2949071 w 3639926"/>
                <a:gd name="connsiteY3" fmla="*/ 1928988 h 1947022"/>
                <a:gd name="connsiteX4" fmla="*/ 1833458 w 3639926"/>
                <a:gd name="connsiteY4" fmla="*/ 1291535 h 1947022"/>
                <a:gd name="connsiteX5" fmla="*/ 243 w 3639926"/>
                <a:gd name="connsiteY5" fmla="*/ 869129 h 1947022"/>
                <a:gd name="connsiteX0" fmla="*/ 7345 w 3647028"/>
                <a:gd name="connsiteY0" fmla="*/ 869129 h 1947022"/>
                <a:gd name="connsiteX1" fmla="*/ 1723382 w 3647028"/>
                <a:gd name="connsiteY1" fmla="*/ 445136 h 1947022"/>
                <a:gd name="connsiteX2" fmla="*/ 3422275 w 3647028"/>
                <a:gd name="connsiteY2" fmla="*/ 322035 h 1947022"/>
                <a:gd name="connsiteX3" fmla="*/ 2956173 w 3647028"/>
                <a:gd name="connsiteY3" fmla="*/ 1928988 h 1947022"/>
                <a:gd name="connsiteX4" fmla="*/ 1840560 w 3647028"/>
                <a:gd name="connsiteY4" fmla="*/ 1291535 h 1947022"/>
                <a:gd name="connsiteX5" fmla="*/ 7345 w 3647028"/>
                <a:gd name="connsiteY5" fmla="*/ 869129 h 1947022"/>
                <a:gd name="connsiteX0" fmla="*/ 7345 w 3811052"/>
                <a:gd name="connsiteY0" fmla="*/ 869129 h 1929159"/>
                <a:gd name="connsiteX1" fmla="*/ 1723382 w 3811052"/>
                <a:gd name="connsiteY1" fmla="*/ 445136 h 1929159"/>
                <a:gd name="connsiteX2" fmla="*/ 3422275 w 3811052"/>
                <a:gd name="connsiteY2" fmla="*/ 322035 h 1929159"/>
                <a:gd name="connsiteX3" fmla="*/ 2956173 w 3811052"/>
                <a:gd name="connsiteY3" fmla="*/ 1928988 h 1929159"/>
                <a:gd name="connsiteX4" fmla="*/ 1840560 w 3811052"/>
                <a:gd name="connsiteY4" fmla="*/ 1291535 h 1929159"/>
                <a:gd name="connsiteX5" fmla="*/ 7345 w 3811052"/>
                <a:gd name="connsiteY5" fmla="*/ 869129 h 1929159"/>
                <a:gd name="connsiteX0" fmla="*/ 5264 w 3937957"/>
                <a:gd name="connsiteY0" fmla="*/ 1155023 h 1938909"/>
                <a:gd name="connsiteX1" fmla="*/ 1850286 w 3937957"/>
                <a:gd name="connsiteY1" fmla="*/ 454886 h 1938909"/>
                <a:gd name="connsiteX2" fmla="*/ 3549179 w 3937957"/>
                <a:gd name="connsiteY2" fmla="*/ 331785 h 1938909"/>
                <a:gd name="connsiteX3" fmla="*/ 3083077 w 3937957"/>
                <a:gd name="connsiteY3" fmla="*/ 1938738 h 1938909"/>
                <a:gd name="connsiteX4" fmla="*/ 1967464 w 3937957"/>
                <a:gd name="connsiteY4" fmla="*/ 1301285 h 1938909"/>
                <a:gd name="connsiteX5" fmla="*/ 5264 w 3937957"/>
                <a:gd name="connsiteY5" fmla="*/ 1155023 h 1938909"/>
                <a:gd name="connsiteX0" fmla="*/ 23607 w 3956300"/>
                <a:gd name="connsiteY0" fmla="*/ 1155023 h 1938909"/>
                <a:gd name="connsiteX1" fmla="*/ 1868629 w 3956300"/>
                <a:gd name="connsiteY1" fmla="*/ 454886 h 1938909"/>
                <a:gd name="connsiteX2" fmla="*/ 3567522 w 3956300"/>
                <a:gd name="connsiteY2" fmla="*/ 331785 h 1938909"/>
                <a:gd name="connsiteX3" fmla="*/ 3101420 w 3956300"/>
                <a:gd name="connsiteY3" fmla="*/ 1938738 h 1938909"/>
                <a:gd name="connsiteX4" fmla="*/ 1985807 w 3956300"/>
                <a:gd name="connsiteY4" fmla="*/ 1301285 h 1938909"/>
                <a:gd name="connsiteX5" fmla="*/ 23607 w 3956300"/>
                <a:gd name="connsiteY5" fmla="*/ 1155023 h 1938909"/>
                <a:gd name="connsiteX0" fmla="*/ 356 w 3775841"/>
                <a:gd name="connsiteY0" fmla="*/ 1155023 h 1975367"/>
                <a:gd name="connsiteX1" fmla="*/ 1845378 w 3775841"/>
                <a:gd name="connsiteY1" fmla="*/ 454886 h 1975367"/>
                <a:gd name="connsiteX2" fmla="*/ 3544271 w 3775841"/>
                <a:gd name="connsiteY2" fmla="*/ 331785 h 1975367"/>
                <a:gd name="connsiteX3" fmla="*/ 3078169 w 3775841"/>
                <a:gd name="connsiteY3" fmla="*/ 1938738 h 1975367"/>
                <a:gd name="connsiteX4" fmla="*/ 1700608 w 3775841"/>
                <a:gd name="connsiteY4" fmla="*/ 1432728 h 1975367"/>
                <a:gd name="connsiteX5" fmla="*/ 356 w 3775841"/>
                <a:gd name="connsiteY5" fmla="*/ 1155023 h 1975367"/>
                <a:gd name="connsiteX0" fmla="*/ 385 w 3775871"/>
                <a:gd name="connsiteY0" fmla="*/ 1155023 h 1964875"/>
                <a:gd name="connsiteX1" fmla="*/ 1845407 w 3775871"/>
                <a:gd name="connsiteY1" fmla="*/ 454886 h 1964875"/>
                <a:gd name="connsiteX2" fmla="*/ 3544300 w 3775871"/>
                <a:gd name="connsiteY2" fmla="*/ 331785 h 1964875"/>
                <a:gd name="connsiteX3" fmla="*/ 3078198 w 3775871"/>
                <a:gd name="connsiteY3" fmla="*/ 1938738 h 1964875"/>
                <a:gd name="connsiteX4" fmla="*/ 1700637 w 3775871"/>
                <a:gd name="connsiteY4" fmla="*/ 1432728 h 1964875"/>
                <a:gd name="connsiteX5" fmla="*/ 385 w 3775871"/>
                <a:gd name="connsiteY5" fmla="*/ 1155023 h 1964875"/>
                <a:gd name="connsiteX0" fmla="*/ 518 w 3310321"/>
                <a:gd name="connsiteY0" fmla="*/ 1561197 h 1986949"/>
                <a:gd name="connsiteX1" fmla="*/ 1379857 w 3310321"/>
                <a:gd name="connsiteY1" fmla="*/ 469469 h 1986949"/>
                <a:gd name="connsiteX2" fmla="*/ 3078750 w 3310321"/>
                <a:gd name="connsiteY2" fmla="*/ 346368 h 1986949"/>
                <a:gd name="connsiteX3" fmla="*/ 2612648 w 3310321"/>
                <a:gd name="connsiteY3" fmla="*/ 1953321 h 1986949"/>
                <a:gd name="connsiteX4" fmla="*/ 1235087 w 3310321"/>
                <a:gd name="connsiteY4" fmla="*/ 1447311 h 1986949"/>
                <a:gd name="connsiteX5" fmla="*/ 518 w 3310321"/>
                <a:gd name="connsiteY5" fmla="*/ 1561197 h 1986949"/>
                <a:gd name="connsiteX0" fmla="*/ 252954 w 3562757"/>
                <a:gd name="connsiteY0" fmla="*/ 1561197 h 1986950"/>
                <a:gd name="connsiteX1" fmla="*/ 1632293 w 3562757"/>
                <a:gd name="connsiteY1" fmla="*/ 469469 h 1986950"/>
                <a:gd name="connsiteX2" fmla="*/ 3331186 w 3562757"/>
                <a:gd name="connsiteY2" fmla="*/ 346368 h 1986950"/>
                <a:gd name="connsiteX3" fmla="*/ 2865084 w 3562757"/>
                <a:gd name="connsiteY3" fmla="*/ 1953321 h 1986950"/>
                <a:gd name="connsiteX4" fmla="*/ 1487523 w 3562757"/>
                <a:gd name="connsiteY4" fmla="*/ 1447311 h 1986950"/>
                <a:gd name="connsiteX5" fmla="*/ 252954 w 3562757"/>
                <a:gd name="connsiteY5" fmla="*/ 1561197 h 1986950"/>
                <a:gd name="connsiteX0" fmla="*/ 275988 w 4836894"/>
                <a:gd name="connsiteY0" fmla="*/ 1254188 h 1664972"/>
                <a:gd name="connsiteX1" fmla="*/ 1655327 w 4836894"/>
                <a:gd name="connsiteY1" fmla="*/ 162460 h 1664972"/>
                <a:gd name="connsiteX2" fmla="*/ 4715739 w 4836894"/>
                <a:gd name="connsiteY2" fmla="*/ 494988 h 1664972"/>
                <a:gd name="connsiteX3" fmla="*/ 2888118 w 4836894"/>
                <a:gd name="connsiteY3" fmla="*/ 1646312 h 1664972"/>
                <a:gd name="connsiteX4" fmla="*/ 1510557 w 4836894"/>
                <a:gd name="connsiteY4" fmla="*/ 1140302 h 1664972"/>
                <a:gd name="connsiteX5" fmla="*/ 275988 w 4836894"/>
                <a:gd name="connsiteY5" fmla="*/ 1254188 h 1664972"/>
                <a:gd name="connsiteX0" fmla="*/ 275988 w 4716813"/>
                <a:gd name="connsiteY0" fmla="*/ 1630321 h 2049242"/>
                <a:gd name="connsiteX1" fmla="*/ 1655327 w 4716813"/>
                <a:gd name="connsiteY1" fmla="*/ 538593 h 2049242"/>
                <a:gd name="connsiteX2" fmla="*/ 4715739 w 4716813"/>
                <a:gd name="connsiteY2" fmla="*/ 871121 h 2049242"/>
                <a:gd name="connsiteX3" fmla="*/ 2888118 w 4716813"/>
                <a:gd name="connsiteY3" fmla="*/ 2022445 h 2049242"/>
                <a:gd name="connsiteX4" fmla="*/ 1510557 w 4716813"/>
                <a:gd name="connsiteY4" fmla="*/ 1516435 h 2049242"/>
                <a:gd name="connsiteX5" fmla="*/ 275988 w 4716813"/>
                <a:gd name="connsiteY5" fmla="*/ 1630321 h 2049242"/>
                <a:gd name="connsiteX0" fmla="*/ 275988 w 4749030"/>
                <a:gd name="connsiteY0" fmla="*/ 1124638 h 1545870"/>
                <a:gd name="connsiteX1" fmla="*/ 1655327 w 4749030"/>
                <a:gd name="connsiteY1" fmla="*/ 32910 h 1545870"/>
                <a:gd name="connsiteX2" fmla="*/ 4715739 w 4749030"/>
                <a:gd name="connsiteY2" fmla="*/ 365438 h 1545870"/>
                <a:gd name="connsiteX3" fmla="*/ 3175706 w 4749030"/>
                <a:gd name="connsiteY3" fmla="*/ 1192854 h 1545870"/>
                <a:gd name="connsiteX4" fmla="*/ 1510557 w 4749030"/>
                <a:gd name="connsiteY4" fmla="*/ 1010752 h 1545870"/>
                <a:gd name="connsiteX5" fmla="*/ 275988 w 4749030"/>
                <a:gd name="connsiteY5" fmla="*/ 1124638 h 1545870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40315"/>
                <a:gd name="connsiteY0" fmla="*/ 1132875 h 1722803"/>
                <a:gd name="connsiteX1" fmla="*/ 1655327 w 4740315"/>
                <a:gd name="connsiteY1" fmla="*/ 41147 h 1722803"/>
                <a:gd name="connsiteX2" fmla="*/ 4715739 w 4740315"/>
                <a:gd name="connsiteY2" fmla="*/ 373675 h 1722803"/>
                <a:gd name="connsiteX3" fmla="*/ 3012343 w 4740315"/>
                <a:gd name="connsiteY3" fmla="*/ 1711656 h 1722803"/>
                <a:gd name="connsiteX4" fmla="*/ 1510557 w 4740315"/>
                <a:gd name="connsiteY4" fmla="*/ 1018989 h 1722803"/>
                <a:gd name="connsiteX5" fmla="*/ 275988 w 4740315"/>
                <a:gd name="connsiteY5" fmla="*/ 1132875 h 1722803"/>
                <a:gd name="connsiteX0" fmla="*/ 275988 w 4756119"/>
                <a:gd name="connsiteY0" fmla="*/ 1127108 h 1542684"/>
                <a:gd name="connsiteX1" fmla="*/ 1655327 w 4756119"/>
                <a:gd name="connsiteY1" fmla="*/ 35380 h 1542684"/>
                <a:gd name="connsiteX2" fmla="*/ 4715739 w 4756119"/>
                <a:gd name="connsiteY2" fmla="*/ 367908 h 1542684"/>
                <a:gd name="connsiteX3" fmla="*/ 3285074 w 4756119"/>
                <a:gd name="connsiteY3" fmla="*/ 1369029 h 1542684"/>
                <a:gd name="connsiteX4" fmla="*/ 1510557 w 4756119"/>
                <a:gd name="connsiteY4" fmla="*/ 1013222 h 1542684"/>
                <a:gd name="connsiteX5" fmla="*/ 275988 w 4756119"/>
                <a:gd name="connsiteY5" fmla="*/ 1127108 h 1542684"/>
                <a:gd name="connsiteX0" fmla="*/ 275988 w 4715923"/>
                <a:gd name="connsiteY0" fmla="*/ 1122352 h 1572226"/>
                <a:gd name="connsiteX1" fmla="*/ 1655327 w 4715923"/>
                <a:gd name="connsiteY1" fmla="*/ 30624 h 1572226"/>
                <a:gd name="connsiteX2" fmla="*/ 4715739 w 4715923"/>
                <a:gd name="connsiteY2" fmla="*/ 363152 h 1572226"/>
                <a:gd name="connsiteX3" fmla="*/ 1510557 w 4715923"/>
                <a:gd name="connsiteY3" fmla="*/ 1008466 h 1572226"/>
                <a:gd name="connsiteX4" fmla="*/ 275988 w 4715923"/>
                <a:gd name="connsiteY4" fmla="*/ 1122352 h 1572226"/>
                <a:gd name="connsiteX0" fmla="*/ 25029 w 4476010"/>
                <a:gd name="connsiteY0" fmla="*/ 1892393 h 2022034"/>
                <a:gd name="connsiteX1" fmla="*/ 2236847 w 4476010"/>
                <a:gd name="connsiteY1" fmla="*/ 11492 h 2022034"/>
                <a:gd name="connsiteX2" fmla="*/ 4464780 w 4476010"/>
                <a:gd name="connsiteY2" fmla="*/ 1133193 h 2022034"/>
                <a:gd name="connsiteX3" fmla="*/ 1259598 w 4476010"/>
                <a:gd name="connsiteY3" fmla="*/ 1778507 h 2022034"/>
                <a:gd name="connsiteX4" fmla="*/ 25029 w 4476010"/>
                <a:gd name="connsiteY4" fmla="*/ 1892393 h 2022034"/>
                <a:gd name="connsiteX0" fmla="*/ 19312 w 4468531"/>
                <a:gd name="connsiteY0" fmla="*/ 1893478 h 2350831"/>
                <a:gd name="connsiteX1" fmla="*/ 2231130 w 4468531"/>
                <a:gd name="connsiteY1" fmla="*/ 12577 h 2350831"/>
                <a:gd name="connsiteX2" fmla="*/ 4459063 w 4468531"/>
                <a:gd name="connsiteY2" fmla="*/ 1134278 h 2350831"/>
                <a:gd name="connsiteX3" fmla="*/ 2962196 w 4468531"/>
                <a:gd name="connsiteY3" fmla="*/ 2337807 h 2350831"/>
                <a:gd name="connsiteX4" fmla="*/ 1253881 w 4468531"/>
                <a:gd name="connsiteY4" fmla="*/ 1779592 h 2350831"/>
                <a:gd name="connsiteX5" fmla="*/ 19312 w 4468531"/>
                <a:gd name="connsiteY5" fmla="*/ 1893478 h 2350831"/>
                <a:gd name="connsiteX0" fmla="*/ 114931 w 4564151"/>
                <a:gd name="connsiteY0" fmla="*/ 1893478 h 2606070"/>
                <a:gd name="connsiteX1" fmla="*/ 2326749 w 4564151"/>
                <a:gd name="connsiteY1" fmla="*/ 12577 h 2606070"/>
                <a:gd name="connsiteX2" fmla="*/ 4554682 w 4564151"/>
                <a:gd name="connsiteY2" fmla="*/ 1134278 h 2606070"/>
                <a:gd name="connsiteX3" fmla="*/ 3057815 w 4564151"/>
                <a:gd name="connsiteY3" fmla="*/ 2337807 h 2606070"/>
                <a:gd name="connsiteX4" fmla="*/ 602599 w 4564151"/>
                <a:gd name="connsiteY4" fmla="*/ 2591133 h 2606070"/>
                <a:gd name="connsiteX5" fmla="*/ 114931 w 4564151"/>
                <a:gd name="connsiteY5" fmla="*/ 1893478 h 2606070"/>
                <a:gd name="connsiteX0" fmla="*/ 339436 w 4163621"/>
                <a:gd name="connsiteY0" fmla="*/ 711041 h 2677547"/>
                <a:gd name="connsiteX1" fmla="*/ 1926219 w 4163621"/>
                <a:gd name="connsiteY1" fmla="*/ 9118 h 2677547"/>
                <a:gd name="connsiteX2" fmla="*/ 4154152 w 4163621"/>
                <a:gd name="connsiteY2" fmla="*/ 1130819 h 2677547"/>
                <a:gd name="connsiteX3" fmla="*/ 2657285 w 4163621"/>
                <a:gd name="connsiteY3" fmla="*/ 2334348 h 2677547"/>
                <a:gd name="connsiteX4" fmla="*/ 202069 w 4163621"/>
                <a:gd name="connsiteY4" fmla="*/ 2587674 h 2677547"/>
                <a:gd name="connsiteX5" fmla="*/ 339436 w 4163621"/>
                <a:gd name="connsiteY5" fmla="*/ 711041 h 2677547"/>
                <a:gd name="connsiteX0" fmla="*/ 8699 w 3970251"/>
                <a:gd name="connsiteY0" fmla="*/ 2578556 h 2717756"/>
                <a:gd name="connsiteX1" fmla="*/ 1732849 w 3970251"/>
                <a:gd name="connsiteY1" fmla="*/ 0 h 2717756"/>
                <a:gd name="connsiteX2" fmla="*/ 3960782 w 3970251"/>
                <a:gd name="connsiteY2" fmla="*/ 1121701 h 2717756"/>
                <a:gd name="connsiteX3" fmla="*/ 2463915 w 3970251"/>
                <a:gd name="connsiteY3" fmla="*/ 2325230 h 2717756"/>
                <a:gd name="connsiteX4" fmla="*/ 8699 w 3970251"/>
                <a:gd name="connsiteY4" fmla="*/ 2578556 h 2717756"/>
                <a:gd name="connsiteX0" fmla="*/ 11617 w 3584652"/>
                <a:gd name="connsiteY0" fmla="*/ 1430838 h 2340009"/>
                <a:gd name="connsiteX1" fmla="*/ 1347250 w 3584652"/>
                <a:gd name="connsiteY1" fmla="*/ 2380 h 2340009"/>
                <a:gd name="connsiteX2" fmla="*/ 3575183 w 3584652"/>
                <a:gd name="connsiteY2" fmla="*/ 1124081 h 2340009"/>
                <a:gd name="connsiteX3" fmla="*/ 2078316 w 3584652"/>
                <a:gd name="connsiteY3" fmla="*/ 2327610 h 2340009"/>
                <a:gd name="connsiteX4" fmla="*/ 11617 w 3584652"/>
                <a:gd name="connsiteY4" fmla="*/ 1430838 h 2340009"/>
                <a:gd name="connsiteX0" fmla="*/ 36322 w 3609357"/>
                <a:gd name="connsiteY0" fmla="*/ 1430838 h 2532978"/>
                <a:gd name="connsiteX1" fmla="*/ 1371955 w 3609357"/>
                <a:gd name="connsiteY1" fmla="*/ 2380 h 2532978"/>
                <a:gd name="connsiteX2" fmla="*/ 3599888 w 3609357"/>
                <a:gd name="connsiteY2" fmla="*/ 1124081 h 2532978"/>
                <a:gd name="connsiteX3" fmla="*/ 2103021 w 3609357"/>
                <a:gd name="connsiteY3" fmla="*/ 2327610 h 2532978"/>
                <a:gd name="connsiteX4" fmla="*/ 36322 w 3609357"/>
                <a:gd name="connsiteY4" fmla="*/ 1430838 h 2532978"/>
                <a:gd name="connsiteX0" fmla="*/ 3580 w 3569301"/>
                <a:gd name="connsiteY0" fmla="*/ 1431089 h 2816320"/>
                <a:gd name="connsiteX1" fmla="*/ 1339213 w 3569301"/>
                <a:gd name="connsiteY1" fmla="*/ 2631 h 2816320"/>
                <a:gd name="connsiteX2" fmla="*/ 3567146 w 3569301"/>
                <a:gd name="connsiteY2" fmla="*/ 1124332 h 2816320"/>
                <a:gd name="connsiteX3" fmla="*/ 1722688 w 3569301"/>
                <a:gd name="connsiteY3" fmla="*/ 2808414 h 2816320"/>
                <a:gd name="connsiteX4" fmla="*/ 3580 w 3569301"/>
                <a:gd name="connsiteY4" fmla="*/ 1431089 h 2816320"/>
                <a:gd name="connsiteX0" fmla="*/ 3579 w 3569300"/>
                <a:gd name="connsiteY0" fmla="*/ 1431089 h 2808414"/>
                <a:gd name="connsiteX1" fmla="*/ 1339212 w 3569300"/>
                <a:gd name="connsiteY1" fmla="*/ 2631 h 2808414"/>
                <a:gd name="connsiteX2" fmla="*/ 3567145 w 3569300"/>
                <a:gd name="connsiteY2" fmla="*/ 1124332 h 2808414"/>
                <a:gd name="connsiteX3" fmla="*/ 1722687 w 3569300"/>
                <a:gd name="connsiteY3" fmla="*/ 2808414 h 2808414"/>
                <a:gd name="connsiteX4" fmla="*/ 3579 w 3569300"/>
                <a:gd name="connsiteY4" fmla="*/ 1431089 h 2808414"/>
                <a:gd name="connsiteX0" fmla="*/ 3579 w 3570402"/>
                <a:gd name="connsiteY0" fmla="*/ 1431089 h 2845664"/>
                <a:gd name="connsiteX1" fmla="*/ 1339212 w 3570402"/>
                <a:gd name="connsiteY1" fmla="*/ 2631 h 2845664"/>
                <a:gd name="connsiteX2" fmla="*/ 3567145 w 3570402"/>
                <a:gd name="connsiteY2" fmla="*/ 1124332 h 2845664"/>
                <a:gd name="connsiteX3" fmla="*/ 1722687 w 3570402"/>
                <a:gd name="connsiteY3" fmla="*/ 2808414 h 2845664"/>
                <a:gd name="connsiteX4" fmla="*/ 3579 w 3570402"/>
                <a:gd name="connsiteY4" fmla="*/ 1431089 h 2845664"/>
                <a:gd name="connsiteX0" fmla="*/ 3579 w 3571531"/>
                <a:gd name="connsiteY0" fmla="*/ 1431089 h 2809355"/>
                <a:gd name="connsiteX1" fmla="*/ 1339212 w 3571531"/>
                <a:gd name="connsiteY1" fmla="*/ 2631 h 2809355"/>
                <a:gd name="connsiteX2" fmla="*/ 3567145 w 3571531"/>
                <a:gd name="connsiteY2" fmla="*/ 1124332 h 2809355"/>
                <a:gd name="connsiteX3" fmla="*/ 1722687 w 3571531"/>
                <a:gd name="connsiteY3" fmla="*/ 2808414 h 2809355"/>
                <a:gd name="connsiteX4" fmla="*/ 3579 w 3571531"/>
                <a:gd name="connsiteY4" fmla="*/ 1431089 h 2809355"/>
                <a:gd name="connsiteX0" fmla="*/ 3579 w 3570449"/>
                <a:gd name="connsiteY0" fmla="*/ 1431089 h 2811091"/>
                <a:gd name="connsiteX1" fmla="*/ 1339212 w 3570449"/>
                <a:gd name="connsiteY1" fmla="*/ 2631 h 2811091"/>
                <a:gd name="connsiteX2" fmla="*/ 3567145 w 3570449"/>
                <a:gd name="connsiteY2" fmla="*/ 1124332 h 2811091"/>
                <a:gd name="connsiteX3" fmla="*/ 1722687 w 3570449"/>
                <a:gd name="connsiteY3" fmla="*/ 2808414 h 2811091"/>
                <a:gd name="connsiteX4" fmla="*/ 3579 w 3570449"/>
                <a:gd name="connsiteY4" fmla="*/ 1431089 h 2811091"/>
                <a:gd name="connsiteX0" fmla="*/ 9477 w 3576347"/>
                <a:gd name="connsiteY0" fmla="*/ 1454488 h 2834490"/>
                <a:gd name="connsiteX1" fmla="*/ 1345110 w 3576347"/>
                <a:gd name="connsiteY1" fmla="*/ 26030 h 2834490"/>
                <a:gd name="connsiteX2" fmla="*/ 3573043 w 3576347"/>
                <a:gd name="connsiteY2" fmla="*/ 1147731 h 2834490"/>
                <a:gd name="connsiteX3" fmla="*/ 1728585 w 3576347"/>
                <a:gd name="connsiteY3" fmla="*/ 2831813 h 2834490"/>
                <a:gd name="connsiteX4" fmla="*/ 9477 w 3576347"/>
                <a:gd name="connsiteY4" fmla="*/ 1454488 h 2834490"/>
                <a:gd name="connsiteX0" fmla="*/ 11200 w 3578070"/>
                <a:gd name="connsiteY0" fmla="*/ 1454488 h 2834490"/>
                <a:gd name="connsiteX1" fmla="*/ 1346833 w 3578070"/>
                <a:gd name="connsiteY1" fmla="*/ 26030 h 2834490"/>
                <a:gd name="connsiteX2" fmla="*/ 3574766 w 3578070"/>
                <a:gd name="connsiteY2" fmla="*/ 1147731 h 2834490"/>
                <a:gd name="connsiteX3" fmla="*/ 1730308 w 3578070"/>
                <a:gd name="connsiteY3" fmla="*/ 2831813 h 2834490"/>
                <a:gd name="connsiteX4" fmla="*/ 11200 w 3578070"/>
                <a:gd name="connsiteY4" fmla="*/ 1454488 h 2834490"/>
                <a:gd name="connsiteX0" fmla="*/ 5238 w 3394494"/>
                <a:gd name="connsiteY0" fmla="*/ 1561249 h 2815719"/>
                <a:gd name="connsiteX1" fmla="*/ 1164359 w 3394494"/>
                <a:gd name="connsiteY1" fmla="*/ 5027 h 2815719"/>
                <a:gd name="connsiteX2" fmla="*/ 3392292 w 3394494"/>
                <a:gd name="connsiteY2" fmla="*/ 1126728 h 2815719"/>
                <a:gd name="connsiteX3" fmla="*/ 1547834 w 3394494"/>
                <a:gd name="connsiteY3" fmla="*/ 2810810 h 2815719"/>
                <a:gd name="connsiteX4" fmla="*/ 5238 w 3394494"/>
                <a:gd name="connsiteY4" fmla="*/ 1561249 h 2815719"/>
                <a:gd name="connsiteX0" fmla="*/ 1714 w 3390970"/>
                <a:gd name="connsiteY0" fmla="*/ 1561249 h 2816846"/>
                <a:gd name="connsiteX1" fmla="*/ 1160835 w 3390970"/>
                <a:gd name="connsiteY1" fmla="*/ 5027 h 2816846"/>
                <a:gd name="connsiteX2" fmla="*/ 3388768 w 3390970"/>
                <a:gd name="connsiteY2" fmla="*/ 1126728 h 2816846"/>
                <a:gd name="connsiteX3" fmla="*/ 1544310 w 3390970"/>
                <a:gd name="connsiteY3" fmla="*/ 2810810 h 2816846"/>
                <a:gd name="connsiteX4" fmla="*/ 1714 w 3390970"/>
                <a:gd name="connsiteY4" fmla="*/ 1561249 h 2816846"/>
                <a:gd name="connsiteX0" fmla="*/ 1714 w 3392183"/>
                <a:gd name="connsiteY0" fmla="*/ 1561249 h 2822298"/>
                <a:gd name="connsiteX1" fmla="*/ 1160835 w 3392183"/>
                <a:gd name="connsiteY1" fmla="*/ 5027 h 2822298"/>
                <a:gd name="connsiteX2" fmla="*/ 3388768 w 3392183"/>
                <a:gd name="connsiteY2" fmla="*/ 1126728 h 2822298"/>
                <a:gd name="connsiteX3" fmla="*/ 1544310 w 3392183"/>
                <a:gd name="connsiteY3" fmla="*/ 2810810 h 2822298"/>
                <a:gd name="connsiteX4" fmla="*/ 1714 w 3392183"/>
                <a:gd name="connsiteY4" fmla="*/ 1561249 h 2822298"/>
                <a:gd name="connsiteX0" fmla="*/ 1599 w 3099681"/>
                <a:gd name="connsiteY0" fmla="*/ 1556274 h 2805936"/>
                <a:gd name="connsiteX1" fmla="*/ 1160720 w 3099681"/>
                <a:gd name="connsiteY1" fmla="*/ 52 h 2805936"/>
                <a:gd name="connsiteX2" fmla="*/ 3097014 w 3099681"/>
                <a:gd name="connsiteY2" fmla="*/ 1505235 h 2805936"/>
                <a:gd name="connsiteX3" fmla="*/ 1544195 w 3099681"/>
                <a:gd name="connsiteY3" fmla="*/ 2805835 h 2805936"/>
                <a:gd name="connsiteX4" fmla="*/ 1599 w 3099681"/>
                <a:gd name="connsiteY4" fmla="*/ 1556274 h 2805936"/>
                <a:gd name="connsiteX0" fmla="*/ 1599 w 3098266"/>
                <a:gd name="connsiteY0" fmla="*/ 1556274 h 2805936"/>
                <a:gd name="connsiteX1" fmla="*/ 1160720 w 3098266"/>
                <a:gd name="connsiteY1" fmla="*/ 52 h 2805936"/>
                <a:gd name="connsiteX2" fmla="*/ 3097014 w 3098266"/>
                <a:gd name="connsiteY2" fmla="*/ 1505235 h 2805936"/>
                <a:gd name="connsiteX3" fmla="*/ 1544195 w 3098266"/>
                <a:gd name="connsiteY3" fmla="*/ 2805835 h 2805936"/>
                <a:gd name="connsiteX4" fmla="*/ 1599 w 3098266"/>
                <a:gd name="connsiteY4" fmla="*/ 1556274 h 2805936"/>
                <a:gd name="connsiteX0" fmla="*/ 6698 w 3107113"/>
                <a:gd name="connsiteY0" fmla="*/ 1556268 h 1995204"/>
                <a:gd name="connsiteX1" fmla="*/ 1165819 w 3107113"/>
                <a:gd name="connsiteY1" fmla="*/ 46 h 1995204"/>
                <a:gd name="connsiteX2" fmla="*/ 3102113 w 3107113"/>
                <a:gd name="connsiteY2" fmla="*/ 1505229 h 1995204"/>
                <a:gd name="connsiteX3" fmla="*/ 1670895 w 3107113"/>
                <a:gd name="connsiteY3" fmla="*/ 1994767 h 1995204"/>
                <a:gd name="connsiteX4" fmla="*/ 6698 w 3107113"/>
                <a:gd name="connsiteY4" fmla="*/ 1556268 h 1995204"/>
                <a:gd name="connsiteX0" fmla="*/ 6698 w 3107610"/>
                <a:gd name="connsiteY0" fmla="*/ 1556268 h 2094159"/>
                <a:gd name="connsiteX1" fmla="*/ 1165819 w 3107610"/>
                <a:gd name="connsiteY1" fmla="*/ 46 h 2094159"/>
                <a:gd name="connsiteX2" fmla="*/ 3102113 w 3107610"/>
                <a:gd name="connsiteY2" fmla="*/ 1505229 h 2094159"/>
                <a:gd name="connsiteX3" fmla="*/ 1670895 w 3107610"/>
                <a:gd name="connsiteY3" fmla="*/ 1994767 h 2094159"/>
                <a:gd name="connsiteX4" fmla="*/ 6698 w 3107610"/>
                <a:gd name="connsiteY4" fmla="*/ 1556268 h 2094159"/>
                <a:gd name="connsiteX0" fmla="*/ 6698 w 3108326"/>
                <a:gd name="connsiteY0" fmla="*/ 1556268 h 2032117"/>
                <a:gd name="connsiteX1" fmla="*/ 1165819 w 3108326"/>
                <a:gd name="connsiteY1" fmla="*/ 46 h 2032117"/>
                <a:gd name="connsiteX2" fmla="*/ 3102113 w 3108326"/>
                <a:gd name="connsiteY2" fmla="*/ 1505229 h 2032117"/>
                <a:gd name="connsiteX3" fmla="*/ 1670895 w 3108326"/>
                <a:gd name="connsiteY3" fmla="*/ 1994767 h 2032117"/>
                <a:gd name="connsiteX4" fmla="*/ 6698 w 3108326"/>
                <a:gd name="connsiteY4" fmla="*/ 1556268 h 2032117"/>
                <a:gd name="connsiteX0" fmla="*/ 2700 w 3101149"/>
                <a:gd name="connsiteY0" fmla="*/ 1588985 h 2065259"/>
                <a:gd name="connsiteX1" fmla="*/ 1324169 w 3101149"/>
                <a:gd name="connsiteY1" fmla="*/ 44 h 2065259"/>
                <a:gd name="connsiteX2" fmla="*/ 3098115 w 3101149"/>
                <a:gd name="connsiteY2" fmla="*/ 1537946 h 2065259"/>
                <a:gd name="connsiteX3" fmla="*/ 1666897 w 3101149"/>
                <a:gd name="connsiteY3" fmla="*/ 2027484 h 2065259"/>
                <a:gd name="connsiteX4" fmla="*/ 2700 w 3101149"/>
                <a:gd name="connsiteY4" fmla="*/ 1588985 h 2065259"/>
                <a:gd name="connsiteX0" fmla="*/ 2700 w 3100106"/>
                <a:gd name="connsiteY0" fmla="*/ 1588985 h 2163738"/>
                <a:gd name="connsiteX1" fmla="*/ 1324169 w 3100106"/>
                <a:gd name="connsiteY1" fmla="*/ 44 h 2163738"/>
                <a:gd name="connsiteX2" fmla="*/ 3098115 w 3100106"/>
                <a:gd name="connsiteY2" fmla="*/ 1537946 h 2163738"/>
                <a:gd name="connsiteX3" fmla="*/ 1666897 w 3100106"/>
                <a:gd name="connsiteY3" fmla="*/ 2027484 h 2163738"/>
                <a:gd name="connsiteX4" fmla="*/ 2700 w 3100106"/>
                <a:gd name="connsiteY4" fmla="*/ 1588985 h 2163738"/>
                <a:gd name="connsiteX0" fmla="*/ 2700 w 3100834"/>
                <a:gd name="connsiteY0" fmla="*/ 1588985 h 2056082"/>
                <a:gd name="connsiteX1" fmla="*/ 1324169 w 3100834"/>
                <a:gd name="connsiteY1" fmla="*/ 44 h 2056082"/>
                <a:gd name="connsiteX2" fmla="*/ 3098115 w 3100834"/>
                <a:gd name="connsiteY2" fmla="*/ 1537946 h 2056082"/>
                <a:gd name="connsiteX3" fmla="*/ 1666897 w 3100834"/>
                <a:gd name="connsiteY3" fmla="*/ 2027484 h 2056082"/>
                <a:gd name="connsiteX4" fmla="*/ 2700 w 3100834"/>
                <a:gd name="connsiteY4" fmla="*/ 1588985 h 2056082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01100" h="2041075">
                  <a:moveTo>
                    <a:pt x="2700" y="1588985"/>
                  </a:moveTo>
                  <a:cubicBezTo>
                    <a:pt x="-54421" y="1251078"/>
                    <a:pt x="808267" y="8550"/>
                    <a:pt x="1324169" y="44"/>
                  </a:cubicBezTo>
                  <a:cubicBezTo>
                    <a:pt x="1840071" y="-8462"/>
                    <a:pt x="3040994" y="1200039"/>
                    <a:pt x="3098115" y="1537946"/>
                  </a:cubicBezTo>
                  <a:cubicBezTo>
                    <a:pt x="3155236" y="1875853"/>
                    <a:pt x="2382291" y="1963492"/>
                    <a:pt x="1666897" y="2027484"/>
                  </a:cubicBezTo>
                  <a:cubicBezTo>
                    <a:pt x="951503" y="2091476"/>
                    <a:pt x="59821" y="1926892"/>
                    <a:pt x="2700" y="1588985"/>
                  </a:cubicBezTo>
                  <a:close/>
                </a:path>
              </a:pathLst>
            </a:custGeom>
            <a:solidFill>
              <a:srgbClr val="68C0E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13" name="Freihandform 12">
              <a:extLst>
                <a:ext uri="{FF2B5EF4-FFF2-40B4-BE49-F238E27FC236}">
                  <a16:creationId xmlns:a16="http://schemas.microsoft.com/office/drawing/2014/main" id="{DFD1980A-3636-3326-E22D-8E9333AEC2A2}"/>
                </a:ext>
              </a:extLst>
            </p:cNvPr>
            <p:cNvSpPr/>
            <p:nvPr/>
          </p:nvSpPr>
          <p:spPr>
            <a:xfrm rot="20823310" flipV="1">
              <a:off x="6947206" y="5460057"/>
              <a:ext cx="6636396" cy="3176678"/>
            </a:xfrm>
            <a:custGeom>
              <a:avLst/>
              <a:gdLst>
                <a:gd name="connsiteX0" fmla="*/ 346842 w 3373821"/>
                <a:gd name="connsiteY0" fmla="*/ 283779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346842 w 3373821"/>
                <a:gd name="connsiteY5" fmla="*/ 283779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882870 h 3310759"/>
                <a:gd name="connsiteX1" fmla="*/ 3090042 w 3373821"/>
                <a:gd name="connsiteY1" fmla="*/ 0 h 3310759"/>
                <a:gd name="connsiteX2" fmla="*/ 3373821 w 3373821"/>
                <a:gd name="connsiteY2" fmla="*/ 1849821 h 3310759"/>
                <a:gd name="connsiteX3" fmla="*/ 1902373 w 3373821"/>
                <a:gd name="connsiteY3" fmla="*/ 3310759 h 3310759"/>
                <a:gd name="connsiteX4" fmla="*/ 0 w 3373821"/>
                <a:gd name="connsiteY4" fmla="*/ 2511973 h 3310759"/>
                <a:gd name="connsiteX5" fmla="*/ 777766 w 3373821"/>
                <a:gd name="connsiteY5" fmla="*/ 882870 h 3310759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35451 h 3463340"/>
                <a:gd name="connsiteX1" fmla="*/ 3090042 w 3373821"/>
                <a:gd name="connsiteY1" fmla="*/ 152581 h 3463340"/>
                <a:gd name="connsiteX2" fmla="*/ 3373821 w 3373821"/>
                <a:gd name="connsiteY2" fmla="*/ 2002402 h 3463340"/>
                <a:gd name="connsiteX3" fmla="*/ 1902373 w 3373821"/>
                <a:gd name="connsiteY3" fmla="*/ 3463340 h 3463340"/>
                <a:gd name="connsiteX4" fmla="*/ 0 w 3373821"/>
                <a:gd name="connsiteY4" fmla="*/ 2664554 h 3463340"/>
                <a:gd name="connsiteX5" fmla="*/ 777766 w 3373821"/>
                <a:gd name="connsiteY5" fmla="*/ 1035451 h 3463340"/>
                <a:gd name="connsiteX0" fmla="*/ 777766 w 3468415"/>
                <a:gd name="connsiteY0" fmla="*/ 1035451 h 3463340"/>
                <a:gd name="connsiteX1" fmla="*/ 3090042 w 3468415"/>
                <a:gd name="connsiteY1" fmla="*/ 152581 h 3463340"/>
                <a:gd name="connsiteX2" fmla="*/ 3468415 w 3468415"/>
                <a:gd name="connsiteY2" fmla="*/ 2202098 h 3463340"/>
                <a:gd name="connsiteX3" fmla="*/ 1902373 w 3468415"/>
                <a:gd name="connsiteY3" fmla="*/ 3463340 h 3463340"/>
                <a:gd name="connsiteX4" fmla="*/ 0 w 3468415"/>
                <a:gd name="connsiteY4" fmla="*/ 2664554 h 3463340"/>
                <a:gd name="connsiteX5" fmla="*/ 777766 w 3468415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3748"/>
                <a:gd name="connsiteX1" fmla="*/ 3090042 w 3520921"/>
                <a:gd name="connsiteY1" fmla="*/ 152581 h 3463748"/>
                <a:gd name="connsiteX2" fmla="*/ 3468415 w 3520921"/>
                <a:gd name="connsiteY2" fmla="*/ 2202098 h 3463748"/>
                <a:gd name="connsiteX3" fmla="*/ 1902373 w 3520921"/>
                <a:gd name="connsiteY3" fmla="*/ 3463340 h 3463748"/>
                <a:gd name="connsiteX4" fmla="*/ 0 w 3520921"/>
                <a:gd name="connsiteY4" fmla="*/ 2664554 h 3463748"/>
                <a:gd name="connsiteX5" fmla="*/ 777766 w 3520921"/>
                <a:gd name="connsiteY5" fmla="*/ 1035451 h 3463748"/>
                <a:gd name="connsiteX0" fmla="*/ 815379 w 3558534"/>
                <a:gd name="connsiteY0" fmla="*/ 1035451 h 3463748"/>
                <a:gd name="connsiteX1" fmla="*/ 3127655 w 3558534"/>
                <a:gd name="connsiteY1" fmla="*/ 152581 h 3463748"/>
                <a:gd name="connsiteX2" fmla="*/ 3506028 w 3558534"/>
                <a:gd name="connsiteY2" fmla="*/ 2202098 h 3463748"/>
                <a:gd name="connsiteX3" fmla="*/ 1939986 w 3558534"/>
                <a:gd name="connsiteY3" fmla="*/ 3463340 h 3463748"/>
                <a:gd name="connsiteX4" fmla="*/ 37613 w 3558534"/>
                <a:gd name="connsiteY4" fmla="*/ 2664554 h 3463748"/>
                <a:gd name="connsiteX5" fmla="*/ 815379 w 3558534"/>
                <a:gd name="connsiteY5" fmla="*/ 1035451 h 3463748"/>
                <a:gd name="connsiteX0" fmla="*/ 815379 w 3558534"/>
                <a:gd name="connsiteY0" fmla="*/ 1035451 h 3464371"/>
                <a:gd name="connsiteX1" fmla="*/ 3127655 w 3558534"/>
                <a:gd name="connsiteY1" fmla="*/ 152581 h 3464371"/>
                <a:gd name="connsiteX2" fmla="*/ 3506028 w 3558534"/>
                <a:gd name="connsiteY2" fmla="*/ 2202098 h 3464371"/>
                <a:gd name="connsiteX3" fmla="*/ 1939986 w 3558534"/>
                <a:gd name="connsiteY3" fmla="*/ 3463340 h 3464371"/>
                <a:gd name="connsiteX4" fmla="*/ 37613 w 3558534"/>
                <a:gd name="connsiteY4" fmla="*/ 2664554 h 3464371"/>
                <a:gd name="connsiteX5" fmla="*/ 815379 w 3558534"/>
                <a:gd name="connsiteY5" fmla="*/ 1035451 h 3464371"/>
                <a:gd name="connsiteX0" fmla="*/ 815379 w 3150376"/>
                <a:gd name="connsiteY0" fmla="*/ 1035451 h 3464371"/>
                <a:gd name="connsiteX1" fmla="*/ 3127655 w 3150376"/>
                <a:gd name="connsiteY1" fmla="*/ 152581 h 3464371"/>
                <a:gd name="connsiteX2" fmla="*/ 1961008 w 3150376"/>
                <a:gd name="connsiteY2" fmla="*/ 1655560 h 3464371"/>
                <a:gd name="connsiteX3" fmla="*/ 1939986 w 3150376"/>
                <a:gd name="connsiteY3" fmla="*/ 3463340 h 3464371"/>
                <a:gd name="connsiteX4" fmla="*/ 37613 w 3150376"/>
                <a:gd name="connsiteY4" fmla="*/ 2664554 h 3464371"/>
                <a:gd name="connsiteX5" fmla="*/ 815379 w 3150376"/>
                <a:gd name="connsiteY5" fmla="*/ 1035451 h 3464371"/>
                <a:gd name="connsiteX0" fmla="*/ 815379 w 3162532"/>
                <a:gd name="connsiteY0" fmla="*/ 1035451 h 3464371"/>
                <a:gd name="connsiteX1" fmla="*/ 3127655 w 3162532"/>
                <a:gd name="connsiteY1" fmla="*/ 152581 h 3464371"/>
                <a:gd name="connsiteX2" fmla="*/ 2423463 w 3162532"/>
                <a:gd name="connsiteY2" fmla="*/ 1645049 h 3464371"/>
                <a:gd name="connsiteX3" fmla="*/ 1939986 w 3162532"/>
                <a:gd name="connsiteY3" fmla="*/ 3463340 h 3464371"/>
                <a:gd name="connsiteX4" fmla="*/ 37613 w 3162532"/>
                <a:gd name="connsiteY4" fmla="*/ 2664554 h 3464371"/>
                <a:gd name="connsiteX5" fmla="*/ 815379 w 3162532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606310"/>
                <a:gd name="connsiteX1" fmla="*/ 3127655 w 3171514"/>
                <a:gd name="connsiteY1" fmla="*/ 152581 h 3606310"/>
                <a:gd name="connsiteX2" fmla="*/ 2423463 w 3171514"/>
                <a:gd name="connsiteY2" fmla="*/ 1645049 h 3606310"/>
                <a:gd name="connsiteX3" fmla="*/ 2307848 w 3171514"/>
                <a:gd name="connsiteY3" fmla="*/ 3473850 h 3606310"/>
                <a:gd name="connsiteX4" fmla="*/ 37613 w 3171514"/>
                <a:gd name="connsiteY4" fmla="*/ 2664554 h 3606310"/>
                <a:gd name="connsiteX5" fmla="*/ 815379 w 3171514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64502"/>
                <a:gd name="connsiteY0" fmla="*/ 1035451 h 3606310"/>
                <a:gd name="connsiteX1" fmla="*/ 3127655 w 3164502"/>
                <a:gd name="connsiteY1" fmla="*/ 152581 h 3606310"/>
                <a:gd name="connsiteX2" fmla="*/ 2560098 w 3164502"/>
                <a:gd name="connsiteY2" fmla="*/ 1666070 h 3606310"/>
                <a:gd name="connsiteX3" fmla="*/ 2307848 w 3164502"/>
                <a:gd name="connsiteY3" fmla="*/ 3473850 h 3606310"/>
                <a:gd name="connsiteX4" fmla="*/ 37613 w 3164502"/>
                <a:gd name="connsiteY4" fmla="*/ 2664554 h 3606310"/>
                <a:gd name="connsiteX5" fmla="*/ 815379 w 3164502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29312 w 3176710"/>
                <a:gd name="connsiteY0" fmla="*/ 1035451 h 3606310"/>
                <a:gd name="connsiteX1" fmla="*/ 3141588 w 3176710"/>
                <a:gd name="connsiteY1" fmla="*/ 152581 h 3606310"/>
                <a:gd name="connsiteX2" fmla="*/ 2574031 w 3176710"/>
                <a:gd name="connsiteY2" fmla="*/ 1666070 h 3606310"/>
                <a:gd name="connsiteX3" fmla="*/ 2321781 w 3176710"/>
                <a:gd name="connsiteY3" fmla="*/ 3473850 h 3606310"/>
                <a:gd name="connsiteX4" fmla="*/ 51546 w 3176710"/>
                <a:gd name="connsiteY4" fmla="*/ 2664554 h 3606310"/>
                <a:gd name="connsiteX5" fmla="*/ 829312 w 3176710"/>
                <a:gd name="connsiteY5" fmla="*/ 1035451 h 3606310"/>
                <a:gd name="connsiteX0" fmla="*/ 829312 w 3177410"/>
                <a:gd name="connsiteY0" fmla="*/ 1035451 h 3606310"/>
                <a:gd name="connsiteX1" fmla="*/ 3141588 w 3177410"/>
                <a:gd name="connsiteY1" fmla="*/ 152581 h 3606310"/>
                <a:gd name="connsiteX2" fmla="*/ 2574031 w 3177410"/>
                <a:gd name="connsiteY2" fmla="*/ 1666070 h 3606310"/>
                <a:gd name="connsiteX3" fmla="*/ 2321781 w 3177410"/>
                <a:gd name="connsiteY3" fmla="*/ 3473850 h 3606310"/>
                <a:gd name="connsiteX4" fmla="*/ 51546 w 3177410"/>
                <a:gd name="connsiteY4" fmla="*/ 2664554 h 3606310"/>
                <a:gd name="connsiteX5" fmla="*/ 829312 w 3177410"/>
                <a:gd name="connsiteY5" fmla="*/ 1035451 h 3606310"/>
                <a:gd name="connsiteX0" fmla="*/ 829312 w 3177410"/>
                <a:gd name="connsiteY0" fmla="*/ 1013703 h 3584562"/>
                <a:gd name="connsiteX1" fmla="*/ 3141588 w 3177410"/>
                <a:gd name="connsiteY1" fmla="*/ 130833 h 3584562"/>
                <a:gd name="connsiteX2" fmla="*/ 2574031 w 3177410"/>
                <a:gd name="connsiteY2" fmla="*/ 1644322 h 3584562"/>
                <a:gd name="connsiteX3" fmla="*/ 2321781 w 3177410"/>
                <a:gd name="connsiteY3" fmla="*/ 3452102 h 3584562"/>
                <a:gd name="connsiteX4" fmla="*/ 51546 w 3177410"/>
                <a:gd name="connsiteY4" fmla="*/ 2642806 h 3584562"/>
                <a:gd name="connsiteX5" fmla="*/ 829312 w 3177410"/>
                <a:gd name="connsiteY5" fmla="*/ 1013703 h 3584562"/>
                <a:gd name="connsiteX0" fmla="*/ 829578 w 3177676"/>
                <a:gd name="connsiteY0" fmla="*/ 1013703 h 3584562"/>
                <a:gd name="connsiteX1" fmla="*/ 3141854 w 3177676"/>
                <a:gd name="connsiteY1" fmla="*/ 130833 h 3584562"/>
                <a:gd name="connsiteX2" fmla="*/ 2574297 w 3177676"/>
                <a:gd name="connsiteY2" fmla="*/ 1644322 h 3584562"/>
                <a:gd name="connsiteX3" fmla="*/ 2322047 w 3177676"/>
                <a:gd name="connsiteY3" fmla="*/ 3452102 h 3584562"/>
                <a:gd name="connsiteX4" fmla="*/ 51812 w 3177676"/>
                <a:gd name="connsiteY4" fmla="*/ 2642806 h 3584562"/>
                <a:gd name="connsiteX5" fmla="*/ 829578 w 3177676"/>
                <a:gd name="connsiteY5" fmla="*/ 1013703 h 3584562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11178 w 2672400"/>
                <a:gd name="connsiteY0" fmla="*/ 7864 h 2583061"/>
                <a:gd name="connsiteX1" fmla="*/ 1318755 w 2672400"/>
                <a:gd name="connsiteY1" fmla="*/ 1092175 h 2583061"/>
                <a:gd name="connsiteX2" fmla="*/ 2555897 w 2672400"/>
                <a:gd name="connsiteY2" fmla="*/ 638483 h 2583061"/>
                <a:gd name="connsiteX3" fmla="*/ 2303647 w 2672400"/>
                <a:gd name="connsiteY3" fmla="*/ 2446263 h 2583061"/>
                <a:gd name="connsiteX4" fmla="*/ 33412 w 2672400"/>
                <a:gd name="connsiteY4" fmla="*/ 1636967 h 2583061"/>
                <a:gd name="connsiteX5" fmla="*/ 811178 w 2672400"/>
                <a:gd name="connsiteY5" fmla="*/ 7864 h 2583061"/>
                <a:gd name="connsiteX0" fmla="*/ 811178 w 3223026"/>
                <a:gd name="connsiteY0" fmla="*/ 5596 h 2477281"/>
                <a:gd name="connsiteX1" fmla="*/ 1318755 w 3223026"/>
                <a:gd name="connsiteY1" fmla="*/ 1089907 h 2477281"/>
                <a:gd name="connsiteX2" fmla="*/ 3192488 w 3223026"/>
                <a:gd name="connsiteY2" fmla="*/ 802600 h 2477281"/>
                <a:gd name="connsiteX3" fmla="*/ 2303647 w 3223026"/>
                <a:gd name="connsiteY3" fmla="*/ 2443995 h 2477281"/>
                <a:gd name="connsiteX4" fmla="*/ 33412 w 3223026"/>
                <a:gd name="connsiteY4" fmla="*/ 1634699 h 2477281"/>
                <a:gd name="connsiteX5" fmla="*/ 811178 w 3223026"/>
                <a:gd name="connsiteY5" fmla="*/ 5596 h 2477281"/>
                <a:gd name="connsiteX0" fmla="*/ 846588 w 3330250"/>
                <a:gd name="connsiteY0" fmla="*/ 5596 h 2432711"/>
                <a:gd name="connsiteX1" fmla="*/ 1354165 w 3330250"/>
                <a:gd name="connsiteY1" fmla="*/ 1089907 h 2432711"/>
                <a:gd name="connsiteX2" fmla="*/ 3227898 w 3330250"/>
                <a:gd name="connsiteY2" fmla="*/ 802600 h 2432711"/>
                <a:gd name="connsiteX3" fmla="*/ 2761796 w 3330250"/>
                <a:gd name="connsiteY3" fmla="*/ 2409553 h 2432711"/>
                <a:gd name="connsiteX4" fmla="*/ 68822 w 3330250"/>
                <a:gd name="connsiteY4" fmla="*/ 1634699 h 2432711"/>
                <a:gd name="connsiteX5" fmla="*/ 846588 w 3330250"/>
                <a:gd name="connsiteY5" fmla="*/ 5596 h 2432711"/>
                <a:gd name="connsiteX0" fmla="*/ 846588 w 3514825"/>
                <a:gd name="connsiteY0" fmla="*/ 5596 h 2432711"/>
                <a:gd name="connsiteX1" fmla="*/ 1354165 w 3514825"/>
                <a:gd name="connsiteY1" fmla="*/ 1089907 h 2432711"/>
                <a:gd name="connsiteX2" fmla="*/ 3227898 w 3514825"/>
                <a:gd name="connsiteY2" fmla="*/ 802600 h 2432711"/>
                <a:gd name="connsiteX3" fmla="*/ 2761796 w 3514825"/>
                <a:gd name="connsiteY3" fmla="*/ 2409553 h 2432711"/>
                <a:gd name="connsiteX4" fmla="*/ 68822 w 3514825"/>
                <a:gd name="connsiteY4" fmla="*/ 1634699 h 2432711"/>
                <a:gd name="connsiteX5" fmla="*/ 846588 w 3514825"/>
                <a:gd name="connsiteY5" fmla="*/ 5596 h 2432711"/>
                <a:gd name="connsiteX0" fmla="*/ 875402 w 3543639"/>
                <a:gd name="connsiteY0" fmla="*/ 2708 h 2429823"/>
                <a:gd name="connsiteX1" fmla="*/ 1382979 w 3543639"/>
                <a:gd name="connsiteY1" fmla="*/ 1087019 h 2429823"/>
                <a:gd name="connsiteX2" fmla="*/ 3256712 w 3543639"/>
                <a:gd name="connsiteY2" fmla="*/ 799712 h 2429823"/>
                <a:gd name="connsiteX3" fmla="*/ 2790610 w 3543639"/>
                <a:gd name="connsiteY3" fmla="*/ 2406665 h 2429823"/>
                <a:gd name="connsiteX4" fmla="*/ 97636 w 3543639"/>
                <a:gd name="connsiteY4" fmla="*/ 1631811 h 2429823"/>
                <a:gd name="connsiteX5" fmla="*/ 875402 w 3543639"/>
                <a:gd name="connsiteY5" fmla="*/ 2708 h 2429823"/>
                <a:gd name="connsiteX0" fmla="*/ 1035116 w 3703353"/>
                <a:gd name="connsiteY0" fmla="*/ 3586 h 2450893"/>
                <a:gd name="connsiteX1" fmla="*/ 1542693 w 3703353"/>
                <a:gd name="connsiteY1" fmla="*/ 1087897 h 2450893"/>
                <a:gd name="connsiteX2" fmla="*/ 3416426 w 3703353"/>
                <a:gd name="connsiteY2" fmla="*/ 800590 h 2450893"/>
                <a:gd name="connsiteX3" fmla="*/ 2950324 w 3703353"/>
                <a:gd name="connsiteY3" fmla="*/ 2407543 h 2450893"/>
                <a:gd name="connsiteX4" fmla="*/ 257350 w 3703353"/>
                <a:gd name="connsiteY4" fmla="*/ 1632689 h 2450893"/>
                <a:gd name="connsiteX5" fmla="*/ 1035116 w 3703353"/>
                <a:gd name="connsiteY5" fmla="*/ 3586 h 2450893"/>
                <a:gd name="connsiteX0" fmla="*/ 991689 w 3462563"/>
                <a:gd name="connsiteY0" fmla="*/ 10605 h 2457912"/>
                <a:gd name="connsiteX1" fmla="*/ 1674106 w 3462563"/>
                <a:gd name="connsiteY1" fmla="*/ 930710 h 2457912"/>
                <a:gd name="connsiteX2" fmla="*/ 3372999 w 3462563"/>
                <a:gd name="connsiteY2" fmla="*/ 807609 h 2457912"/>
                <a:gd name="connsiteX3" fmla="*/ 2906897 w 3462563"/>
                <a:gd name="connsiteY3" fmla="*/ 2414562 h 2457912"/>
                <a:gd name="connsiteX4" fmla="*/ 213923 w 3462563"/>
                <a:gd name="connsiteY4" fmla="*/ 1639708 h 2457912"/>
                <a:gd name="connsiteX5" fmla="*/ 991689 w 3462563"/>
                <a:gd name="connsiteY5" fmla="*/ 10605 h 2457912"/>
                <a:gd name="connsiteX0" fmla="*/ 991689 w 3644113"/>
                <a:gd name="connsiteY0" fmla="*/ 10605 h 2457912"/>
                <a:gd name="connsiteX1" fmla="*/ 1674106 w 3644113"/>
                <a:gd name="connsiteY1" fmla="*/ 930710 h 2457912"/>
                <a:gd name="connsiteX2" fmla="*/ 3372999 w 3644113"/>
                <a:gd name="connsiteY2" fmla="*/ 807609 h 2457912"/>
                <a:gd name="connsiteX3" fmla="*/ 2906897 w 3644113"/>
                <a:gd name="connsiteY3" fmla="*/ 2414562 h 2457912"/>
                <a:gd name="connsiteX4" fmla="*/ 213923 w 3644113"/>
                <a:gd name="connsiteY4" fmla="*/ 1639708 h 2457912"/>
                <a:gd name="connsiteX5" fmla="*/ 991689 w 3644113"/>
                <a:gd name="connsiteY5" fmla="*/ 10605 h 2457912"/>
                <a:gd name="connsiteX0" fmla="*/ 1054352 w 3706777"/>
                <a:gd name="connsiteY0" fmla="*/ 1046 h 2448353"/>
                <a:gd name="connsiteX1" fmla="*/ 1736769 w 3706777"/>
                <a:gd name="connsiteY1" fmla="*/ 921151 h 2448353"/>
                <a:gd name="connsiteX2" fmla="*/ 3435662 w 3706777"/>
                <a:gd name="connsiteY2" fmla="*/ 798050 h 2448353"/>
                <a:gd name="connsiteX3" fmla="*/ 2969560 w 3706777"/>
                <a:gd name="connsiteY3" fmla="*/ 2405003 h 2448353"/>
                <a:gd name="connsiteX4" fmla="*/ 276586 w 3706777"/>
                <a:gd name="connsiteY4" fmla="*/ 1630149 h 2448353"/>
                <a:gd name="connsiteX5" fmla="*/ 1054352 w 3706777"/>
                <a:gd name="connsiteY5" fmla="*/ 1046 h 2448353"/>
                <a:gd name="connsiteX0" fmla="*/ 590056 w 3683836"/>
                <a:gd name="connsiteY0" fmla="*/ 1109 h 1961431"/>
                <a:gd name="connsiteX1" fmla="*/ 1713828 w 3683836"/>
                <a:gd name="connsiteY1" fmla="*/ 456838 h 1961431"/>
                <a:gd name="connsiteX2" fmla="*/ 3412721 w 3683836"/>
                <a:gd name="connsiteY2" fmla="*/ 333737 h 1961431"/>
                <a:gd name="connsiteX3" fmla="*/ 2946619 w 3683836"/>
                <a:gd name="connsiteY3" fmla="*/ 1940690 h 1961431"/>
                <a:gd name="connsiteX4" fmla="*/ 253645 w 3683836"/>
                <a:gd name="connsiteY4" fmla="*/ 1165836 h 1961431"/>
                <a:gd name="connsiteX5" fmla="*/ 590056 w 3683836"/>
                <a:gd name="connsiteY5" fmla="*/ 1109 h 1961431"/>
                <a:gd name="connsiteX0" fmla="*/ 577152 w 3670932"/>
                <a:gd name="connsiteY0" fmla="*/ 28557 h 1988879"/>
                <a:gd name="connsiteX1" fmla="*/ 1700924 w 3670932"/>
                <a:gd name="connsiteY1" fmla="*/ 484286 h 1988879"/>
                <a:gd name="connsiteX2" fmla="*/ 3399817 w 3670932"/>
                <a:gd name="connsiteY2" fmla="*/ 361185 h 1988879"/>
                <a:gd name="connsiteX3" fmla="*/ 2933715 w 3670932"/>
                <a:gd name="connsiteY3" fmla="*/ 1968138 h 1988879"/>
                <a:gd name="connsiteX4" fmla="*/ 240741 w 3670932"/>
                <a:gd name="connsiteY4" fmla="*/ 1193284 h 1988879"/>
                <a:gd name="connsiteX5" fmla="*/ 577152 w 3670932"/>
                <a:gd name="connsiteY5" fmla="*/ 28557 h 1988879"/>
                <a:gd name="connsiteX0" fmla="*/ 5660 w 3065770"/>
                <a:gd name="connsiteY0" fmla="*/ 41752 h 2084853"/>
                <a:gd name="connsiteX1" fmla="*/ 1129432 w 3065770"/>
                <a:gd name="connsiteY1" fmla="*/ 497481 h 2084853"/>
                <a:gd name="connsiteX2" fmla="*/ 2828325 w 3065770"/>
                <a:gd name="connsiteY2" fmla="*/ 374380 h 2084853"/>
                <a:gd name="connsiteX3" fmla="*/ 2362223 w 3065770"/>
                <a:gd name="connsiteY3" fmla="*/ 1981333 h 2084853"/>
                <a:gd name="connsiteX4" fmla="*/ 768571 w 3065770"/>
                <a:gd name="connsiteY4" fmla="*/ 1718703 h 2084853"/>
                <a:gd name="connsiteX5" fmla="*/ 5660 w 3065770"/>
                <a:gd name="connsiteY5" fmla="*/ 41752 h 2084853"/>
                <a:gd name="connsiteX0" fmla="*/ 12471 w 3072581"/>
                <a:gd name="connsiteY0" fmla="*/ 41752 h 2092530"/>
                <a:gd name="connsiteX1" fmla="*/ 1136243 w 3072581"/>
                <a:gd name="connsiteY1" fmla="*/ 497481 h 2092530"/>
                <a:gd name="connsiteX2" fmla="*/ 2835136 w 3072581"/>
                <a:gd name="connsiteY2" fmla="*/ 374380 h 2092530"/>
                <a:gd name="connsiteX3" fmla="*/ 2369034 w 3072581"/>
                <a:gd name="connsiteY3" fmla="*/ 1981333 h 2092530"/>
                <a:gd name="connsiteX4" fmla="*/ 775382 w 3072581"/>
                <a:gd name="connsiteY4" fmla="*/ 1718703 h 2092530"/>
                <a:gd name="connsiteX5" fmla="*/ 12471 w 3072581"/>
                <a:gd name="connsiteY5" fmla="*/ 41752 h 2092530"/>
                <a:gd name="connsiteX0" fmla="*/ 2798 w 3655173"/>
                <a:gd name="connsiteY0" fmla="*/ 869129 h 2007317"/>
                <a:gd name="connsiteX1" fmla="*/ 1718835 w 3655173"/>
                <a:gd name="connsiteY1" fmla="*/ 445136 h 2007317"/>
                <a:gd name="connsiteX2" fmla="*/ 3417728 w 3655173"/>
                <a:gd name="connsiteY2" fmla="*/ 322035 h 2007317"/>
                <a:gd name="connsiteX3" fmla="*/ 2951626 w 3655173"/>
                <a:gd name="connsiteY3" fmla="*/ 1928988 h 2007317"/>
                <a:gd name="connsiteX4" fmla="*/ 1357974 w 3655173"/>
                <a:gd name="connsiteY4" fmla="*/ 1666358 h 2007317"/>
                <a:gd name="connsiteX5" fmla="*/ 2798 w 3655173"/>
                <a:gd name="connsiteY5" fmla="*/ 869129 h 2007317"/>
                <a:gd name="connsiteX0" fmla="*/ 542 w 3652917"/>
                <a:gd name="connsiteY0" fmla="*/ 869129 h 2007318"/>
                <a:gd name="connsiteX1" fmla="*/ 1716579 w 3652917"/>
                <a:gd name="connsiteY1" fmla="*/ 445136 h 2007318"/>
                <a:gd name="connsiteX2" fmla="*/ 3415472 w 3652917"/>
                <a:gd name="connsiteY2" fmla="*/ 322035 h 2007318"/>
                <a:gd name="connsiteX3" fmla="*/ 2949370 w 3652917"/>
                <a:gd name="connsiteY3" fmla="*/ 1928988 h 2007318"/>
                <a:gd name="connsiteX4" fmla="*/ 1355718 w 3652917"/>
                <a:gd name="connsiteY4" fmla="*/ 1666358 h 2007318"/>
                <a:gd name="connsiteX5" fmla="*/ 542 w 3652917"/>
                <a:gd name="connsiteY5" fmla="*/ 869129 h 2007318"/>
                <a:gd name="connsiteX0" fmla="*/ 243 w 3639926"/>
                <a:gd name="connsiteY0" fmla="*/ 869129 h 1955507"/>
                <a:gd name="connsiteX1" fmla="*/ 1716280 w 3639926"/>
                <a:gd name="connsiteY1" fmla="*/ 445136 h 1955507"/>
                <a:gd name="connsiteX2" fmla="*/ 3415173 w 3639926"/>
                <a:gd name="connsiteY2" fmla="*/ 322035 h 1955507"/>
                <a:gd name="connsiteX3" fmla="*/ 2949071 w 3639926"/>
                <a:gd name="connsiteY3" fmla="*/ 1928988 h 1955507"/>
                <a:gd name="connsiteX4" fmla="*/ 1833458 w 3639926"/>
                <a:gd name="connsiteY4" fmla="*/ 1291535 h 1955507"/>
                <a:gd name="connsiteX5" fmla="*/ 243 w 3639926"/>
                <a:gd name="connsiteY5" fmla="*/ 869129 h 1955507"/>
                <a:gd name="connsiteX0" fmla="*/ 243 w 3639926"/>
                <a:gd name="connsiteY0" fmla="*/ 869129 h 1947022"/>
                <a:gd name="connsiteX1" fmla="*/ 1716280 w 3639926"/>
                <a:gd name="connsiteY1" fmla="*/ 445136 h 1947022"/>
                <a:gd name="connsiteX2" fmla="*/ 3415173 w 3639926"/>
                <a:gd name="connsiteY2" fmla="*/ 322035 h 1947022"/>
                <a:gd name="connsiteX3" fmla="*/ 2949071 w 3639926"/>
                <a:gd name="connsiteY3" fmla="*/ 1928988 h 1947022"/>
                <a:gd name="connsiteX4" fmla="*/ 1833458 w 3639926"/>
                <a:gd name="connsiteY4" fmla="*/ 1291535 h 1947022"/>
                <a:gd name="connsiteX5" fmla="*/ 243 w 3639926"/>
                <a:gd name="connsiteY5" fmla="*/ 869129 h 1947022"/>
                <a:gd name="connsiteX0" fmla="*/ 7345 w 3647028"/>
                <a:gd name="connsiteY0" fmla="*/ 869129 h 1947022"/>
                <a:gd name="connsiteX1" fmla="*/ 1723382 w 3647028"/>
                <a:gd name="connsiteY1" fmla="*/ 445136 h 1947022"/>
                <a:gd name="connsiteX2" fmla="*/ 3422275 w 3647028"/>
                <a:gd name="connsiteY2" fmla="*/ 322035 h 1947022"/>
                <a:gd name="connsiteX3" fmla="*/ 2956173 w 3647028"/>
                <a:gd name="connsiteY3" fmla="*/ 1928988 h 1947022"/>
                <a:gd name="connsiteX4" fmla="*/ 1840560 w 3647028"/>
                <a:gd name="connsiteY4" fmla="*/ 1291535 h 1947022"/>
                <a:gd name="connsiteX5" fmla="*/ 7345 w 3647028"/>
                <a:gd name="connsiteY5" fmla="*/ 869129 h 1947022"/>
                <a:gd name="connsiteX0" fmla="*/ 7345 w 3811052"/>
                <a:gd name="connsiteY0" fmla="*/ 869129 h 1929159"/>
                <a:gd name="connsiteX1" fmla="*/ 1723382 w 3811052"/>
                <a:gd name="connsiteY1" fmla="*/ 445136 h 1929159"/>
                <a:gd name="connsiteX2" fmla="*/ 3422275 w 3811052"/>
                <a:gd name="connsiteY2" fmla="*/ 322035 h 1929159"/>
                <a:gd name="connsiteX3" fmla="*/ 2956173 w 3811052"/>
                <a:gd name="connsiteY3" fmla="*/ 1928988 h 1929159"/>
                <a:gd name="connsiteX4" fmla="*/ 1840560 w 3811052"/>
                <a:gd name="connsiteY4" fmla="*/ 1291535 h 1929159"/>
                <a:gd name="connsiteX5" fmla="*/ 7345 w 3811052"/>
                <a:gd name="connsiteY5" fmla="*/ 869129 h 1929159"/>
                <a:gd name="connsiteX0" fmla="*/ 5264 w 3937957"/>
                <a:gd name="connsiteY0" fmla="*/ 1155023 h 1938909"/>
                <a:gd name="connsiteX1" fmla="*/ 1850286 w 3937957"/>
                <a:gd name="connsiteY1" fmla="*/ 454886 h 1938909"/>
                <a:gd name="connsiteX2" fmla="*/ 3549179 w 3937957"/>
                <a:gd name="connsiteY2" fmla="*/ 331785 h 1938909"/>
                <a:gd name="connsiteX3" fmla="*/ 3083077 w 3937957"/>
                <a:gd name="connsiteY3" fmla="*/ 1938738 h 1938909"/>
                <a:gd name="connsiteX4" fmla="*/ 1967464 w 3937957"/>
                <a:gd name="connsiteY4" fmla="*/ 1301285 h 1938909"/>
                <a:gd name="connsiteX5" fmla="*/ 5264 w 3937957"/>
                <a:gd name="connsiteY5" fmla="*/ 1155023 h 1938909"/>
                <a:gd name="connsiteX0" fmla="*/ 23607 w 3956300"/>
                <a:gd name="connsiteY0" fmla="*/ 1155023 h 1938909"/>
                <a:gd name="connsiteX1" fmla="*/ 1868629 w 3956300"/>
                <a:gd name="connsiteY1" fmla="*/ 454886 h 1938909"/>
                <a:gd name="connsiteX2" fmla="*/ 3567522 w 3956300"/>
                <a:gd name="connsiteY2" fmla="*/ 331785 h 1938909"/>
                <a:gd name="connsiteX3" fmla="*/ 3101420 w 3956300"/>
                <a:gd name="connsiteY3" fmla="*/ 1938738 h 1938909"/>
                <a:gd name="connsiteX4" fmla="*/ 1985807 w 3956300"/>
                <a:gd name="connsiteY4" fmla="*/ 1301285 h 1938909"/>
                <a:gd name="connsiteX5" fmla="*/ 23607 w 3956300"/>
                <a:gd name="connsiteY5" fmla="*/ 1155023 h 1938909"/>
                <a:gd name="connsiteX0" fmla="*/ 356 w 3775841"/>
                <a:gd name="connsiteY0" fmla="*/ 1155023 h 1975367"/>
                <a:gd name="connsiteX1" fmla="*/ 1845378 w 3775841"/>
                <a:gd name="connsiteY1" fmla="*/ 454886 h 1975367"/>
                <a:gd name="connsiteX2" fmla="*/ 3544271 w 3775841"/>
                <a:gd name="connsiteY2" fmla="*/ 331785 h 1975367"/>
                <a:gd name="connsiteX3" fmla="*/ 3078169 w 3775841"/>
                <a:gd name="connsiteY3" fmla="*/ 1938738 h 1975367"/>
                <a:gd name="connsiteX4" fmla="*/ 1700608 w 3775841"/>
                <a:gd name="connsiteY4" fmla="*/ 1432728 h 1975367"/>
                <a:gd name="connsiteX5" fmla="*/ 356 w 3775841"/>
                <a:gd name="connsiteY5" fmla="*/ 1155023 h 1975367"/>
                <a:gd name="connsiteX0" fmla="*/ 385 w 3775871"/>
                <a:gd name="connsiteY0" fmla="*/ 1155023 h 1964875"/>
                <a:gd name="connsiteX1" fmla="*/ 1845407 w 3775871"/>
                <a:gd name="connsiteY1" fmla="*/ 454886 h 1964875"/>
                <a:gd name="connsiteX2" fmla="*/ 3544300 w 3775871"/>
                <a:gd name="connsiteY2" fmla="*/ 331785 h 1964875"/>
                <a:gd name="connsiteX3" fmla="*/ 3078198 w 3775871"/>
                <a:gd name="connsiteY3" fmla="*/ 1938738 h 1964875"/>
                <a:gd name="connsiteX4" fmla="*/ 1700637 w 3775871"/>
                <a:gd name="connsiteY4" fmla="*/ 1432728 h 1964875"/>
                <a:gd name="connsiteX5" fmla="*/ 385 w 3775871"/>
                <a:gd name="connsiteY5" fmla="*/ 1155023 h 1964875"/>
                <a:gd name="connsiteX0" fmla="*/ 518 w 3310321"/>
                <a:gd name="connsiteY0" fmla="*/ 1561197 h 1986949"/>
                <a:gd name="connsiteX1" fmla="*/ 1379857 w 3310321"/>
                <a:gd name="connsiteY1" fmla="*/ 469469 h 1986949"/>
                <a:gd name="connsiteX2" fmla="*/ 3078750 w 3310321"/>
                <a:gd name="connsiteY2" fmla="*/ 346368 h 1986949"/>
                <a:gd name="connsiteX3" fmla="*/ 2612648 w 3310321"/>
                <a:gd name="connsiteY3" fmla="*/ 1953321 h 1986949"/>
                <a:gd name="connsiteX4" fmla="*/ 1235087 w 3310321"/>
                <a:gd name="connsiteY4" fmla="*/ 1447311 h 1986949"/>
                <a:gd name="connsiteX5" fmla="*/ 518 w 3310321"/>
                <a:gd name="connsiteY5" fmla="*/ 1561197 h 1986949"/>
                <a:gd name="connsiteX0" fmla="*/ 252954 w 3562757"/>
                <a:gd name="connsiteY0" fmla="*/ 1561197 h 1986950"/>
                <a:gd name="connsiteX1" fmla="*/ 1632293 w 3562757"/>
                <a:gd name="connsiteY1" fmla="*/ 469469 h 1986950"/>
                <a:gd name="connsiteX2" fmla="*/ 3331186 w 3562757"/>
                <a:gd name="connsiteY2" fmla="*/ 346368 h 1986950"/>
                <a:gd name="connsiteX3" fmla="*/ 2865084 w 3562757"/>
                <a:gd name="connsiteY3" fmla="*/ 1953321 h 1986950"/>
                <a:gd name="connsiteX4" fmla="*/ 1487523 w 3562757"/>
                <a:gd name="connsiteY4" fmla="*/ 1447311 h 1986950"/>
                <a:gd name="connsiteX5" fmla="*/ 252954 w 3562757"/>
                <a:gd name="connsiteY5" fmla="*/ 1561197 h 1986950"/>
                <a:gd name="connsiteX0" fmla="*/ 275988 w 4836894"/>
                <a:gd name="connsiteY0" fmla="*/ 1254188 h 1664972"/>
                <a:gd name="connsiteX1" fmla="*/ 1655327 w 4836894"/>
                <a:gd name="connsiteY1" fmla="*/ 162460 h 1664972"/>
                <a:gd name="connsiteX2" fmla="*/ 4715739 w 4836894"/>
                <a:gd name="connsiteY2" fmla="*/ 494988 h 1664972"/>
                <a:gd name="connsiteX3" fmla="*/ 2888118 w 4836894"/>
                <a:gd name="connsiteY3" fmla="*/ 1646312 h 1664972"/>
                <a:gd name="connsiteX4" fmla="*/ 1510557 w 4836894"/>
                <a:gd name="connsiteY4" fmla="*/ 1140302 h 1664972"/>
                <a:gd name="connsiteX5" fmla="*/ 275988 w 4836894"/>
                <a:gd name="connsiteY5" fmla="*/ 1254188 h 1664972"/>
                <a:gd name="connsiteX0" fmla="*/ 275988 w 4716813"/>
                <a:gd name="connsiteY0" fmla="*/ 1630321 h 2049242"/>
                <a:gd name="connsiteX1" fmla="*/ 1655327 w 4716813"/>
                <a:gd name="connsiteY1" fmla="*/ 538593 h 2049242"/>
                <a:gd name="connsiteX2" fmla="*/ 4715739 w 4716813"/>
                <a:gd name="connsiteY2" fmla="*/ 871121 h 2049242"/>
                <a:gd name="connsiteX3" fmla="*/ 2888118 w 4716813"/>
                <a:gd name="connsiteY3" fmla="*/ 2022445 h 2049242"/>
                <a:gd name="connsiteX4" fmla="*/ 1510557 w 4716813"/>
                <a:gd name="connsiteY4" fmla="*/ 1516435 h 2049242"/>
                <a:gd name="connsiteX5" fmla="*/ 275988 w 4716813"/>
                <a:gd name="connsiteY5" fmla="*/ 1630321 h 2049242"/>
                <a:gd name="connsiteX0" fmla="*/ 275988 w 4749030"/>
                <a:gd name="connsiteY0" fmla="*/ 1124638 h 1545870"/>
                <a:gd name="connsiteX1" fmla="*/ 1655327 w 4749030"/>
                <a:gd name="connsiteY1" fmla="*/ 32910 h 1545870"/>
                <a:gd name="connsiteX2" fmla="*/ 4715739 w 4749030"/>
                <a:gd name="connsiteY2" fmla="*/ 365438 h 1545870"/>
                <a:gd name="connsiteX3" fmla="*/ 3175706 w 4749030"/>
                <a:gd name="connsiteY3" fmla="*/ 1192854 h 1545870"/>
                <a:gd name="connsiteX4" fmla="*/ 1510557 w 4749030"/>
                <a:gd name="connsiteY4" fmla="*/ 1010752 h 1545870"/>
                <a:gd name="connsiteX5" fmla="*/ 275988 w 4749030"/>
                <a:gd name="connsiteY5" fmla="*/ 1124638 h 1545870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40315"/>
                <a:gd name="connsiteY0" fmla="*/ 1132875 h 1722803"/>
                <a:gd name="connsiteX1" fmla="*/ 1655327 w 4740315"/>
                <a:gd name="connsiteY1" fmla="*/ 41147 h 1722803"/>
                <a:gd name="connsiteX2" fmla="*/ 4715739 w 4740315"/>
                <a:gd name="connsiteY2" fmla="*/ 373675 h 1722803"/>
                <a:gd name="connsiteX3" fmla="*/ 3012343 w 4740315"/>
                <a:gd name="connsiteY3" fmla="*/ 1711656 h 1722803"/>
                <a:gd name="connsiteX4" fmla="*/ 1510557 w 4740315"/>
                <a:gd name="connsiteY4" fmla="*/ 1018989 h 1722803"/>
                <a:gd name="connsiteX5" fmla="*/ 275988 w 4740315"/>
                <a:gd name="connsiteY5" fmla="*/ 1132875 h 1722803"/>
                <a:gd name="connsiteX0" fmla="*/ 275988 w 4756119"/>
                <a:gd name="connsiteY0" fmla="*/ 1127108 h 1542684"/>
                <a:gd name="connsiteX1" fmla="*/ 1655327 w 4756119"/>
                <a:gd name="connsiteY1" fmla="*/ 35380 h 1542684"/>
                <a:gd name="connsiteX2" fmla="*/ 4715739 w 4756119"/>
                <a:gd name="connsiteY2" fmla="*/ 367908 h 1542684"/>
                <a:gd name="connsiteX3" fmla="*/ 3285074 w 4756119"/>
                <a:gd name="connsiteY3" fmla="*/ 1369029 h 1542684"/>
                <a:gd name="connsiteX4" fmla="*/ 1510557 w 4756119"/>
                <a:gd name="connsiteY4" fmla="*/ 1013222 h 1542684"/>
                <a:gd name="connsiteX5" fmla="*/ 275988 w 4756119"/>
                <a:gd name="connsiteY5" fmla="*/ 1127108 h 1542684"/>
                <a:gd name="connsiteX0" fmla="*/ 275988 w 4715923"/>
                <a:gd name="connsiteY0" fmla="*/ 1122352 h 1572226"/>
                <a:gd name="connsiteX1" fmla="*/ 1655327 w 4715923"/>
                <a:gd name="connsiteY1" fmla="*/ 30624 h 1572226"/>
                <a:gd name="connsiteX2" fmla="*/ 4715739 w 4715923"/>
                <a:gd name="connsiteY2" fmla="*/ 363152 h 1572226"/>
                <a:gd name="connsiteX3" fmla="*/ 1510557 w 4715923"/>
                <a:gd name="connsiteY3" fmla="*/ 1008466 h 1572226"/>
                <a:gd name="connsiteX4" fmla="*/ 275988 w 4715923"/>
                <a:gd name="connsiteY4" fmla="*/ 1122352 h 1572226"/>
                <a:gd name="connsiteX0" fmla="*/ 25029 w 4476010"/>
                <a:gd name="connsiteY0" fmla="*/ 1892393 h 2022034"/>
                <a:gd name="connsiteX1" fmla="*/ 2236847 w 4476010"/>
                <a:gd name="connsiteY1" fmla="*/ 11492 h 2022034"/>
                <a:gd name="connsiteX2" fmla="*/ 4464780 w 4476010"/>
                <a:gd name="connsiteY2" fmla="*/ 1133193 h 2022034"/>
                <a:gd name="connsiteX3" fmla="*/ 1259598 w 4476010"/>
                <a:gd name="connsiteY3" fmla="*/ 1778507 h 2022034"/>
                <a:gd name="connsiteX4" fmla="*/ 25029 w 4476010"/>
                <a:gd name="connsiteY4" fmla="*/ 1892393 h 2022034"/>
                <a:gd name="connsiteX0" fmla="*/ 19312 w 4468531"/>
                <a:gd name="connsiteY0" fmla="*/ 1893478 h 2350831"/>
                <a:gd name="connsiteX1" fmla="*/ 2231130 w 4468531"/>
                <a:gd name="connsiteY1" fmla="*/ 12577 h 2350831"/>
                <a:gd name="connsiteX2" fmla="*/ 4459063 w 4468531"/>
                <a:gd name="connsiteY2" fmla="*/ 1134278 h 2350831"/>
                <a:gd name="connsiteX3" fmla="*/ 2962196 w 4468531"/>
                <a:gd name="connsiteY3" fmla="*/ 2337807 h 2350831"/>
                <a:gd name="connsiteX4" fmla="*/ 1253881 w 4468531"/>
                <a:gd name="connsiteY4" fmla="*/ 1779592 h 2350831"/>
                <a:gd name="connsiteX5" fmla="*/ 19312 w 4468531"/>
                <a:gd name="connsiteY5" fmla="*/ 1893478 h 2350831"/>
                <a:gd name="connsiteX0" fmla="*/ 114931 w 4564151"/>
                <a:gd name="connsiteY0" fmla="*/ 1893478 h 2606070"/>
                <a:gd name="connsiteX1" fmla="*/ 2326749 w 4564151"/>
                <a:gd name="connsiteY1" fmla="*/ 12577 h 2606070"/>
                <a:gd name="connsiteX2" fmla="*/ 4554682 w 4564151"/>
                <a:gd name="connsiteY2" fmla="*/ 1134278 h 2606070"/>
                <a:gd name="connsiteX3" fmla="*/ 3057815 w 4564151"/>
                <a:gd name="connsiteY3" fmla="*/ 2337807 h 2606070"/>
                <a:gd name="connsiteX4" fmla="*/ 602599 w 4564151"/>
                <a:gd name="connsiteY4" fmla="*/ 2591133 h 2606070"/>
                <a:gd name="connsiteX5" fmla="*/ 114931 w 4564151"/>
                <a:gd name="connsiteY5" fmla="*/ 1893478 h 2606070"/>
                <a:gd name="connsiteX0" fmla="*/ 339436 w 4163621"/>
                <a:gd name="connsiteY0" fmla="*/ 711041 h 2677547"/>
                <a:gd name="connsiteX1" fmla="*/ 1926219 w 4163621"/>
                <a:gd name="connsiteY1" fmla="*/ 9118 h 2677547"/>
                <a:gd name="connsiteX2" fmla="*/ 4154152 w 4163621"/>
                <a:gd name="connsiteY2" fmla="*/ 1130819 h 2677547"/>
                <a:gd name="connsiteX3" fmla="*/ 2657285 w 4163621"/>
                <a:gd name="connsiteY3" fmla="*/ 2334348 h 2677547"/>
                <a:gd name="connsiteX4" fmla="*/ 202069 w 4163621"/>
                <a:gd name="connsiteY4" fmla="*/ 2587674 h 2677547"/>
                <a:gd name="connsiteX5" fmla="*/ 339436 w 4163621"/>
                <a:gd name="connsiteY5" fmla="*/ 711041 h 2677547"/>
                <a:gd name="connsiteX0" fmla="*/ 8699 w 3970251"/>
                <a:gd name="connsiteY0" fmla="*/ 2578556 h 2717756"/>
                <a:gd name="connsiteX1" fmla="*/ 1732849 w 3970251"/>
                <a:gd name="connsiteY1" fmla="*/ 0 h 2717756"/>
                <a:gd name="connsiteX2" fmla="*/ 3960782 w 3970251"/>
                <a:gd name="connsiteY2" fmla="*/ 1121701 h 2717756"/>
                <a:gd name="connsiteX3" fmla="*/ 2463915 w 3970251"/>
                <a:gd name="connsiteY3" fmla="*/ 2325230 h 2717756"/>
                <a:gd name="connsiteX4" fmla="*/ 8699 w 3970251"/>
                <a:gd name="connsiteY4" fmla="*/ 2578556 h 2717756"/>
                <a:gd name="connsiteX0" fmla="*/ 11617 w 3584652"/>
                <a:gd name="connsiteY0" fmla="*/ 1430838 h 2340009"/>
                <a:gd name="connsiteX1" fmla="*/ 1347250 w 3584652"/>
                <a:gd name="connsiteY1" fmla="*/ 2380 h 2340009"/>
                <a:gd name="connsiteX2" fmla="*/ 3575183 w 3584652"/>
                <a:gd name="connsiteY2" fmla="*/ 1124081 h 2340009"/>
                <a:gd name="connsiteX3" fmla="*/ 2078316 w 3584652"/>
                <a:gd name="connsiteY3" fmla="*/ 2327610 h 2340009"/>
                <a:gd name="connsiteX4" fmla="*/ 11617 w 3584652"/>
                <a:gd name="connsiteY4" fmla="*/ 1430838 h 2340009"/>
                <a:gd name="connsiteX0" fmla="*/ 36322 w 3609357"/>
                <a:gd name="connsiteY0" fmla="*/ 1430838 h 2532978"/>
                <a:gd name="connsiteX1" fmla="*/ 1371955 w 3609357"/>
                <a:gd name="connsiteY1" fmla="*/ 2380 h 2532978"/>
                <a:gd name="connsiteX2" fmla="*/ 3599888 w 3609357"/>
                <a:gd name="connsiteY2" fmla="*/ 1124081 h 2532978"/>
                <a:gd name="connsiteX3" fmla="*/ 2103021 w 3609357"/>
                <a:gd name="connsiteY3" fmla="*/ 2327610 h 2532978"/>
                <a:gd name="connsiteX4" fmla="*/ 36322 w 3609357"/>
                <a:gd name="connsiteY4" fmla="*/ 1430838 h 2532978"/>
                <a:gd name="connsiteX0" fmla="*/ 3580 w 3569301"/>
                <a:gd name="connsiteY0" fmla="*/ 1431089 h 2816320"/>
                <a:gd name="connsiteX1" fmla="*/ 1339213 w 3569301"/>
                <a:gd name="connsiteY1" fmla="*/ 2631 h 2816320"/>
                <a:gd name="connsiteX2" fmla="*/ 3567146 w 3569301"/>
                <a:gd name="connsiteY2" fmla="*/ 1124332 h 2816320"/>
                <a:gd name="connsiteX3" fmla="*/ 1722688 w 3569301"/>
                <a:gd name="connsiteY3" fmla="*/ 2808414 h 2816320"/>
                <a:gd name="connsiteX4" fmla="*/ 3580 w 3569301"/>
                <a:gd name="connsiteY4" fmla="*/ 1431089 h 2816320"/>
                <a:gd name="connsiteX0" fmla="*/ 3579 w 3569300"/>
                <a:gd name="connsiteY0" fmla="*/ 1431089 h 2808414"/>
                <a:gd name="connsiteX1" fmla="*/ 1339212 w 3569300"/>
                <a:gd name="connsiteY1" fmla="*/ 2631 h 2808414"/>
                <a:gd name="connsiteX2" fmla="*/ 3567145 w 3569300"/>
                <a:gd name="connsiteY2" fmla="*/ 1124332 h 2808414"/>
                <a:gd name="connsiteX3" fmla="*/ 1722687 w 3569300"/>
                <a:gd name="connsiteY3" fmla="*/ 2808414 h 2808414"/>
                <a:gd name="connsiteX4" fmla="*/ 3579 w 3569300"/>
                <a:gd name="connsiteY4" fmla="*/ 1431089 h 2808414"/>
                <a:gd name="connsiteX0" fmla="*/ 3579 w 3570402"/>
                <a:gd name="connsiteY0" fmla="*/ 1431089 h 2845664"/>
                <a:gd name="connsiteX1" fmla="*/ 1339212 w 3570402"/>
                <a:gd name="connsiteY1" fmla="*/ 2631 h 2845664"/>
                <a:gd name="connsiteX2" fmla="*/ 3567145 w 3570402"/>
                <a:gd name="connsiteY2" fmla="*/ 1124332 h 2845664"/>
                <a:gd name="connsiteX3" fmla="*/ 1722687 w 3570402"/>
                <a:gd name="connsiteY3" fmla="*/ 2808414 h 2845664"/>
                <a:gd name="connsiteX4" fmla="*/ 3579 w 3570402"/>
                <a:gd name="connsiteY4" fmla="*/ 1431089 h 2845664"/>
                <a:gd name="connsiteX0" fmla="*/ 3579 w 3571531"/>
                <a:gd name="connsiteY0" fmla="*/ 1431089 h 2809355"/>
                <a:gd name="connsiteX1" fmla="*/ 1339212 w 3571531"/>
                <a:gd name="connsiteY1" fmla="*/ 2631 h 2809355"/>
                <a:gd name="connsiteX2" fmla="*/ 3567145 w 3571531"/>
                <a:gd name="connsiteY2" fmla="*/ 1124332 h 2809355"/>
                <a:gd name="connsiteX3" fmla="*/ 1722687 w 3571531"/>
                <a:gd name="connsiteY3" fmla="*/ 2808414 h 2809355"/>
                <a:gd name="connsiteX4" fmla="*/ 3579 w 3571531"/>
                <a:gd name="connsiteY4" fmla="*/ 1431089 h 2809355"/>
                <a:gd name="connsiteX0" fmla="*/ 3579 w 3570449"/>
                <a:gd name="connsiteY0" fmla="*/ 1431089 h 2811091"/>
                <a:gd name="connsiteX1" fmla="*/ 1339212 w 3570449"/>
                <a:gd name="connsiteY1" fmla="*/ 2631 h 2811091"/>
                <a:gd name="connsiteX2" fmla="*/ 3567145 w 3570449"/>
                <a:gd name="connsiteY2" fmla="*/ 1124332 h 2811091"/>
                <a:gd name="connsiteX3" fmla="*/ 1722687 w 3570449"/>
                <a:gd name="connsiteY3" fmla="*/ 2808414 h 2811091"/>
                <a:gd name="connsiteX4" fmla="*/ 3579 w 3570449"/>
                <a:gd name="connsiteY4" fmla="*/ 1431089 h 2811091"/>
                <a:gd name="connsiteX0" fmla="*/ 9477 w 3576347"/>
                <a:gd name="connsiteY0" fmla="*/ 1454488 h 2834490"/>
                <a:gd name="connsiteX1" fmla="*/ 1345110 w 3576347"/>
                <a:gd name="connsiteY1" fmla="*/ 26030 h 2834490"/>
                <a:gd name="connsiteX2" fmla="*/ 3573043 w 3576347"/>
                <a:gd name="connsiteY2" fmla="*/ 1147731 h 2834490"/>
                <a:gd name="connsiteX3" fmla="*/ 1728585 w 3576347"/>
                <a:gd name="connsiteY3" fmla="*/ 2831813 h 2834490"/>
                <a:gd name="connsiteX4" fmla="*/ 9477 w 3576347"/>
                <a:gd name="connsiteY4" fmla="*/ 1454488 h 2834490"/>
                <a:gd name="connsiteX0" fmla="*/ 11200 w 3578070"/>
                <a:gd name="connsiteY0" fmla="*/ 1454488 h 2834490"/>
                <a:gd name="connsiteX1" fmla="*/ 1346833 w 3578070"/>
                <a:gd name="connsiteY1" fmla="*/ 26030 h 2834490"/>
                <a:gd name="connsiteX2" fmla="*/ 3574766 w 3578070"/>
                <a:gd name="connsiteY2" fmla="*/ 1147731 h 2834490"/>
                <a:gd name="connsiteX3" fmla="*/ 1730308 w 3578070"/>
                <a:gd name="connsiteY3" fmla="*/ 2831813 h 2834490"/>
                <a:gd name="connsiteX4" fmla="*/ 11200 w 3578070"/>
                <a:gd name="connsiteY4" fmla="*/ 1454488 h 2834490"/>
                <a:gd name="connsiteX0" fmla="*/ 5238 w 3394494"/>
                <a:gd name="connsiteY0" fmla="*/ 1561249 h 2815719"/>
                <a:gd name="connsiteX1" fmla="*/ 1164359 w 3394494"/>
                <a:gd name="connsiteY1" fmla="*/ 5027 h 2815719"/>
                <a:gd name="connsiteX2" fmla="*/ 3392292 w 3394494"/>
                <a:gd name="connsiteY2" fmla="*/ 1126728 h 2815719"/>
                <a:gd name="connsiteX3" fmla="*/ 1547834 w 3394494"/>
                <a:gd name="connsiteY3" fmla="*/ 2810810 h 2815719"/>
                <a:gd name="connsiteX4" fmla="*/ 5238 w 3394494"/>
                <a:gd name="connsiteY4" fmla="*/ 1561249 h 2815719"/>
                <a:gd name="connsiteX0" fmla="*/ 1714 w 3390970"/>
                <a:gd name="connsiteY0" fmla="*/ 1561249 h 2816846"/>
                <a:gd name="connsiteX1" fmla="*/ 1160835 w 3390970"/>
                <a:gd name="connsiteY1" fmla="*/ 5027 h 2816846"/>
                <a:gd name="connsiteX2" fmla="*/ 3388768 w 3390970"/>
                <a:gd name="connsiteY2" fmla="*/ 1126728 h 2816846"/>
                <a:gd name="connsiteX3" fmla="*/ 1544310 w 3390970"/>
                <a:gd name="connsiteY3" fmla="*/ 2810810 h 2816846"/>
                <a:gd name="connsiteX4" fmla="*/ 1714 w 3390970"/>
                <a:gd name="connsiteY4" fmla="*/ 1561249 h 2816846"/>
                <a:gd name="connsiteX0" fmla="*/ 1714 w 3392183"/>
                <a:gd name="connsiteY0" fmla="*/ 1561249 h 2822298"/>
                <a:gd name="connsiteX1" fmla="*/ 1160835 w 3392183"/>
                <a:gd name="connsiteY1" fmla="*/ 5027 h 2822298"/>
                <a:gd name="connsiteX2" fmla="*/ 3388768 w 3392183"/>
                <a:gd name="connsiteY2" fmla="*/ 1126728 h 2822298"/>
                <a:gd name="connsiteX3" fmla="*/ 1544310 w 3392183"/>
                <a:gd name="connsiteY3" fmla="*/ 2810810 h 2822298"/>
                <a:gd name="connsiteX4" fmla="*/ 1714 w 3392183"/>
                <a:gd name="connsiteY4" fmla="*/ 1561249 h 2822298"/>
                <a:gd name="connsiteX0" fmla="*/ 1599 w 3099681"/>
                <a:gd name="connsiteY0" fmla="*/ 1556274 h 2805936"/>
                <a:gd name="connsiteX1" fmla="*/ 1160720 w 3099681"/>
                <a:gd name="connsiteY1" fmla="*/ 52 h 2805936"/>
                <a:gd name="connsiteX2" fmla="*/ 3097014 w 3099681"/>
                <a:gd name="connsiteY2" fmla="*/ 1505235 h 2805936"/>
                <a:gd name="connsiteX3" fmla="*/ 1544195 w 3099681"/>
                <a:gd name="connsiteY3" fmla="*/ 2805835 h 2805936"/>
                <a:gd name="connsiteX4" fmla="*/ 1599 w 3099681"/>
                <a:gd name="connsiteY4" fmla="*/ 1556274 h 2805936"/>
                <a:gd name="connsiteX0" fmla="*/ 1599 w 3098266"/>
                <a:gd name="connsiteY0" fmla="*/ 1556274 h 2805936"/>
                <a:gd name="connsiteX1" fmla="*/ 1160720 w 3098266"/>
                <a:gd name="connsiteY1" fmla="*/ 52 h 2805936"/>
                <a:gd name="connsiteX2" fmla="*/ 3097014 w 3098266"/>
                <a:gd name="connsiteY2" fmla="*/ 1505235 h 2805936"/>
                <a:gd name="connsiteX3" fmla="*/ 1544195 w 3098266"/>
                <a:gd name="connsiteY3" fmla="*/ 2805835 h 2805936"/>
                <a:gd name="connsiteX4" fmla="*/ 1599 w 3098266"/>
                <a:gd name="connsiteY4" fmla="*/ 1556274 h 2805936"/>
                <a:gd name="connsiteX0" fmla="*/ 6698 w 3107113"/>
                <a:gd name="connsiteY0" fmla="*/ 1556268 h 1995204"/>
                <a:gd name="connsiteX1" fmla="*/ 1165819 w 3107113"/>
                <a:gd name="connsiteY1" fmla="*/ 46 h 1995204"/>
                <a:gd name="connsiteX2" fmla="*/ 3102113 w 3107113"/>
                <a:gd name="connsiteY2" fmla="*/ 1505229 h 1995204"/>
                <a:gd name="connsiteX3" fmla="*/ 1670895 w 3107113"/>
                <a:gd name="connsiteY3" fmla="*/ 1994767 h 1995204"/>
                <a:gd name="connsiteX4" fmla="*/ 6698 w 3107113"/>
                <a:gd name="connsiteY4" fmla="*/ 1556268 h 1995204"/>
                <a:gd name="connsiteX0" fmla="*/ 6698 w 3107610"/>
                <a:gd name="connsiteY0" fmla="*/ 1556268 h 2094159"/>
                <a:gd name="connsiteX1" fmla="*/ 1165819 w 3107610"/>
                <a:gd name="connsiteY1" fmla="*/ 46 h 2094159"/>
                <a:gd name="connsiteX2" fmla="*/ 3102113 w 3107610"/>
                <a:gd name="connsiteY2" fmla="*/ 1505229 h 2094159"/>
                <a:gd name="connsiteX3" fmla="*/ 1670895 w 3107610"/>
                <a:gd name="connsiteY3" fmla="*/ 1994767 h 2094159"/>
                <a:gd name="connsiteX4" fmla="*/ 6698 w 3107610"/>
                <a:gd name="connsiteY4" fmla="*/ 1556268 h 2094159"/>
                <a:gd name="connsiteX0" fmla="*/ 6698 w 3108326"/>
                <a:gd name="connsiteY0" fmla="*/ 1556268 h 2032117"/>
                <a:gd name="connsiteX1" fmla="*/ 1165819 w 3108326"/>
                <a:gd name="connsiteY1" fmla="*/ 46 h 2032117"/>
                <a:gd name="connsiteX2" fmla="*/ 3102113 w 3108326"/>
                <a:gd name="connsiteY2" fmla="*/ 1505229 h 2032117"/>
                <a:gd name="connsiteX3" fmla="*/ 1670895 w 3108326"/>
                <a:gd name="connsiteY3" fmla="*/ 1994767 h 2032117"/>
                <a:gd name="connsiteX4" fmla="*/ 6698 w 3108326"/>
                <a:gd name="connsiteY4" fmla="*/ 1556268 h 2032117"/>
                <a:gd name="connsiteX0" fmla="*/ 2700 w 3101149"/>
                <a:gd name="connsiteY0" fmla="*/ 1588985 h 2065259"/>
                <a:gd name="connsiteX1" fmla="*/ 1324169 w 3101149"/>
                <a:gd name="connsiteY1" fmla="*/ 44 h 2065259"/>
                <a:gd name="connsiteX2" fmla="*/ 3098115 w 3101149"/>
                <a:gd name="connsiteY2" fmla="*/ 1537946 h 2065259"/>
                <a:gd name="connsiteX3" fmla="*/ 1666897 w 3101149"/>
                <a:gd name="connsiteY3" fmla="*/ 2027484 h 2065259"/>
                <a:gd name="connsiteX4" fmla="*/ 2700 w 3101149"/>
                <a:gd name="connsiteY4" fmla="*/ 1588985 h 2065259"/>
                <a:gd name="connsiteX0" fmla="*/ 2700 w 3100106"/>
                <a:gd name="connsiteY0" fmla="*/ 1588985 h 2163738"/>
                <a:gd name="connsiteX1" fmla="*/ 1324169 w 3100106"/>
                <a:gd name="connsiteY1" fmla="*/ 44 h 2163738"/>
                <a:gd name="connsiteX2" fmla="*/ 3098115 w 3100106"/>
                <a:gd name="connsiteY2" fmla="*/ 1537946 h 2163738"/>
                <a:gd name="connsiteX3" fmla="*/ 1666897 w 3100106"/>
                <a:gd name="connsiteY3" fmla="*/ 2027484 h 2163738"/>
                <a:gd name="connsiteX4" fmla="*/ 2700 w 3100106"/>
                <a:gd name="connsiteY4" fmla="*/ 1588985 h 2163738"/>
                <a:gd name="connsiteX0" fmla="*/ 2700 w 3100834"/>
                <a:gd name="connsiteY0" fmla="*/ 1588985 h 2056082"/>
                <a:gd name="connsiteX1" fmla="*/ 1324169 w 3100834"/>
                <a:gd name="connsiteY1" fmla="*/ 44 h 2056082"/>
                <a:gd name="connsiteX2" fmla="*/ 3098115 w 3100834"/>
                <a:gd name="connsiteY2" fmla="*/ 1537946 h 2056082"/>
                <a:gd name="connsiteX3" fmla="*/ 1666897 w 3100834"/>
                <a:gd name="connsiteY3" fmla="*/ 2027484 h 2056082"/>
                <a:gd name="connsiteX4" fmla="*/ 2700 w 3100834"/>
                <a:gd name="connsiteY4" fmla="*/ 1588985 h 2056082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01100" h="2041075">
                  <a:moveTo>
                    <a:pt x="2700" y="1588985"/>
                  </a:moveTo>
                  <a:cubicBezTo>
                    <a:pt x="-54421" y="1251078"/>
                    <a:pt x="808267" y="8550"/>
                    <a:pt x="1324169" y="44"/>
                  </a:cubicBezTo>
                  <a:cubicBezTo>
                    <a:pt x="1840071" y="-8462"/>
                    <a:pt x="3040994" y="1200039"/>
                    <a:pt x="3098115" y="1537946"/>
                  </a:cubicBezTo>
                  <a:cubicBezTo>
                    <a:pt x="3155236" y="1875853"/>
                    <a:pt x="2382291" y="1963492"/>
                    <a:pt x="1666897" y="2027484"/>
                  </a:cubicBezTo>
                  <a:cubicBezTo>
                    <a:pt x="951503" y="2091476"/>
                    <a:pt x="59821" y="1926892"/>
                    <a:pt x="2700" y="1588985"/>
                  </a:cubicBezTo>
                  <a:close/>
                </a:path>
              </a:pathLst>
            </a:custGeom>
            <a:noFill/>
            <a:ln w="50800">
              <a:solidFill>
                <a:srgbClr val="647A8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14" name="Titel 1">
              <a:extLst>
                <a:ext uri="{FF2B5EF4-FFF2-40B4-BE49-F238E27FC236}">
                  <a16:creationId xmlns:a16="http://schemas.microsoft.com/office/drawing/2014/main" id="{E741F060-DF1B-02C1-AADF-5F486B3E731E}"/>
                </a:ext>
              </a:extLst>
            </p:cNvPr>
            <p:cNvSpPr txBox="1">
              <a:spLocks/>
            </p:cNvSpPr>
            <p:nvPr/>
          </p:nvSpPr>
          <p:spPr>
            <a:xfrm>
              <a:off x="8051859" y="6045499"/>
              <a:ext cx="2276638" cy="489887"/>
            </a:xfrm>
            <a:prstGeom prst="rect">
              <a:avLst/>
            </a:prstGeom>
          </p:spPr>
          <p:txBody>
            <a:bodyPr anchor="ctr"/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r"/>
              <a:r>
                <a:rPr lang="de-DE" sz="1200" b="0" dirty="0">
                  <a:solidFill>
                    <a:schemeClr val="bg1"/>
                  </a:solidFill>
                  <a:latin typeface="TheSans Plain" pitchFamily="2" charset="0"/>
                  <a:cs typeface="Kannada Sangam MN" pitchFamily="2" charset="0"/>
                </a:rPr>
                <a:t>Elektrotechnik</a:t>
              </a:r>
            </a:p>
          </p:txBody>
        </p:sp>
      </p:grpSp>
      <p:pic>
        <p:nvPicPr>
          <p:cNvPr id="7" name="Grafik 6">
            <a:extLst>
              <a:ext uri="{FF2B5EF4-FFF2-40B4-BE49-F238E27FC236}">
                <a16:creationId xmlns:a16="http://schemas.microsoft.com/office/drawing/2014/main" id="{E16275DD-1536-1D24-E264-8EC8ADEFFD7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99721" y="6093676"/>
            <a:ext cx="431554" cy="558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56949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T_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ihandform 17">
            <a:extLst>
              <a:ext uri="{FF2B5EF4-FFF2-40B4-BE49-F238E27FC236}">
                <a16:creationId xmlns:a16="http://schemas.microsoft.com/office/drawing/2014/main" id="{CEAD9B20-91CB-AE47-12BA-AB1C886877EF}"/>
              </a:ext>
            </a:extLst>
          </p:cNvPr>
          <p:cNvSpPr/>
          <p:nvPr userDrawn="1"/>
        </p:nvSpPr>
        <p:spPr>
          <a:xfrm rot="12664814" flipV="1">
            <a:off x="8029177" y="301128"/>
            <a:ext cx="5610720" cy="8294818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3177410"/>
              <a:gd name="connsiteY0" fmla="*/ 1035451 h 3606310"/>
              <a:gd name="connsiteX1" fmla="*/ 3141588 w 3177410"/>
              <a:gd name="connsiteY1" fmla="*/ 152581 h 3606310"/>
              <a:gd name="connsiteX2" fmla="*/ 2574031 w 3177410"/>
              <a:gd name="connsiteY2" fmla="*/ 1666070 h 3606310"/>
              <a:gd name="connsiteX3" fmla="*/ 2321781 w 3177410"/>
              <a:gd name="connsiteY3" fmla="*/ 3473850 h 3606310"/>
              <a:gd name="connsiteX4" fmla="*/ 51546 w 3177410"/>
              <a:gd name="connsiteY4" fmla="*/ 2664554 h 3606310"/>
              <a:gd name="connsiteX5" fmla="*/ 829312 w 3177410"/>
              <a:gd name="connsiteY5" fmla="*/ 1035451 h 3606310"/>
              <a:gd name="connsiteX0" fmla="*/ 829312 w 3177410"/>
              <a:gd name="connsiteY0" fmla="*/ 1013703 h 3584562"/>
              <a:gd name="connsiteX1" fmla="*/ 3141588 w 3177410"/>
              <a:gd name="connsiteY1" fmla="*/ 130833 h 3584562"/>
              <a:gd name="connsiteX2" fmla="*/ 2574031 w 3177410"/>
              <a:gd name="connsiteY2" fmla="*/ 1644322 h 3584562"/>
              <a:gd name="connsiteX3" fmla="*/ 2321781 w 3177410"/>
              <a:gd name="connsiteY3" fmla="*/ 3452102 h 3584562"/>
              <a:gd name="connsiteX4" fmla="*/ 51546 w 3177410"/>
              <a:gd name="connsiteY4" fmla="*/ 2642806 h 3584562"/>
              <a:gd name="connsiteX5" fmla="*/ 829312 w 3177410"/>
              <a:gd name="connsiteY5" fmla="*/ 1013703 h 3584562"/>
              <a:gd name="connsiteX0" fmla="*/ 829578 w 3177676"/>
              <a:gd name="connsiteY0" fmla="*/ 1013703 h 3584562"/>
              <a:gd name="connsiteX1" fmla="*/ 3141854 w 3177676"/>
              <a:gd name="connsiteY1" fmla="*/ 130833 h 3584562"/>
              <a:gd name="connsiteX2" fmla="*/ 2574297 w 3177676"/>
              <a:gd name="connsiteY2" fmla="*/ 1644322 h 3584562"/>
              <a:gd name="connsiteX3" fmla="*/ 2322047 w 3177676"/>
              <a:gd name="connsiteY3" fmla="*/ 3452102 h 3584562"/>
              <a:gd name="connsiteX4" fmla="*/ 51812 w 3177676"/>
              <a:gd name="connsiteY4" fmla="*/ 2642806 h 3584562"/>
              <a:gd name="connsiteX5" fmla="*/ 829578 w 3177676"/>
              <a:gd name="connsiteY5" fmla="*/ 1013703 h 3584562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77676" h="3588900">
                <a:moveTo>
                  <a:pt x="829578" y="1013703"/>
                </a:moveTo>
                <a:cubicBezTo>
                  <a:pt x="1397137" y="530228"/>
                  <a:pt x="2942157" y="-328119"/>
                  <a:pt x="3141854" y="130833"/>
                </a:cubicBezTo>
                <a:cubicBezTo>
                  <a:pt x="3341551" y="589785"/>
                  <a:pt x="2644367" y="1160846"/>
                  <a:pt x="2574297" y="1644322"/>
                </a:cubicBezTo>
                <a:cubicBezTo>
                  <a:pt x="2504227" y="2127798"/>
                  <a:pt x="2788005" y="3045702"/>
                  <a:pt x="2322047" y="3452102"/>
                </a:cubicBezTo>
                <a:cubicBezTo>
                  <a:pt x="1856089" y="3858502"/>
                  <a:pt x="253064" y="3291335"/>
                  <a:pt x="51812" y="2642806"/>
                </a:cubicBezTo>
                <a:cubicBezTo>
                  <a:pt x="-149440" y="1994277"/>
                  <a:pt x="262019" y="1497178"/>
                  <a:pt x="829578" y="1013703"/>
                </a:cubicBezTo>
                <a:close/>
              </a:path>
            </a:pathLst>
          </a:custGeom>
          <a:solidFill>
            <a:srgbClr val="E7E7E7">
              <a:alpha val="52941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502BA19-22BB-9749-A27A-7E43EF050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137DF-46F0-194D-B8E6-89251B633EEA}" type="slidenum">
              <a:rPr lang="de-DE" smtClean="0"/>
              <a:t>‹Nr.›</a:t>
            </a:fld>
            <a:endParaRPr lang="de-DE"/>
          </a:p>
        </p:txBody>
      </p:sp>
      <p:sp>
        <p:nvSpPr>
          <p:cNvPr id="10" name="Freihandform 9">
            <a:extLst>
              <a:ext uri="{FF2B5EF4-FFF2-40B4-BE49-F238E27FC236}">
                <a16:creationId xmlns:a16="http://schemas.microsoft.com/office/drawing/2014/main" id="{1223AABF-8467-4E9F-86F5-1F1ECB8048B1}"/>
              </a:ext>
            </a:extLst>
          </p:cNvPr>
          <p:cNvSpPr/>
          <p:nvPr userDrawn="1"/>
        </p:nvSpPr>
        <p:spPr>
          <a:xfrm rot="19240800">
            <a:off x="-3534515" y="-2092408"/>
            <a:ext cx="6636396" cy="4457866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3177410"/>
              <a:gd name="connsiteY0" fmla="*/ 1035451 h 3606310"/>
              <a:gd name="connsiteX1" fmla="*/ 3141588 w 3177410"/>
              <a:gd name="connsiteY1" fmla="*/ 152581 h 3606310"/>
              <a:gd name="connsiteX2" fmla="*/ 2574031 w 3177410"/>
              <a:gd name="connsiteY2" fmla="*/ 1666070 h 3606310"/>
              <a:gd name="connsiteX3" fmla="*/ 2321781 w 3177410"/>
              <a:gd name="connsiteY3" fmla="*/ 3473850 h 3606310"/>
              <a:gd name="connsiteX4" fmla="*/ 51546 w 3177410"/>
              <a:gd name="connsiteY4" fmla="*/ 2664554 h 3606310"/>
              <a:gd name="connsiteX5" fmla="*/ 829312 w 3177410"/>
              <a:gd name="connsiteY5" fmla="*/ 1035451 h 3606310"/>
              <a:gd name="connsiteX0" fmla="*/ 829312 w 3177410"/>
              <a:gd name="connsiteY0" fmla="*/ 1013703 h 3584562"/>
              <a:gd name="connsiteX1" fmla="*/ 3141588 w 3177410"/>
              <a:gd name="connsiteY1" fmla="*/ 130833 h 3584562"/>
              <a:gd name="connsiteX2" fmla="*/ 2574031 w 3177410"/>
              <a:gd name="connsiteY2" fmla="*/ 1644322 h 3584562"/>
              <a:gd name="connsiteX3" fmla="*/ 2321781 w 3177410"/>
              <a:gd name="connsiteY3" fmla="*/ 3452102 h 3584562"/>
              <a:gd name="connsiteX4" fmla="*/ 51546 w 3177410"/>
              <a:gd name="connsiteY4" fmla="*/ 2642806 h 3584562"/>
              <a:gd name="connsiteX5" fmla="*/ 829312 w 3177410"/>
              <a:gd name="connsiteY5" fmla="*/ 1013703 h 3584562"/>
              <a:gd name="connsiteX0" fmla="*/ 829578 w 3177676"/>
              <a:gd name="connsiteY0" fmla="*/ 1013703 h 3584562"/>
              <a:gd name="connsiteX1" fmla="*/ 3141854 w 3177676"/>
              <a:gd name="connsiteY1" fmla="*/ 130833 h 3584562"/>
              <a:gd name="connsiteX2" fmla="*/ 2574297 w 3177676"/>
              <a:gd name="connsiteY2" fmla="*/ 1644322 h 3584562"/>
              <a:gd name="connsiteX3" fmla="*/ 2322047 w 3177676"/>
              <a:gd name="connsiteY3" fmla="*/ 3452102 h 3584562"/>
              <a:gd name="connsiteX4" fmla="*/ 51812 w 3177676"/>
              <a:gd name="connsiteY4" fmla="*/ 2642806 h 3584562"/>
              <a:gd name="connsiteX5" fmla="*/ 829578 w 3177676"/>
              <a:gd name="connsiteY5" fmla="*/ 1013703 h 3584562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11178 w 2672400"/>
              <a:gd name="connsiteY0" fmla="*/ 7864 h 2583061"/>
              <a:gd name="connsiteX1" fmla="*/ 1318755 w 2672400"/>
              <a:gd name="connsiteY1" fmla="*/ 1092175 h 2583061"/>
              <a:gd name="connsiteX2" fmla="*/ 2555897 w 2672400"/>
              <a:gd name="connsiteY2" fmla="*/ 638483 h 2583061"/>
              <a:gd name="connsiteX3" fmla="*/ 2303647 w 2672400"/>
              <a:gd name="connsiteY3" fmla="*/ 2446263 h 2583061"/>
              <a:gd name="connsiteX4" fmla="*/ 33412 w 2672400"/>
              <a:gd name="connsiteY4" fmla="*/ 1636967 h 2583061"/>
              <a:gd name="connsiteX5" fmla="*/ 811178 w 2672400"/>
              <a:gd name="connsiteY5" fmla="*/ 7864 h 2583061"/>
              <a:gd name="connsiteX0" fmla="*/ 811178 w 3223026"/>
              <a:gd name="connsiteY0" fmla="*/ 5596 h 2477281"/>
              <a:gd name="connsiteX1" fmla="*/ 1318755 w 3223026"/>
              <a:gd name="connsiteY1" fmla="*/ 1089907 h 2477281"/>
              <a:gd name="connsiteX2" fmla="*/ 3192488 w 3223026"/>
              <a:gd name="connsiteY2" fmla="*/ 802600 h 2477281"/>
              <a:gd name="connsiteX3" fmla="*/ 2303647 w 3223026"/>
              <a:gd name="connsiteY3" fmla="*/ 2443995 h 2477281"/>
              <a:gd name="connsiteX4" fmla="*/ 33412 w 3223026"/>
              <a:gd name="connsiteY4" fmla="*/ 1634699 h 2477281"/>
              <a:gd name="connsiteX5" fmla="*/ 811178 w 3223026"/>
              <a:gd name="connsiteY5" fmla="*/ 5596 h 2477281"/>
              <a:gd name="connsiteX0" fmla="*/ 846588 w 3330250"/>
              <a:gd name="connsiteY0" fmla="*/ 5596 h 2432711"/>
              <a:gd name="connsiteX1" fmla="*/ 1354165 w 3330250"/>
              <a:gd name="connsiteY1" fmla="*/ 1089907 h 2432711"/>
              <a:gd name="connsiteX2" fmla="*/ 3227898 w 3330250"/>
              <a:gd name="connsiteY2" fmla="*/ 802600 h 2432711"/>
              <a:gd name="connsiteX3" fmla="*/ 2761796 w 3330250"/>
              <a:gd name="connsiteY3" fmla="*/ 2409553 h 2432711"/>
              <a:gd name="connsiteX4" fmla="*/ 68822 w 3330250"/>
              <a:gd name="connsiteY4" fmla="*/ 1634699 h 2432711"/>
              <a:gd name="connsiteX5" fmla="*/ 846588 w 3330250"/>
              <a:gd name="connsiteY5" fmla="*/ 5596 h 2432711"/>
              <a:gd name="connsiteX0" fmla="*/ 846588 w 3514825"/>
              <a:gd name="connsiteY0" fmla="*/ 5596 h 2432711"/>
              <a:gd name="connsiteX1" fmla="*/ 1354165 w 3514825"/>
              <a:gd name="connsiteY1" fmla="*/ 1089907 h 2432711"/>
              <a:gd name="connsiteX2" fmla="*/ 3227898 w 3514825"/>
              <a:gd name="connsiteY2" fmla="*/ 802600 h 2432711"/>
              <a:gd name="connsiteX3" fmla="*/ 2761796 w 3514825"/>
              <a:gd name="connsiteY3" fmla="*/ 2409553 h 2432711"/>
              <a:gd name="connsiteX4" fmla="*/ 68822 w 3514825"/>
              <a:gd name="connsiteY4" fmla="*/ 1634699 h 2432711"/>
              <a:gd name="connsiteX5" fmla="*/ 846588 w 3514825"/>
              <a:gd name="connsiteY5" fmla="*/ 5596 h 2432711"/>
              <a:gd name="connsiteX0" fmla="*/ 875402 w 3543639"/>
              <a:gd name="connsiteY0" fmla="*/ 2708 h 2429823"/>
              <a:gd name="connsiteX1" fmla="*/ 1382979 w 3543639"/>
              <a:gd name="connsiteY1" fmla="*/ 1087019 h 2429823"/>
              <a:gd name="connsiteX2" fmla="*/ 3256712 w 3543639"/>
              <a:gd name="connsiteY2" fmla="*/ 799712 h 2429823"/>
              <a:gd name="connsiteX3" fmla="*/ 2790610 w 3543639"/>
              <a:gd name="connsiteY3" fmla="*/ 2406665 h 2429823"/>
              <a:gd name="connsiteX4" fmla="*/ 97636 w 3543639"/>
              <a:gd name="connsiteY4" fmla="*/ 1631811 h 2429823"/>
              <a:gd name="connsiteX5" fmla="*/ 875402 w 3543639"/>
              <a:gd name="connsiteY5" fmla="*/ 2708 h 2429823"/>
              <a:gd name="connsiteX0" fmla="*/ 1035116 w 3703353"/>
              <a:gd name="connsiteY0" fmla="*/ 3586 h 2450893"/>
              <a:gd name="connsiteX1" fmla="*/ 1542693 w 3703353"/>
              <a:gd name="connsiteY1" fmla="*/ 1087897 h 2450893"/>
              <a:gd name="connsiteX2" fmla="*/ 3416426 w 3703353"/>
              <a:gd name="connsiteY2" fmla="*/ 800590 h 2450893"/>
              <a:gd name="connsiteX3" fmla="*/ 2950324 w 3703353"/>
              <a:gd name="connsiteY3" fmla="*/ 2407543 h 2450893"/>
              <a:gd name="connsiteX4" fmla="*/ 257350 w 3703353"/>
              <a:gd name="connsiteY4" fmla="*/ 1632689 h 2450893"/>
              <a:gd name="connsiteX5" fmla="*/ 1035116 w 3703353"/>
              <a:gd name="connsiteY5" fmla="*/ 3586 h 2450893"/>
              <a:gd name="connsiteX0" fmla="*/ 991689 w 3462563"/>
              <a:gd name="connsiteY0" fmla="*/ 10605 h 2457912"/>
              <a:gd name="connsiteX1" fmla="*/ 1674106 w 3462563"/>
              <a:gd name="connsiteY1" fmla="*/ 930710 h 2457912"/>
              <a:gd name="connsiteX2" fmla="*/ 3372999 w 3462563"/>
              <a:gd name="connsiteY2" fmla="*/ 807609 h 2457912"/>
              <a:gd name="connsiteX3" fmla="*/ 2906897 w 3462563"/>
              <a:gd name="connsiteY3" fmla="*/ 2414562 h 2457912"/>
              <a:gd name="connsiteX4" fmla="*/ 213923 w 3462563"/>
              <a:gd name="connsiteY4" fmla="*/ 1639708 h 2457912"/>
              <a:gd name="connsiteX5" fmla="*/ 991689 w 3462563"/>
              <a:gd name="connsiteY5" fmla="*/ 10605 h 2457912"/>
              <a:gd name="connsiteX0" fmla="*/ 991689 w 3644113"/>
              <a:gd name="connsiteY0" fmla="*/ 10605 h 2457912"/>
              <a:gd name="connsiteX1" fmla="*/ 1674106 w 3644113"/>
              <a:gd name="connsiteY1" fmla="*/ 930710 h 2457912"/>
              <a:gd name="connsiteX2" fmla="*/ 3372999 w 3644113"/>
              <a:gd name="connsiteY2" fmla="*/ 807609 h 2457912"/>
              <a:gd name="connsiteX3" fmla="*/ 2906897 w 3644113"/>
              <a:gd name="connsiteY3" fmla="*/ 2414562 h 2457912"/>
              <a:gd name="connsiteX4" fmla="*/ 213923 w 3644113"/>
              <a:gd name="connsiteY4" fmla="*/ 1639708 h 2457912"/>
              <a:gd name="connsiteX5" fmla="*/ 991689 w 3644113"/>
              <a:gd name="connsiteY5" fmla="*/ 10605 h 2457912"/>
              <a:gd name="connsiteX0" fmla="*/ 1054352 w 3706777"/>
              <a:gd name="connsiteY0" fmla="*/ 1046 h 2448353"/>
              <a:gd name="connsiteX1" fmla="*/ 1736769 w 3706777"/>
              <a:gd name="connsiteY1" fmla="*/ 921151 h 2448353"/>
              <a:gd name="connsiteX2" fmla="*/ 3435662 w 3706777"/>
              <a:gd name="connsiteY2" fmla="*/ 798050 h 2448353"/>
              <a:gd name="connsiteX3" fmla="*/ 2969560 w 3706777"/>
              <a:gd name="connsiteY3" fmla="*/ 2405003 h 2448353"/>
              <a:gd name="connsiteX4" fmla="*/ 276586 w 3706777"/>
              <a:gd name="connsiteY4" fmla="*/ 1630149 h 2448353"/>
              <a:gd name="connsiteX5" fmla="*/ 1054352 w 3706777"/>
              <a:gd name="connsiteY5" fmla="*/ 1046 h 2448353"/>
              <a:gd name="connsiteX0" fmla="*/ 590056 w 3683836"/>
              <a:gd name="connsiteY0" fmla="*/ 1109 h 1961431"/>
              <a:gd name="connsiteX1" fmla="*/ 1713828 w 3683836"/>
              <a:gd name="connsiteY1" fmla="*/ 456838 h 1961431"/>
              <a:gd name="connsiteX2" fmla="*/ 3412721 w 3683836"/>
              <a:gd name="connsiteY2" fmla="*/ 333737 h 1961431"/>
              <a:gd name="connsiteX3" fmla="*/ 2946619 w 3683836"/>
              <a:gd name="connsiteY3" fmla="*/ 1940690 h 1961431"/>
              <a:gd name="connsiteX4" fmla="*/ 253645 w 3683836"/>
              <a:gd name="connsiteY4" fmla="*/ 1165836 h 1961431"/>
              <a:gd name="connsiteX5" fmla="*/ 590056 w 3683836"/>
              <a:gd name="connsiteY5" fmla="*/ 1109 h 1961431"/>
              <a:gd name="connsiteX0" fmla="*/ 577152 w 3670932"/>
              <a:gd name="connsiteY0" fmla="*/ 28557 h 1988879"/>
              <a:gd name="connsiteX1" fmla="*/ 1700924 w 3670932"/>
              <a:gd name="connsiteY1" fmla="*/ 484286 h 1988879"/>
              <a:gd name="connsiteX2" fmla="*/ 3399817 w 3670932"/>
              <a:gd name="connsiteY2" fmla="*/ 361185 h 1988879"/>
              <a:gd name="connsiteX3" fmla="*/ 2933715 w 3670932"/>
              <a:gd name="connsiteY3" fmla="*/ 1968138 h 1988879"/>
              <a:gd name="connsiteX4" fmla="*/ 240741 w 3670932"/>
              <a:gd name="connsiteY4" fmla="*/ 1193284 h 1988879"/>
              <a:gd name="connsiteX5" fmla="*/ 577152 w 3670932"/>
              <a:gd name="connsiteY5" fmla="*/ 28557 h 1988879"/>
              <a:gd name="connsiteX0" fmla="*/ 5660 w 3065770"/>
              <a:gd name="connsiteY0" fmla="*/ 41752 h 2084853"/>
              <a:gd name="connsiteX1" fmla="*/ 1129432 w 3065770"/>
              <a:gd name="connsiteY1" fmla="*/ 497481 h 2084853"/>
              <a:gd name="connsiteX2" fmla="*/ 2828325 w 3065770"/>
              <a:gd name="connsiteY2" fmla="*/ 374380 h 2084853"/>
              <a:gd name="connsiteX3" fmla="*/ 2362223 w 3065770"/>
              <a:gd name="connsiteY3" fmla="*/ 1981333 h 2084853"/>
              <a:gd name="connsiteX4" fmla="*/ 768571 w 3065770"/>
              <a:gd name="connsiteY4" fmla="*/ 1718703 h 2084853"/>
              <a:gd name="connsiteX5" fmla="*/ 5660 w 3065770"/>
              <a:gd name="connsiteY5" fmla="*/ 41752 h 2084853"/>
              <a:gd name="connsiteX0" fmla="*/ 12471 w 3072581"/>
              <a:gd name="connsiteY0" fmla="*/ 41752 h 2092530"/>
              <a:gd name="connsiteX1" fmla="*/ 1136243 w 3072581"/>
              <a:gd name="connsiteY1" fmla="*/ 497481 h 2092530"/>
              <a:gd name="connsiteX2" fmla="*/ 2835136 w 3072581"/>
              <a:gd name="connsiteY2" fmla="*/ 374380 h 2092530"/>
              <a:gd name="connsiteX3" fmla="*/ 2369034 w 3072581"/>
              <a:gd name="connsiteY3" fmla="*/ 1981333 h 2092530"/>
              <a:gd name="connsiteX4" fmla="*/ 775382 w 3072581"/>
              <a:gd name="connsiteY4" fmla="*/ 1718703 h 2092530"/>
              <a:gd name="connsiteX5" fmla="*/ 12471 w 3072581"/>
              <a:gd name="connsiteY5" fmla="*/ 41752 h 2092530"/>
              <a:gd name="connsiteX0" fmla="*/ 2798 w 3655173"/>
              <a:gd name="connsiteY0" fmla="*/ 869129 h 2007317"/>
              <a:gd name="connsiteX1" fmla="*/ 1718835 w 3655173"/>
              <a:gd name="connsiteY1" fmla="*/ 445136 h 2007317"/>
              <a:gd name="connsiteX2" fmla="*/ 3417728 w 3655173"/>
              <a:gd name="connsiteY2" fmla="*/ 322035 h 2007317"/>
              <a:gd name="connsiteX3" fmla="*/ 2951626 w 3655173"/>
              <a:gd name="connsiteY3" fmla="*/ 1928988 h 2007317"/>
              <a:gd name="connsiteX4" fmla="*/ 1357974 w 3655173"/>
              <a:gd name="connsiteY4" fmla="*/ 1666358 h 2007317"/>
              <a:gd name="connsiteX5" fmla="*/ 2798 w 3655173"/>
              <a:gd name="connsiteY5" fmla="*/ 869129 h 2007317"/>
              <a:gd name="connsiteX0" fmla="*/ 542 w 3652917"/>
              <a:gd name="connsiteY0" fmla="*/ 869129 h 2007318"/>
              <a:gd name="connsiteX1" fmla="*/ 1716579 w 3652917"/>
              <a:gd name="connsiteY1" fmla="*/ 445136 h 2007318"/>
              <a:gd name="connsiteX2" fmla="*/ 3415472 w 3652917"/>
              <a:gd name="connsiteY2" fmla="*/ 322035 h 2007318"/>
              <a:gd name="connsiteX3" fmla="*/ 2949370 w 3652917"/>
              <a:gd name="connsiteY3" fmla="*/ 1928988 h 2007318"/>
              <a:gd name="connsiteX4" fmla="*/ 1355718 w 3652917"/>
              <a:gd name="connsiteY4" fmla="*/ 1666358 h 2007318"/>
              <a:gd name="connsiteX5" fmla="*/ 542 w 3652917"/>
              <a:gd name="connsiteY5" fmla="*/ 869129 h 2007318"/>
              <a:gd name="connsiteX0" fmla="*/ 243 w 3639926"/>
              <a:gd name="connsiteY0" fmla="*/ 869129 h 1955507"/>
              <a:gd name="connsiteX1" fmla="*/ 1716280 w 3639926"/>
              <a:gd name="connsiteY1" fmla="*/ 445136 h 1955507"/>
              <a:gd name="connsiteX2" fmla="*/ 3415173 w 3639926"/>
              <a:gd name="connsiteY2" fmla="*/ 322035 h 1955507"/>
              <a:gd name="connsiteX3" fmla="*/ 2949071 w 3639926"/>
              <a:gd name="connsiteY3" fmla="*/ 1928988 h 1955507"/>
              <a:gd name="connsiteX4" fmla="*/ 1833458 w 3639926"/>
              <a:gd name="connsiteY4" fmla="*/ 1291535 h 1955507"/>
              <a:gd name="connsiteX5" fmla="*/ 243 w 3639926"/>
              <a:gd name="connsiteY5" fmla="*/ 869129 h 1955507"/>
              <a:gd name="connsiteX0" fmla="*/ 243 w 3639926"/>
              <a:gd name="connsiteY0" fmla="*/ 869129 h 1947022"/>
              <a:gd name="connsiteX1" fmla="*/ 1716280 w 3639926"/>
              <a:gd name="connsiteY1" fmla="*/ 445136 h 1947022"/>
              <a:gd name="connsiteX2" fmla="*/ 3415173 w 3639926"/>
              <a:gd name="connsiteY2" fmla="*/ 322035 h 1947022"/>
              <a:gd name="connsiteX3" fmla="*/ 2949071 w 3639926"/>
              <a:gd name="connsiteY3" fmla="*/ 1928988 h 1947022"/>
              <a:gd name="connsiteX4" fmla="*/ 1833458 w 3639926"/>
              <a:gd name="connsiteY4" fmla="*/ 1291535 h 1947022"/>
              <a:gd name="connsiteX5" fmla="*/ 243 w 3639926"/>
              <a:gd name="connsiteY5" fmla="*/ 869129 h 1947022"/>
              <a:gd name="connsiteX0" fmla="*/ 7345 w 3647028"/>
              <a:gd name="connsiteY0" fmla="*/ 869129 h 1947022"/>
              <a:gd name="connsiteX1" fmla="*/ 1723382 w 3647028"/>
              <a:gd name="connsiteY1" fmla="*/ 445136 h 1947022"/>
              <a:gd name="connsiteX2" fmla="*/ 3422275 w 3647028"/>
              <a:gd name="connsiteY2" fmla="*/ 322035 h 1947022"/>
              <a:gd name="connsiteX3" fmla="*/ 2956173 w 3647028"/>
              <a:gd name="connsiteY3" fmla="*/ 1928988 h 1947022"/>
              <a:gd name="connsiteX4" fmla="*/ 1840560 w 3647028"/>
              <a:gd name="connsiteY4" fmla="*/ 1291535 h 1947022"/>
              <a:gd name="connsiteX5" fmla="*/ 7345 w 3647028"/>
              <a:gd name="connsiteY5" fmla="*/ 869129 h 1947022"/>
              <a:gd name="connsiteX0" fmla="*/ 7345 w 3811052"/>
              <a:gd name="connsiteY0" fmla="*/ 869129 h 1929159"/>
              <a:gd name="connsiteX1" fmla="*/ 1723382 w 3811052"/>
              <a:gd name="connsiteY1" fmla="*/ 445136 h 1929159"/>
              <a:gd name="connsiteX2" fmla="*/ 3422275 w 3811052"/>
              <a:gd name="connsiteY2" fmla="*/ 322035 h 1929159"/>
              <a:gd name="connsiteX3" fmla="*/ 2956173 w 3811052"/>
              <a:gd name="connsiteY3" fmla="*/ 1928988 h 1929159"/>
              <a:gd name="connsiteX4" fmla="*/ 1840560 w 3811052"/>
              <a:gd name="connsiteY4" fmla="*/ 1291535 h 1929159"/>
              <a:gd name="connsiteX5" fmla="*/ 7345 w 3811052"/>
              <a:gd name="connsiteY5" fmla="*/ 869129 h 1929159"/>
              <a:gd name="connsiteX0" fmla="*/ 5264 w 3937957"/>
              <a:gd name="connsiteY0" fmla="*/ 1155023 h 1938909"/>
              <a:gd name="connsiteX1" fmla="*/ 1850286 w 3937957"/>
              <a:gd name="connsiteY1" fmla="*/ 454886 h 1938909"/>
              <a:gd name="connsiteX2" fmla="*/ 3549179 w 3937957"/>
              <a:gd name="connsiteY2" fmla="*/ 331785 h 1938909"/>
              <a:gd name="connsiteX3" fmla="*/ 3083077 w 3937957"/>
              <a:gd name="connsiteY3" fmla="*/ 1938738 h 1938909"/>
              <a:gd name="connsiteX4" fmla="*/ 1967464 w 3937957"/>
              <a:gd name="connsiteY4" fmla="*/ 1301285 h 1938909"/>
              <a:gd name="connsiteX5" fmla="*/ 5264 w 3937957"/>
              <a:gd name="connsiteY5" fmla="*/ 1155023 h 1938909"/>
              <a:gd name="connsiteX0" fmla="*/ 23607 w 3956300"/>
              <a:gd name="connsiteY0" fmla="*/ 1155023 h 1938909"/>
              <a:gd name="connsiteX1" fmla="*/ 1868629 w 3956300"/>
              <a:gd name="connsiteY1" fmla="*/ 454886 h 1938909"/>
              <a:gd name="connsiteX2" fmla="*/ 3567522 w 3956300"/>
              <a:gd name="connsiteY2" fmla="*/ 331785 h 1938909"/>
              <a:gd name="connsiteX3" fmla="*/ 3101420 w 3956300"/>
              <a:gd name="connsiteY3" fmla="*/ 1938738 h 1938909"/>
              <a:gd name="connsiteX4" fmla="*/ 1985807 w 3956300"/>
              <a:gd name="connsiteY4" fmla="*/ 1301285 h 1938909"/>
              <a:gd name="connsiteX5" fmla="*/ 23607 w 3956300"/>
              <a:gd name="connsiteY5" fmla="*/ 1155023 h 1938909"/>
              <a:gd name="connsiteX0" fmla="*/ 356 w 3775841"/>
              <a:gd name="connsiteY0" fmla="*/ 1155023 h 1975367"/>
              <a:gd name="connsiteX1" fmla="*/ 1845378 w 3775841"/>
              <a:gd name="connsiteY1" fmla="*/ 454886 h 1975367"/>
              <a:gd name="connsiteX2" fmla="*/ 3544271 w 3775841"/>
              <a:gd name="connsiteY2" fmla="*/ 331785 h 1975367"/>
              <a:gd name="connsiteX3" fmla="*/ 3078169 w 3775841"/>
              <a:gd name="connsiteY3" fmla="*/ 1938738 h 1975367"/>
              <a:gd name="connsiteX4" fmla="*/ 1700608 w 3775841"/>
              <a:gd name="connsiteY4" fmla="*/ 1432728 h 1975367"/>
              <a:gd name="connsiteX5" fmla="*/ 356 w 3775841"/>
              <a:gd name="connsiteY5" fmla="*/ 1155023 h 1975367"/>
              <a:gd name="connsiteX0" fmla="*/ 385 w 3775871"/>
              <a:gd name="connsiteY0" fmla="*/ 1155023 h 1964875"/>
              <a:gd name="connsiteX1" fmla="*/ 1845407 w 3775871"/>
              <a:gd name="connsiteY1" fmla="*/ 454886 h 1964875"/>
              <a:gd name="connsiteX2" fmla="*/ 3544300 w 3775871"/>
              <a:gd name="connsiteY2" fmla="*/ 331785 h 1964875"/>
              <a:gd name="connsiteX3" fmla="*/ 3078198 w 3775871"/>
              <a:gd name="connsiteY3" fmla="*/ 1938738 h 1964875"/>
              <a:gd name="connsiteX4" fmla="*/ 1700637 w 3775871"/>
              <a:gd name="connsiteY4" fmla="*/ 1432728 h 1964875"/>
              <a:gd name="connsiteX5" fmla="*/ 385 w 3775871"/>
              <a:gd name="connsiteY5" fmla="*/ 1155023 h 1964875"/>
              <a:gd name="connsiteX0" fmla="*/ 518 w 3310321"/>
              <a:gd name="connsiteY0" fmla="*/ 1561197 h 1986949"/>
              <a:gd name="connsiteX1" fmla="*/ 1379857 w 3310321"/>
              <a:gd name="connsiteY1" fmla="*/ 469469 h 1986949"/>
              <a:gd name="connsiteX2" fmla="*/ 3078750 w 3310321"/>
              <a:gd name="connsiteY2" fmla="*/ 346368 h 1986949"/>
              <a:gd name="connsiteX3" fmla="*/ 2612648 w 3310321"/>
              <a:gd name="connsiteY3" fmla="*/ 1953321 h 1986949"/>
              <a:gd name="connsiteX4" fmla="*/ 1235087 w 3310321"/>
              <a:gd name="connsiteY4" fmla="*/ 1447311 h 1986949"/>
              <a:gd name="connsiteX5" fmla="*/ 518 w 3310321"/>
              <a:gd name="connsiteY5" fmla="*/ 1561197 h 1986949"/>
              <a:gd name="connsiteX0" fmla="*/ 252954 w 3562757"/>
              <a:gd name="connsiteY0" fmla="*/ 1561197 h 1986950"/>
              <a:gd name="connsiteX1" fmla="*/ 1632293 w 3562757"/>
              <a:gd name="connsiteY1" fmla="*/ 469469 h 1986950"/>
              <a:gd name="connsiteX2" fmla="*/ 3331186 w 3562757"/>
              <a:gd name="connsiteY2" fmla="*/ 346368 h 1986950"/>
              <a:gd name="connsiteX3" fmla="*/ 2865084 w 3562757"/>
              <a:gd name="connsiteY3" fmla="*/ 1953321 h 1986950"/>
              <a:gd name="connsiteX4" fmla="*/ 1487523 w 3562757"/>
              <a:gd name="connsiteY4" fmla="*/ 1447311 h 1986950"/>
              <a:gd name="connsiteX5" fmla="*/ 252954 w 3562757"/>
              <a:gd name="connsiteY5" fmla="*/ 1561197 h 1986950"/>
              <a:gd name="connsiteX0" fmla="*/ 275988 w 4836894"/>
              <a:gd name="connsiteY0" fmla="*/ 1254188 h 1664972"/>
              <a:gd name="connsiteX1" fmla="*/ 1655327 w 4836894"/>
              <a:gd name="connsiteY1" fmla="*/ 162460 h 1664972"/>
              <a:gd name="connsiteX2" fmla="*/ 4715739 w 4836894"/>
              <a:gd name="connsiteY2" fmla="*/ 494988 h 1664972"/>
              <a:gd name="connsiteX3" fmla="*/ 2888118 w 4836894"/>
              <a:gd name="connsiteY3" fmla="*/ 1646312 h 1664972"/>
              <a:gd name="connsiteX4" fmla="*/ 1510557 w 4836894"/>
              <a:gd name="connsiteY4" fmla="*/ 1140302 h 1664972"/>
              <a:gd name="connsiteX5" fmla="*/ 275988 w 4836894"/>
              <a:gd name="connsiteY5" fmla="*/ 1254188 h 1664972"/>
              <a:gd name="connsiteX0" fmla="*/ 275988 w 4716813"/>
              <a:gd name="connsiteY0" fmla="*/ 1630321 h 2049242"/>
              <a:gd name="connsiteX1" fmla="*/ 1655327 w 4716813"/>
              <a:gd name="connsiteY1" fmla="*/ 538593 h 2049242"/>
              <a:gd name="connsiteX2" fmla="*/ 4715739 w 4716813"/>
              <a:gd name="connsiteY2" fmla="*/ 871121 h 2049242"/>
              <a:gd name="connsiteX3" fmla="*/ 2888118 w 4716813"/>
              <a:gd name="connsiteY3" fmla="*/ 2022445 h 2049242"/>
              <a:gd name="connsiteX4" fmla="*/ 1510557 w 4716813"/>
              <a:gd name="connsiteY4" fmla="*/ 1516435 h 2049242"/>
              <a:gd name="connsiteX5" fmla="*/ 275988 w 4716813"/>
              <a:gd name="connsiteY5" fmla="*/ 1630321 h 2049242"/>
              <a:gd name="connsiteX0" fmla="*/ 275988 w 4749030"/>
              <a:gd name="connsiteY0" fmla="*/ 1124638 h 1545870"/>
              <a:gd name="connsiteX1" fmla="*/ 1655327 w 4749030"/>
              <a:gd name="connsiteY1" fmla="*/ 32910 h 1545870"/>
              <a:gd name="connsiteX2" fmla="*/ 4715739 w 4749030"/>
              <a:gd name="connsiteY2" fmla="*/ 365438 h 1545870"/>
              <a:gd name="connsiteX3" fmla="*/ 3175706 w 4749030"/>
              <a:gd name="connsiteY3" fmla="*/ 1192854 h 1545870"/>
              <a:gd name="connsiteX4" fmla="*/ 1510557 w 4749030"/>
              <a:gd name="connsiteY4" fmla="*/ 1010752 h 1545870"/>
              <a:gd name="connsiteX5" fmla="*/ 275988 w 4749030"/>
              <a:gd name="connsiteY5" fmla="*/ 1124638 h 1545870"/>
              <a:gd name="connsiteX0" fmla="*/ 275988 w 4727950"/>
              <a:gd name="connsiteY0" fmla="*/ 1387914 h 1809146"/>
              <a:gd name="connsiteX1" fmla="*/ 1655327 w 4727950"/>
              <a:gd name="connsiteY1" fmla="*/ 296186 h 1809146"/>
              <a:gd name="connsiteX2" fmla="*/ 4715739 w 4727950"/>
              <a:gd name="connsiteY2" fmla="*/ 628714 h 1809146"/>
              <a:gd name="connsiteX3" fmla="*/ 3175706 w 4727950"/>
              <a:gd name="connsiteY3" fmla="*/ 1456130 h 1809146"/>
              <a:gd name="connsiteX4" fmla="*/ 1510557 w 4727950"/>
              <a:gd name="connsiteY4" fmla="*/ 1274028 h 1809146"/>
              <a:gd name="connsiteX5" fmla="*/ 275988 w 4727950"/>
              <a:gd name="connsiteY5" fmla="*/ 1387914 h 1809146"/>
              <a:gd name="connsiteX0" fmla="*/ 275988 w 4727950"/>
              <a:gd name="connsiteY0" fmla="*/ 1387914 h 1809146"/>
              <a:gd name="connsiteX1" fmla="*/ 1655327 w 4727950"/>
              <a:gd name="connsiteY1" fmla="*/ 296186 h 1809146"/>
              <a:gd name="connsiteX2" fmla="*/ 4715739 w 4727950"/>
              <a:gd name="connsiteY2" fmla="*/ 628714 h 1809146"/>
              <a:gd name="connsiteX3" fmla="*/ 3175706 w 4727950"/>
              <a:gd name="connsiteY3" fmla="*/ 1456130 h 1809146"/>
              <a:gd name="connsiteX4" fmla="*/ 1510557 w 4727950"/>
              <a:gd name="connsiteY4" fmla="*/ 1274028 h 1809146"/>
              <a:gd name="connsiteX5" fmla="*/ 275988 w 4727950"/>
              <a:gd name="connsiteY5" fmla="*/ 1387914 h 1809146"/>
              <a:gd name="connsiteX0" fmla="*/ 275988 w 4740315"/>
              <a:gd name="connsiteY0" fmla="*/ 1132875 h 1722803"/>
              <a:gd name="connsiteX1" fmla="*/ 1655327 w 4740315"/>
              <a:gd name="connsiteY1" fmla="*/ 41147 h 1722803"/>
              <a:gd name="connsiteX2" fmla="*/ 4715739 w 4740315"/>
              <a:gd name="connsiteY2" fmla="*/ 373675 h 1722803"/>
              <a:gd name="connsiteX3" fmla="*/ 3012343 w 4740315"/>
              <a:gd name="connsiteY3" fmla="*/ 1711656 h 1722803"/>
              <a:gd name="connsiteX4" fmla="*/ 1510557 w 4740315"/>
              <a:gd name="connsiteY4" fmla="*/ 1018989 h 1722803"/>
              <a:gd name="connsiteX5" fmla="*/ 275988 w 4740315"/>
              <a:gd name="connsiteY5" fmla="*/ 1132875 h 1722803"/>
              <a:gd name="connsiteX0" fmla="*/ 275988 w 4756119"/>
              <a:gd name="connsiteY0" fmla="*/ 1127108 h 1542684"/>
              <a:gd name="connsiteX1" fmla="*/ 1655327 w 4756119"/>
              <a:gd name="connsiteY1" fmla="*/ 35380 h 1542684"/>
              <a:gd name="connsiteX2" fmla="*/ 4715739 w 4756119"/>
              <a:gd name="connsiteY2" fmla="*/ 367908 h 1542684"/>
              <a:gd name="connsiteX3" fmla="*/ 3285074 w 4756119"/>
              <a:gd name="connsiteY3" fmla="*/ 1369029 h 1542684"/>
              <a:gd name="connsiteX4" fmla="*/ 1510557 w 4756119"/>
              <a:gd name="connsiteY4" fmla="*/ 1013222 h 1542684"/>
              <a:gd name="connsiteX5" fmla="*/ 275988 w 4756119"/>
              <a:gd name="connsiteY5" fmla="*/ 1127108 h 1542684"/>
              <a:gd name="connsiteX0" fmla="*/ 275988 w 4715923"/>
              <a:gd name="connsiteY0" fmla="*/ 1122352 h 1572226"/>
              <a:gd name="connsiteX1" fmla="*/ 1655327 w 4715923"/>
              <a:gd name="connsiteY1" fmla="*/ 30624 h 1572226"/>
              <a:gd name="connsiteX2" fmla="*/ 4715739 w 4715923"/>
              <a:gd name="connsiteY2" fmla="*/ 363152 h 1572226"/>
              <a:gd name="connsiteX3" fmla="*/ 1510557 w 4715923"/>
              <a:gd name="connsiteY3" fmla="*/ 1008466 h 1572226"/>
              <a:gd name="connsiteX4" fmla="*/ 275988 w 4715923"/>
              <a:gd name="connsiteY4" fmla="*/ 1122352 h 1572226"/>
              <a:gd name="connsiteX0" fmla="*/ 25029 w 4476010"/>
              <a:gd name="connsiteY0" fmla="*/ 1892393 h 2022034"/>
              <a:gd name="connsiteX1" fmla="*/ 2236847 w 4476010"/>
              <a:gd name="connsiteY1" fmla="*/ 11492 h 2022034"/>
              <a:gd name="connsiteX2" fmla="*/ 4464780 w 4476010"/>
              <a:gd name="connsiteY2" fmla="*/ 1133193 h 2022034"/>
              <a:gd name="connsiteX3" fmla="*/ 1259598 w 4476010"/>
              <a:gd name="connsiteY3" fmla="*/ 1778507 h 2022034"/>
              <a:gd name="connsiteX4" fmla="*/ 25029 w 4476010"/>
              <a:gd name="connsiteY4" fmla="*/ 1892393 h 2022034"/>
              <a:gd name="connsiteX0" fmla="*/ 19312 w 4468531"/>
              <a:gd name="connsiteY0" fmla="*/ 1893478 h 2350831"/>
              <a:gd name="connsiteX1" fmla="*/ 2231130 w 4468531"/>
              <a:gd name="connsiteY1" fmla="*/ 12577 h 2350831"/>
              <a:gd name="connsiteX2" fmla="*/ 4459063 w 4468531"/>
              <a:gd name="connsiteY2" fmla="*/ 1134278 h 2350831"/>
              <a:gd name="connsiteX3" fmla="*/ 2962196 w 4468531"/>
              <a:gd name="connsiteY3" fmla="*/ 2337807 h 2350831"/>
              <a:gd name="connsiteX4" fmla="*/ 1253881 w 4468531"/>
              <a:gd name="connsiteY4" fmla="*/ 1779592 h 2350831"/>
              <a:gd name="connsiteX5" fmla="*/ 19312 w 4468531"/>
              <a:gd name="connsiteY5" fmla="*/ 1893478 h 2350831"/>
              <a:gd name="connsiteX0" fmla="*/ 114931 w 4564151"/>
              <a:gd name="connsiteY0" fmla="*/ 1893478 h 2606070"/>
              <a:gd name="connsiteX1" fmla="*/ 2326749 w 4564151"/>
              <a:gd name="connsiteY1" fmla="*/ 12577 h 2606070"/>
              <a:gd name="connsiteX2" fmla="*/ 4554682 w 4564151"/>
              <a:gd name="connsiteY2" fmla="*/ 1134278 h 2606070"/>
              <a:gd name="connsiteX3" fmla="*/ 3057815 w 4564151"/>
              <a:gd name="connsiteY3" fmla="*/ 2337807 h 2606070"/>
              <a:gd name="connsiteX4" fmla="*/ 602599 w 4564151"/>
              <a:gd name="connsiteY4" fmla="*/ 2591133 h 2606070"/>
              <a:gd name="connsiteX5" fmla="*/ 114931 w 4564151"/>
              <a:gd name="connsiteY5" fmla="*/ 1893478 h 2606070"/>
              <a:gd name="connsiteX0" fmla="*/ 339436 w 4163621"/>
              <a:gd name="connsiteY0" fmla="*/ 711041 h 2677547"/>
              <a:gd name="connsiteX1" fmla="*/ 1926219 w 4163621"/>
              <a:gd name="connsiteY1" fmla="*/ 9118 h 2677547"/>
              <a:gd name="connsiteX2" fmla="*/ 4154152 w 4163621"/>
              <a:gd name="connsiteY2" fmla="*/ 1130819 h 2677547"/>
              <a:gd name="connsiteX3" fmla="*/ 2657285 w 4163621"/>
              <a:gd name="connsiteY3" fmla="*/ 2334348 h 2677547"/>
              <a:gd name="connsiteX4" fmla="*/ 202069 w 4163621"/>
              <a:gd name="connsiteY4" fmla="*/ 2587674 h 2677547"/>
              <a:gd name="connsiteX5" fmla="*/ 339436 w 4163621"/>
              <a:gd name="connsiteY5" fmla="*/ 711041 h 2677547"/>
              <a:gd name="connsiteX0" fmla="*/ 8699 w 3970251"/>
              <a:gd name="connsiteY0" fmla="*/ 2578556 h 2717756"/>
              <a:gd name="connsiteX1" fmla="*/ 1732849 w 3970251"/>
              <a:gd name="connsiteY1" fmla="*/ 0 h 2717756"/>
              <a:gd name="connsiteX2" fmla="*/ 3960782 w 3970251"/>
              <a:gd name="connsiteY2" fmla="*/ 1121701 h 2717756"/>
              <a:gd name="connsiteX3" fmla="*/ 2463915 w 3970251"/>
              <a:gd name="connsiteY3" fmla="*/ 2325230 h 2717756"/>
              <a:gd name="connsiteX4" fmla="*/ 8699 w 3970251"/>
              <a:gd name="connsiteY4" fmla="*/ 2578556 h 2717756"/>
              <a:gd name="connsiteX0" fmla="*/ 11617 w 3584652"/>
              <a:gd name="connsiteY0" fmla="*/ 1430838 h 2340009"/>
              <a:gd name="connsiteX1" fmla="*/ 1347250 w 3584652"/>
              <a:gd name="connsiteY1" fmla="*/ 2380 h 2340009"/>
              <a:gd name="connsiteX2" fmla="*/ 3575183 w 3584652"/>
              <a:gd name="connsiteY2" fmla="*/ 1124081 h 2340009"/>
              <a:gd name="connsiteX3" fmla="*/ 2078316 w 3584652"/>
              <a:gd name="connsiteY3" fmla="*/ 2327610 h 2340009"/>
              <a:gd name="connsiteX4" fmla="*/ 11617 w 3584652"/>
              <a:gd name="connsiteY4" fmla="*/ 1430838 h 2340009"/>
              <a:gd name="connsiteX0" fmla="*/ 36322 w 3609357"/>
              <a:gd name="connsiteY0" fmla="*/ 1430838 h 2532978"/>
              <a:gd name="connsiteX1" fmla="*/ 1371955 w 3609357"/>
              <a:gd name="connsiteY1" fmla="*/ 2380 h 2532978"/>
              <a:gd name="connsiteX2" fmla="*/ 3599888 w 3609357"/>
              <a:gd name="connsiteY2" fmla="*/ 1124081 h 2532978"/>
              <a:gd name="connsiteX3" fmla="*/ 2103021 w 3609357"/>
              <a:gd name="connsiteY3" fmla="*/ 2327610 h 2532978"/>
              <a:gd name="connsiteX4" fmla="*/ 36322 w 3609357"/>
              <a:gd name="connsiteY4" fmla="*/ 1430838 h 2532978"/>
              <a:gd name="connsiteX0" fmla="*/ 3580 w 3569301"/>
              <a:gd name="connsiteY0" fmla="*/ 1431089 h 2816320"/>
              <a:gd name="connsiteX1" fmla="*/ 1339213 w 3569301"/>
              <a:gd name="connsiteY1" fmla="*/ 2631 h 2816320"/>
              <a:gd name="connsiteX2" fmla="*/ 3567146 w 3569301"/>
              <a:gd name="connsiteY2" fmla="*/ 1124332 h 2816320"/>
              <a:gd name="connsiteX3" fmla="*/ 1722688 w 3569301"/>
              <a:gd name="connsiteY3" fmla="*/ 2808414 h 2816320"/>
              <a:gd name="connsiteX4" fmla="*/ 3580 w 3569301"/>
              <a:gd name="connsiteY4" fmla="*/ 1431089 h 2816320"/>
              <a:gd name="connsiteX0" fmla="*/ 3579 w 3569300"/>
              <a:gd name="connsiteY0" fmla="*/ 1431089 h 2808414"/>
              <a:gd name="connsiteX1" fmla="*/ 1339212 w 3569300"/>
              <a:gd name="connsiteY1" fmla="*/ 2631 h 2808414"/>
              <a:gd name="connsiteX2" fmla="*/ 3567145 w 3569300"/>
              <a:gd name="connsiteY2" fmla="*/ 1124332 h 2808414"/>
              <a:gd name="connsiteX3" fmla="*/ 1722687 w 3569300"/>
              <a:gd name="connsiteY3" fmla="*/ 2808414 h 2808414"/>
              <a:gd name="connsiteX4" fmla="*/ 3579 w 3569300"/>
              <a:gd name="connsiteY4" fmla="*/ 1431089 h 2808414"/>
              <a:gd name="connsiteX0" fmla="*/ 3579 w 3570402"/>
              <a:gd name="connsiteY0" fmla="*/ 1431089 h 2845664"/>
              <a:gd name="connsiteX1" fmla="*/ 1339212 w 3570402"/>
              <a:gd name="connsiteY1" fmla="*/ 2631 h 2845664"/>
              <a:gd name="connsiteX2" fmla="*/ 3567145 w 3570402"/>
              <a:gd name="connsiteY2" fmla="*/ 1124332 h 2845664"/>
              <a:gd name="connsiteX3" fmla="*/ 1722687 w 3570402"/>
              <a:gd name="connsiteY3" fmla="*/ 2808414 h 2845664"/>
              <a:gd name="connsiteX4" fmla="*/ 3579 w 3570402"/>
              <a:gd name="connsiteY4" fmla="*/ 1431089 h 2845664"/>
              <a:gd name="connsiteX0" fmla="*/ 3579 w 3571531"/>
              <a:gd name="connsiteY0" fmla="*/ 1431089 h 2809355"/>
              <a:gd name="connsiteX1" fmla="*/ 1339212 w 3571531"/>
              <a:gd name="connsiteY1" fmla="*/ 2631 h 2809355"/>
              <a:gd name="connsiteX2" fmla="*/ 3567145 w 3571531"/>
              <a:gd name="connsiteY2" fmla="*/ 1124332 h 2809355"/>
              <a:gd name="connsiteX3" fmla="*/ 1722687 w 3571531"/>
              <a:gd name="connsiteY3" fmla="*/ 2808414 h 2809355"/>
              <a:gd name="connsiteX4" fmla="*/ 3579 w 3571531"/>
              <a:gd name="connsiteY4" fmla="*/ 1431089 h 2809355"/>
              <a:gd name="connsiteX0" fmla="*/ 3579 w 3570449"/>
              <a:gd name="connsiteY0" fmla="*/ 1431089 h 2811091"/>
              <a:gd name="connsiteX1" fmla="*/ 1339212 w 3570449"/>
              <a:gd name="connsiteY1" fmla="*/ 2631 h 2811091"/>
              <a:gd name="connsiteX2" fmla="*/ 3567145 w 3570449"/>
              <a:gd name="connsiteY2" fmla="*/ 1124332 h 2811091"/>
              <a:gd name="connsiteX3" fmla="*/ 1722687 w 3570449"/>
              <a:gd name="connsiteY3" fmla="*/ 2808414 h 2811091"/>
              <a:gd name="connsiteX4" fmla="*/ 3579 w 3570449"/>
              <a:gd name="connsiteY4" fmla="*/ 1431089 h 2811091"/>
              <a:gd name="connsiteX0" fmla="*/ 9477 w 3576347"/>
              <a:gd name="connsiteY0" fmla="*/ 1454488 h 2834490"/>
              <a:gd name="connsiteX1" fmla="*/ 1345110 w 3576347"/>
              <a:gd name="connsiteY1" fmla="*/ 26030 h 2834490"/>
              <a:gd name="connsiteX2" fmla="*/ 3573043 w 3576347"/>
              <a:gd name="connsiteY2" fmla="*/ 1147731 h 2834490"/>
              <a:gd name="connsiteX3" fmla="*/ 1728585 w 3576347"/>
              <a:gd name="connsiteY3" fmla="*/ 2831813 h 2834490"/>
              <a:gd name="connsiteX4" fmla="*/ 9477 w 3576347"/>
              <a:gd name="connsiteY4" fmla="*/ 1454488 h 2834490"/>
              <a:gd name="connsiteX0" fmla="*/ 11200 w 3578070"/>
              <a:gd name="connsiteY0" fmla="*/ 1454488 h 2834490"/>
              <a:gd name="connsiteX1" fmla="*/ 1346833 w 3578070"/>
              <a:gd name="connsiteY1" fmla="*/ 26030 h 2834490"/>
              <a:gd name="connsiteX2" fmla="*/ 3574766 w 3578070"/>
              <a:gd name="connsiteY2" fmla="*/ 1147731 h 2834490"/>
              <a:gd name="connsiteX3" fmla="*/ 1730308 w 3578070"/>
              <a:gd name="connsiteY3" fmla="*/ 2831813 h 2834490"/>
              <a:gd name="connsiteX4" fmla="*/ 11200 w 3578070"/>
              <a:gd name="connsiteY4" fmla="*/ 1454488 h 2834490"/>
              <a:gd name="connsiteX0" fmla="*/ 5238 w 3394494"/>
              <a:gd name="connsiteY0" fmla="*/ 1561249 h 2815719"/>
              <a:gd name="connsiteX1" fmla="*/ 1164359 w 3394494"/>
              <a:gd name="connsiteY1" fmla="*/ 5027 h 2815719"/>
              <a:gd name="connsiteX2" fmla="*/ 3392292 w 3394494"/>
              <a:gd name="connsiteY2" fmla="*/ 1126728 h 2815719"/>
              <a:gd name="connsiteX3" fmla="*/ 1547834 w 3394494"/>
              <a:gd name="connsiteY3" fmla="*/ 2810810 h 2815719"/>
              <a:gd name="connsiteX4" fmla="*/ 5238 w 3394494"/>
              <a:gd name="connsiteY4" fmla="*/ 1561249 h 2815719"/>
              <a:gd name="connsiteX0" fmla="*/ 1714 w 3390970"/>
              <a:gd name="connsiteY0" fmla="*/ 1561249 h 2816846"/>
              <a:gd name="connsiteX1" fmla="*/ 1160835 w 3390970"/>
              <a:gd name="connsiteY1" fmla="*/ 5027 h 2816846"/>
              <a:gd name="connsiteX2" fmla="*/ 3388768 w 3390970"/>
              <a:gd name="connsiteY2" fmla="*/ 1126728 h 2816846"/>
              <a:gd name="connsiteX3" fmla="*/ 1544310 w 3390970"/>
              <a:gd name="connsiteY3" fmla="*/ 2810810 h 2816846"/>
              <a:gd name="connsiteX4" fmla="*/ 1714 w 3390970"/>
              <a:gd name="connsiteY4" fmla="*/ 1561249 h 2816846"/>
              <a:gd name="connsiteX0" fmla="*/ 1714 w 3392183"/>
              <a:gd name="connsiteY0" fmla="*/ 1561249 h 2822298"/>
              <a:gd name="connsiteX1" fmla="*/ 1160835 w 3392183"/>
              <a:gd name="connsiteY1" fmla="*/ 5027 h 2822298"/>
              <a:gd name="connsiteX2" fmla="*/ 3388768 w 3392183"/>
              <a:gd name="connsiteY2" fmla="*/ 1126728 h 2822298"/>
              <a:gd name="connsiteX3" fmla="*/ 1544310 w 3392183"/>
              <a:gd name="connsiteY3" fmla="*/ 2810810 h 2822298"/>
              <a:gd name="connsiteX4" fmla="*/ 1714 w 3392183"/>
              <a:gd name="connsiteY4" fmla="*/ 1561249 h 2822298"/>
              <a:gd name="connsiteX0" fmla="*/ 1599 w 3099681"/>
              <a:gd name="connsiteY0" fmla="*/ 1556274 h 2805936"/>
              <a:gd name="connsiteX1" fmla="*/ 1160720 w 3099681"/>
              <a:gd name="connsiteY1" fmla="*/ 52 h 2805936"/>
              <a:gd name="connsiteX2" fmla="*/ 3097014 w 3099681"/>
              <a:gd name="connsiteY2" fmla="*/ 1505235 h 2805936"/>
              <a:gd name="connsiteX3" fmla="*/ 1544195 w 3099681"/>
              <a:gd name="connsiteY3" fmla="*/ 2805835 h 2805936"/>
              <a:gd name="connsiteX4" fmla="*/ 1599 w 3099681"/>
              <a:gd name="connsiteY4" fmla="*/ 1556274 h 2805936"/>
              <a:gd name="connsiteX0" fmla="*/ 1599 w 3098266"/>
              <a:gd name="connsiteY0" fmla="*/ 1556274 h 2805936"/>
              <a:gd name="connsiteX1" fmla="*/ 1160720 w 3098266"/>
              <a:gd name="connsiteY1" fmla="*/ 52 h 2805936"/>
              <a:gd name="connsiteX2" fmla="*/ 3097014 w 3098266"/>
              <a:gd name="connsiteY2" fmla="*/ 1505235 h 2805936"/>
              <a:gd name="connsiteX3" fmla="*/ 1544195 w 3098266"/>
              <a:gd name="connsiteY3" fmla="*/ 2805835 h 2805936"/>
              <a:gd name="connsiteX4" fmla="*/ 1599 w 3098266"/>
              <a:gd name="connsiteY4" fmla="*/ 1556274 h 2805936"/>
              <a:gd name="connsiteX0" fmla="*/ 6698 w 3107113"/>
              <a:gd name="connsiteY0" fmla="*/ 1556268 h 1995204"/>
              <a:gd name="connsiteX1" fmla="*/ 1165819 w 3107113"/>
              <a:gd name="connsiteY1" fmla="*/ 46 h 1995204"/>
              <a:gd name="connsiteX2" fmla="*/ 3102113 w 3107113"/>
              <a:gd name="connsiteY2" fmla="*/ 1505229 h 1995204"/>
              <a:gd name="connsiteX3" fmla="*/ 1670895 w 3107113"/>
              <a:gd name="connsiteY3" fmla="*/ 1994767 h 1995204"/>
              <a:gd name="connsiteX4" fmla="*/ 6698 w 3107113"/>
              <a:gd name="connsiteY4" fmla="*/ 1556268 h 1995204"/>
              <a:gd name="connsiteX0" fmla="*/ 6698 w 3107610"/>
              <a:gd name="connsiteY0" fmla="*/ 1556268 h 2094159"/>
              <a:gd name="connsiteX1" fmla="*/ 1165819 w 3107610"/>
              <a:gd name="connsiteY1" fmla="*/ 46 h 2094159"/>
              <a:gd name="connsiteX2" fmla="*/ 3102113 w 3107610"/>
              <a:gd name="connsiteY2" fmla="*/ 1505229 h 2094159"/>
              <a:gd name="connsiteX3" fmla="*/ 1670895 w 3107610"/>
              <a:gd name="connsiteY3" fmla="*/ 1994767 h 2094159"/>
              <a:gd name="connsiteX4" fmla="*/ 6698 w 3107610"/>
              <a:gd name="connsiteY4" fmla="*/ 1556268 h 2094159"/>
              <a:gd name="connsiteX0" fmla="*/ 6698 w 3108326"/>
              <a:gd name="connsiteY0" fmla="*/ 1556268 h 2032117"/>
              <a:gd name="connsiteX1" fmla="*/ 1165819 w 3108326"/>
              <a:gd name="connsiteY1" fmla="*/ 46 h 2032117"/>
              <a:gd name="connsiteX2" fmla="*/ 3102113 w 3108326"/>
              <a:gd name="connsiteY2" fmla="*/ 1505229 h 2032117"/>
              <a:gd name="connsiteX3" fmla="*/ 1670895 w 3108326"/>
              <a:gd name="connsiteY3" fmla="*/ 1994767 h 2032117"/>
              <a:gd name="connsiteX4" fmla="*/ 6698 w 3108326"/>
              <a:gd name="connsiteY4" fmla="*/ 1556268 h 2032117"/>
              <a:gd name="connsiteX0" fmla="*/ 2700 w 3101149"/>
              <a:gd name="connsiteY0" fmla="*/ 1588985 h 2065259"/>
              <a:gd name="connsiteX1" fmla="*/ 1324169 w 3101149"/>
              <a:gd name="connsiteY1" fmla="*/ 44 h 2065259"/>
              <a:gd name="connsiteX2" fmla="*/ 3098115 w 3101149"/>
              <a:gd name="connsiteY2" fmla="*/ 1537946 h 2065259"/>
              <a:gd name="connsiteX3" fmla="*/ 1666897 w 3101149"/>
              <a:gd name="connsiteY3" fmla="*/ 2027484 h 2065259"/>
              <a:gd name="connsiteX4" fmla="*/ 2700 w 3101149"/>
              <a:gd name="connsiteY4" fmla="*/ 1588985 h 2065259"/>
              <a:gd name="connsiteX0" fmla="*/ 2700 w 3100106"/>
              <a:gd name="connsiteY0" fmla="*/ 1588985 h 2163738"/>
              <a:gd name="connsiteX1" fmla="*/ 1324169 w 3100106"/>
              <a:gd name="connsiteY1" fmla="*/ 44 h 2163738"/>
              <a:gd name="connsiteX2" fmla="*/ 3098115 w 3100106"/>
              <a:gd name="connsiteY2" fmla="*/ 1537946 h 2163738"/>
              <a:gd name="connsiteX3" fmla="*/ 1666897 w 3100106"/>
              <a:gd name="connsiteY3" fmla="*/ 2027484 h 2163738"/>
              <a:gd name="connsiteX4" fmla="*/ 2700 w 3100106"/>
              <a:gd name="connsiteY4" fmla="*/ 1588985 h 2163738"/>
              <a:gd name="connsiteX0" fmla="*/ 2700 w 3100834"/>
              <a:gd name="connsiteY0" fmla="*/ 1588985 h 2056082"/>
              <a:gd name="connsiteX1" fmla="*/ 1324169 w 3100834"/>
              <a:gd name="connsiteY1" fmla="*/ 44 h 2056082"/>
              <a:gd name="connsiteX2" fmla="*/ 3098115 w 3100834"/>
              <a:gd name="connsiteY2" fmla="*/ 1537946 h 2056082"/>
              <a:gd name="connsiteX3" fmla="*/ 1666897 w 3100834"/>
              <a:gd name="connsiteY3" fmla="*/ 2027484 h 2056082"/>
              <a:gd name="connsiteX4" fmla="*/ 2700 w 3100834"/>
              <a:gd name="connsiteY4" fmla="*/ 1588985 h 2056082"/>
              <a:gd name="connsiteX0" fmla="*/ 2700 w 3101100"/>
              <a:gd name="connsiteY0" fmla="*/ 1588985 h 2041075"/>
              <a:gd name="connsiteX1" fmla="*/ 1324169 w 3101100"/>
              <a:gd name="connsiteY1" fmla="*/ 44 h 2041075"/>
              <a:gd name="connsiteX2" fmla="*/ 3098115 w 3101100"/>
              <a:gd name="connsiteY2" fmla="*/ 1537946 h 2041075"/>
              <a:gd name="connsiteX3" fmla="*/ 1666897 w 3101100"/>
              <a:gd name="connsiteY3" fmla="*/ 2027484 h 2041075"/>
              <a:gd name="connsiteX4" fmla="*/ 2700 w 3101100"/>
              <a:gd name="connsiteY4" fmla="*/ 1588985 h 2041075"/>
              <a:gd name="connsiteX0" fmla="*/ 2700 w 3101100"/>
              <a:gd name="connsiteY0" fmla="*/ 1588985 h 2041075"/>
              <a:gd name="connsiteX1" fmla="*/ 1324169 w 3101100"/>
              <a:gd name="connsiteY1" fmla="*/ 44 h 2041075"/>
              <a:gd name="connsiteX2" fmla="*/ 3098115 w 3101100"/>
              <a:gd name="connsiteY2" fmla="*/ 1537946 h 2041075"/>
              <a:gd name="connsiteX3" fmla="*/ 1666897 w 3101100"/>
              <a:gd name="connsiteY3" fmla="*/ 2027484 h 2041075"/>
              <a:gd name="connsiteX4" fmla="*/ 2700 w 3101100"/>
              <a:gd name="connsiteY4" fmla="*/ 1588985 h 2041075"/>
              <a:gd name="connsiteX0" fmla="*/ 2700 w 3101100"/>
              <a:gd name="connsiteY0" fmla="*/ 1588985 h 2041075"/>
              <a:gd name="connsiteX1" fmla="*/ 1324169 w 3101100"/>
              <a:gd name="connsiteY1" fmla="*/ 44 h 2041075"/>
              <a:gd name="connsiteX2" fmla="*/ 3098115 w 3101100"/>
              <a:gd name="connsiteY2" fmla="*/ 1537946 h 2041075"/>
              <a:gd name="connsiteX3" fmla="*/ 1666897 w 3101100"/>
              <a:gd name="connsiteY3" fmla="*/ 2027484 h 2041075"/>
              <a:gd name="connsiteX4" fmla="*/ 2700 w 3101100"/>
              <a:gd name="connsiteY4" fmla="*/ 1588985 h 2041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01100" h="2041075">
                <a:moveTo>
                  <a:pt x="2700" y="1588985"/>
                </a:moveTo>
                <a:cubicBezTo>
                  <a:pt x="-54421" y="1251078"/>
                  <a:pt x="808267" y="8550"/>
                  <a:pt x="1324169" y="44"/>
                </a:cubicBezTo>
                <a:cubicBezTo>
                  <a:pt x="1840071" y="-8462"/>
                  <a:pt x="3040994" y="1200039"/>
                  <a:pt x="3098115" y="1537946"/>
                </a:cubicBezTo>
                <a:cubicBezTo>
                  <a:pt x="3155236" y="1875853"/>
                  <a:pt x="2382291" y="1963492"/>
                  <a:pt x="1666897" y="2027484"/>
                </a:cubicBezTo>
                <a:cubicBezTo>
                  <a:pt x="951503" y="2091476"/>
                  <a:pt x="59821" y="1926892"/>
                  <a:pt x="2700" y="1588985"/>
                </a:cubicBezTo>
                <a:close/>
              </a:path>
            </a:pathLst>
          </a:custGeom>
          <a:solidFill>
            <a:srgbClr val="68C0ED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4" name="Freihandform 13">
            <a:extLst>
              <a:ext uri="{FF2B5EF4-FFF2-40B4-BE49-F238E27FC236}">
                <a16:creationId xmlns:a16="http://schemas.microsoft.com/office/drawing/2014/main" id="{4B41898A-F8F9-4A92-44E7-C6856EDDF897}"/>
              </a:ext>
            </a:extLst>
          </p:cNvPr>
          <p:cNvSpPr/>
          <p:nvPr userDrawn="1"/>
        </p:nvSpPr>
        <p:spPr>
          <a:xfrm rot="18508693">
            <a:off x="-3762534" y="-3706289"/>
            <a:ext cx="6589168" cy="6276091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3177410"/>
              <a:gd name="connsiteY0" fmla="*/ 1035451 h 3606310"/>
              <a:gd name="connsiteX1" fmla="*/ 3141588 w 3177410"/>
              <a:gd name="connsiteY1" fmla="*/ 152581 h 3606310"/>
              <a:gd name="connsiteX2" fmla="*/ 2574031 w 3177410"/>
              <a:gd name="connsiteY2" fmla="*/ 1666070 h 3606310"/>
              <a:gd name="connsiteX3" fmla="*/ 2321781 w 3177410"/>
              <a:gd name="connsiteY3" fmla="*/ 3473850 h 3606310"/>
              <a:gd name="connsiteX4" fmla="*/ 51546 w 3177410"/>
              <a:gd name="connsiteY4" fmla="*/ 2664554 h 3606310"/>
              <a:gd name="connsiteX5" fmla="*/ 829312 w 3177410"/>
              <a:gd name="connsiteY5" fmla="*/ 1035451 h 3606310"/>
              <a:gd name="connsiteX0" fmla="*/ 829312 w 3177410"/>
              <a:gd name="connsiteY0" fmla="*/ 1013703 h 3584562"/>
              <a:gd name="connsiteX1" fmla="*/ 3141588 w 3177410"/>
              <a:gd name="connsiteY1" fmla="*/ 130833 h 3584562"/>
              <a:gd name="connsiteX2" fmla="*/ 2574031 w 3177410"/>
              <a:gd name="connsiteY2" fmla="*/ 1644322 h 3584562"/>
              <a:gd name="connsiteX3" fmla="*/ 2321781 w 3177410"/>
              <a:gd name="connsiteY3" fmla="*/ 3452102 h 3584562"/>
              <a:gd name="connsiteX4" fmla="*/ 51546 w 3177410"/>
              <a:gd name="connsiteY4" fmla="*/ 2642806 h 3584562"/>
              <a:gd name="connsiteX5" fmla="*/ 829312 w 3177410"/>
              <a:gd name="connsiteY5" fmla="*/ 1013703 h 3584562"/>
              <a:gd name="connsiteX0" fmla="*/ 829578 w 3177676"/>
              <a:gd name="connsiteY0" fmla="*/ 1013703 h 3584562"/>
              <a:gd name="connsiteX1" fmla="*/ 3141854 w 3177676"/>
              <a:gd name="connsiteY1" fmla="*/ 130833 h 3584562"/>
              <a:gd name="connsiteX2" fmla="*/ 2574297 w 3177676"/>
              <a:gd name="connsiteY2" fmla="*/ 1644322 h 3584562"/>
              <a:gd name="connsiteX3" fmla="*/ 2322047 w 3177676"/>
              <a:gd name="connsiteY3" fmla="*/ 3452102 h 3584562"/>
              <a:gd name="connsiteX4" fmla="*/ 51812 w 3177676"/>
              <a:gd name="connsiteY4" fmla="*/ 2642806 h 3584562"/>
              <a:gd name="connsiteX5" fmla="*/ 829578 w 3177676"/>
              <a:gd name="connsiteY5" fmla="*/ 1013703 h 3584562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11178 w 2672400"/>
              <a:gd name="connsiteY0" fmla="*/ 7864 h 2583061"/>
              <a:gd name="connsiteX1" fmla="*/ 1318755 w 2672400"/>
              <a:gd name="connsiteY1" fmla="*/ 1092175 h 2583061"/>
              <a:gd name="connsiteX2" fmla="*/ 2555897 w 2672400"/>
              <a:gd name="connsiteY2" fmla="*/ 638483 h 2583061"/>
              <a:gd name="connsiteX3" fmla="*/ 2303647 w 2672400"/>
              <a:gd name="connsiteY3" fmla="*/ 2446263 h 2583061"/>
              <a:gd name="connsiteX4" fmla="*/ 33412 w 2672400"/>
              <a:gd name="connsiteY4" fmla="*/ 1636967 h 2583061"/>
              <a:gd name="connsiteX5" fmla="*/ 811178 w 2672400"/>
              <a:gd name="connsiteY5" fmla="*/ 7864 h 2583061"/>
              <a:gd name="connsiteX0" fmla="*/ 811178 w 3223026"/>
              <a:gd name="connsiteY0" fmla="*/ 5596 h 2477281"/>
              <a:gd name="connsiteX1" fmla="*/ 1318755 w 3223026"/>
              <a:gd name="connsiteY1" fmla="*/ 1089907 h 2477281"/>
              <a:gd name="connsiteX2" fmla="*/ 3192488 w 3223026"/>
              <a:gd name="connsiteY2" fmla="*/ 802600 h 2477281"/>
              <a:gd name="connsiteX3" fmla="*/ 2303647 w 3223026"/>
              <a:gd name="connsiteY3" fmla="*/ 2443995 h 2477281"/>
              <a:gd name="connsiteX4" fmla="*/ 33412 w 3223026"/>
              <a:gd name="connsiteY4" fmla="*/ 1634699 h 2477281"/>
              <a:gd name="connsiteX5" fmla="*/ 811178 w 3223026"/>
              <a:gd name="connsiteY5" fmla="*/ 5596 h 2477281"/>
              <a:gd name="connsiteX0" fmla="*/ 846588 w 3330250"/>
              <a:gd name="connsiteY0" fmla="*/ 5596 h 2432711"/>
              <a:gd name="connsiteX1" fmla="*/ 1354165 w 3330250"/>
              <a:gd name="connsiteY1" fmla="*/ 1089907 h 2432711"/>
              <a:gd name="connsiteX2" fmla="*/ 3227898 w 3330250"/>
              <a:gd name="connsiteY2" fmla="*/ 802600 h 2432711"/>
              <a:gd name="connsiteX3" fmla="*/ 2761796 w 3330250"/>
              <a:gd name="connsiteY3" fmla="*/ 2409553 h 2432711"/>
              <a:gd name="connsiteX4" fmla="*/ 68822 w 3330250"/>
              <a:gd name="connsiteY4" fmla="*/ 1634699 h 2432711"/>
              <a:gd name="connsiteX5" fmla="*/ 846588 w 3330250"/>
              <a:gd name="connsiteY5" fmla="*/ 5596 h 2432711"/>
              <a:gd name="connsiteX0" fmla="*/ 846588 w 3514825"/>
              <a:gd name="connsiteY0" fmla="*/ 5596 h 2432711"/>
              <a:gd name="connsiteX1" fmla="*/ 1354165 w 3514825"/>
              <a:gd name="connsiteY1" fmla="*/ 1089907 h 2432711"/>
              <a:gd name="connsiteX2" fmla="*/ 3227898 w 3514825"/>
              <a:gd name="connsiteY2" fmla="*/ 802600 h 2432711"/>
              <a:gd name="connsiteX3" fmla="*/ 2761796 w 3514825"/>
              <a:gd name="connsiteY3" fmla="*/ 2409553 h 2432711"/>
              <a:gd name="connsiteX4" fmla="*/ 68822 w 3514825"/>
              <a:gd name="connsiteY4" fmla="*/ 1634699 h 2432711"/>
              <a:gd name="connsiteX5" fmla="*/ 846588 w 3514825"/>
              <a:gd name="connsiteY5" fmla="*/ 5596 h 2432711"/>
              <a:gd name="connsiteX0" fmla="*/ 875402 w 3543639"/>
              <a:gd name="connsiteY0" fmla="*/ 2708 h 2429823"/>
              <a:gd name="connsiteX1" fmla="*/ 1382979 w 3543639"/>
              <a:gd name="connsiteY1" fmla="*/ 1087019 h 2429823"/>
              <a:gd name="connsiteX2" fmla="*/ 3256712 w 3543639"/>
              <a:gd name="connsiteY2" fmla="*/ 799712 h 2429823"/>
              <a:gd name="connsiteX3" fmla="*/ 2790610 w 3543639"/>
              <a:gd name="connsiteY3" fmla="*/ 2406665 h 2429823"/>
              <a:gd name="connsiteX4" fmla="*/ 97636 w 3543639"/>
              <a:gd name="connsiteY4" fmla="*/ 1631811 h 2429823"/>
              <a:gd name="connsiteX5" fmla="*/ 875402 w 3543639"/>
              <a:gd name="connsiteY5" fmla="*/ 2708 h 2429823"/>
              <a:gd name="connsiteX0" fmla="*/ 1035116 w 3703353"/>
              <a:gd name="connsiteY0" fmla="*/ 3586 h 2450893"/>
              <a:gd name="connsiteX1" fmla="*/ 1542693 w 3703353"/>
              <a:gd name="connsiteY1" fmla="*/ 1087897 h 2450893"/>
              <a:gd name="connsiteX2" fmla="*/ 3416426 w 3703353"/>
              <a:gd name="connsiteY2" fmla="*/ 800590 h 2450893"/>
              <a:gd name="connsiteX3" fmla="*/ 2950324 w 3703353"/>
              <a:gd name="connsiteY3" fmla="*/ 2407543 h 2450893"/>
              <a:gd name="connsiteX4" fmla="*/ 257350 w 3703353"/>
              <a:gd name="connsiteY4" fmla="*/ 1632689 h 2450893"/>
              <a:gd name="connsiteX5" fmla="*/ 1035116 w 3703353"/>
              <a:gd name="connsiteY5" fmla="*/ 3586 h 2450893"/>
              <a:gd name="connsiteX0" fmla="*/ 991689 w 3462563"/>
              <a:gd name="connsiteY0" fmla="*/ 10605 h 2457912"/>
              <a:gd name="connsiteX1" fmla="*/ 1674106 w 3462563"/>
              <a:gd name="connsiteY1" fmla="*/ 930710 h 2457912"/>
              <a:gd name="connsiteX2" fmla="*/ 3372999 w 3462563"/>
              <a:gd name="connsiteY2" fmla="*/ 807609 h 2457912"/>
              <a:gd name="connsiteX3" fmla="*/ 2906897 w 3462563"/>
              <a:gd name="connsiteY3" fmla="*/ 2414562 h 2457912"/>
              <a:gd name="connsiteX4" fmla="*/ 213923 w 3462563"/>
              <a:gd name="connsiteY4" fmla="*/ 1639708 h 2457912"/>
              <a:gd name="connsiteX5" fmla="*/ 991689 w 3462563"/>
              <a:gd name="connsiteY5" fmla="*/ 10605 h 2457912"/>
              <a:gd name="connsiteX0" fmla="*/ 991689 w 3644113"/>
              <a:gd name="connsiteY0" fmla="*/ 10605 h 2457912"/>
              <a:gd name="connsiteX1" fmla="*/ 1674106 w 3644113"/>
              <a:gd name="connsiteY1" fmla="*/ 930710 h 2457912"/>
              <a:gd name="connsiteX2" fmla="*/ 3372999 w 3644113"/>
              <a:gd name="connsiteY2" fmla="*/ 807609 h 2457912"/>
              <a:gd name="connsiteX3" fmla="*/ 2906897 w 3644113"/>
              <a:gd name="connsiteY3" fmla="*/ 2414562 h 2457912"/>
              <a:gd name="connsiteX4" fmla="*/ 213923 w 3644113"/>
              <a:gd name="connsiteY4" fmla="*/ 1639708 h 2457912"/>
              <a:gd name="connsiteX5" fmla="*/ 991689 w 3644113"/>
              <a:gd name="connsiteY5" fmla="*/ 10605 h 2457912"/>
              <a:gd name="connsiteX0" fmla="*/ 1054352 w 3706777"/>
              <a:gd name="connsiteY0" fmla="*/ 1046 h 2448353"/>
              <a:gd name="connsiteX1" fmla="*/ 1736769 w 3706777"/>
              <a:gd name="connsiteY1" fmla="*/ 921151 h 2448353"/>
              <a:gd name="connsiteX2" fmla="*/ 3435662 w 3706777"/>
              <a:gd name="connsiteY2" fmla="*/ 798050 h 2448353"/>
              <a:gd name="connsiteX3" fmla="*/ 2969560 w 3706777"/>
              <a:gd name="connsiteY3" fmla="*/ 2405003 h 2448353"/>
              <a:gd name="connsiteX4" fmla="*/ 276586 w 3706777"/>
              <a:gd name="connsiteY4" fmla="*/ 1630149 h 2448353"/>
              <a:gd name="connsiteX5" fmla="*/ 1054352 w 3706777"/>
              <a:gd name="connsiteY5" fmla="*/ 1046 h 2448353"/>
              <a:gd name="connsiteX0" fmla="*/ 590056 w 3683836"/>
              <a:gd name="connsiteY0" fmla="*/ 1109 h 1961431"/>
              <a:gd name="connsiteX1" fmla="*/ 1713828 w 3683836"/>
              <a:gd name="connsiteY1" fmla="*/ 456838 h 1961431"/>
              <a:gd name="connsiteX2" fmla="*/ 3412721 w 3683836"/>
              <a:gd name="connsiteY2" fmla="*/ 333737 h 1961431"/>
              <a:gd name="connsiteX3" fmla="*/ 2946619 w 3683836"/>
              <a:gd name="connsiteY3" fmla="*/ 1940690 h 1961431"/>
              <a:gd name="connsiteX4" fmla="*/ 253645 w 3683836"/>
              <a:gd name="connsiteY4" fmla="*/ 1165836 h 1961431"/>
              <a:gd name="connsiteX5" fmla="*/ 590056 w 3683836"/>
              <a:gd name="connsiteY5" fmla="*/ 1109 h 1961431"/>
              <a:gd name="connsiteX0" fmla="*/ 577152 w 3670932"/>
              <a:gd name="connsiteY0" fmla="*/ 28557 h 1988879"/>
              <a:gd name="connsiteX1" fmla="*/ 1700924 w 3670932"/>
              <a:gd name="connsiteY1" fmla="*/ 484286 h 1988879"/>
              <a:gd name="connsiteX2" fmla="*/ 3399817 w 3670932"/>
              <a:gd name="connsiteY2" fmla="*/ 361185 h 1988879"/>
              <a:gd name="connsiteX3" fmla="*/ 2933715 w 3670932"/>
              <a:gd name="connsiteY3" fmla="*/ 1968138 h 1988879"/>
              <a:gd name="connsiteX4" fmla="*/ 240741 w 3670932"/>
              <a:gd name="connsiteY4" fmla="*/ 1193284 h 1988879"/>
              <a:gd name="connsiteX5" fmla="*/ 577152 w 3670932"/>
              <a:gd name="connsiteY5" fmla="*/ 28557 h 1988879"/>
              <a:gd name="connsiteX0" fmla="*/ 5660 w 3065770"/>
              <a:gd name="connsiteY0" fmla="*/ 41752 h 2084853"/>
              <a:gd name="connsiteX1" fmla="*/ 1129432 w 3065770"/>
              <a:gd name="connsiteY1" fmla="*/ 497481 h 2084853"/>
              <a:gd name="connsiteX2" fmla="*/ 2828325 w 3065770"/>
              <a:gd name="connsiteY2" fmla="*/ 374380 h 2084853"/>
              <a:gd name="connsiteX3" fmla="*/ 2362223 w 3065770"/>
              <a:gd name="connsiteY3" fmla="*/ 1981333 h 2084853"/>
              <a:gd name="connsiteX4" fmla="*/ 768571 w 3065770"/>
              <a:gd name="connsiteY4" fmla="*/ 1718703 h 2084853"/>
              <a:gd name="connsiteX5" fmla="*/ 5660 w 3065770"/>
              <a:gd name="connsiteY5" fmla="*/ 41752 h 2084853"/>
              <a:gd name="connsiteX0" fmla="*/ 12471 w 3072581"/>
              <a:gd name="connsiteY0" fmla="*/ 41752 h 2092530"/>
              <a:gd name="connsiteX1" fmla="*/ 1136243 w 3072581"/>
              <a:gd name="connsiteY1" fmla="*/ 497481 h 2092530"/>
              <a:gd name="connsiteX2" fmla="*/ 2835136 w 3072581"/>
              <a:gd name="connsiteY2" fmla="*/ 374380 h 2092530"/>
              <a:gd name="connsiteX3" fmla="*/ 2369034 w 3072581"/>
              <a:gd name="connsiteY3" fmla="*/ 1981333 h 2092530"/>
              <a:gd name="connsiteX4" fmla="*/ 775382 w 3072581"/>
              <a:gd name="connsiteY4" fmla="*/ 1718703 h 2092530"/>
              <a:gd name="connsiteX5" fmla="*/ 12471 w 3072581"/>
              <a:gd name="connsiteY5" fmla="*/ 41752 h 2092530"/>
              <a:gd name="connsiteX0" fmla="*/ 2798 w 3655173"/>
              <a:gd name="connsiteY0" fmla="*/ 869129 h 2007317"/>
              <a:gd name="connsiteX1" fmla="*/ 1718835 w 3655173"/>
              <a:gd name="connsiteY1" fmla="*/ 445136 h 2007317"/>
              <a:gd name="connsiteX2" fmla="*/ 3417728 w 3655173"/>
              <a:gd name="connsiteY2" fmla="*/ 322035 h 2007317"/>
              <a:gd name="connsiteX3" fmla="*/ 2951626 w 3655173"/>
              <a:gd name="connsiteY3" fmla="*/ 1928988 h 2007317"/>
              <a:gd name="connsiteX4" fmla="*/ 1357974 w 3655173"/>
              <a:gd name="connsiteY4" fmla="*/ 1666358 h 2007317"/>
              <a:gd name="connsiteX5" fmla="*/ 2798 w 3655173"/>
              <a:gd name="connsiteY5" fmla="*/ 869129 h 2007317"/>
              <a:gd name="connsiteX0" fmla="*/ 542 w 3652917"/>
              <a:gd name="connsiteY0" fmla="*/ 869129 h 2007318"/>
              <a:gd name="connsiteX1" fmla="*/ 1716579 w 3652917"/>
              <a:gd name="connsiteY1" fmla="*/ 445136 h 2007318"/>
              <a:gd name="connsiteX2" fmla="*/ 3415472 w 3652917"/>
              <a:gd name="connsiteY2" fmla="*/ 322035 h 2007318"/>
              <a:gd name="connsiteX3" fmla="*/ 2949370 w 3652917"/>
              <a:gd name="connsiteY3" fmla="*/ 1928988 h 2007318"/>
              <a:gd name="connsiteX4" fmla="*/ 1355718 w 3652917"/>
              <a:gd name="connsiteY4" fmla="*/ 1666358 h 2007318"/>
              <a:gd name="connsiteX5" fmla="*/ 542 w 3652917"/>
              <a:gd name="connsiteY5" fmla="*/ 869129 h 2007318"/>
              <a:gd name="connsiteX0" fmla="*/ 243 w 3639926"/>
              <a:gd name="connsiteY0" fmla="*/ 869129 h 1955507"/>
              <a:gd name="connsiteX1" fmla="*/ 1716280 w 3639926"/>
              <a:gd name="connsiteY1" fmla="*/ 445136 h 1955507"/>
              <a:gd name="connsiteX2" fmla="*/ 3415173 w 3639926"/>
              <a:gd name="connsiteY2" fmla="*/ 322035 h 1955507"/>
              <a:gd name="connsiteX3" fmla="*/ 2949071 w 3639926"/>
              <a:gd name="connsiteY3" fmla="*/ 1928988 h 1955507"/>
              <a:gd name="connsiteX4" fmla="*/ 1833458 w 3639926"/>
              <a:gd name="connsiteY4" fmla="*/ 1291535 h 1955507"/>
              <a:gd name="connsiteX5" fmla="*/ 243 w 3639926"/>
              <a:gd name="connsiteY5" fmla="*/ 869129 h 1955507"/>
              <a:gd name="connsiteX0" fmla="*/ 243 w 3639926"/>
              <a:gd name="connsiteY0" fmla="*/ 869129 h 1947022"/>
              <a:gd name="connsiteX1" fmla="*/ 1716280 w 3639926"/>
              <a:gd name="connsiteY1" fmla="*/ 445136 h 1947022"/>
              <a:gd name="connsiteX2" fmla="*/ 3415173 w 3639926"/>
              <a:gd name="connsiteY2" fmla="*/ 322035 h 1947022"/>
              <a:gd name="connsiteX3" fmla="*/ 2949071 w 3639926"/>
              <a:gd name="connsiteY3" fmla="*/ 1928988 h 1947022"/>
              <a:gd name="connsiteX4" fmla="*/ 1833458 w 3639926"/>
              <a:gd name="connsiteY4" fmla="*/ 1291535 h 1947022"/>
              <a:gd name="connsiteX5" fmla="*/ 243 w 3639926"/>
              <a:gd name="connsiteY5" fmla="*/ 869129 h 1947022"/>
              <a:gd name="connsiteX0" fmla="*/ 7345 w 3647028"/>
              <a:gd name="connsiteY0" fmla="*/ 869129 h 1947022"/>
              <a:gd name="connsiteX1" fmla="*/ 1723382 w 3647028"/>
              <a:gd name="connsiteY1" fmla="*/ 445136 h 1947022"/>
              <a:gd name="connsiteX2" fmla="*/ 3422275 w 3647028"/>
              <a:gd name="connsiteY2" fmla="*/ 322035 h 1947022"/>
              <a:gd name="connsiteX3" fmla="*/ 2956173 w 3647028"/>
              <a:gd name="connsiteY3" fmla="*/ 1928988 h 1947022"/>
              <a:gd name="connsiteX4" fmla="*/ 1840560 w 3647028"/>
              <a:gd name="connsiteY4" fmla="*/ 1291535 h 1947022"/>
              <a:gd name="connsiteX5" fmla="*/ 7345 w 3647028"/>
              <a:gd name="connsiteY5" fmla="*/ 869129 h 1947022"/>
              <a:gd name="connsiteX0" fmla="*/ 7345 w 3811052"/>
              <a:gd name="connsiteY0" fmla="*/ 869129 h 1929159"/>
              <a:gd name="connsiteX1" fmla="*/ 1723382 w 3811052"/>
              <a:gd name="connsiteY1" fmla="*/ 445136 h 1929159"/>
              <a:gd name="connsiteX2" fmla="*/ 3422275 w 3811052"/>
              <a:gd name="connsiteY2" fmla="*/ 322035 h 1929159"/>
              <a:gd name="connsiteX3" fmla="*/ 2956173 w 3811052"/>
              <a:gd name="connsiteY3" fmla="*/ 1928988 h 1929159"/>
              <a:gd name="connsiteX4" fmla="*/ 1840560 w 3811052"/>
              <a:gd name="connsiteY4" fmla="*/ 1291535 h 1929159"/>
              <a:gd name="connsiteX5" fmla="*/ 7345 w 3811052"/>
              <a:gd name="connsiteY5" fmla="*/ 869129 h 1929159"/>
              <a:gd name="connsiteX0" fmla="*/ 5264 w 3937957"/>
              <a:gd name="connsiteY0" fmla="*/ 1155023 h 1938909"/>
              <a:gd name="connsiteX1" fmla="*/ 1850286 w 3937957"/>
              <a:gd name="connsiteY1" fmla="*/ 454886 h 1938909"/>
              <a:gd name="connsiteX2" fmla="*/ 3549179 w 3937957"/>
              <a:gd name="connsiteY2" fmla="*/ 331785 h 1938909"/>
              <a:gd name="connsiteX3" fmla="*/ 3083077 w 3937957"/>
              <a:gd name="connsiteY3" fmla="*/ 1938738 h 1938909"/>
              <a:gd name="connsiteX4" fmla="*/ 1967464 w 3937957"/>
              <a:gd name="connsiteY4" fmla="*/ 1301285 h 1938909"/>
              <a:gd name="connsiteX5" fmla="*/ 5264 w 3937957"/>
              <a:gd name="connsiteY5" fmla="*/ 1155023 h 1938909"/>
              <a:gd name="connsiteX0" fmla="*/ 23607 w 3956300"/>
              <a:gd name="connsiteY0" fmla="*/ 1155023 h 1938909"/>
              <a:gd name="connsiteX1" fmla="*/ 1868629 w 3956300"/>
              <a:gd name="connsiteY1" fmla="*/ 454886 h 1938909"/>
              <a:gd name="connsiteX2" fmla="*/ 3567522 w 3956300"/>
              <a:gd name="connsiteY2" fmla="*/ 331785 h 1938909"/>
              <a:gd name="connsiteX3" fmla="*/ 3101420 w 3956300"/>
              <a:gd name="connsiteY3" fmla="*/ 1938738 h 1938909"/>
              <a:gd name="connsiteX4" fmla="*/ 1985807 w 3956300"/>
              <a:gd name="connsiteY4" fmla="*/ 1301285 h 1938909"/>
              <a:gd name="connsiteX5" fmla="*/ 23607 w 3956300"/>
              <a:gd name="connsiteY5" fmla="*/ 1155023 h 1938909"/>
              <a:gd name="connsiteX0" fmla="*/ 356 w 3775841"/>
              <a:gd name="connsiteY0" fmla="*/ 1155023 h 1975367"/>
              <a:gd name="connsiteX1" fmla="*/ 1845378 w 3775841"/>
              <a:gd name="connsiteY1" fmla="*/ 454886 h 1975367"/>
              <a:gd name="connsiteX2" fmla="*/ 3544271 w 3775841"/>
              <a:gd name="connsiteY2" fmla="*/ 331785 h 1975367"/>
              <a:gd name="connsiteX3" fmla="*/ 3078169 w 3775841"/>
              <a:gd name="connsiteY3" fmla="*/ 1938738 h 1975367"/>
              <a:gd name="connsiteX4" fmla="*/ 1700608 w 3775841"/>
              <a:gd name="connsiteY4" fmla="*/ 1432728 h 1975367"/>
              <a:gd name="connsiteX5" fmla="*/ 356 w 3775841"/>
              <a:gd name="connsiteY5" fmla="*/ 1155023 h 1975367"/>
              <a:gd name="connsiteX0" fmla="*/ 385 w 3775871"/>
              <a:gd name="connsiteY0" fmla="*/ 1155023 h 1964875"/>
              <a:gd name="connsiteX1" fmla="*/ 1845407 w 3775871"/>
              <a:gd name="connsiteY1" fmla="*/ 454886 h 1964875"/>
              <a:gd name="connsiteX2" fmla="*/ 3544300 w 3775871"/>
              <a:gd name="connsiteY2" fmla="*/ 331785 h 1964875"/>
              <a:gd name="connsiteX3" fmla="*/ 3078198 w 3775871"/>
              <a:gd name="connsiteY3" fmla="*/ 1938738 h 1964875"/>
              <a:gd name="connsiteX4" fmla="*/ 1700637 w 3775871"/>
              <a:gd name="connsiteY4" fmla="*/ 1432728 h 1964875"/>
              <a:gd name="connsiteX5" fmla="*/ 385 w 3775871"/>
              <a:gd name="connsiteY5" fmla="*/ 1155023 h 1964875"/>
              <a:gd name="connsiteX0" fmla="*/ 518 w 3310321"/>
              <a:gd name="connsiteY0" fmla="*/ 1561197 h 1986949"/>
              <a:gd name="connsiteX1" fmla="*/ 1379857 w 3310321"/>
              <a:gd name="connsiteY1" fmla="*/ 469469 h 1986949"/>
              <a:gd name="connsiteX2" fmla="*/ 3078750 w 3310321"/>
              <a:gd name="connsiteY2" fmla="*/ 346368 h 1986949"/>
              <a:gd name="connsiteX3" fmla="*/ 2612648 w 3310321"/>
              <a:gd name="connsiteY3" fmla="*/ 1953321 h 1986949"/>
              <a:gd name="connsiteX4" fmla="*/ 1235087 w 3310321"/>
              <a:gd name="connsiteY4" fmla="*/ 1447311 h 1986949"/>
              <a:gd name="connsiteX5" fmla="*/ 518 w 3310321"/>
              <a:gd name="connsiteY5" fmla="*/ 1561197 h 1986949"/>
              <a:gd name="connsiteX0" fmla="*/ 252954 w 3562757"/>
              <a:gd name="connsiteY0" fmla="*/ 1561197 h 1986950"/>
              <a:gd name="connsiteX1" fmla="*/ 1632293 w 3562757"/>
              <a:gd name="connsiteY1" fmla="*/ 469469 h 1986950"/>
              <a:gd name="connsiteX2" fmla="*/ 3331186 w 3562757"/>
              <a:gd name="connsiteY2" fmla="*/ 346368 h 1986950"/>
              <a:gd name="connsiteX3" fmla="*/ 2865084 w 3562757"/>
              <a:gd name="connsiteY3" fmla="*/ 1953321 h 1986950"/>
              <a:gd name="connsiteX4" fmla="*/ 1487523 w 3562757"/>
              <a:gd name="connsiteY4" fmla="*/ 1447311 h 1986950"/>
              <a:gd name="connsiteX5" fmla="*/ 252954 w 3562757"/>
              <a:gd name="connsiteY5" fmla="*/ 1561197 h 1986950"/>
              <a:gd name="connsiteX0" fmla="*/ 275988 w 4836894"/>
              <a:gd name="connsiteY0" fmla="*/ 1254188 h 1664972"/>
              <a:gd name="connsiteX1" fmla="*/ 1655327 w 4836894"/>
              <a:gd name="connsiteY1" fmla="*/ 162460 h 1664972"/>
              <a:gd name="connsiteX2" fmla="*/ 4715739 w 4836894"/>
              <a:gd name="connsiteY2" fmla="*/ 494988 h 1664972"/>
              <a:gd name="connsiteX3" fmla="*/ 2888118 w 4836894"/>
              <a:gd name="connsiteY3" fmla="*/ 1646312 h 1664972"/>
              <a:gd name="connsiteX4" fmla="*/ 1510557 w 4836894"/>
              <a:gd name="connsiteY4" fmla="*/ 1140302 h 1664972"/>
              <a:gd name="connsiteX5" fmla="*/ 275988 w 4836894"/>
              <a:gd name="connsiteY5" fmla="*/ 1254188 h 1664972"/>
              <a:gd name="connsiteX0" fmla="*/ 275988 w 4716813"/>
              <a:gd name="connsiteY0" fmla="*/ 1630321 h 2049242"/>
              <a:gd name="connsiteX1" fmla="*/ 1655327 w 4716813"/>
              <a:gd name="connsiteY1" fmla="*/ 538593 h 2049242"/>
              <a:gd name="connsiteX2" fmla="*/ 4715739 w 4716813"/>
              <a:gd name="connsiteY2" fmla="*/ 871121 h 2049242"/>
              <a:gd name="connsiteX3" fmla="*/ 2888118 w 4716813"/>
              <a:gd name="connsiteY3" fmla="*/ 2022445 h 2049242"/>
              <a:gd name="connsiteX4" fmla="*/ 1510557 w 4716813"/>
              <a:gd name="connsiteY4" fmla="*/ 1516435 h 2049242"/>
              <a:gd name="connsiteX5" fmla="*/ 275988 w 4716813"/>
              <a:gd name="connsiteY5" fmla="*/ 1630321 h 2049242"/>
              <a:gd name="connsiteX0" fmla="*/ 275988 w 4749030"/>
              <a:gd name="connsiteY0" fmla="*/ 1124638 h 1545870"/>
              <a:gd name="connsiteX1" fmla="*/ 1655327 w 4749030"/>
              <a:gd name="connsiteY1" fmla="*/ 32910 h 1545870"/>
              <a:gd name="connsiteX2" fmla="*/ 4715739 w 4749030"/>
              <a:gd name="connsiteY2" fmla="*/ 365438 h 1545870"/>
              <a:gd name="connsiteX3" fmla="*/ 3175706 w 4749030"/>
              <a:gd name="connsiteY3" fmla="*/ 1192854 h 1545870"/>
              <a:gd name="connsiteX4" fmla="*/ 1510557 w 4749030"/>
              <a:gd name="connsiteY4" fmla="*/ 1010752 h 1545870"/>
              <a:gd name="connsiteX5" fmla="*/ 275988 w 4749030"/>
              <a:gd name="connsiteY5" fmla="*/ 1124638 h 1545870"/>
              <a:gd name="connsiteX0" fmla="*/ 275988 w 4727950"/>
              <a:gd name="connsiteY0" fmla="*/ 1387914 h 1809146"/>
              <a:gd name="connsiteX1" fmla="*/ 1655327 w 4727950"/>
              <a:gd name="connsiteY1" fmla="*/ 296186 h 1809146"/>
              <a:gd name="connsiteX2" fmla="*/ 4715739 w 4727950"/>
              <a:gd name="connsiteY2" fmla="*/ 628714 h 1809146"/>
              <a:gd name="connsiteX3" fmla="*/ 3175706 w 4727950"/>
              <a:gd name="connsiteY3" fmla="*/ 1456130 h 1809146"/>
              <a:gd name="connsiteX4" fmla="*/ 1510557 w 4727950"/>
              <a:gd name="connsiteY4" fmla="*/ 1274028 h 1809146"/>
              <a:gd name="connsiteX5" fmla="*/ 275988 w 4727950"/>
              <a:gd name="connsiteY5" fmla="*/ 1387914 h 1809146"/>
              <a:gd name="connsiteX0" fmla="*/ 275988 w 4727950"/>
              <a:gd name="connsiteY0" fmla="*/ 1387914 h 1809146"/>
              <a:gd name="connsiteX1" fmla="*/ 1655327 w 4727950"/>
              <a:gd name="connsiteY1" fmla="*/ 296186 h 1809146"/>
              <a:gd name="connsiteX2" fmla="*/ 4715739 w 4727950"/>
              <a:gd name="connsiteY2" fmla="*/ 628714 h 1809146"/>
              <a:gd name="connsiteX3" fmla="*/ 3175706 w 4727950"/>
              <a:gd name="connsiteY3" fmla="*/ 1456130 h 1809146"/>
              <a:gd name="connsiteX4" fmla="*/ 1510557 w 4727950"/>
              <a:gd name="connsiteY4" fmla="*/ 1274028 h 1809146"/>
              <a:gd name="connsiteX5" fmla="*/ 275988 w 4727950"/>
              <a:gd name="connsiteY5" fmla="*/ 1387914 h 1809146"/>
              <a:gd name="connsiteX0" fmla="*/ 275988 w 4740315"/>
              <a:gd name="connsiteY0" fmla="*/ 1132875 h 1722803"/>
              <a:gd name="connsiteX1" fmla="*/ 1655327 w 4740315"/>
              <a:gd name="connsiteY1" fmla="*/ 41147 h 1722803"/>
              <a:gd name="connsiteX2" fmla="*/ 4715739 w 4740315"/>
              <a:gd name="connsiteY2" fmla="*/ 373675 h 1722803"/>
              <a:gd name="connsiteX3" fmla="*/ 3012343 w 4740315"/>
              <a:gd name="connsiteY3" fmla="*/ 1711656 h 1722803"/>
              <a:gd name="connsiteX4" fmla="*/ 1510557 w 4740315"/>
              <a:gd name="connsiteY4" fmla="*/ 1018989 h 1722803"/>
              <a:gd name="connsiteX5" fmla="*/ 275988 w 4740315"/>
              <a:gd name="connsiteY5" fmla="*/ 1132875 h 1722803"/>
              <a:gd name="connsiteX0" fmla="*/ 275988 w 4756119"/>
              <a:gd name="connsiteY0" fmla="*/ 1127108 h 1542684"/>
              <a:gd name="connsiteX1" fmla="*/ 1655327 w 4756119"/>
              <a:gd name="connsiteY1" fmla="*/ 35380 h 1542684"/>
              <a:gd name="connsiteX2" fmla="*/ 4715739 w 4756119"/>
              <a:gd name="connsiteY2" fmla="*/ 367908 h 1542684"/>
              <a:gd name="connsiteX3" fmla="*/ 3285074 w 4756119"/>
              <a:gd name="connsiteY3" fmla="*/ 1369029 h 1542684"/>
              <a:gd name="connsiteX4" fmla="*/ 1510557 w 4756119"/>
              <a:gd name="connsiteY4" fmla="*/ 1013222 h 1542684"/>
              <a:gd name="connsiteX5" fmla="*/ 275988 w 4756119"/>
              <a:gd name="connsiteY5" fmla="*/ 1127108 h 1542684"/>
              <a:gd name="connsiteX0" fmla="*/ 275988 w 4715923"/>
              <a:gd name="connsiteY0" fmla="*/ 1122352 h 1572226"/>
              <a:gd name="connsiteX1" fmla="*/ 1655327 w 4715923"/>
              <a:gd name="connsiteY1" fmla="*/ 30624 h 1572226"/>
              <a:gd name="connsiteX2" fmla="*/ 4715739 w 4715923"/>
              <a:gd name="connsiteY2" fmla="*/ 363152 h 1572226"/>
              <a:gd name="connsiteX3" fmla="*/ 1510557 w 4715923"/>
              <a:gd name="connsiteY3" fmla="*/ 1008466 h 1572226"/>
              <a:gd name="connsiteX4" fmla="*/ 275988 w 4715923"/>
              <a:gd name="connsiteY4" fmla="*/ 1122352 h 1572226"/>
              <a:gd name="connsiteX0" fmla="*/ 25029 w 4476010"/>
              <a:gd name="connsiteY0" fmla="*/ 1892393 h 2022034"/>
              <a:gd name="connsiteX1" fmla="*/ 2236847 w 4476010"/>
              <a:gd name="connsiteY1" fmla="*/ 11492 h 2022034"/>
              <a:gd name="connsiteX2" fmla="*/ 4464780 w 4476010"/>
              <a:gd name="connsiteY2" fmla="*/ 1133193 h 2022034"/>
              <a:gd name="connsiteX3" fmla="*/ 1259598 w 4476010"/>
              <a:gd name="connsiteY3" fmla="*/ 1778507 h 2022034"/>
              <a:gd name="connsiteX4" fmla="*/ 25029 w 4476010"/>
              <a:gd name="connsiteY4" fmla="*/ 1892393 h 2022034"/>
              <a:gd name="connsiteX0" fmla="*/ 19312 w 4468531"/>
              <a:gd name="connsiteY0" fmla="*/ 1893478 h 2350831"/>
              <a:gd name="connsiteX1" fmla="*/ 2231130 w 4468531"/>
              <a:gd name="connsiteY1" fmla="*/ 12577 h 2350831"/>
              <a:gd name="connsiteX2" fmla="*/ 4459063 w 4468531"/>
              <a:gd name="connsiteY2" fmla="*/ 1134278 h 2350831"/>
              <a:gd name="connsiteX3" fmla="*/ 2962196 w 4468531"/>
              <a:gd name="connsiteY3" fmla="*/ 2337807 h 2350831"/>
              <a:gd name="connsiteX4" fmla="*/ 1253881 w 4468531"/>
              <a:gd name="connsiteY4" fmla="*/ 1779592 h 2350831"/>
              <a:gd name="connsiteX5" fmla="*/ 19312 w 4468531"/>
              <a:gd name="connsiteY5" fmla="*/ 1893478 h 2350831"/>
              <a:gd name="connsiteX0" fmla="*/ 114931 w 4564151"/>
              <a:gd name="connsiteY0" fmla="*/ 1893478 h 2606070"/>
              <a:gd name="connsiteX1" fmla="*/ 2326749 w 4564151"/>
              <a:gd name="connsiteY1" fmla="*/ 12577 h 2606070"/>
              <a:gd name="connsiteX2" fmla="*/ 4554682 w 4564151"/>
              <a:gd name="connsiteY2" fmla="*/ 1134278 h 2606070"/>
              <a:gd name="connsiteX3" fmla="*/ 3057815 w 4564151"/>
              <a:gd name="connsiteY3" fmla="*/ 2337807 h 2606070"/>
              <a:gd name="connsiteX4" fmla="*/ 602599 w 4564151"/>
              <a:gd name="connsiteY4" fmla="*/ 2591133 h 2606070"/>
              <a:gd name="connsiteX5" fmla="*/ 114931 w 4564151"/>
              <a:gd name="connsiteY5" fmla="*/ 1893478 h 2606070"/>
              <a:gd name="connsiteX0" fmla="*/ 339436 w 4163621"/>
              <a:gd name="connsiteY0" fmla="*/ 711041 h 2677547"/>
              <a:gd name="connsiteX1" fmla="*/ 1926219 w 4163621"/>
              <a:gd name="connsiteY1" fmla="*/ 9118 h 2677547"/>
              <a:gd name="connsiteX2" fmla="*/ 4154152 w 4163621"/>
              <a:gd name="connsiteY2" fmla="*/ 1130819 h 2677547"/>
              <a:gd name="connsiteX3" fmla="*/ 2657285 w 4163621"/>
              <a:gd name="connsiteY3" fmla="*/ 2334348 h 2677547"/>
              <a:gd name="connsiteX4" fmla="*/ 202069 w 4163621"/>
              <a:gd name="connsiteY4" fmla="*/ 2587674 h 2677547"/>
              <a:gd name="connsiteX5" fmla="*/ 339436 w 4163621"/>
              <a:gd name="connsiteY5" fmla="*/ 711041 h 2677547"/>
              <a:gd name="connsiteX0" fmla="*/ 8699 w 3970251"/>
              <a:gd name="connsiteY0" fmla="*/ 2578556 h 2717756"/>
              <a:gd name="connsiteX1" fmla="*/ 1732849 w 3970251"/>
              <a:gd name="connsiteY1" fmla="*/ 0 h 2717756"/>
              <a:gd name="connsiteX2" fmla="*/ 3960782 w 3970251"/>
              <a:gd name="connsiteY2" fmla="*/ 1121701 h 2717756"/>
              <a:gd name="connsiteX3" fmla="*/ 2463915 w 3970251"/>
              <a:gd name="connsiteY3" fmla="*/ 2325230 h 2717756"/>
              <a:gd name="connsiteX4" fmla="*/ 8699 w 3970251"/>
              <a:gd name="connsiteY4" fmla="*/ 2578556 h 2717756"/>
              <a:gd name="connsiteX0" fmla="*/ 11617 w 3584652"/>
              <a:gd name="connsiteY0" fmla="*/ 1430838 h 2340009"/>
              <a:gd name="connsiteX1" fmla="*/ 1347250 w 3584652"/>
              <a:gd name="connsiteY1" fmla="*/ 2380 h 2340009"/>
              <a:gd name="connsiteX2" fmla="*/ 3575183 w 3584652"/>
              <a:gd name="connsiteY2" fmla="*/ 1124081 h 2340009"/>
              <a:gd name="connsiteX3" fmla="*/ 2078316 w 3584652"/>
              <a:gd name="connsiteY3" fmla="*/ 2327610 h 2340009"/>
              <a:gd name="connsiteX4" fmla="*/ 11617 w 3584652"/>
              <a:gd name="connsiteY4" fmla="*/ 1430838 h 2340009"/>
              <a:gd name="connsiteX0" fmla="*/ 36322 w 3609357"/>
              <a:gd name="connsiteY0" fmla="*/ 1430838 h 2532978"/>
              <a:gd name="connsiteX1" fmla="*/ 1371955 w 3609357"/>
              <a:gd name="connsiteY1" fmla="*/ 2380 h 2532978"/>
              <a:gd name="connsiteX2" fmla="*/ 3599888 w 3609357"/>
              <a:gd name="connsiteY2" fmla="*/ 1124081 h 2532978"/>
              <a:gd name="connsiteX3" fmla="*/ 2103021 w 3609357"/>
              <a:gd name="connsiteY3" fmla="*/ 2327610 h 2532978"/>
              <a:gd name="connsiteX4" fmla="*/ 36322 w 3609357"/>
              <a:gd name="connsiteY4" fmla="*/ 1430838 h 2532978"/>
              <a:gd name="connsiteX0" fmla="*/ 3580 w 3569301"/>
              <a:gd name="connsiteY0" fmla="*/ 1431089 h 2816320"/>
              <a:gd name="connsiteX1" fmla="*/ 1339213 w 3569301"/>
              <a:gd name="connsiteY1" fmla="*/ 2631 h 2816320"/>
              <a:gd name="connsiteX2" fmla="*/ 3567146 w 3569301"/>
              <a:gd name="connsiteY2" fmla="*/ 1124332 h 2816320"/>
              <a:gd name="connsiteX3" fmla="*/ 1722688 w 3569301"/>
              <a:gd name="connsiteY3" fmla="*/ 2808414 h 2816320"/>
              <a:gd name="connsiteX4" fmla="*/ 3580 w 3569301"/>
              <a:gd name="connsiteY4" fmla="*/ 1431089 h 2816320"/>
              <a:gd name="connsiteX0" fmla="*/ 3579 w 3569300"/>
              <a:gd name="connsiteY0" fmla="*/ 1431089 h 2808414"/>
              <a:gd name="connsiteX1" fmla="*/ 1339212 w 3569300"/>
              <a:gd name="connsiteY1" fmla="*/ 2631 h 2808414"/>
              <a:gd name="connsiteX2" fmla="*/ 3567145 w 3569300"/>
              <a:gd name="connsiteY2" fmla="*/ 1124332 h 2808414"/>
              <a:gd name="connsiteX3" fmla="*/ 1722687 w 3569300"/>
              <a:gd name="connsiteY3" fmla="*/ 2808414 h 2808414"/>
              <a:gd name="connsiteX4" fmla="*/ 3579 w 3569300"/>
              <a:gd name="connsiteY4" fmla="*/ 1431089 h 2808414"/>
              <a:gd name="connsiteX0" fmla="*/ 3579 w 3570402"/>
              <a:gd name="connsiteY0" fmla="*/ 1431089 h 2845664"/>
              <a:gd name="connsiteX1" fmla="*/ 1339212 w 3570402"/>
              <a:gd name="connsiteY1" fmla="*/ 2631 h 2845664"/>
              <a:gd name="connsiteX2" fmla="*/ 3567145 w 3570402"/>
              <a:gd name="connsiteY2" fmla="*/ 1124332 h 2845664"/>
              <a:gd name="connsiteX3" fmla="*/ 1722687 w 3570402"/>
              <a:gd name="connsiteY3" fmla="*/ 2808414 h 2845664"/>
              <a:gd name="connsiteX4" fmla="*/ 3579 w 3570402"/>
              <a:gd name="connsiteY4" fmla="*/ 1431089 h 2845664"/>
              <a:gd name="connsiteX0" fmla="*/ 3579 w 3571531"/>
              <a:gd name="connsiteY0" fmla="*/ 1431089 h 2809355"/>
              <a:gd name="connsiteX1" fmla="*/ 1339212 w 3571531"/>
              <a:gd name="connsiteY1" fmla="*/ 2631 h 2809355"/>
              <a:gd name="connsiteX2" fmla="*/ 3567145 w 3571531"/>
              <a:gd name="connsiteY2" fmla="*/ 1124332 h 2809355"/>
              <a:gd name="connsiteX3" fmla="*/ 1722687 w 3571531"/>
              <a:gd name="connsiteY3" fmla="*/ 2808414 h 2809355"/>
              <a:gd name="connsiteX4" fmla="*/ 3579 w 3571531"/>
              <a:gd name="connsiteY4" fmla="*/ 1431089 h 2809355"/>
              <a:gd name="connsiteX0" fmla="*/ 3579 w 3570449"/>
              <a:gd name="connsiteY0" fmla="*/ 1431089 h 2811091"/>
              <a:gd name="connsiteX1" fmla="*/ 1339212 w 3570449"/>
              <a:gd name="connsiteY1" fmla="*/ 2631 h 2811091"/>
              <a:gd name="connsiteX2" fmla="*/ 3567145 w 3570449"/>
              <a:gd name="connsiteY2" fmla="*/ 1124332 h 2811091"/>
              <a:gd name="connsiteX3" fmla="*/ 1722687 w 3570449"/>
              <a:gd name="connsiteY3" fmla="*/ 2808414 h 2811091"/>
              <a:gd name="connsiteX4" fmla="*/ 3579 w 3570449"/>
              <a:gd name="connsiteY4" fmla="*/ 1431089 h 2811091"/>
              <a:gd name="connsiteX0" fmla="*/ 9477 w 3576347"/>
              <a:gd name="connsiteY0" fmla="*/ 1454488 h 2834490"/>
              <a:gd name="connsiteX1" fmla="*/ 1345110 w 3576347"/>
              <a:gd name="connsiteY1" fmla="*/ 26030 h 2834490"/>
              <a:gd name="connsiteX2" fmla="*/ 3573043 w 3576347"/>
              <a:gd name="connsiteY2" fmla="*/ 1147731 h 2834490"/>
              <a:gd name="connsiteX3" fmla="*/ 1728585 w 3576347"/>
              <a:gd name="connsiteY3" fmla="*/ 2831813 h 2834490"/>
              <a:gd name="connsiteX4" fmla="*/ 9477 w 3576347"/>
              <a:gd name="connsiteY4" fmla="*/ 1454488 h 2834490"/>
              <a:gd name="connsiteX0" fmla="*/ 11200 w 3578070"/>
              <a:gd name="connsiteY0" fmla="*/ 1454488 h 2834490"/>
              <a:gd name="connsiteX1" fmla="*/ 1346833 w 3578070"/>
              <a:gd name="connsiteY1" fmla="*/ 26030 h 2834490"/>
              <a:gd name="connsiteX2" fmla="*/ 3574766 w 3578070"/>
              <a:gd name="connsiteY2" fmla="*/ 1147731 h 2834490"/>
              <a:gd name="connsiteX3" fmla="*/ 1730308 w 3578070"/>
              <a:gd name="connsiteY3" fmla="*/ 2831813 h 2834490"/>
              <a:gd name="connsiteX4" fmla="*/ 11200 w 3578070"/>
              <a:gd name="connsiteY4" fmla="*/ 1454488 h 2834490"/>
              <a:gd name="connsiteX0" fmla="*/ 5238 w 3394494"/>
              <a:gd name="connsiteY0" fmla="*/ 1561249 h 2815719"/>
              <a:gd name="connsiteX1" fmla="*/ 1164359 w 3394494"/>
              <a:gd name="connsiteY1" fmla="*/ 5027 h 2815719"/>
              <a:gd name="connsiteX2" fmla="*/ 3392292 w 3394494"/>
              <a:gd name="connsiteY2" fmla="*/ 1126728 h 2815719"/>
              <a:gd name="connsiteX3" fmla="*/ 1547834 w 3394494"/>
              <a:gd name="connsiteY3" fmla="*/ 2810810 h 2815719"/>
              <a:gd name="connsiteX4" fmla="*/ 5238 w 3394494"/>
              <a:gd name="connsiteY4" fmla="*/ 1561249 h 2815719"/>
              <a:gd name="connsiteX0" fmla="*/ 1714 w 3390970"/>
              <a:gd name="connsiteY0" fmla="*/ 1561249 h 2816846"/>
              <a:gd name="connsiteX1" fmla="*/ 1160835 w 3390970"/>
              <a:gd name="connsiteY1" fmla="*/ 5027 h 2816846"/>
              <a:gd name="connsiteX2" fmla="*/ 3388768 w 3390970"/>
              <a:gd name="connsiteY2" fmla="*/ 1126728 h 2816846"/>
              <a:gd name="connsiteX3" fmla="*/ 1544310 w 3390970"/>
              <a:gd name="connsiteY3" fmla="*/ 2810810 h 2816846"/>
              <a:gd name="connsiteX4" fmla="*/ 1714 w 3390970"/>
              <a:gd name="connsiteY4" fmla="*/ 1561249 h 2816846"/>
              <a:gd name="connsiteX0" fmla="*/ 1714 w 3392183"/>
              <a:gd name="connsiteY0" fmla="*/ 1561249 h 2822298"/>
              <a:gd name="connsiteX1" fmla="*/ 1160835 w 3392183"/>
              <a:gd name="connsiteY1" fmla="*/ 5027 h 2822298"/>
              <a:gd name="connsiteX2" fmla="*/ 3388768 w 3392183"/>
              <a:gd name="connsiteY2" fmla="*/ 1126728 h 2822298"/>
              <a:gd name="connsiteX3" fmla="*/ 1544310 w 3392183"/>
              <a:gd name="connsiteY3" fmla="*/ 2810810 h 2822298"/>
              <a:gd name="connsiteX4" fmla="*/ 1714 w 3392183"/>
              <a:gd name="connsiteY4" fmla="*/ 1561249 h 28222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92183" h="2822298">
                <a:moveTo>
                  <a:pt x="1714" y="1561249"/>
                </a:moveTo>
                <a:cubicBezTo>
                  <a:pt x="-37269" y="828037"/>
                  <a:pt x="596326" y="77447"/>
                  <a:pt x="1160835" y="5027"/>
                </a:cubicBezTo>
                <a:cubicBezTo>
                  <a:pt x="1725344" y="-67393"/>
                  <a:pt x="3324856" y="659098"/>
                  <a:pt x="3388768" y="1126728"/>
                </a:cubicBezTo>
                <a:cubicBezTo>
                  <a:pt x="3452680" y="1594358"/>
                  <a:pt x="2611566" y="2706535"/>
                  <a:pt x="1544310" y="2810810"/>
                </a:cubicBezTo>
                <a:cubicBezTo>
                  <a:pt x="477054" y="2915085"/>
                  <a:pt x="40697" y="2294461"/>
                  <a:pt x="1714" y="1561249"/>
                </a:cubicBezTo>
                <a:close/>
              </a:path>
            </a:pathLst>
          </a:custGeom>
          <a:noFill/>
          <a:ln w="76200">
            <a:solidFill>
              <a:srgbClr val="68C0E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BC239B9-97EB-8147-A4B5-809E65FFBE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52861"/>
            <a:ext cx="9144000" cy="1767223"/>
          </a:xfrm>
        </p:spPr>
        <p:txBody>
          <a:bodyPr anchor="b">
            <a:normAutofit/>
          </a:bodyPr>
          <a:lstStyle>
            <a:lvl1pPr algn="ctr">
              <a:defRPr sz="4800" cap="all" spc="600" baseline="0">
                <a:solidFill>
                  <a:srgbClr val="647A84"/>
                </a:solidFill>
                <a:latin typeface="TheSans Plain" pitchFamily="2" charset="0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607B9D97-45D6-2E45-6F24-F1A04C2406B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81150" y="2465388"/>
            <a:ext cx="9086850" cy="3890962"/>
          </a:xfrm>
        </p:spPr>
        <p:txBody>
          <a:bodyPr/>
          <a:lstStyle>
            <a:lvl1pPr marL="0" indent="0" algn="ctr">
              <a:buNone/>
              <a:defRPr>
                <a:solidFill>
                  <a:srgbClr val="647A84"/>
                </a:solidFill>
                <a:latin typeface="TheSans Plain" pitchFamily="2" charset="0"/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C52D0D56-C509-3DFF-19F7-E0666DDDFD91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Lukas Peter Sumann, Maximilian Wolf Leopold Lindner</a:t>
            </a:r>
          </a:p>
        </p:txBody>
      </p:sp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5ADD8254-9041-0B98-6143-BBC7E77EDFA0}"/>
              </a:ext>
            </a:extLst>
          </p:cNvPr>
          <p:cNvGrpSpPr/>
          <p:nvPr userDrawn="1"/>
        </p:nvGrpSpPr>
        <p:grpSpPr>
          <a:xfrm>
            <a:off x="8372798" y="5651780"/>
            <a:ext cx="5498261" cy="2530969"/>
            <a:chOff x="6265416" y="5268016"/>
            <a:chExt cx="7318186" cy="3368719"/>
          </a:xfrm>
        </p:grpSpPr>
        <p:sp>
          <p:nvSpPr>
            <p:cNvPr id="11" name="Freihandform 10">
              <a:extLst>
                <a:ext uri="{FF2B5EF4-FFF2-40B4-BE49-F238E27FC236}">
                  <a16:creationId xmlns:a16="http://schemas.microsoft.com/office/drawing/2014/main" id="{6D825AF1-5573-6B63-83C1-1AD1F883C429}"/>
                </a:ext>
              </a:extLst>
            </p:cNvPr>
            <p:cNvSpPr/>
            <p:nvPr/>
          </p:nvSpPr>
          <p:spPr>
            <a:xfrm rot="19708695">
              <a:off x="6265416" y="5268016"/>
              <a:ext cx="6636396" cy="3214341"/>
            </a:xfrm>
            <a:custGeom>
              <a:avLst/>
              <a:gdLst>
                <a:gd name="connsiteX0" fmla="*/ 346842 w 3373821"/>
                <a:gd name="connsiteY0" fmla="*/ 283779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346842 w 3373821"/>
                <a:gd name="connsiteY5" fmla="*/ 283779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882870 h 3310759"/>
                <a:gd name="connsiteX1" fmla="*/ 3090042 w 3373821"/>
                <a:gd name="connsiteY1" fmla="*/ 0 h 3310759"/>
                <a:gd name="connsiteX2" fmla="*/ 3373821 w 3373821"/>
                <a:gd name="connsiteY2" fmla="*/ 1849821 h 3310759"/>
                <a:gd name="connsiteX3" fmla="*/ 1902373 w 3373821"/>
                <a:gd name="connsiteY3" fmla="*/ 3310759 h 3310759"/>
                <a:gd name="connsiteX4" fmla="*/ 0 w 3373821"/>
                <a:gd name="connsiteY4" fmla="*/ 2511973 h 3310759"/>
                <a:gd name="connsiteX5" fmla="*/ 777766 w 3373821"/>
                <a:gd name="connsiteY5" fmla="*/ 882870 h 3310759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35451 h 3463340"/>
                <a:gd name="connsiteX1" fmla="*/ 3090042 w 3373821"/>
                <a:gd name="connsiteY1" fmla="*/ 152581 h 3463340"/>
                <a:gd name="connsiteX2" fmla="*/ 3373821 w 3373821"/>
                <a:gd name="connsiteY2" fmla="*/ 2002402 h 3463340"/>
                <a:gd name="connsiteX3" fmla="*/ 1902373 w 3373821"/>
                <a:gd name="connsiteY3" fmla="*/ 3463340 h 3463340"/>
                <a:gd name="connsiteX4" fmla="*/ 0 w 3373821"/>
                <a:gd name="connsiteY4" fmla="*/ 2664554 h 3463340"/>
                <a:gd name="connsiteX5" fmla="*/ 777766 w 3373821"/>
                <a:gd name="connsiteY5" fmla="*/ 1035451 h 3463340"/>
                <a:gd name="connsiteX0" fmla="*/ 777766 w 3468415"/>
                <a:gd name="connsiteY0" fmla="*/ 1035451 h 3463340"/>
                <a:gd name="connsiteX1" fmla="*/ 3090042 w 3468415"/>
                <a:gd name="connsiteY1" fmla="*/ 152581 h 3463340"/>
                <a:gd name="connsiteX2" fmla="*/ 3468415 w 3468415"/>
                <a:gd name="connsiteY2" fmla="*/ 2202098 h 3463340"/>
                <a:gd name="connsiteX3" fmla="*/ 1902373 w 3468415"/>
                <a:gd name="connsiteY3" fmla="*/ 3463340 h 3463340"/>
                <a:gd name="connsiteX4" fmla="*/ 0 w 3468415"/>
                <a:gd name="connsiteY4" fmla="*/ 2664554 h 3463340"/>
                <a:gd name="connsiteX5" fmla="*/ 777766 w 3468415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3748"/>
                <a:gd name="connsiteX1" fmla="*/ 3090042 w 3520921"/>
                <a:gd name="connsiteY1" fmla="*/ 152581 h 3463748"/>
                <a:gd name="connsiteX2" fmla="*/ 3468415 w 3520921"/>
                <a:gd name="connsiteY2" fmla="*/ 2202098 h 3463748"/>
                <a:gd name="connsiteX3" fmla="*/ 1902373 w 3520921"/>
                <a:gd name="connsiteY3" fmla="*/ 3463340 h 3463748"/>
                <a:gd name="connsiteX4" fmla="*/ 0 w 3520921"/>
                <a:gd name="connsiteY4" fmla="*/ 2664554 h 3463748"/>
                <a:gd name="connsiteX5" fmla="*/ 777766 w 3520921"/>
                <a:gd name="connsiteY5" fmla="*/ 1035451 h 3463748"/>
                <a:gd name="connsiteX0" fmla="*/ 815379 w 3558534"/>
                <a:gd name="connsiteY0" fmla="*/ 1035451 h 3463748"/>
                <a:gd name="connsiteX1" fmla="*/ 3127655 w 3558534"/>
                <a:gd name="connsiteY1" fmla="*/ 152581 h 3463748"/>
                <a:gd name="connsiteX2" fmla="*/ 3506028 w 3558534"/>
                <a:gd name="connsiteY2" fmla="*/ 2202098 h 3463748"/>
                <a:gd name="connsiteX3" fmla="*/ 1939986 w 3558534"/>
                <a:gd name="connsiteY3" fmla="*/ 3463340 h 3463748"/>
                <a:gd name="connsiteX4" fmla="*/ 37613 w 3558534"/>
                <a:gd name="connsiteY4" fmla="*/ 2664554 h 3463748"/>
                <a:gd name="connsiteX5" fmla="*/ 815379 w 3558534"/>
                <a:gd name="connsiteY5" fmla="*/ 1035451 h 3463748"/>
                <a:gd name="connsiteX0" fmla="*/ 815379 w 3558534"/>
                <a:gd name="connsiteY0" fmla="*/ 1035451 h 3464371"/>
                <a:gd name="connsiteX1" fmla="*/ 3127655 w 3558534"/>
                <a:gd name="connsiteY1" fmla="*/ 152581 h 3464371"/>
                <a:gd name="connsiteX2" fmla="*/ 3506028 w 3558534"/>
                <a:gd name="connsiteY2" fmla="*/ 2202098 h 3464371"/>
                <a:gd name="connsiteX3" fmla="*/ 1939986 w 3558534"/>
                <a:gd name="connsiteY3" fmla="*/ 3463340 h 3464371"/>
                <a:gd name="connsiteX4" fmla="*/ 37613 w 3558534"/>
                <a:gd name="connsiteY4" fmla="*/ 2664554 h 3464371"/>
                <a:gd name="connsiteX5" fmla="*/ 815379 w 3558534"/>
                <a:gd name="connsiteY5" fmla="*/ 1035451 h 3464371"/>
                <a:gd name="connsiteX0" fmla="*/ 815379 w 3150376"/>
                <a:gd name="connsiteY0" fmla="*/ 1035451 h 3464371"/>
                <a:gd name="connsiteX1" fmla="*/ 3127655 w 3150376"/>
                <a:gd name="connsiteY1" fmla="*/ 152581 h 3464371"/>
                <a:gd name="connsiteX2" fmla="*/ 1961008 w 3150376"/>
                <a:gd name="connsiteY2" fmla="*/ 1655560 h 3464371"/>
                <a:gd name="connsiteX3" fmla="*/ 1939986 w 3150376"/>
                <a:gd name="connsiteY3" fmla="*/ 3463340 h 3464371"/>
                <a:gd name="connsiteX4" fmla="*/ 37613 w 3150376"/>
                <a:gd name="connsiteY4" fmla="*/ 2664554 h 3464371"/>
                <a:gd name="connsiteX5" fmla="*/ 815379 w 3150376"/>
                <a:gd name="connsiteY5" fmla="*/ 1035451 h 3464371"/>
                <a:gd name="connsiteX0" fmla="*/ 815379 w 3162532"/>
                <a:gd name="connsiteY0" fmla="*/ 1035451 h 3464371"/>
                <a:gd name="connsiteX1" fmla="*/ 3127655 w 3162532"/>
                <a:gd name="connsiteY1" fmla="*/ 152581 h 3464371"/>
                <a:gd name="connsiteX2" fmla="*/ 2423463 w 3162532"/>
                <a:gd name="connsiteY2" fmla="*/ 1645049 h 3464371"/>
                <a:gd name="connsiteX3" fmla="*/ 1939986 w 3162532"/>
                <a:gd name="connsiteY3" fmla="*/ 3463340 h 3464371"/>
                <a:gd name="connsiteX4" fmla="*/ 37613 w 3162532"/>
                <a:gd name="connsiteY4" fmla="*/ 2664554 h 3464371"/>
                <a:gd name="connsiteX5" fmla="*/ 815379 w 3162532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606310"/>
                <a:gd name="connsiteX1" fmla="*/ 3127655 w 3171514"/>
                <a:gd name="connsiteY1" fmla="*/ 152581 h 3606310"/>
                <a:gd name="connsiteX2" fmla="*/ 2423463 w 3171514"/>
                <a:gd name="connsiteY2" fmla="*/ 1645049 h 3606310"/>
                <a:gd name="connsiteX3" fmla="*/ 2307848 w 3171514"/>
                <a:gd name="connsiteY3" fmla="*/ 3473850 h 3606310"/>
                <a:gd name="connsiteX4" fmla="*/ 37613 w 3171514"/>
                <a:gd name="connsiteY4" fmla="*/ 2664554 h 3606310"/>
                <a:gd name="connsiteX5" fmla="*/ 815379 w 3171514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64502"/>
                <a:gd name="connsiteY0" fmla="*/ 1035451 h 3606310"/>
                <a:gd name="connsiteX1" fmla="*/ 3127655 w 3164502"/>
                <a:gd name="connsiteY1" fmla="*/ 152581 h 3606310"/>
                <a:gd name="connsiteX2" fmla="*/ 2560098 w 3164502"/>
                <a:gd name="connsiteY2" fmla="*/ 1666070 h 3606310"/>
                <a:gd name="connsiteX3" fmla="*/ 2307848 w 3164502"/>
                <a:gd name="connsiteY3" fmla="*/ 3473850 h 3606310"/>
                <a:gd name="connsiteX4" fmla="*/ 37613 w 3164502"/>
                <a:gd name="connsiteY4" fmla="*/ 2664554 h 3606310"/>
                <a:gd name="connsiteX5" fmla="*/ 815379 w 3164502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29312 w 3176710"/>
                <a:gd name="connsiteY0" fmla="*/ 1035451 h 3606310"/>
                <a:gd name="connsiteX1" fmla="*/ 3141588 w 3176710"/>
                <a:gd name="connsiteY1" fmla="*/ 152581 h 3606310"/>
                <a:gd name="connsiteX2" fmla="*/ 2574031 w 3176710"/>
                <a:gd name="connsiteY2" fmla="*/ 1666070 h 3606310"/>
                <a:gd name="connsiteX3" fmla="*/ 2321781 w 3176710"/>
                <a:gd name="connsiteY3" fmla="*/ 3473850 h 3606310"/>
                <a:gd name="connsiteX4" fmla="*/ 51546 w 3176710"/>
                <a:gd name="connsiteY4" fmla="*/ 2664554 h 3606310"/>
                <a:gd name="connsiteX5" fmla="*/ 829312 w 3176710"/>
                <a:gd name="connsiteY5" fmla="*/ 1035451 h 3606310"/>
                <a:gd name="connsiteX0" fmla="*/ 829312 w 3177410"/>
                <a:gd name="connsiteY0" fmla="*/ 1035451 h 3606310"/>
                <a:gd name="connsiteX1" fmla="*/ 3141588 w 3177410"/>
                <a:gd name="connsiteY1" fmla="*/ 152581 h 3606310"/>
                <a:gd name="connsiteX2" fmla="*/ 2574031 w 3177410"/>
                <a:gd name="connsiteY2" fmla="*/ 1666070 h 3606310"/>
                <a:gd name="connsiteX3" fmla="*/ 2321781 w 3177410"/>
                <a:gd name="connsiteY3" fmla="*/ 3473850 h 3606310"/>
                <a:gd name="connsiteX4" fmla="*/ 51546 w 3177410"/>
                <a:gd name="connsiteY4" fmla="*/ 2664554 h 3606310"/>
                <a:gd name="connsiteX5" fmla="*/ 829312 w 3177410"/>
                <a:gd name="connsiteY5" fmla="*/ 1035451 h 3606310"/>
                <a:gd name="connsiteX0" fmla="*/ 829312 w 3177410"/>
                <a:gd name="connsiteY0" fmla="*/ 1013703 h 3584562"/>
                <a:gd name="connsiteX1" fmla="*/ 3141588 w 3177410"/>
                <a:gd name="connsiteY1" fmla="*/ 130833 h 3584562"/>
                <a:gd name="connsiteX2" fmla="*/ 2574031 w 3177410"/>
                <a:gd name="connsiteY2" fmla="*/ 1644322 h 3584562"/>
                <a:gd name="connsiteX3" fmla="*/ 2321781 w 3177410"/>
                <a:gd name="connsiteY3" fmla="*/ 3452102 h 3584562"/>
                <a:gd name="connsiteX4" fmla="*/ 51546 w 3177410"/>
                <a:gd name="connsiteY4" fmla="*/ 2642806 h 3584562"/>
                <a:gd name="connsiteX5" fmla="*/ 829312 w 3177410"/>
                <a:gd name="connsiteY5" fmla="*/ 1013703 h 3584562"/>
                <a:gd name="connsiteX0" fmla="*/ 829578 w 3177676"/>
                <a:gd name="connsiteY0" fmla="*/ 1013703 h 3584562"/>
                <a:gd name="connsiteX1" fmla="*/ 3141854 w 3177676"/>
                <a:gd name="connsiteY1" fmla="*/ 130833 h 3584562"/>
                <a:gd name="connsiteX2" fmla="*/ 2574297 w 3177676"/>
                <a:gd name="connsiteY2" fmla="*/ 1644322 h 3584562"/>
                <a:gd name="connsiteX3" fmla="*/ 2322047 w 3177676"/>
                <a:gd name="connsiteY3" fmla="*/ 3452102 h 3584562"/>
                <a:gd name="connsiteX4" fmla="*/ 51812 w 3177676"/>
                <a:gd name="connsiteY4" fmla="*/ 2642806 h 3584562"/>
                <a:gd name="connsiteX5" fmla="*/ 829578 w 3177676"/>
                <a:gd name="connsiteY5" fmla="*/ 1013703 h 3584562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11178 w 2672400"/>
                <a:gd name="connsiteY0" fmla="*/ 7864 h 2583061"/>
                <a:gd name="connsiteX1" fmla="*/ 1318755 w 2672400"/>
                <a:gd name="connsiteY1" fmla="*/ 1092175 h 2583061"/>
                <a:gd name="connsiteX2" fmla="*/ 2555897 w 2672400"/>
                <a:gd name="connsiteY2" fmla="*/ 638483 h 2583061"/>
                <a:gd name="connsiteX3" fmla="*/ 2303647 w 2672400"/>
                <a:gd name="connsiteY3" fmla="*/ 2446263 h 2583061"/>
                <a:gd name="connsiteX4" fmla="*/ 33412 w 2672400"/>
                <a:gd name="connsiteY4" fmla="*/ 1636967 h 2583061"/>
                <a:gd name="connsiteX5" fmla="*/ 811178 w 2672400"/>
                <a:gd name="connsiteY5" fmla="*/ 7864 h 2583061"/>
                <a:gd name="connsiteX0" fmla="*/ 811178 w 3223026"/>
                <a:gd name="connsiteY0" fmla="*/ 5596 h 2477281"/>
                <a:gd name="connsiteX1" fmla="*/ 1318755 w 3223026"/>
                <a:gd name="connsiteY1" fmla="*/ 1089907 h 2477281"/>
                <a:gd name="connsiteX2" fmla="*/ 3192488 w 3223026"/>
                <a:gd name="connsiteY2" fmla="*/ 802600 h 2477281"/>
                <a:gd name="connsiteX3" fmla="*/ 2303647 w 3223026"/>
                <a:gd name="connsiteY3" fmla="*/ 2443995 h 2477281"/>
                <a:gd name="connsiteX4" fmla="*/ 33412 w 3223026"/>
                <a:gd name="connsiteY4" fmla="*/ 1634699 h 2477281"/>
                <a:gd name="connsiteX5" fmla="*/ 811178 w 3223026"/>
                <a:gd name="connsiteY5" fmla="*/ 5596 h 2477281"/>
                <a:gd name="connsiteX0" fmla="*/ 846588 w 3330250"/>
                <a:gd name="connsiteY0" fmla="*/ 5596 h 2432711"/>
                <a:gd name="connsiteX1" fmla="*/ 1354165 w 3330250"/>
                <a:gd name="connsiteY1" fmla="*/ 1089907 h 2432711"/>
                <a:gd name="connsiteX2" fmla="*/ 3227898 w 3330250"/>
                <a:gd name="connsiteY2" fmla="*/ 802600 h 2432711"/>
                <a:gd name="connsiteX3" fmla="*/ 2761796 w 3330250"/>
                <a:gd name="connsiteY3" fmla="*/ 2409553 h 2432711"/>
                <a:gd name="connsiteX4" fmla="*/ 68822 w 3330250"/>
                <a:gd name="connsiteY4" fmla="*/ 1634699 h 2432711"/>
                <a:gd name="connsiteX5" fmla="*/ 846588 w 3330250"/>
                <a:gd name="connsiteY5" fmla="*/ 5596 h 2432711"/>
                <a:gd name="connsiteX0" fmla="*/ 846588 w 3514825"/>
                <a:gd name="connsiteY0" fmla="*/ 5596 h 2432711"/>
                <a:gd name="connsiteX1" fmla="*/ 1354165 w 3514825"/>
                <a:gd name="connsiteY1" fmla="*/ 1089907 h 2432711"/>
                <a:gd name="connsiteX2" fmla="*/ 3227898 w 3514825"/>
                <a:gd name="connsiteY2" fmla="*/ 802600 h 2432711"/>
                <a:gd name="connsiteX3" fmla="*/ 2761796 w 3514825"/>
                <a:gd name="connsiteY3" fmla="*/ 2409553 h 2432711"/>
                <a:gd name="connsiteX4" fmla="*/ 68822 w 3514825"/>
                <a:gd name="connsiteY4" fmla="*/ 1634699 h 2432711"/>
                <a:gd name="connsiteX5" fmla="*/ 846588 w 3514825"/>
                <a:gd name="connsiteY5" fmla="*/ 5596 h 2432711"/>
                <a:gd name="connsiteX0" fmla="*/ 875402 w 3543639"/>
                <a:gd name="connsiteY0" fmla="*/ 2708 h 2429823"/>
                <a:gd name="connsiteX1" fmla="*/ 1382979 w 3543639"/>
                <a:gd name="connsiteY1" fmla="*/ 1087019 h 2429823"/>
                <a:gd name="connsiteX2" fmla="*/ 3256712 w 3543639"/>
                <a:gd name="connsiteY2" fmla="*/ 799712 h 2429823"/>
                <a:gd name="connsiteX3" fmla="*/ 2790610 w 3543639"/>
                <a:gd name="connsiteY3" fmla="*/ 2406665 h 2429823"/>
                <a:gd name="connsiteX4" fmla="*/ 97636 w 3543639"/>
                <a:gd name="connsiteY4" fmla="*/ 1631811 h 2429823"/>
                <a:gd name="connsiteX5" fmla="*/ 875402 w 3543639"/>
                <a:gd name="connsiteY5" fmla="*/ 2708 h 2429823"/>
                <a:gd name="connsiteX0" fmla="*/ 1035116 w 3703353"/>
                <a:gd name="connsiteY0" fmla="*/ 3586 h 2450893"/>
                <a:gd name="connsiteX1" fmla="*/ 1542693 w 3703353"/>
                <a:gd name="connsiteY1" fmla="*/ 1087897 h 2450893"/>
                <a:gd name="connsiteX2" fmla="*/ 3416426 w 3703353"/>
                <a:gd name="connsiteY2" fmla="*/ 800590 h 2450893"/>
                <a:gd name="connsiteX3" fmla="*/ 2950324 w 3703353"/>
                <a:gd name="connsiteY3" fmla="*/ 2407543 h 2450893"/>
                <a:gd name="connsiteX4" fmla="*/ 257350 w 3703353"/>
                <a:gd name="connsiteY4" fmla="*/ 1632689 h 2450893"/>
                <a:gd name="connsiteX5" fmla="*/ 1035116 w 3703353"/>
                <a:gd name="connsiteY5" fmla="*/ 3586 h 2450893"/>
                <a:gd name="connsiteX0" fmla="*/ 991689 w 3462563"/>
                <a:gd name="connsiteY0" fmla="*/ 10605 h 2457912"/>
                <a:gd name="connsiteX1" fmla="*/ 1674106 w 3462563"/>
                <a:gd name="connsiteY1" fmla="*/ 930710 h 2457912"/>
                <a:gd name="connsiteX2" fmla="*/ 3372999 w 3462563"/>
                <a:gd name="connsiteY2" fmla="*/ 807609 h 2457912"/>
                <a:gd name="connsiteX3" fmla="*/ 2906897 w 3462563"/>
                <a:gd name="connsiteY3" fmla="*/ 2414562 h 2457912"/>
                <a:gd name="connsiteX4" fmla="*/ 213923 w 3462563"/>
                <a:gd name="connsiteY4" fmla="*/ 1639708 h 2457912"/>
                <a:gd name="connsiteX5" fmla="*/ 991689 w 3462563"/>
                <a:gd name="connsiteY5" fmla="*/ 10605 h 2457912"/>
                <a:gd name="connsiteX0" fmla="*/ 991689 w 3644113"/>
                <a:gd name="connsiteY0" fmla="*/ 10605 h 2457912"/>
                <a:gd name="connsiteX1" fmla="*/ 1674106 w 3644113"/>
                <a:gd name="connsiteY1" fmla="*/ 930710 h 2457912"/>
                <a:gd name="connsiteX2" fmla="*/ 3372999 w 3644113"/>
                <a:gd name="connsiteY2" fmla="*/ 807609 h 2457912"/>
                <a:gd name="connsiteX3" fmla="*/ 2906897 w 3644113"/>
                <a:gd name="connsiteY3" fmla="*/ 2414562 h 2457912"/>
                <a:gd name="connsiteX4" fmla="*/ 213923 w 3644113"/>
                <a:gd name="connsiteY4" fmla="*/ 1639708 h 2457912"/>
                <a:gd name="connsiteX5" fmla="*/ 991689 w 3644113"/>
                <a:gd name="connsiteY5" fmla="*/ 10605 h 2457912"/>
                <a:gd name="connsiteX0" fmla="*/ 1054352 w 3706777"/>
                <a:gd name="connsiteY0" fmla="*/ 1046 h 2448353"/>
                <a:gd name="connsiteX1" fmla="*/ 1736769 w 3706777"/>
                <a:gd name="connsiteY1" fmla="*/ 921151 h 2448353"/>
                <a:gd name="connsiteX2" fmla="*/ 3435662 w 3706777"/>
                <a:gd name="connsiteY2" fmla="*/ 798050 h 2448353"/>
                <a:gd name="connsiteX3" fmla="*/ 2969560 w 3706777"/>
                <a:gd name="connsiteY3" fmla="*/ 2405003 h 2448353"/>
                <a:gd name="connsiteX4" fmla="*/ 276586 w 3706777"/>
                <a:gd name="connsiteY4" fmla="*/ 1630149 h 2448353"/>
                <a:gd name="connsiteX5" fmla="*/ 1054352 w 3706777"/>
                <a:gd name="connsiteY5" fmla="*/ 1046 h 2448353"/>
                <a:gd name="connsiteX0" fmla="*/ 590056 w 3683836"/>
                <a:gd name="connsiteY0" fmla="*/ 1109 h 1961431"/>
                <a:gd name="connsiteX1" fmla="*/ 1713828 w 3683836"/>
                <a:gd name="connsiteY1" fmla="*/ 456838 h 1961431"/>
                <a:gd name="connsiteX2" fmla="*/ 3412721 w 3683836"/>
                <a:gd name="connsiteY2" fmla="*/ 333737 h 1961431"/>
                <a:gd name="connsiteX3" fmla="*/ 2946619 w 3683836"/>
                <a:gd name="connsiteY3" fmla="*/ 1940690 h 1961431"/>
                <a:gd name="connsiteX4" fmla="*/ 253645 w 3683836"/>
                <a:gd name="connsiteY4" fmla="*/ 1165836 h 1961431"/>
                <a:gd name="connsiteX5" fmla="*/ 590056 w 3683836"/>
                <a:gd name="connsiteY5" fmla="*/ 1109 h 1961431"/>
                <a:gd name="connsiteX0" fmla="*/ 577152 w 3670932"/>
                <a:gd name="connsiteY0" fmla="*/ 28557 h 1988879"/>
                <a:gd name="connsiteX1" fmla="*/ 1700924 w 3670932"/>
                <a:gd name="connsiteY1" fmla="*/ 484286 h 1988879"/>
                <a:gd name="connsiteX2" fmla="*/ 3399817 w 3670932"/>
                <a:gd name="connsiteY2" fmla="*/ 361185 h 1988879"/>
                <a:gd name="connsiteX3" fmla="*/ 2933715 w 3670932"/>
                <a:gd name="connsiteY3" fmla="*/ 1968138 h 1988879"/>
                <a:gd name="connsiteX4" fmla="*/ 240741 w 3670932"/>
                <a:gd name="connsiteY4" fmla="*/ 1193284 h 1988879"/>
                <a:gd name="connsiteX5" fmla="*/ 577152 w 3670932"/>
                <a:gd name="connsiteY5" fmla="*/ 28557 h 1988879"/>
                <a:gd name="connsiteX0" fmla="*/ 5660 w 3065770"/>
                <a:gd name="connsiteY0" fmla="*/ 41752 h 2084853"/>
                <a:gd name="connsiteX1" fmla="*/ 1129432 w 3065770"/>
                <a:gd name="connsiteY1" fmla="*/ 497481 h 2084853"/>
                <a:gd name="connsiteX2" fmla="*/ 2828325 w 3065770"/>
                <a:gd name="connsiteY2" fmla="*/ 374380 h 2084853"/>
                <a:gd name="connsiteX3" fmla="*/ 2362223 w 3065770"/>
                <a:gd name="connsiteY3" fmla="*/ 1981333 h 2084853"/>
                <a:gd name="connsiteX4" fmla="*/ 768571 w 3065770"/>
                <a:gd name="connsiteY4" fmla="*/ 1718703 h 2084853"/>
                <a:gd name="connsiteX5" fmla="*/ 5660 w 3065770"/>
                <a:gd name="connsiteY5" fmla="*/ 41752 h 2084853"/>
                <a:gd name="connsiteX0" fmla="*/ 12471 w 3072581"/>
                <a:gd name="connsiteY0" fmla="*/ 41752 h 2092530"/>
                <a:gd name="connsiteX1" fmla="*/ 1136243 w 3072581"/>
                <a:gd name="connsiteY1" fmla="*/ 497481 h 2092530"/>
                <a:gd name="connsiteX2" fmla="*/ 2835136 w 3072581"/>
                <a:gd name="connsiteY2" fmla="*/ 374380 h 2092530"/>
                <a:gd name="connsiteX3" fmla="*/ 2369034 w 3072581"/>
                <a:gd name="connsiteY3" fmla="*/ 1981333 h 2092530"/>
                <a:gd name="connsiteX4" fmla="*/ 775382 w 3072581"/>
                <a:gd name="connsiteY4" fmla="*/ 1718703 h 2092530"/>
                <a:gd name="connsiteX5" fmla="*/ 12471 w 3072581"/>
                <a:gd name="connsiteY5" fmla="*/ 41752 h 2092530"/>
                <a:gd name="connsiteX0" fmla="*/ 2798 w 3655173"/>
                <a:gd name="connsiteY0" fmla="*/ 869129 h 2007317"/>
                <a:gd name="connsiteX1" fmla="*/ 1718835 w 3655173"/>
                <a:gd name="connsiteY1" fmla="*/ 445136 h 2007317"/>
                <a:gd name="connsiteX2" fmla="*/ 3417728 w 3655173"/>
                <a:gd name="connsiteY2" fmla="*/ 322035 h 2007317"/>
                <a:gd name="connsiteX3" fmla="*/ 2951626 w 3655173"/>
                <a:gd name="connsiteY3" fmla="*/ 1928988 h 2007317"/>
                <a:gd name="connsiteX4" fmla="*/ 1357974 w 3655173"/>
                <a:gd name="connsiteY4" fmla="*/ 1666358 h 2007317"/>
                <a:gd name="connsiteX5" fmla="*/ 2798 w 3655173"/>
                <a:gd name="connsiteY5" fmla="*/ 869129 h 2007317"/>
                <a:gd name="connsiteX0" fmla="*/ 542 w 3652917"/>
                <a:gd name="connsiteY0" fmla="*/ 869129 h 2007318"/>
                <a:gd name="connsiteX1" fmla="*/ 1716579 w 3652917"/>
                <a:gd name="connsiteY1" fmla="*/ 445136 h 2007318"/>
                <a:gd name="connsiteX2" fmla="*/ 3415472 w 3652917"/>
                <a:gd name="connsiteY2" fmla="*/ 322035 h 2007318"/>
                <a:gd name="connsiteX3" fmla="*/ 2949370 w 3652917"/>
                <a:gd name="connsiteY3" fmla="*/ 1928988 h 2007318"/>
                <a:gd name="connsiteX4" fmla="*/ 1355718 w 3652917"/>
                <a:gd name="connsiteY4" fmla="*/ 1666358 h 2007318"/>
                <a:gd name="connsiteX5" fmla="*/ 542 w 3652917"/>
                <a:gd name="connsiteY5" fmla="*/ 869129 h 2007318"/>
                <a:gd name="connsiteX0" fmla="*/ 243 w 3639926"/>
                <a:gd name="connsiteY0" fmla="*/ 869129 h 1955507"/>
                <a:gd name="connsiteX1" fmla="*/ 1716280 w 3639926"/>
                <a:gd name="connsiteY1" fmla="*/ 445136 h 1955507"/>
                <a:gd name="connsiteX2" fmla="*/ 3415173 w 3639926"/>
                <a:gd name="connsiteY2" fmla="*/ 322035 h 1955507"/>
                <a:gd name="connsiteX3" fmla="*/ 2949071 w 3639926"/>
                <a:gd name="connsiteY3" fmla="*/ 1928988 h 1955507"/>
                <a:gd name="connsiteX4" fmla="*/ 1833458 w 3639926"/>
                <a:gd name="connsiteY4" fmla="*/ 1291535 h 1955507"/>
                <a:gd name="connsiteX5" fmla="*/ 243 w 3639926"/>
                <a:gd name="connsiteY5" fmla="*/ 869129 h 1955507"/>
                <a:gd name="connsiteX0" fmla="*/ 243 w 3639926"/>
                <a:gd name="connsiteY0" fmla="*/ 869129 h 1947022"/>
                <a:gd name="connsiteX1" fmla="*/ 1716280 w 3639926"/>
                <a:gd name="connsiteY1" fmla="*/ 445136 h 1947022"/>
                <a:gd name="connsiteX2" fmla="*/ 3415173 w 3639926"/>
                <a:gd name="connsiteY2" fmla="*/ 322035 h 1947022"/>
                <a:gd name="connsiteX3" fmla="*/ 2949071 w 3639926"/>
                <a:gd name="connsiteY3" fmla="*/ 1928988 h 1947022"/>
                <a:gd name="connsiteX4" fmla="*/ 1833458 w 3639926"/>
                <a:gd name="connsiteY4" fmla="*/ 1291535 h 1947022"/>
                <a:gd name="connsiteX5" fmla="*/ 243 w 3639926"/>
                <a:gd name="connsiteY5" fmla="*/ 869129 h 1947022"/>
                <a:gd name="connsiteX0" fmla="*/ 7345 w 3647028"/>
                <a:gd name="connsiteY0" fmla="*/ 869129 h 1947022"/>
                <a:gd name="connsiteX1" fmla="*/ 1723382 w 3647028"/>
                <a:gd name="connsiteY1" fmla="*/ 445136 h 1947022"/>
                <a:gd name="connsiteX2" fmla="*/ 3422275 w 3647028"/>
                <a:gd name="connsiteY2" fmla="*/ 322035 h 1947022"/>
                <a:gd name="connsiteX3" fmla="*/ 2956173 w 3647028"/>
                <a:gd name="connsiteY3" fmla="*/ 1928988 h 1947022"/>
                <a:gd name="connsiteX4" fmla="*/ 1840560 w 3647028"/>
                <a:gd name="connsiteY4" fmla="*/ 1291535 h 1947022"/>
                <a:gd name="connsiteX5" fmla="*/ 7345 w 3647028"/>
                <a:gd name="connsiteY5" fmla="*/ 869129 h 1947022"/>
                <a:gd name="connsiteX0" fmla="*/ 7345 w 3811052"/>
                <a:gd name="connsiteY0" fmla="*/ 869129 h 1929159"/>
                <a:gd name="connsiteX1" fmla="*/ 1723382 w 3811052"/>
                <a:gd name="connsiteY1" fmla="*/ 445136 h 1929159"/>
                <a:gd name="connsiteX2" fmla="*/ 3422275 w 3811052"/>
                <a:gd name="connsiteY2" fmla="*/ 322035 h 1929159"/>
                <a:gd name="connsiteX3" fmla="*/ 2956173 w 3811052"/>
                <a:gd name="connsiteY3" fmla="*/ 1928988 h 1929159"/>
                <a:gd name="connsiteX4" fmla="*/ 1840560 w 3811052"/>
                <a:gd name="connsiteY4" fmla="*/ 1291535 h 1929159"/>
                <a:gd name="connsiteX5" fmla="*/ 7345 w 3811052"/>
                <a:gd name="connsiteY5" fmla="*/ 869129 h 1929159"/>
                <a:gd name="connsiteX0" fmla="*/ 5264 w 3937957"/>
                <a:gd name="connsiteY0" fmla="*/ 1155023 h 1938909"/>
                <a:gd name="connsiteX1" fmla="*/ 1850286 w 3937957"/>
                <a:gd name="connsiteY1" fmla="*/ 454886 h 1938909"/>
                <a:gd name="connsiteX2" fmla="*/ 3549179 w 3937957"/>
                <a:gd name="connsiteY2" fmla="*/ 331785 h 1938909"/>
                <a:gd name="connsiteX3" fmla="*/ 3083077 w 3937957"/>
                <a:gd name="connsiteY3" fmla="*/ 1938738 h 1938909"/>
                <a:gd name="connsiteX4" fmla="*/ 1967464 w 3937957"/>
                <a:gd name="connsiteY4" fmla="*/ 1301285 h 1938909"/>
                <a:gd name="connsiteX5" fmla="*/ 5264 w 3937957"/>
                <a:gd name="connsiteY5" fmla="*/ 1155023 h 1938909"/>
                <a:gd name="connsiteX0" fmla="*/ 23607 w 3956300"/>
                <a:gd name="connsiteY0" fmla="*/ 1155023 h 1938909"/>
                <a:gd name="connsiteX1" fmla="*/ 1868629 w 3956300"/>
                <a:gd name="connsiteY1" fmla="*/ 454886 h 1938909"/>
                <a:gd name="connsiteX2" fmla="*/ 3567522 w 3956300"/>
                <a:gd name="connsiteY2" fmla="*/ 331785 h 1938909"/>
                <a:gd name="connsiteX3" fmla="*/ 3101420 w 3956300"/>
                <a:gd name="connsiteY3" fmla="*/ 1938738 h 1938909"/>
                <a:gd name="connsiteX4" fmla="*/ 1985807 w 3956300"/>
                <a:gd name="connsiteY4" fmla="*/ 1301285 h 1938909"/>
                <a:gd name="connsiteX5" fmla="*/ 23607 w 3956300"/>
                <a:gd name="connsiteY5" fmla="*/ 1155023 h 1938909"/>
                <a:gd name="connsiteX0" fmla="*/ 356 w 3775841"/>
                <a:gd name="connsiteY0" fmla="*/ 1155023 h 1975367"/>
                <a:gd name="connsiteX1" fmla="*/ 1845378 w 3775841"/>
                <a:gd name="connsiteY1" fmla="*/ 454886 h 1975367"/>
                <a:gd name="connsiteX2" fmla="*/ 3544271 w 3775841"/>
                <a:gd name="connsiteY2" fmla="*/ 331785 h 1975367"/>
                <a:gd name="connsiteX3" fmla="*/ 3078169 w 3775841"/>
                <a:gd name="connsiteY3" fmla="*/ 1938738 h 1975367"/>
                <a:gd name="connsiteX4" fmla="*/ 1700608 w 3775841"/>
                <a:gd name="connsiteY4" fmla="*/ 1432728 h 1975367"/>
                <a:gd name="connsiteX5" fmla="*/ 356 w 3775841"/>
                <a:gd name="connsiteY5" fmla="*/ 1155023 h 1975367"/>
                <a:gd name="connsiteX0" fmla="*/ 385 w 3775871"/>
                <a:gd name="connsiteY0" fmla="*/ 1155023 h 1964875"/>
                <a:gd name="connsiteX1" fmla="*/ 1845407 w 3775871"/>
                <a:gd name="connsiteY1" fmla="*/ 454886 h 1964875"/>
                <a:gd name="connsiteX2" fmla="*/ 3544300 w 3775871"/>
                <a:gd name="connsiteY2" fmla="*/ 331785 h 1964875"/>
                <a:gd name="connsiteX3" fmla="*/ 3078198 w 3775871"/>
                <a:gd name="connsiteY3" fmla="*/ 1938738 h 1964875"/>
                <a:gd name="connsiteX4" fmla="*/ 1700637 w 3775871"/>
                <a:gd name="connsiteY4" fmla="*/ 1432728 h 1964875"/>
                <a:gd name="connsiteX5" fmla="*/ 385 w 3775871"/>
                <a:gd name="connsiteY5" fmla="*/ 1155023 h 1964875"/>
                <a:gd name="connsiteX0" fmla="*/ 518 w 3310321"/>
                <a:gd name="connsiteY0" fmla="*/ 1561197 h 1986949"/>
                <a:gd name="connsiteX1" fmla="*/ 1379857 w 3310321"/>
                <a:gd name="connsiteY1" fmla="*/ 469469 h 1986949"/>
                <a:gd name="connsiteX2" fmla="*/ 3078750 w 3310321"/>
                <a:gd name="connsiteY2" fmla="*/ 346368 h 1986949"/>
                <a:gd name="connsiteX3" fmla="*/ 2612648 w 3310321"/>
                <a:gd name="connsiteY3" fmla="*/ 1953321 h 1986949"/>
                <a:gd name="connsiteX4" fmla="*/ 1235087 w 3310321"/>
                <a:gd name="connsiteY4" fmla="*/ 1447311 h 1986949"/>
                <a:gd name="connsiteX5" fmla="*/ 518 w 3310321"/>
                <a:gd name="connsiteY5" fmla="*/ 1561197 h 1986949"/>
                <a:gd name="connsiteX0" fmla="*/ 252954 w 3562757"/>
                <a:gd name="connsiteY0" fmla="*/ 1561197 h 1986950"/>
                <a:gd name="connsiteX1" fmla="*/ 1632293 w 3562757"/>
                <a:gd name="connsiteY1" fmla="*/ 469469 h 1986950"/>
                <a:gd name="connsiteX2" fmla="*/ 3331186 w 3562757"/>
                <a:gd name="connsiteY2" fmla="*/ 346368 h 1986950"/>
                <a:gd name="connsiteX3" fmla="*/ 2865084 w 3562757"/>
                <a:gd name="connsiteY3" fmla="*/ 1953321 h 1986950"/>
                <a:gd name="connsiteX4" fmla="*/ 1487523 w 3562757"/>
                <a:gd name="connsiteY4" fmla="*/ 1447311 h 1986950"/>
                <a:gd name="connsiteX5" fmla="*/ 252954 w 3562757"/>
                <a:gd name="connsiteY5" fmla="*/ 1561197 h 1986950"/>
                <a:gd name="connsiteX0" fmla="*/ 275988 w 4836894"/>
                <a:gd name="connsiteY0" fmla="*/ 1254188 h 1664972"/>
                <a:gd name="connsiteX1" fmla="*/ 1655327 w 4836894"/>
                <a:gd name="connsiteY1" fmla="*/ 162460 h 1664972"/>
                <a:gd name="connsiteX2" fmla="*/ 4715739 w 4836894"/>
                <a:gd name="connsiteY2" fmla="*/ 494988 h 1664972"/>
                <a:gd name="connsiteX3" fmla="*/ 2888118 w 4836894"/>
                <a:gd name="connsiteY3" fmla="*/ 1646312 h 1664972"/>
                <a:gd name="connsiteX4" fmla="*/ 1510557 w 4836894"/>
                <a:gd name="connsiteY4" fmla="*/ 1140302 h 1664972"/>
                <a:gd name="connsiteX5" fmla="*/ 275988 w 4836894"/>
                <a:gd name="connsiteY5" fmla="*/ 1254188 h 1664972"/>
                <a:gd name="connsiteX0" fmla="*/ 275988 w 4716813"/>
                <a:gd name="connsiteY0" fmla="*/ 1630321 h 2049242"/>
                <a:gd name="connsiteX1" fmla="*/ 1655327 w 4716813"/>
                <a:gd name="connsiteY1" fmla="*/ 538593 h 2049242"/>
                <a:gd name="connsiteX2" fmla="*/ 4715739 w 4716813"/>
                <a:gd name="connsiteY2" fmla="*/ 871121 h 2049242"/>
                <a:gd name="connsiteX3" fmla="*/ 2888118 w 4716813"/>
                <a:gd name="connsiteY3" fmla="*/ 2022445 h 2049242"/>
                <a:gd name="connsiteX4" fmla="*/ 1510557 w 4716813"/>
                <a:gd name="connsiteY4" fmla="*/ 1516435 h 2049242"/>
                <a:gd name="connsiteX5" fmla="*/ 275988 w 4716813"/>
                <a:gd name="connsiteY5" fmla="*/ 1630321 h 2049242"/>
                <a:gd name="connsiteX0" fmla="*/ 275988 w 4749030"/>
                <a:gd name="connsiteY0" fmla="*/ 1124638 h 1545870"/>
                <a:gd name="connsiteX1" fmla="*/ 1655327 w 4749030"/>
                <a:gd name="connsiteY1" fmla="*/ 32910 h 1545870"/>
                <a:gd name="connsiteX2" fmla="*/ 4715739 w 4749030"/>
                <a:gd name="connsiteY2" fmla="*/ 365438 h 1545870"/>
                <a:gd name="connsiteX3" fmla="*/ 3175706 w 4749030"/>
                <a:gd name="connsiteY3" fmla="*/ 1192854 h 1545870"/>
                <a:gd name="connsiteX4" fmla="*/ 1510557 w 4749030"/>
                <a:gd name="connsiteY4" fmla="*/ 1010752 h 1545870"/>
                <a:gd name="connsiteX5" fmla="*/ 275988 w 4749030"/>
                <a:gd name="connsiteY5" fmla="*/ 1124638 h 1545870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40315"/>
                <a:gd name="connsiteY0" fmla="*/ 1132875 h 1722803"/>
                <a:gd name="connsiteX1" fmla="*/ 1655327 w 4740315"/>
                <a:gd name="connsiteY1" fmla="*/ 41147 h 1722803"/>
                <a:gd name="connsiteX2" fmla="*/ 4715739 w 4740315"/>
                <a:gd name="connsiteY2" fmla="*/ 373675 h 1722803"/>
                <a:gd name="connsiteX3" fmla="*/ 3012343 w 4740315"/>
                <a:gd name="connsiteY3" fmla="*/ 1711656 h 1722803"/>
                <a:gd name="connsiteX4" fmla="*/ 1510557 w 4740315"/>
                <a:gd name="connsiteY4" fmla="*/ 1018989 h 1722803"/>
                <a:gd name="connsiteX5" fmla="*/ 275988 w 4740315"/>
                <a:gd name="connsiteY5" fmla="*/ 1132875 h 1722803"/>
                <a:gd name="connsiteX0" fmla="*/ 275988 w 4756119"/>
                <a:gd name="connsiteY0" fmla="*/ 1127108 h 1542684"/>
                <a:gd name="connsiteX1" fmla="*/ 1655327 w 4756119"/>
                <a:gd name="connsiteY1" fmla="*/ 35380 h 1542684"/>
                <a:gd name="connsiteX2" fmla="*/ 4715739 w 4756119"/>
                <a:gd name="connsiteY2" fmla="*/ 367908 h 1542684"/>
                <a:gd name="connsiteX3" fmla="*/ 3285074 w 4756119"/>
                <a:gd name="connsiteY3" fmla="*/ 1369029 h 1542684"/>
                <a:gd name="connsiteX4" fmla="*/ 1510557 w 4756119"/>
                <a:gd name="connsiteY4" fmla="*/ 1013222 h 1542684"/>
                <a:gd name="connsiteX5" fmla="*/ 275988 w 4756119"/>
                <a:gd name="connsiteY5" fmla="*/ 1127108 h 1542684"/>
                <a:gd name="connsiteX0" fmla="*/ 275988 w 4715923"/>
                <a:gd name="connsiteY0" fmla="*/ 1122352 h 1572226"/>
                <a:gd name="connsiteX1" fmla="*/ 1655327 w 4715923"/>
                <a:gd name="connsiteY1" fmla="*/ 30624 h 1572226"/>
                <a:gd name="connsiteX2" fmla="*/ 4715739 w 4715923"/>
                <a:gd name="connsiteY2" fmla="*/ 363152 h 1572226"/>
                <a:gd name="connsiteX3" fmla="*/ 1510557 w 4715923"/>
                <a:gd name="connsiteY3" fmla="*/ 1008466 h 1572226"/>
                <a:gd name="connsiteX4" fmla="*/ 275988 w 4715923"/>
                <a:gd name="connsiteY4" fmla="*/ 1122352 h 1572226"/>
                <a:gd name="connsiteX0" fmla="*/ 25029 w 4476010"/>
                <a:gd name="connsiteY0" fmla="*/ 1892393 h 2022034"/>
                <a:gd name="connsiteX1" fmla="*/ 2236847 w 4476010"/>
                <a:gd name="connsiteY1" fmla="*/ 11492 h 2022034"/>
                <a:gd name="connsiteX2" fmla="*/ 4464780 w 4476010"/>
                <a:gd name="connsiteY2" fmla="*/ 1133193 h 2022034"/>
                <a:gd name="connsiteX3" fmla="*/ 1259598 w 4476010"/>
                <a:gd name="connsiteY3" fmla="*/ 1778507 h 2022034"/>
                <a:gd name="connsiteX4" fmla="*/ 25029 w 4476010"/>
                <a:gd name="connsiteY4" fmla="*/ 1892393 h 2022034"/>
                <a:gd name="connsiteX0" fmla="*/ 19312 w 4468531"/>
                <a:gd name="connsiteY0" fmla="*/ 1893478 h 2350831"/>
                <a:gd name="connsiteX1" fmla="*/ 2231130 w 4468531"/>
                <a:gd name="connsiteY1" fmla="*/ 12577 h 2350831"/>
                <a:gd name="connsiteX2" fmla="*/ 4459063 w 4468531"/>
                <a:gd name="connsiteY2" fmla="*/ 1134278 h 2350831"/>
                <a:gd name="connsiteX3" fmla="*/ 2962196 w 4468531"/>
                <a:gd name="connsiteY3" fmla="*/ 2337807 h 2350831"/>
                <a:gd name="connsiteX4" fmla="*/ 1253881 w 4468531"/>
                <a:gd name="connsiteY4" fmla="*/ 1779592 h 2350831"/>
                <a:gd name="connsiteX5" fmla="*/ 19312 w 4468531"/>
                <a:gd name="connsiteY5" fmla="*/ 1893478 h 2350831"/>
                <a:gd name="connsiteX0" fmla="*/ 114931 w 4564151"/>
                <a:gd name="connsiteY0" fmla="*/ 1893478 h 2606070"/>
                <a:gd name="connsiteX1" fmla="*/ 2326749 w 4564151"/>
                <a:gd name="connsiteY1" fmla="*/ 12577 h 2606070"/>
                <a:gd name="connsiteX2" fmla="*/ 4554682 w 4564151"/>
                <a:gd name="connsiteY2" fmla="*/ 1134278 h 2606070"/>
                <a:gd name="connsiteX3" fmla="*/ 3057815 w 4564151"/>
                <a:gd name="connsiteY3" fmla="*/ 2337807 h 2606070"/>
                <a:gd name="connsiteX4" fmla="*/ 602599 w 4564151"/>
                <a:gd name="connsiteY4" fmla="*/ 2591133 h 2606070"/>
                <a:gd name="connsiteX5" fmla="*/ 114931 w 4564151"/>
                <a:gd name="connsiteY5" fmla="*/ 1893478 h 2606070"/>
                <a:gd name="connsiteX0" fmla="*/ 339436 w 4163621"/>
                <a:gd name="connsiteY0" fmla="*/ 711041 h 2677547"/>
                <a:gd name="connsiteX1" fmla="*/ 1926219 w 4163621"/>
                <a:gd name="connsiteY1" fmla="*/ 9118 h 2677547"/>
                <a:gd name="connsiteX2" fmla="*/ 4154152 w 4163621"/>
                <a:gd name="connsiteY2" fmla="*/ 1130819 h 2677547"/>
                <a:gd name="connsiteX3" fmla="*/ 2657285 w 4163621"/>
                <a:gd name="connsiteY3" fmla="*/ 2334348 h 2677547"/>
                <a:gd name="connsiteX4" fmla="*/ 202069 w 4163621"/>
                <a:gd name="connsiteY4" fmla="*/ 2587674 h 2677547"/>
                <a:gd name="connsiteX5" fmla="*/ 339436 w 4163621"/>
                <a:gd name="connsiteY5" fmla="*/ 711041 h 2677547"/>
                <a:gd name="connsiteX0" fmla="*/ 8699 w 3970251"/>
                <a:gd name="connsiteY0" fmla="*/ 2578556 h 2717756"/>
                <a:gd name="connsiteX1" fmla="*/ 1732849 w 3970251"/>
                <a:gd name="connsiteY1" fmla="*/ 0 h 2717756"/>
                <a:gd name="connsiteX2" fmla="*/ 3960782 w 3970251"/>
                <a:gd name="connsiteY2" fmla="*/ 1121701 h 2717756"/>
                <a:gd name="connsiteX3" fmla="*/ 2463915 w 3970251"/>
                <a:gd name="connsiteY3" fmla="*/ 2325230 h 2717756"/>
                <a:gd name="connsiteX4" fmla="*/ 8699 w 3970251"/>
                <a:gd name="connsiteY4" fmla="*/ 2578556 h 2717756"/>
                <a:gd name="connsiteX0" fmla="*/ 11617 w 3584652"/>
                <a:gd name="connsiteY0" fmla="*/ 1430838 h 2340009"/>
                <a:gd name="connsiteX1" fmla="*/ 1347250 w 3584652"/>
                <a:gd name="connsiteY1" fmla="*/ 2380 h 2340009"/>
                <a:gd name="connsiteX2" fmla="*/ 3575183 w 3584652"/>
                <a:gd name="connsiteY2" fmla="*/ 1124081 h 2340009"/>
                <a:gd name="connsiteX3" fmla="*/ 2078316 w 3584652"/>
                <a:gd name="connsiteY3" fmla="*/ 2327610 h 2340009"/>
                <a:gd name="connsiteX4" fmla="*/ 11617 w 3584652"/>
                <a:gd name="connsiteY4" fmla="*/ 1430838 h 2340009"/>
                <a:gd name="connsiteX0" fmla="*/ 36322 w 3609357"/>
                <a:gd name="connsiteY0" fmla="*/ 1430838 h 2532978"/>
                <a:gd name="connsiteX1" fmla="*/ 1371955 w 3609357"/>
                <a:gd name="connsiteY1" fmla="*/ 2380 h 2532978"/>
                <a:gd name="connsiteX2" fmla="*/ 3599888 w 3609357"/>
                <a:gd name="connsiteY2" fmla="*/ 1124081 h 2532978"/>
                <a:gd name="connsiteX3" fmla="*/ 2103021 w 3609357"/>
                <a:gd name="connsiteY3" fmla="*/ 2327610 h 2532978"/>
                <a:gd name="connsiteX4" fmla="*/ 36322 w 3609357"/>
                <a:gd name="connsiteY4" fmla="*/ 1430838 h 2532978"/>
                <a:gd name="connsiteX0" fmla="*/ 3580 w 3569301"/>
                <a:gd name="connsiteY0" fmla="*/ 1431089 h 2816320"/>
                <a:gd name="connsiteX1" fmla="*/ 1339213 w 3569301"/>
                <a:gd name="connsiteY1" fmla="*/ 2631 h 2816320"/>
                <a:gd name="connsiteX2" fmla="*/ 3567146 w 3569301"/>
                <a:gd name="connsiteY2" fmla="*/ 1124332 h 2816320"/>
                <a:gd name="connsiteX3" fmla="*/ 1722688 w 3569301"/>
                <a:gd name="connsiteY3" fmla="*/ 2808414 h 2816320"/>
                <a:gd name="connsiteX4" fmla="*/ 3580 w 3569301"/>
                <a:gd name="connsiteY4" fmla="*/ 1431089 h 2816320"/>
                <a:gd name="connsiteX0" fmla="*/ 3579 w 3569300"/>
                <a:gd name="connsiteY0" fmla="*/ 1431089 h 2808414"/>
                <a:gd name="connsiteX1" fmla="*/ 1339212 w 3569300"/>
                <a:gd name="connsiteY1" fmla="*/ 2631 h 2808414"/>
                <a:gd name="connsiteX2" fmla="*/ 3567145 w 3569300"/>
                <a:gd name="connsiteY2" fmla="*/ 1124332 h 2808414"/>
                <a:gd name="connsiteX3" fmla="*/ 1722687 w 3569300"/>
                <a:gd name="connsiteY3" fmla="*/ 2808414 h 2808414"/>
                <a:gd name="connsiteX4" fmla="*/ 3579 w 3569300"/>
                <a:gd name="connsiteY4" fmla="*/ 1431089 h 2808414"/>
                <a:gd name="connsiteX0" fmla="*/ 3579 w 3570402"/>
                <a:gd name="connsiteY0" fmla="*/ 1431089 h 2845664"/>
                <a:gd name="connsiteX1" fmla="*/ 1339212 w 3570402"/>
                <a:gd name="connsiteY1" fmla="*/ 2631 h 2845664"/>
                <a:gd name="connsiteX2" fmla="*/ 3567145 w 3570402"/>
                <a:gd name="connsiteY2" fmla="*/ 1124332 h 2845664"/>
                <a:gd name="connsiteX3" fmla="*/ 1722687 w 3570402"/>
                <a:gd name="connsiteY3" fmla="*/ 2808414 h 2845664"/>
                <a:gd name="connsiteX4" fmla="*/ 3579 w 3570402"/>
                <a:gd name="connsiteY4" fmla="*/ 1431089 h 2845664"/>
                <a:gd name="connsiteX0" fmla="*/ 3579 w 3571531"/>
                <a:gd name="connsiteY0" fmla="*/ 1431089 h 2809355"/>
                <a:gd name="connsiteX1" fmla="*/ 1339212 w 3571531"/>
                <a:gd name="connsiteY1" fmla="*/ 2631 h 2809355"/>
                <a:gd name="connsiteX2" fmla="*/ 3567145 w 3571531"/>
                <a:gd name="connsiteY2" fmla="*/ 1124332 h 2809355"/>
                <a:gd name="connsiteX3" fmla="*/ 1722687 w 3571531"/>
                <a:gd name="connsiteY3" fmla="*/ 2808414 h 2809355"/>
                <a:gd name="connsiteX4" fmla="*/ 3579 w 3571531"/>
                <a:gd name="connsiteY4" fmla="*/ 1431089 h 2809355"/>
                <a:gd name="connsiteX0" fmla="*/ 3579 w 3570449"/>
                <a:gd name="connsiteY0" fmla="*/ 1431089 h 2811091"/>
                <a:gd name="connsiteX1" fmla="*/ 1339212 w 3570449"/>
                <a:gd name="connsiteY1" fmla="*/ 2631 h 2811091"/>
                <a:gd name="connsiteX2" fmla="*/ 3567145 w 3570449"/>
                <a:gd name="connsiteY2" fmla="*/ 1124332 h 2811091"/>
                <a:gd name="connsiteX3" fmla="*/ 1722687 w 3570449"/>
                <a:gd name="connsiteY3" fmla="*/ 2808414 h 2811091"/>
                <a:gd name="connsiteX4" fmla="*/ 3579 w 3570449"/>
                <a:gd name="connsiteY4" fmla="*/ 1431089 h 2811091"/>
                <a:gd name="connsiteX0" fmla="*/ 9477 w 3576347"/>
                <a:gd name="connsiteY0" fmla="*/ 1454488 h 2834490"/>
                <a:gd name="connsiteX1" fmla="*/ 1345110 w 3576347"/>
                <a:gd name="connsiteY1" fmla="*/ 26030 h 2834490"/>
                <a:gd name="connsiteX2" fmla="*/ 3573043 w 3576347"/>
                <a:gd name="connsiteY2" fmla="*/ 1147731 h 2834490"/>
                <a:gd name="connsiteX3" fmla="*/ 1728585 w 3576347"/>
                <a:gd name="connsiteY3" fmla="*/ 2831813 h 2834490"/>
                <a:gd name="connsiteX4" fmla="*/ 9477 w 3576347"/>
                <a:gd name="connsiteY4" fmla="*/ 1454488 h 2834490"/>
                <a:gd name="connsiteX0" fmla="*/ 11200 w 3578070"/>
                <a:gd name="connsiteY0" fmla="*/ 1454488 h 2834490"/>
                <a:gd name="connsiteX1" fmla="*/ 1346833 w 3578070"/>
                <a:gd name="connsiteY1" fmla="*/ 26030 h 2834490"/>
                <a:gd name="connsiteX2" fmla="*/ 3574766 w 3578070"/>
                <a:gd name="connsiteY2" fmla="*/ 1147731 h 2834490"/>
                <a:gd name="connsiteX3" fmla="*/ 1730308 w 3578070"/>
                <a:gd name="connsiteY3" fmla="*/ 2831813 h 2834490"/>
                <a:gd name="connsiteX4" fmla="*/ 11200 w 3578070"/>
                <a:gd name="connsiteY4" fmla="*/ 1454488 h 2834490"/>
                <a:gd name="connsiteX0" fmla="*/ 5238 w 3394494"/>
                <a:gd name="connsiteY0" fmla="*/ 1561249 h 2815719"/>
                <a:gd name="connsiteX1" fmla="*/ 1164359 w 3394494"/>
                <a:gd name="connsiteY1" fmla="*/ 5027 h 2815719"/>
                <a:gd name="connsiteX2" fmla="*/ 3392292 w 3394494"/>
                <a:gd name="connsiteY2" fmla="*/ 1126728 h 2815719"/>
                <a:gd name="connsiteX3" fmla="*/ 1547834 w 3394494"/>
                <a:gd name="connsiteY3" fmla="*/ 2810810 h 2815719"/>
                <a:gd name="connsiteX4" fmla="*/ 5238 w 3394494"/>
                <a:gd name="connsiteY4" fmla="*/ 1561249 h 2815719"/>
                <a:gd name="connsiteX0" fmla="*/ 1714 w 3390970"/>
                <a:gd name="connsiteY0" fmla="*/ 1561249 h 2816846"/>
                <a:gd name="connsiteX1" fmla="*/ 1160835 w 3390970"/>
                <a:gd name="connsiteY1" fmla="*/ 5027 h 2816846"/>
                <a:gd name="connsiteX2" fmla="*/ 3388768 w 3390970"/>
                <a:gd name="connsiteY2" fmla="*/ 1126728 h 2816846"/>
                <a:gd name="connsiteX3" fmla="*/ 1544310 w 3390970"/>
                <a:gd name="connsiteY3" fmla="*/ 2810810 h 2816846"/>
                <a:gd name="connsiteX4" fmla="*/ 1714 w 3390970"/>
                <a:gd name="connsiteY4" fmla="*/ 1561249 h 2816846"/>
                <a:gd name="connsiteX0" fmla="*/ 1714 w 3392183"/>
                <a:gd name="connsiteY0" fmla="*/ 1561249 h 2822298"/>
                <a:gd name="connsiteX1" fmla="*/ 1160835 w 3392183"/>
                <a:gd name="connsiteY1" fmla="*/ 5027 h 2822298"/>
                <a:gd name="connsiteX2" fmla="*/ 3388768 w 3392183"/>
                <a:gd name="connsiteY2" fmla="*/ 1126728 h 2822298"/>
                <a:gd name="connsiteX3" fmla="*/ 1544310 w 3392183"/>
                <a:gd name="connsiteY3" fmla="*/ 2810810 h 2822298"/>
                <a:gd name="connsiteX4" fmla="*/ 1714 w 3392183"/>
                <a:gd name="connsiteY4" fmla="*/ 1561249 h 2822298"/>
                <a:gd name="connsiteX0" fmla="*/ 1599 w 3099681"/>
                <a:gd name="connsiteY0" fmla="*/ 1556274 h 2805936"/>
                <a:gd name="connsiteX1" fmla="*/ 1160720 w 3099681"/>
                <a:gd name="connsiteY1" fmla="*/ 52 h 2805936"/>
                <a:gd name="connsiteX2" fmla="*/ 3097014 w 3099681"/>
                <a:gd name="connsiteY2" fmla="*/ 1505235 h 2805936"/>
                <a:gd name="connsiteX3" fmla="*/ 1544195 w 3099681"/>
                <a:gd name="connsiteY3" fmla="*/ 2805835 h 2805936"/>
                <a:gd name="connsiteX4" fmla="*/ 1599 w 3099681"/>
                <a:gd name="connsiteY4" fmla="*/ 1556274 h 2805936"/>
                <a:gd name="connsiteX0" fmla="*/ 1599 w 3098266"/>
                <a:gd name="connsiteY0" fmla="*/ 1556274 h 2805936"/>
                <a:gd name="connsiteX1" fmla="*/ 1160720 w 3098266"/>
                <a:gd name="connsiteY1" fmla="*/ 52 h 2805936"/>
                <a:gd name="connsiteX2" fmla="*/ 3097014 w 3098266"/>
                <a:gd name="connsiteY2" fmla="*/ 1505235 h 2805936"/>
                <a:gd name="connsiteX3" fmla="*/ 1544195 w 3098266"/>
                <a:gd name="connsiteY3" fmla="*/ 2805835 h 2805936"/>
                <a:gd name="connsiteX4" fmla="*/ 1599 w 3098266"/>
                <a:gd name="connsiteY4" fmla="*/ 1556274 h 2805936"/>
                <a:gd name="connsiteX0" fmla="*/ 6698 w 3107113"/>
                <a:gd name="connsiteY0" fmla="*/ 1556268 h 1995204"/>
                <a:gd name="connsiteX1" fmla="*/ 1165819 w 3107113"/>
                <a:gd name="connsiteY1" fmla="*/ 46 h 1995204"/>
                <a:gd name="connsiteX2" fmla="*/ 3102113 w 3107113"/>
                <a:gd name="connsiteY2" fmla="*/ 1505229 h 1995204"/>
                <a:gd name="connsiteX3" fmla="*/ 1670895 w 3107113"/>
                <a:gd name="connsiteY3" fmla="*/ 1994767 h 1995204"/>
                <a:gd name="connsiteX4" fmla="*/ 6698 w 3107113"/>
                <a:gd name="connsiteY4" fmla="*/ 1556268 h 1995204"/>
                <a:gd name="connsiteX0" fmla="*/ 6698 w 3107610"/>
                <a:gd name="connsiteY0" fmla="*/ 1556268 h 2094159"/>
                <a:gd name="connsiteX1" fmla="*/ 1165819 w 3107610"/>
                <a:gd name="connsiteY1" fmla="*/ 46 h 2094159"/>
                <a:gd name="connsiteX2" fmla="*/ 3102113 w 3107610"/>
                <a:gd name="connsiteY2" fmla="*/ 1505229 h 2094159"/>
                <a:gd name="connsiteX3" fmla="*/ 1670895 w 3107610"/>
                <a:gd name="connsiteY3" fmla="*/ 1994767 h 2094159"/>
                <a:gd name="connsiteX4" fmla="*/ 6698 w 3107610"/>
                <a:gd name="connsiteY4" fmla="*/ 1556268 h 2094159"/>
                <a:gd name="connsiteX0" fmla="*/ 6698 w 3108326"/>
                <a:gd name="connsiteY0" fmla="*/ 1556268 h 2032117"/>
                <a:gd name="connsiteX1" fmla="*/ 1165819 w 3108326"/>
                <a:gd name="connsiteY1" fmla="*/ 46 h 2032117"/>
                <a:gd name="connsiteX2" fmla="*/ 3102113 w 3108326"/>
                <a:gd name="connsiteY2" fmla="*/ 1505229 h 2032117"/>
                <a:gd name="connsiteX3" fmla="*/ 1670895 w 3108326"/>
                <a:gd name="connsiteY3" fmla="*/ 1994767 h 2032117"/>
                <a:gd name="connsiteX4" fmla="*/ 6698 w 3108326"/>
                <a:gd name="connsiteY4" fmla="*/ 1556268 h 2032117"/>
                <a:gd name="connsiteX0" fmla="*/ 2700 w 3101149"/>
                <a:gd name="connsiteY0" fmla="*/ 1588985 h 2065259"/>
                <a:gd name="connsiteX1" fmla="*/ 1324169 w 3101149"/>
                <a:gd name="connsiteY1" fmla="*/ 44 h 2065259"/>
                <a:gd name="connsiteX2" fmla="*/ 3098115 w 3101149"/>
                <a:gd name="connsiteY2" fmla="*/ 1537946 h 2065259"/>
                <a:gd name="connsiteX3" fmla="*/ 1666897 w 3101149"/>
                <a:gd name="connsiteY3" fmla="*/ 2027484 h 2065259"/>
                <a:gd name="connsiteX4" fmla="*/ 2700 w 3101149"/>
                <a:gd name="connsiteY4" fmla="*/ 1588985 h 2065259"/>
                <a:gd name="connsiteX0" fmla="*/ 2700 w 3100106"/>
                <a:gd name="connsiteY0" fmla="*/ 1588985 h 2163738"/>
                <a:gd name="connsiteX1" fmla="*/ 1324169 w 3100106"/>
                <a:gd name="connsiteY1" fmla="*/ 44 h 2163738"/>
                <a:gd name="connsiteX2" fmla="*/ 3098115 w 3100106"/>
                <a:gd name="connsiteY2" fmla="*/ 1537946 h 2163738"/>
                <a:gd name="connsiteX3" fmla="*/ 1666897 w 3100106"/>
                <a:gd name="connsiteY3" fmla="*/ 2027484 h 2163738"/>
                <a:gd name="connsiteX4" fmla="*/ 2700 w 3100106"/>
                <a:gd name="connsiteY4" fmla="*/ 1588985 h 2163738"/>
                <a:gd name="connsiteX0" fmla="*/ 2700 w 3100834"/>
                <a:gd name="connsiteY0" fmla="*/ 1588985 h 2056082"/>
                <a:gd name="connsiteX1" fmla="*/ 1324169 w 3100834"/>
                <a:gd name="connsiteY1" fmla="*/ 44 h 2056082"/>
                <a:gd name="connsiteX2" fmla="*/ 3098115 w 3100834"/>
                <a:gd name="connsiteY2" fmla="*/ 1537946 h 2056082"/>
                <a:gd name="connsiteX3" fmla="*/ 1666897 w 3100834"/>
                <a:gd name="connsiteY3" fmla="*/ 2027484 h 2056082"/>
                <a:gd name="connsiteX4" fmla="*/ 2700 w 3100834"/>
                <a:gd name="connsiteY4" fmla="*/ 1588985 h 2056082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01100" h="2041075">
                  <a:moveTo>
                    <a:pt x="2700" y="1588985"/>
                  </a:moveTo>
                  <a:cubicBezTo>
                    <a:pt x="-54421" y="1251078"/>
                    <a:pt x="808267" y="8550"/>
                    <a:pt x="1324169" y="44"/>
                  </a:cubicBezTo>
                  <a:cubicBezTo>
                    <a:pt x="1840071" y="-8462"/>
                    <a:pt x="3040994" y="1200039"/>
                    <a:pt x="3098115" y="1537946"/>
                  </a:cubicBezTo>
                  <a:cubicBezTo>
                    <a:pt x="3155236" y="1875853"/>
                    <a:pt x="2382291" y="1963492"/>
                    <a:pt x="1666897" y="2027484"/>
                  </a:cubicBezTo>
                  <a:cubicBezTo>
                    <a:pt x="951503" y="2091476"/>
                    <a:pt x="59821" y="1926892"/>
                    <a:pt x="2700" y="1588985"/>
                  </a:cubicBezTo>
                  <a:close/>
                </a:path>
              </a:pathLst>
            </a:custGeom>
            <a:solidFill>
              <a:srgbClr val="68C0E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12" name="Freihandform 11">
              <a:extLst>
                <a:ext uri="{FF2B5EF4-FFF2-40B4-BE49-F238E27FC236}">
                  <a16:creationId xmlns:a16="http://schemas.microsoft.com/office/drawing/2014/main" id="{7EA5CDC5-38EA-EFE6-C3CF-96FE07BDE5E9}"/>
                </a:ext>
              </a:extLst>
            </p:cNvPr>
            <p:cNvSpPr/>
            <p:nvPr/>
          </p:nvSpPr>
          <p:spPr>
            <a:xfrm rot="20823310" flipV="1">
              <a:off x="6947206" y="5460057"/>
              <a:ext cx="6636396" cy="3176678"/>
            </a:xfrm>
            <a:custGeom>
              <a:avLst/>
              <a:gdLst>
                <a:gd name="connsiteX0" fmla="*/ 346842 w 3373821"/>
                <a:gd name="connsiteY0" fmla="*/ 283779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346842 w 3373821"/>
                <a:gd name="connsiteY5" fmla="*/ 283779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882870 h 3310759"/>
                <a:gd name="connsiteX1" fmla="*/ 3090042 w 3373821"/>
                <a:gd name="connsiteY1" fmla="*/ 0 h 3310759"/>
                <a:gd name="connsiteX2" fmla="*/ 3373821 w 3373821"/>
                <a:gd name="connsiteY2" fmla="*/ 1849821 h 3310759"/>
                <a:gd name="connsiteX3" fmla="*/ 1902373 w 3373821"/>
                <a:gd name="connsiteY3" fmla="*/ 3310759 h 3310759"/>
                <a:gd name="connsiteX4" fmla="*/ 0 w 3373821"/>
                <a:gd name="connsiteY4" fmla="*/ 2511973 h 3310759"/>
                <a:gd name="connsiteX5" fmla="*/ 777766 w 3373821"/>
                <a:gd name="connsiteY5" fmla="*/ 882870 h 3310759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35451 h 3463340"/>
                <a:gd name="connsiteX1" fmla="*/ 3090042 w 3373821"/>
                <a:gd name="connsiteY1" fmla="*/ 152581 h 3463340"/>
                <a:gd name="connsiteX2" fmla="*/ 3373821 w 3373821"/>
                <a:gd name="connsiteY2" fmla="*/ 2002402 h 3463340"/>
                <a:gd name="connsiteX3" fmla="*/ 1902373 w 3373821"/>
                <a:gd name="connsiteY3" fmla="*/ 3463340 h 3463340"/>
                <a:gd name="connsiteX4" fmla="*/ 0 w 3373821"/>
                <a:gd name="connsiteY4" fmla="*/ 2664554 h 3463340"/>
                <a:gd name="connsiteX5" fmla="*/ 777766 w 3373821"/>
                <a:gd name="connsiteY5" fmla="*/ 1035451 h 3463340"/>
                <a:gd name="connsiteX0" fmla="*/ 777766 w 3468415"/>
                <a:gd name="connsiteY0" fmla="*/ 1035451 h 3463340"/>
                <a:gd name="connsiteX1" fmla="*/ 3090042 w 3468415"/>
                <a:gd name="connsiteY1" fmla="*/ 152581 h 3463340"/>
                <a:gd name="connsiteX2" fmla="*/ 3468415 w 3468415"/>
                <a:gd name="connsiteY2" fmla="*/ 2202098 h 3463340"/>
                <a:gd name="connsiteX3" fmla="*/ 1902373 w 3468415"/>
                <a:gd name="connsiteY3" fmla="*/ 3463340 h 3463340"/>
                <a:gd name="connsiteX4" fmla="*/ 0 w 3468415"/>
                <a:gd name="connsiteY4" fmla="*/ 2664554 h 3463340"/>
                <a:gd name="connsiteX5" fmla="*/ 777766 w 3468415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3748"/>
                <a:gd name="connsiteX1" fmla="*/ 3090042 w 3520921"/>
                <a:gd name="connsiteY1" fmla="*/ 152581 h 3463748"/>
                <a:gd name="connsiteX2" fmla="*/ 3468415 w 3520921"/>
                <a:gd name="connsiteY2" fmla="*/ 2202098 h 3463748"/>
                <a:gd name="connsiteX3" fmla="*/ 1902373 w 3520921"/>
                <a:gd name="connsiteY3" fmla="*/ 3463340 h 3463748"/>
                <a:gd name="connsiteX4" fmla="*/ 0 w 3520921"/>
                <a:gd name="connsiteY4" fmla="*/ 2664554 h 3463748"/>
                <a:gd name="connsiteX5" fmla="*/ 777766 w 3520921"/>
                <a:gd name="connsiteY5" fmla="*/ 1035451 h 3463748"/>
                <a:gd name="connsiteX0" fmla="*/ 815379 w 3558534"/>
                <a:gd name="connsiteY0" fmla="*/ 1035451 h 3463748"/>
                <a:gd name="connsiteX1" fmla="*/ 3127655 w 3558534"/>
                <a:gd name="connsiteY1" fmla="*/ 152581 h 3463748"/>
                <a:gd name="connsiteX2" fmla="*/ 3506028 w 3558534"/>
                <a:gd name="connsiteY2" fmla="*/ 2202098 h 3463748"/>
                <a:gd name="connsiteX3" fmla="*/ 1939986 w 3558534"/>
                <a:gd name="connsiteY3" fmla="*/ 3463340 h 3463748"/>
                <a:gd name="connsiteX4" fmla="*/ 37613 w 3558534"/>
                <a:gd name="connsiteY4" fmla="*/ 2664554 h 3463748"/>
                <a:gd name="connsiteX5" fmla="*/ 815379 w 3558534"/>
                <a:gd name="connsiteY5" fmla="*/ 1035451 h 3463748"/>
                <a:gd name="connsiteX0" fmla="*/ 815379 w 3558534"/>
                <a:gd name="connsiteY0" fmla="*/ 1035451 h 3464371"/>
                <a:gd name="connsiteX1" fmla="*/ 3127655 w 3558534"/>
                <a:gd name="connsiteY1" fmla="*/ 152581 h 3464371"/>
                <a:gd name="connsiteX2" fmla="*/ 3506028 w 3558534"/>
                <a:gd name="connsiteY2" fmla="*/ 2202098 h 3464371"/>
                <a:gd name="connsiteX3" fmla="*/ 1939986 w 3558534"/>
                <a:gd name="connsiteY3" fmla="*/ 3463340 h 3464371"/>
                <a:gd name="connsiteX4" fmla="*/ 37613 w 3558534"/>
                <a:gd name="connsiteY4" fmla="*/ 2664554 h 3464371"/>
                <a:gd name="connsiteX5" fmla="*/ 815379 w 3558534"/>
                <a:gd name="connsiteY5" fmla="*/ 1035451 h 3464371"/>
                <a:gd name="connsiteX0" fmla="*/ 815379 w 3150376"/>
                <a:gd name="connsiteY0" fmla="*/ 1035451 h 3464371"/>
                <a:gd name="connsiteX1" fmla="*/ 3127655 w 3150376"/>
                <a:gd name="connsiteY1" fmla="*/ 152581 h 3464371"/>
                <a:gd name="connsiteX2" fmla="*/ 1961008 w 3150376"/>
                <a:gd name="connsiteY2" fmla="*/ 1655560 h 3464371"/>
                <a:gd name="connsiteX3" fmla="*/ 1939986 w 3150376"/>
                <a:gd name="connsiteY3" fmla="*/ 3463340 h 3464371"/>
                <a:gd name="connsiteX4" fmla="*/ 37613 w 3150376"/>
                <a:gd name="connsiteY4" fmla="*/ 2664554 h 3464371"/>
                <a:gd name="connsiteX5" fmla="*/ 815379 w 3150376"/>
                <a:gd name="connsiteY5" fmla="*/ 1035451 h 3464371"/>
                <a:gd name="connsiteX0" fmla="*/ 815379 w 3162532"/>
                <a:gd name="connsiteY0" fmla="*/ 1035451 h 3464371"/>
                <a:gd name="connsiteX1" fmla="*/ 3127655 w 3162532"/>
                <a:gd name="connsiteY1" fmla="*/ 152581 h 3464371"/>
                <a:gd name="connsiteX2" fmla="*/ 2423463 w 3162532"/>
                <a:gd name="connsiteY2" fmla="*/ 1645049 h 3464371"/>
                <a:gd name="connsiteX3" fmla="*/ 1939986 w 3162532"/>
                <a:gd name="connsiteY3" fmla="*/ 3463340 h 3464371"/>
                <a:gd name="connsiteX4" fmla="*/ 37613 w 3162532"/>
                <a:gd name="connsiteY4" fmla="*/ 2664554 h 3464371"/>
                <a:gd name="connsiteX5" fmla="*/ 815379 w 3162532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606310"/>
                <a:gd name="connsiteX1" fmla="*/ 3127655 w 3171514"/>
                <a:gd name="connsiteY1" fmla="*/ 152581 h 3606310"/>
                <a:gd name="connsiteX2" fmla="*/ 2423463 w 3171514"/>
                <a:gd name="connsiteY2" fmla="*/ 1645049 h 3606310"/>
                <a:gd name="connsiteX3" fmla="*/ 2307848 w 3171514"/>
                <a:gd name="connsiteY3" fmla="*/ 3473850 h 3606310"/>
                <a:gd name="connsiteX4" fmla="*/ 37613 w 3171514"/>
                <a:gd name="connsiteY4" fmla="*/ 2664554 h 3606310"/>
                <a:gd name="connsiteX5" fmla="*/ 815379 w 3171514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64502"/>
                <a:gd name="connsiteY0" fmla="*/ 1035451 h 3606310"/>
                <a:gd name="connsiteX1" fmla="*/ 3127655 w 3164502"/>
                <a:gd name="connsiteY1" fmla="*/ 152581 h 3606310"/>
                <a:gd name="connsiteX2" fmla="*/ 2560098 w 3164502"/>
                <a:gd name="connsiteY2" fmla="*/ 1666070 h 3606310"/>
                <a:gd name="connsiteX3" fmla="*/ 2307848 w 3164502"/>
                <a:gd name="connsiteY3" fmla="*/ 3473850 h 3606310"/>
                <a:gd name="connsiteX4" fmla="*/ 37613 w 3164502"/>
                <a:gd name="connsiteY4" fmla="*/ 2664554 h 3606310"/>
                <a:gd name="connsiteX5" fmla="*/ 815379 w 3164502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29312 w 3176710"/>
                <a:gd name="connsiteY0" fmla="*/ 1035451 h 3606310"/>
                <a:gd name="connsiteX1" fmla="*/ 3141588 w 3176710"/>
                <a:gd name="connsiteY1" fmla="*/ 152581 h 3606310"/>
                <a:gd name="connsiteX2" fmla="*/ 2574031 w 3176710"/>
                <a:gd name="connsiteY2" fmla="*/ 1666070 h 3606310"/>
                <a:gd name="connsiteX3" fmla="*/ 2321781 w 3176710"/>
                <a:gd name="connsiteY3" fmla="*/ 3473850 h 3606310"/>
                <a:gd name="connsiteX4" fmla="*/ 51546 w 3176710"/>
                <a:gd name="connsiteY4" fmla="*/ 2664554 h 3606310"/>
                <a:gd name="connsiteX5" fmla="*/ 829312 w 3176710"/>
                <a:gd name="connsiteY5" fmla="*/ 1035451 h 3606310"/>
                <a:gd name="connsiteX0" fmla="*/ 829312 w 3177410"/>
                <a:gd name="connsiteY0" fmla="*/ 1035451 h 3606310"/>
                <a:gd name="connsiteX1" fmla="*/ 3141588 w 3177410"/>
                <a:gd name="connsiteY1" fmla="*/ 152581 h 3606310"/>
                <a:gd name="connsiteX2" fmla="*/ 2574031 w 3177410"/>
                <a:gd name="connsiteY2" fmla="*/ 1666070 h 3606310"/>
                <a:gd name="connsiteX3" fmla="*/ 2321781 w 3177410"/>
                <a:gd name="connsiteY3" fmla="*/ 3473850 h 3606310"/>
                <a:gd name="connsiteX4" fmla="*/ 51546 w 3177410"/>
                <a:gd name="connsiteY4" fmla="*/ 2664554 h 3606310"/>
                <a:gd name="connsiteX5" fmla="*/ 829312 w 3177410"/>
                <a:gd name="connsiteY5" fmla="*/ 1035451 h 3606310"/>
                <a:gd name="connsiteX0" fmla="*/ 829312 w 3177410"/>
                <a:gd name="connsiteY0" fmla="*/ 1013703 h 3584562"/>
                <a:gd name="connsiteX1" fmla="*/ 3141588 w 3177410"/>
                <a:gd name="connsiteY1" fmla="*/ 130833 h 3584562"/>
                <a:gd name="connsiteX2" fmla="*/ 2574031 w 3177410"/>
                <a:gd name="connsiteY2" fmla="*/ 1644322 h 3584562"/>
                <a:gd name="connsiteX3" fmla="*/ 2321781 w 3177410"/>
                <a:gd name="connsiteY3" fmla="*/ 3452102 h 3584562"/>
                <a:gd name="connsiteX4" fmla="*/ 51546 w 3177410"/>
                <a:gd name="connsiteY4" fmla="*/ 2642806 h 3584562"/>
                <a:gd name="connsiteX5" fmla="*/ 829312 w 3177410"/>
                <a:gd name="connsiteY5" fmla="*/ 1013703 h 3584562"/>
                <a:gd name="connsiteX0" fmla="*/ 829578 w 3177676"/>
                <a:gd name="connsiteY0" fmla="*/ 1013703 h 3584562"/>
                <a:gd name="connsiteX1" fmla="*/ 3141854 w 3177676"/>
                <a:gd name="connsiteY1" fmla="*/ 130833 h 3584562"/>
                <a:gd name="connsiteX2" fmla="*/ 2574297 w 3177676"/>
                <a:gd name="connsiteY2" fmla="*/ 1644322 h 3584562"/>
                <a:gd name="connsiteX3" fmla="*/ 2322047 w 3177676"/>
                <a:gd name="connsiteY3" fmla="*/ 3452102 h 3584562"/>
                <a:gd name="connsiteX4" fmla="*/ 51812 w 3177676"/>
                <a:gd name="connsiteY4" fmla="*/ 2642806 h 3584562"/>
                <a:gd name="connsiteX5" fmla="*/ 829578 w 3177676"/>
                <a:gd name="connsiteY5" fmla="*/ 1013703 h 3584562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11178 w 2672400"/>
                <a:gd name="connsiteY0" fmla="*/ 7864 h 2583061"/>
                <a:gd name="connsiteX1" fmla="*/ 1318755 w 2672400"/>
                <a:gd name="connsiteY1" fmla="*/ 1092175 h 2583061"/>
                <a:gd name="connsiteX2" fmla="*/ 2555897 w 2672400"/>
                <a:gd name="connsiteY2" fmla="*/ 638483 h 2583061"/>
                <a:gd name="connsiteX3" fmla="*/ 2303647 w 2672400"/>
                <a:gd name="connsiteY3" fmla="*/ 2446263 h 2583061"/>
                <a:gd name="connsiteX4" fmla="*/ 33412 w 2672400"/>
                <a:gd name="connsiteY4" fmla="*/ 1636967 h 2583061"/>
                <a:gd name="connsiteX5" fmla="*/ 811178 w 2672400"/>
                <a:gd name="connsiteY5" fmla="*/ 7864 h 2583061"/>
                <a:gd name="connsiteX0" fmla="*/ 811178 w 3223026"/>
                <a:gd name="connsiteY0" fmla="*/ 5596 h 2477281"/>
                <a:gd name="connsiteX1" fmla="*/ 1318755 w 3223026"/>
                <a:gd name="connsiteY1" fmla="*/ 1089907 h 2477281"/>
                <a:gd name="connsiteX2" fmla="*/ 3192488 w 3223026"/>
                <a:gd name="connsiteY2" fmla="*/ 802600 h 2477281"/>
                <a:gd name="connsiteX3" fmla="*/ 2303647 w 3223026"/>
                <a:gd name="connsiteY3" fmla="*/ 2443995 h 2477281"/>
                <a:gd name="connsiteX4" fmla="*/ 33412 w 3223026"/>
                <a:gd name="connsiteY4" fmla="*/ 1634699 h 2477281"/>
                <a:gd name="connsiteX5" fmla="*/ 811178 w 3223026"/>
                <a:gd name="connsiteY5" fmla="*/ 5596 h 2477281"/>
                <a:gd name="connsiteX0" fmla="*/ 846588 w 3330250"/>
                <a:gd name="connsiteY0" fmla="*/ 5596 h 2432711"/>
                <a:gd name="connsiteX1" fmla="*/ 1354165 w 3330250"/>
                <a:gd name="connsiteY1" fmla="*/ 1089907 h 2432711"/>
                <a:gd name="connsiteX2" fmla="*/ 3227898 w 3330250"/>
                <a:gd name="connsiteY2" fmla="*/ 802600 h 2432711"/>
                <a:gd name="connsiteX3" fmla="*/ 2761796 w 3330250"/>
                <a:gd name="connsiteY3" fmla="*/ 2409553 h 2432711"/>
                <a:gd name="connsiteX4" fmla="*/ 68822 w 3330250"/>
                <a:gd name="connsiteY4" fmla="*/ 1634699 h 2432711"/>
                <a:gd name="connsiteX5" fmla="*/ 846588 w 3330250"/>
                <a:gd name="connsiteY5" fmla="*/ 5596 h 2432711"/>
                <a:gd name="connsiteX0" fmla="*/ 846588 w 3514825"/>
                <a:gd name="connsiteY0" fmla="*/ 5596 h 2432711"/>
                <a:gd name="connsiteX1" fmla="*/ 1354165 w 3514825"/>
                <a:gd name="connsiteY1" fmla="*/ 1089907 h 2432711"/>
                <a:gd name="connsiteX2" fmla="*/ 3227898 w 3514825"/>
                <a:gd name="connsiteY2" fmla="*/ 802600 h 2432711"/>
                <a:gd name="connsiteX3" fmla="*/ 2761796 w 3514825"/>
                <a:gd name="connsiteY3" fmla="*/ 2409553 h 2432711"/>
                <a:gd name="connsiteX4" fmla="*/ 68822 w 3514825"/>
                <a:gd name="connsiteY4" fmla="*/ 1634699 h 2432711"/>
                <a:gd name="connsiteX5" fmla="*/ 846588 w 3514825"/>
                <a:gd name="connsiteY5" fmla="*/ 5596 h 2432711"/>
                <a:gd name="connsiteX0" fmla="*/ 875402 w 3543639"/>
                <a:gd name="connsiteY0" fmla="*/ 2708 h 2429823"/>
                <a:gd name="connsiteX1" fmla="*/ 1382979 w 3543639"/>
                <a:gd name="connsiteY1" fmla="*/ 1087019 h 2429823"/>
                <a:gd name="connsiteX2" fmla="*/ 3256712 w 3543639"/>
                <a:gd name="connsiteY2" fmla="*/ 799712 h 2429823"/>
                <a:gd name="connsiteX3" fmla="*/ 2790610 w 3543639"/>
                <a:gd name="connsiteY3" fmla="*/ 2406665 h 2429823"/>
                <a:gd name="connsiteX4" fmla="*/ 97636 w 3543639"/>
                <a:gd name="connsiteY4" fmla="*/ 1631811 h 2429823"/>
                <a:gd name="connsiteX5" fmla="*/ 875402 w 3543639"/>
                <a:gd name="connsiteY5" fmla="*/ 2708 h 2429823"/>
                <a:gd name="connsiteX0" fmla="*/ 1035116 w 3703353"/>
                <a:gd name="connsiteY0" fmla="*/ 3586 h 2450893"/>
                <a:gd name="connsiteX1" fmla="*/ 1542693 w 3703353"/>
                <a:gd name="connsiteY1" fmla="*/ 1087897 h 2450893"/>
                <a:gd name="connsiteX2" fmla="*/ 3416426 w 3703353"/>
                <a:gd name="connsiteY2" fmla="*/ 800590 h 2450893"/>
                <a:gd name="connsiteX3" fmla="*/ 2950324 w 3703353"/>
                <a:gd name="connsiteY3" fmla="*/ 2407543 h 2450893"/>
                <a:gd name="connsiteX4" fmla="*/ 257350 w 3703353"/>
                <a:gd name="connsiteY4" fmla="*/ 1632689 h 2450893"/>
                <a:gd name="connsiteX5" fmla="*/ 1035116 w 3703353"/>
                <a:gd name="connsiteY5" fmla="*/ 3586 h 2450893"/>
                <a:gd name="connsiteX0" fmla="*/ 991689 w 3462563"/>
                <a:gd name="connsiteY0" fmla="*/ 10605 h 2457912"/>
                <a:gd name="connsiteX1" fmla="*/ 1674106 w 3462563"/>
                <a:gd name="connsiteY1" fmla="*/ 930710 h 2457912"/>
                <a:gd name="connsiteX2" fmla="*/ 3372999 w 3462563"/>
                <a:gd name="connsiteY2" fmla="*/ 807609 h 2457912"/>
                <a:gd name="connsiteX3" fmla="*/ 2906897 w 3462563"/>
                <a:gd name="connsiteY3" fmla="*/ 2414562 h 2457912"/>
                <a:gd name="connsiteX4" fmla="*/ 213923 w 3462563"/>
                <a:gd name="connsiteY4" fmla="*/ 1639708 h 2457912"/>
                <a:gd name="connsiteX5" fmla="*/ 991689 w 3462563"/>
                <a:gd name="connsiteY5" fmla="*/ 10605 h 2457912"/>
                <a:gd name="connsiteX0" fmla="*/ 991689 w 3644113"/>
                <a:gd name="connsiteY0" fmla="*/ 10605 h 2457912"/>
                <a:gd name="connsiteX1" fmla="*/ 1674106 w 3644113"/>
                <a:gd name="connsiteY1" fmla="*/ 930710 h 2457912"/>
                <a:gd name="connsiteX2" fmla="*/ 3372999 w 3644113"/>
                <a:gd name="connsiteY2" fmla="*/ 807609 h 2457912"/>
                <a:gd name="connsiteX3" fmla="*/ 2906897 w 3644113"/>
                <a:gd name="connsiteY3" fmla="*/ 2414562 h 2457912"/>
                <a:gd name="connsiteX4" fmla="*/ 213923 w 3644113"/>
                <a:gd name="connsiteY4" fmla="*/ 1639708 h 2457912"/>
                <a:gd name="connsiteX5" fmla="*/ 991689 w 3644113"/>
                <a:gd name="connsiteY5" fmla="*/ 10605 h 2457912"/>
                <a:gd name="connsiteX0" fmla="*/ 1054352 w 3706777"/>
                <a:gd name="connsiteY0" fmla="*/ 1046 h 2448353"/>
                <a:gd name="connsiteX1" fmla="*/ 1736769 w 3706777"/>
                <a:gd name="connsiteY1" fmla="*/ 921151 h 2448353"/>
                <a:gd name="connsiteX2" fmla="*/ 3435662 w 3706777"/>
                <a:gd name="connsiteY2" fmla="*/ 798050 h 2448353"/>
                <a:gd name="connsiteX3" fmla="*/ 2969560 w 3706777"/>
                <a:gd name="connsiteY3" fmla="*/ 2405003 h 2448353"/>
                <a:gd name="connsiteX4" fmla="*/ 276586 w 3706777"/>
                <a:gd name="connsiteY4" fmla="*/ 1630149 h 2448353"/>
                <a:gd name="connsiteX5" fmla="*/ 1054352 w 3706777"/>
                <a:gd name="connsiteY5" fmla="*/ 1046 h 2448353"/>
                <a:gd name="connsiteX0" fmla="*/ 590056 w 3683836"/>
                <a:gd name="connsiteY0" fmla="*/ 1109 h 1961431"/>
                <a:gd name="connsiteX1" fmla="*/ 1713828 w 3683836"/>
                <a:gd name="connsiteY1" fmla="*/ 456838 h 1961431"/>
                <a:gd name="connsiteX2" fmla="*/ 3412721 w 3683836"/>
                <a:gd name="connsiteY2" fmla="*/ 333737 h 1961431"/>
                <a:gd name="connsiteX3" fmla="*/ 2946619 w 3683836"/>
                <a:gd name="connsiteY3" fmla="*/ 1940690 h 1961431"/>
                <a:gd name="connsiteX4" fmla="*/ 253645 w 3683836"/>
                <a:gd name="connsiteY4" fmla="*/ 1165836 h 1961431"/>
                <a:gd name="connsiteX5" fmla="*/ 590056 w 3683836"/>
                <a:gd name="connsiteY5" fmla="*/ 1109 h 1961431"/>
                <a:gd name="connsiteX0" fmla="*/ 577152 w 3670932"/>
                <a:gd name="connsiteY0" fmla="*/ 28557 h 1988879"/>
                <a:gd name="connsiteX1" fmla="*/ 1700924 w 3670932"/>
                <a:gd name="connsiteY1" fmla="*/ 484286 h 1988879"/>
                <a:gd name="connsiteX2" fmla="*/ 3399817 w 3670932"/>
                <a:gd name="connsiteY2" fmla="*/ 361185 h 1988879"/>
                <a:gd name="connsiteX3" fmla="*/ 2933715 w 3670932"/>
                <a:gd name="connsiteY3" fmla="*/ 1968138 h 1988879"/>
                <a:gd name="connsiteX4" fmla="*/ 240741 w 3670932"/>
                <a:gd name="connsiteY4" fmla="*/ 1193284 h 1988879"/>
                <a:gd name="connsiteX5" fmla="*/ 577152 w 3670932"/>
                <a:gd name="connsiteY5" fmla="*/ 28557 h 1988879"/>
                <a:gd name="connsiteX0" fmla="*/ 5660 w 3065770"/>
                <a:gd name="connsiteY0" fmla="*/ 41752 h 2084853"/>
                <a:gd name="connsiteX1" fmla="*/ 1129432 w 3065770"/>
                <a:gd name="connsiteY1" fmla="*/ 497481 h 2084853"/>
                <a:gd name="connsiteX2" fmla="*/ 2828325 w 3065770"/>
                <a:gd name="connsiteY2" fmla="*/ 374380 h 2084853"/>
                <a:gd name="connsiteX3" fmla="*/ 2362223 w 3065770"/>
                <a:gd name="connsiteY3" fmla="*/ 1981333 h 2084853"/>
                <a:gd name="connsiteX4" fmla="*/ 768571 w 3065770"/>
                <a:gd name="connsiteY4" fmla="*/ 1718703 h 2084853"/>
                <a:gd name="connsiteX5" fmla="*/ 5660 w 3065770"/>
                <a:gd name="connsiteY5" fmla="*/ 41752 h 2084853"/>
                <a:gd name="connsiteX0" fmla="*/ 12471 w 3072581"/>
                <a:gd name="connsiteY0" fmla="*/ 41752 h 2092530"/>
                <a:gd name="connsiteX1" fmla="*/ 1136243 w 3072581"/>
                <a:gd name="connsiteY1" fmla="*/ 497481 h 2092530"/>
                <a:gd name="connsiteX2" fmla="*/ 2835136 w 3072581"/>
                <a:gd name="connsiteY2" fmla="*/ 374380 h 2092530"/>
                <a:gd name="connsiteX3" fmla="*/ 2369034 w 3072581"/>
                <a:gd name="connsiteY3" fmla="*/ 1981333 h 2092530"/>
                <a:gd name="connsiteX4" fmla="*/ 775382 w 3072581"/>
                <a:gd name="connsiteY4" fmla="*/ 1718703 h 2092530"/>
                <a:gd name="connsiteX5" fmla="*/ 12471 w 3072581"/>
                <a:gd name="connsiteY5" fmla="*/ 41752 h 2092530"/>
                <a:gd name="connsiteX0" fmla="*/ 2798 w 3655173"/>
                <a:gd name="connsiteY0" fmla="*/ 869129 h 2007317"/>
                <a:gd name="connsiteX1" fmla="*/ 1718835 w 3655173"/>
                <a:gd name="connsiteY1" fmla="*/ 445136 h 2007317"/>
                <a:gd name="connsiteX2" fmla="*/ 3417728 w 3655173"/>
                <a:gd name="connsiteY2" fmla="*/ 322035 h 2007317"/>
                <a:gd name="connsiteX3" fmla="*/ 2951626 w 3655173"/>
                <a:gd name="connsiteY3" fmla="*/ 1928988 h 2007317"/>
                <a:gd name="connsiteX4" fmla="*/ 1357974 w 3655173"/>
                <a:gd name="connsiteY4" fmla="*/ 1666358 h 2007317"/>
                <a:gd name="connsiteX5" fmla="*/ 2798 w 3655173"/>
                <a:gd name="connsiteY5" fmla="*/ 869129 h 2007317"/>
                <a:gd name="connsiteX0" fmla="*/ 542 w 3652917"/>
                <a:gd name="connsiteY0" fmla="*/ 869129 h 2007318"/>
                <a:gd name="connsiteX1" fmla="*/ 1716579 w 3652917"/>
                <a:gd name="connsiteY1" fmla="*/ 445136 h 2007318"/>
                <a:gd name="connsiteX2" fmla="*/ 3415472 w 3652917"/>
                <a:gd name="connsiteY2" fmla="*/ 322035 h 2007318"/>
                <a:gd name="connsiteX3" fmla="*/ 2949370 w 3652917"/>
                <a:gd name="connsiteY3" fmla="*/ 1928988 h 2007318"/>
                <a:gd name="connsiteX4" fmla="*/ 1355718 w 3652917"/>
                <a:gd name="connsiteY4" fmla="*/ 1666358 h 2007318"/>
                <a:gd name="connsiteX5" fmla="*/ 542 w 3652917"/>
                <a:gd name="connsiteY5" fmla="*/ 869129 h 2007318"/>
                <a:gd name="connsiteX0" fmla="*/ 243 w 3639926"/>
                <a:gd name="connsiteY0" fmla="*/ 869129 h 1955507"/>
                <a:gd name="connsiteX1" fmla="*/ 1716280 w 3639926"/>
                <a:gd name="connsiteY1" fmla="*/ 445136 h 1955507"/>
                <a:gd name="connsiteX2" fmla="*/ 3415173 w 3639926"/>
                <a:gd name="connsiteY2" fmla="*/ 322035 h 1955507"/>
                <a:gd name="connsiteX3" fmla="*/ 2949071 w 3639926"/>
                <a:gd name="connsiteY3" fmla="*/ 1928988 h 1955507"/>
                <a:gd name="connsiteX4" fmla="*/ 1833458 w 3639926"/>
                <a:gd name="connsiteY4" fmla="*/ 1291535 h 1955507"/>
                <a:gd name="connsiteX5" fmla="*/ 243 w 3639926"/>
                <a:gd name="connsiteY5" fmla="*/ 869129 h 1955507"/>
                <a:gd name="connsiteX0" fmla="*/ 243 w 3639926"/>
                <a:gd name="connsiteY0" fmla="*/ 869129 h 1947022"/>
                <a:gd name="connsiteX1" fmla="*/ 1716280 w 3639926"/>
                <a:gd name="connsiteY1" fmla="*/ 445136 h 1947022"/>
                <a:gd name="connsiteX2" fmla="*/ 3415173 w 3639926"/>
                <a:gd name="connsiteY2" fmla="*/ 322035 h 1947022"/>
                <a:gd name="connsiteX3" fmla="*/ 2949071 w 3639926"/>
                <a:gd name="connsiteY3" fmla="*/ 1928988 h 1947022"/>
                <a:gd name="connsiteX4" fmla="*/ 1833458 w 3639926"/>
                <a:gd name="connsiteY4" fmla="*/ 1291535 h 1947022"/>
                <a:gd name="connsiteX5" fmla="*/ 243 w 3639926"/>
                <a:gd name="connsiteY5" fmla="*/ 869129 h 1947022"/>
                <a:gd name="connsiteX0" fmla="*/ 7345 w 3647028"/>
                <a:gd name="connsiteY0" fmla="*/ 869129 h 1947022"/>
                <a:gd name="connsiteX1" fmla="*/ 1723382 w 3647028"/>
                <a:gd name="connsiteY1" fmla="*/ 445136 h 1947022"/>
                <a:gd name="connsiteX2" fmla="*/ 3422275 w 3647028"/>
                <a:gd name="connsiteY2" fmla="*/ 322035 h 1947022"/>
                <a:gd name="connsiteX3" fmla="*/ 2956173 w 3647028"/>
                <a:gd name="connsiteY3" fmla="*/ 1928988 h 1947022"/>
                <a:gd name="connsiteX4" fmla="*/ 1840560 w 3647028"/>
                <a:gd name="connsiteY4" fmla="*/ 1291535 h 1947022"/>
                <a:gd name="connsiteX5" fmla="*/ 7345 w 3647028"/>
                <a:gd name="connsiteY5" fmla="*/ 869129 h 1947022"/>
                <a:gd name="connsiteX0" fmla="*/ 7345 w 3811052"/>
                <a:gd name="connsiteY0" fmla="*/ 869129 h 1929159"/>
                <a:gd name="connsiteX1" fmla="*/ 1723382 w 3811052"/>
                <a:gd name="connsiteY1" fmla="*/ 445136 h 1929159"/>
                <a:gd name="connsiteX2" fmla="*/ 3422275 w 3811052"/>
                <a:gd name="connsiteY2" fmla="*/ 322035 h 1929159"/>
                <a:gd name="connsiteX3" fmla="*/ 2956173 w 3811052"/>
                <a:gd name="connsiteY3" fmla="*/ 1928988 h 1929159"/>
                <a:gd name="connsiteX4" fmla="*/ 1840560 w 3811052"/>
                <a:gd name="connsiteY4" fmla="*/ 1291535 h 1929159"/>
                <a:gd name="connsiteX5" fmla="*/ 7345 w 3811052"/>
                <a:gd name="connsiteY5" fmla="*/ 869129 h 1929159"/>
                <a:gd name="connsiteX0" fmla="*/ 5264 w 3937957"/>
                <a:gd name="connsiteY0" fmla="*/ 1155023 h 1938909"/>
                <a:gd name="connsiteX1" fmla="*/ 1850286 w 3937957"/>
                <a:gd name="connsiteY1" fmla="*/ 454886 h 1938909"/>
                <a:gd name="connsiteX2" fmla="*/ 3549179 w 3937957"/>
                <a:gd name="connsiteY2" fmla="*/ 331785 h 1938909"/>
                <a:gd name="connsiteX3" fmla="*/ 3083077 w 3937957"/>
                <a:gd name="connsiteY3" fmla="*/ 1938738 h 1938909"/>
                <a:gd name="connsiteX4" fmla="*/ 1967464 w 3937957"/>
                <a:gd name="connsiteY4" fmla="*/ 1301285 h 1938909"/>
                <a:gd name="connsiteX5" fmla="*/ 5264 w 3937957"/>
                <a:gd name="connsiteY5" fmla="*/ 1155023 h 1938909"/>
                <a:gd name="connsiteX0" fmla="*/ 23607 w 3956300"/>
                <a:gd name="connsiteY0" fmla="*/ 1155023 h 1938909"/>
                <a:gd name="connsiteX1" fmla="*/ 1868629 w 3956300"/>
                <a:gd name="connsiteY1" fmla="*/ 454886 h 1938909"/>
                <a:gd name="connsiteX2" fmla="*/ 3567522 w 3956300"/>
                <a:gd name="connsiteY2" fmla="*/ 331785 h 1938909"/>
                <a:gd name="connsiteX3" fmla="*/ 3101420 w 3956300"/>
                <a:gd name="connsiteY3" fmla="*/ 1938738 h 1938909"/>
                <a:gd name="connsiteX4" fmla="*/ 1985807 w 3956300"/>
                <a:gd name="connsiteY4" fmla="*/ 1301285 h 1938909"/>
                <a:gd name="connsiteX5" fmla="*/ 23607 w 3956300"/>
                <a:gd name="connsiteY5" fmla="*/ 1155023 h 1938909"/>
                <a:gd name="connsiteX0" fmla="*/ 356 w 3775841"/>
                <a:gd name="connsiteY0" fmla="*/ 1155023 h 1975367"/>
                <a:gd name="connsiteX1" fmla="*/ 1845378 w 3775841"/>
                <a:gd name="connsiteY1" fmla="*/ 454886 h 1975367"/>
                <a:gd name="connsiteX2" fmla="*/ 3544271 w 3775841"/>
                <a:gd name="connsiteY2" fmla="*/ 331785 h 1975367"/>
                <a:gd name="connsiteX3" fmla="*/ 3078169 w 3775841"/>
                <a:gd name="connsiteY3" fmla="*/ 1938738 h 1975367"/>
                <a:gd name="connsiteX4" fmla="*/ 1700608 w 3775841"/>
                <a:gd name="connsiteY4" fmla="*/ 1432728 h 1975367"/>
                <a:gd name="connsiteX5" fmla="*/ 356 w 3775841"/>
                <a:gd name="connsiteY5" fmla="*/ 1155023 h 1975367"/>
                <a:gd name="connsiteX0" fmla="*/ 385 w 3775871"/>
                <a:gd name="connsiteY0" fmla="*/ 1155023 h 1964875"/>
                <a:gd name="connsiteX1" fmla="*/ 1845407 w 3775871"/>
                <a:gd name="connsiteY1" fmla="*/ 454886 h 1964875"/>
                <a:gd name="connsiteX2" fmla="*/ 3544300 w 3775871"/>
                <a:gd name="connsiteY2" fmla="*/ 331785 h 1964875"/>
                <a:gd name="connsiteX3" fmla="*/ 3078198 w 3775871"/>
                <a:gd name="connsiteY3" fmla="*/ 1938738 h 1964875"/>
                <a:gd name="connsiteX4" fmla="*/ 1700637 w 3775871"/>
                <a:gd name="connsiteY4" fmla="*/ 1432728 h 1964875"/>
                <a:gd name="connsiteX5" fmla="*/ 385 w 3775871"/>
                <a:gd name="connsiteY5" fmla="*/ 1155023 h 1964875"/>
                <a:gd name="connsiteX0" fmla="*/ 518 w 3310321"/>
                <a:gd name="connsiteY0" fmla="*/ 1561197 h 1986949"/>
                <a:gd name="connsiteX1" fmla="*/ 1379857 w 3310321"/>
                <a:gd name="connsiteY1" fmla="*/ 469469 h 1986949"/>
                <a:gd name="connsiteX2" fmla="*/ 3078750 w 3310321"/>
                <a:gd name="connsiteY2" fmla="*/ 346368 h 1986949"/>
                <a:gd name="connsiteX3" fmla="*/ 2612648 w 3310321"/>
                <a:gd name="connsiteY3" fmla="*/ 1953321 h 1986949"/>
                <a:gd name="connsiteX4" fmla="*/ 1235087 w 3310321"/>
                <a:gd name="connsiteY4" fmla="*/ 1447311 h 1986949"/>
                <a:gd name="connsiteX5" fmla="*/ 518 w 3310321"/>
                <a:gd name="connsiteY5" fmla="*/ 1561197 h 1986949"/>
                <a:gd name="connsiteX0" fmla="*/ 252954 w 3562757"/>
                <a:gd name="connsiteY0" fmla="*/ 1561197 h 1986950"/>
                <a:gd name="connsiteX1" fmla="*/ 1632293 w 3562757"/>
                <a:gd name="connsiteY1" fmla="*/ 469469 h 1986950"/>
                <a:gd name="connsiteX2" fmla="*/ 3331186 w 3562757"/>
                <a:gd name="connsiteY2" fmla="*/ 346368 h 1986950"/>
                <a:gd name="connsiteX3" fmla="*/ 2865084 w 3562757"/>
                <a:gd name="connsiteY3" fmla="*/ 1953321 h 1986950"/>
                <a:gd name="connsiteX4" fmla="*/ 1487523 w 3562757"/>
                <a:gd name="connsiteY4" fmla="*/ 1447311 h 1986950"/>
                <a:gd name="connsiteX5" fmla="*/ 252954 w 3562757"/>
                <a:gd name="connsiteY5" fmla="*/ 1561197 h 1986950"/>
                <a:gd name="connsiteX0" fmla="*/ 275988 w 4836894"/>
                <a:gd name="connsiteY0" fmla="*/ 1254188 h 1664972"/>
                <a:gd name="connsiteX1" fmla="*/ 1655327 w 4836894"/>
                <a:gd name="connsiteY1" fmla="*/ 162460 h 1664972"/>
                <a:gd name="connsiteX2" fmla="*/ 4715739 w 4836894"/>
                <a:gd name="connsiteY2" fmla="*/ 494988 h 1664972"/>
                <a:gd name="connsiteX3" fmla="*/ 2888118 w 4836894"/>
                <a:gd name="connsiteY3" fmla="*/ 1646312 h 1664972"/>
                <a:gd name="connsiteX4" fmla="*/ 1510557 w 4836894"/>
                <a:gd name="connsiteY4" fmla="*/ 1140302 h 1664972"/>
                <a:gd name="connsiteX5" fmla="*/ 275988 w 4836894"/>
                <a:gd name="connsiteY5" fmla="*/ 1254188 h 1664972"/>
                <a:gd name="connsiteX0" fmla="*/ 275988 w 4716813"/>
                <a:gd name="connsiteY0" fmla="*/ 1630321 h 2049242"/>
                <a:gd name="connsiteX1" fmla="*/ 1655327 w 4716813"/>
                <a:gd name="connsiteY1" fmla="*/ 538593 h 2049242"/>
                <a:gd name="connsiteX2" fmla="*/ 4715739 w 4716813"/>
                <a:gd name="connsiteY2" fmla="*/ 871121 h 2049242"/>
                <a:gd name="connsiteX3" fmla="*/ 2888118 w 4716813"/>
                <a:gd name="connsiteY3" fmla="*/ 2022445 h 2049242"/>
                <a:gd name="connsiteX4" fmla="*/ 1510557 w 4716813"/>
                <a:gd name="connsiteY4" fmla="*/ 1516435 h 2049242"/>
                <a:gd name="connsiteX5" fmla="*/ 275988 w 4716813"/>
                <a:gd name="connsiteY5" fmla="*/ 1630321 h 2049242"/>
                <a:gd name="connsiteX0" fmla="*/ 275988 w 4749030"/>
                <a:gd name="connsiteY0" fmla="*/ 1124638 h 1545870"/>
                <a:gd name="connsiteX1" fmla="*/ 1655327 w 4749030"/>
                <a:gd name="connsiteY1" fmla="*/ 32910 h 1545870"/>
                <a:gd name="connsiteX2" fmla="*/ 4715739 w 4749030"/>
                <a:gd name="connsiteY2" fmla="*/ 365438 h 1545870"/>
                <a:gd name="connsiteX3" fmla="*/ 3175706 w 4749030"/>
                <a:gd name="connsiteY3" fmla="*/ 1192854 h 1545870"/>
                <a:gd name="connsiteX4" fmla="*/ 1510557 w 4749030"/>
                <a:gd name="connsiteY4" fmla="*/ 1010752 h 1545870"/>
                <a:gd name="connsiteX5" fmla="*/ 275988 w 4749030"/>
                <a:gd name="connsiteY5" fmla="*/ 1124638 h 1545870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40315"/>
                <a:gd name="connsiteY0" fmla="*/ 1132875 h 1722803"/>
                <a:gd name="connsiteX1" fmla="*/ 1655327 w 4740315"/>
                <a:gd name="connsiteY1" fmla="*/ 41147 h 1722803"/>
                <a:gd name="connsiteX2" fmla="*/ 4715739 w 4740315"/>
                <a:gd name="connsiteY2" fmla="*/ 373675 h 1722803"/>
                <a:gd name="connsiteX3" fmla="*/ 3012343 w 4740315"/>
                <a:gd name="connsiteY3" fmla="*/ 1711656 h 1722803"/>
                <a:gd name="connsiteX4" fmla="*/ 1510557 w 4740315"/>
                <a:gd name="connsiteY4" fmla="*/ 1018989 h 1722803"/>
                <a:gd name="connsiteX5" fmla="*/ 275988 w 4740315"/>
                <a:gd name="connsiteY5" fmla="*/ 1132875 h 1722803"/>
                <a:gd name="connsiteX0" fmla="*/ 275988 w 4756119"/>
                <a:gd name="connsiteY0" fmla="*/ 1127108 h 1542684"/>
                <a:gd name="connsiteX1" fmla="*/ 1655327 w 4756119"/>
                <a:gd name="connsiteY1" fmla="*/ 35380 h 1542684"/>
                <a:gd name="connsiteX2" fmla="*/ 4715739 w 4756119"/>
                <a:gd name="connsiteY2" fmla="*/ 367908 h 1542684"/>
                <a:gd name="connsiteX3" fmla="*/ 3285074 w 4756119"/>
                <a:gd name="connsiteY3" fmla="*/ 1369029 h 1542684"/>
                <a:gd name="connsiteX4" fmla="*/ 1510557 w 4756119"/>
                <a:gd name="connsiteY4" fmla="*/ 1013222 h 1542684"/>
                <a:gd name="connsiteX5" fmla="*/ 275988 w 4756119"/>
                <a:gd name="connsiteY5" fmla="*/ 1127108 h 1542684"/>
                <a:gd name="connsiteX0" fmla="*/ 275988 w 4715923"/>
                <a:gd name="connsiteY0" fmla="*/ 1122352 h 1572226"/>
                <a:gd name="connsiteX1" fmla="*/ 1655327 w 4715923"/>
                <a:gd name="connsiteY1" fmla="*/ 30624 h 1572226"/>
                <a:gd name="connsiteX2" fmla="*/ 4715739 w 4715923"/>
                <a:gd name="connsiteY2" fmla="*/ 363152 h 1572226"/>
                <a:gd name="connsiteX3" fmla="*/ 1510557 w 4715923"/>
                <a:gd name="connsiteY3" fmla="*/ 1008466 h 1572226"/>
                <a:gd name="connsiteX4" fmla="*/ 275988 w 4715923"/>
                <a:gd name="connsiteY4" fmla="*/ 1122352 h 1572226"/>
                <a:gd name="connsiteX0" fmla="*/ 25029 w 4476010"/>
                <a:gd name="connsiteY0" fmla="*/ 1892393 h 2022034"/>
                <a:gd name="connsiteX1" fmla="*/ 2236847 w 4476010"/>
                <a:gd name="connsiteY1" fmla="*/ 11492 h 2022034"/>
                <a:gd name="connsiteX2" fmla="*/ 4464780 w 4476010"/>
                <a:gd name="connsiteY2" fmla="*/ 1133193 h 2022034"/>
                <a:gd name="connsiteX3" fmla="*/ 1259598 w 4476010"/>
                <a:gd name="connsiteY3" fmla="*/ 1778507 h 2022034"/>
                <a:gd name="connsiteX4" fmla="*/ 25029 w 4476010"/>
                <a:gd name="connsiteY4" fmla="*/ 1892393 h 2022034"/>
                <a:gd name="connsiteX0" fmla="*/ 19312 w 4468531"/>
                <a:gd name="connsiteY0" fmla="*/ 1893478 h 2350831"/>
                <a:gd name="connsiteX1" fmla="*/ 2231130 w 4468531"/>
                <a:gd name="connsiteY1" fmla="*/ 12577 h 2350831"/>
                <a:gd name="connsiteX2" fmla="*/ 4459063 w 4468531"/>
                <a:gd name="connsiteY2" fmla="*/ 1134278 h 2350831"/>
                <a:gd name="connsiteX3" fmla="*/ 2962196 w 4468531"/>
                <a:gd name="connsiteY3" fmla="*/ 2337807 h 2350831"/>
                <a:gd name="connsiteX4" fmla="*/ 1253881 w 4468531"/>
                <a:gd name="connsiteY4" fmla="*/ 1779592 h 2350831"/>
                <a:gd name="connsiteX5" fmla="*/ 19312 w 4468531"/>
                <a:gd name="connsiteY5" fmla="*/ 1893478 h 2350831"/>
                <a:gd name="connsiteX0" fmla="*/ 114931 w 4564151"/>
                <a:gd name="connsiteY0" fmla="*/ 1893478 h 2606070"/>
                <a:gd name="connsiteX1" fmla="*/ 2326749 w 4564151"/>
                <a:gd name="connsiteY1" fmla="*/ 12577 h 2606070"/>
                <a:gd name="connsiteX2" fmla="*/ 4554682 w 4564151"/>
                <a:gd name="connsiteY2" fmla="*/ 1134278 h 2606070"/>
                <a:gd name="connsiteX3" fmla="*/ 3057815 w 4564151"/>
                <a:gd name="connsiteY3" fmla="*/ 2337807 h 2606070"/>
                <a:gd name="connsiteX4" fmla="*/ 602599 w 4564151"/>
                <a:gd name="connsiteY4" fmla="*/ 2591133 h 2606070"/>
                <a:gd name="connsiteX5" fmla="*/ 114931 w 4564151"/>
                <a:gd name="connsiteY5" fmla="*/ 1893478 h 2606070"/>
                <a:gd name="connsiteX0" fmla="*/ 339436 w 4163621"/>
                <a:gd name="connsiteY0" fmla="*/ 711041 h 2677547"/>
                <a:gd name="connsiteX1" fmla="*/ 1926219 w 4163621"/>
                <a:gd name="connsiteY1" fmla="*/ 9118 h 2677547"/>
                <a:gd name="connsiteX2" fmla="*/ 4154152 w 4163621"/>
                <a:gd name="connsiteY2" fmla="*/ 1130819 h 2677547"/>
                <a:gd name="connsiteX3" fmla="*/ 2657285 w 4163621"/>
                <a:gd name="connsiteY3" fmla="*/ 2334348 h 2677547"/>
                <a:gd name="connsiteX4" fmla="*/ 202069 w 4163621"/>
                <a:gd name="connsiteY4" fmla="*/ 2587674 h 2677547"/>
                <a:gd name="connsiteX5" fmla="*/ 339436 w 4163621"/>
                <a:gd name="connsiteY5" fmla="*/ 711041 h 2677547"/>
                <a:gd name="connsiteX0" fmla="*/ 8699 w 3970251"/>
                <a:gd name="connsiteY0" fmla="*/ 2578556 h 2717756"/>
                <a:gd name="connsiteX1" fmla="*/ 1732849 w 3970251"/>
                <a:gd name="connsiteY1" fmla="*/ 0 h 2717756"/>
                <a:gd name="connsiteX2" fmla="*/ 3960782 w 3970251"/>
                <a:gd name="connsiteY2" fmla="*/ 1121701 h 2717756"/>
                <a:gd name="connsiteX3" fmla="*/ 2463915 w 3970251"/>
                <a:gd name="connsiteY3" fmla="*/ 2325230 h 2717756"/>
                <a:gd name="connsiteX4" fmla="*/ 8699 w 3970251"/>
                <a:gd name="connsiteY4" fmla="*/ 2578556 h 2717756"/>
                <a:gd name="connsiteX0" fmla="*/ 11617 w 3584652"/>
                <a:gd name="connsiteY0" fmla="*/ 1430838 h 2340009"/>
                <a:gd name="connsiteX1" fmla="*/ 1347250 w 3584652"/>
                <a:gd name="connsiteY1" fmla="*/ 2380 h 2340009"/>
                <a:gd name="connsiteX2" fmla="*/ 3575183 w 3584652"/>
                <a:gd name="connsiteY2" fmla="*/ 1124081 h 2340009"/>
                <a:gd name="connsiteX3" fmla="*/ 2078316 w 3584652"/>
                <a:gd name="connsiteY3" fmla="*/ 2327610 h 2340009"/>
                <a:gd name="connsiteX4" fmla="*/ 11617 w 3584652"/>
                <a:gd name="connsiteY4" fmla="*/ 1430838 h 2340009"/>
                <a:gd name="connsiteX0" fmla="*/ 36322 w 3609357"/>
                <a:gd name="connsiteY0" fmla="*/ 1430838 h 2532978"/>
                <a:gd name="connsiteX1" fmla="*/ 1371955 w 3609357"/>
                <a:gd name="connsiteY1" fmla="*/ 2380 h 2532978"/>
                <a:gd name="connsiteX2" fmla="*/ 3599888 w 3609357"/>
                <a:gd name="connsiteY2" fmla="*/ 1124081 h 2532978"/>
                <a:gd name="connsiteX3" fmla="*/ 2103021 w 3609357"/>
                <a:gd name="connsiteY3" fmla="*/ 2327610 h 2532978"/>
                <a:gd name="connsiteX4" fmla="*/ 36322 w 3609357"/>
                <a:gd name="connsiteY4" fmla="*/ 1430838 h 2532978"/>
                <a:gd name="connsiteX0" fmla="*/ 3580 w 3569301"/>
                <a:gd name="connsiteY0" fmla="*/ 1431089 h 2816320"/>
                <a:gd name="connsiteX1" fmla="*/ 1339213 w 3569301"/>
                <a:gd name="connsiteY1" fmla="*/ 2631 h 2816320"/>
                <a:gd name="connsiteX2" fmla="*/ 3567146 w 3569301"/>
                <a:gd name="connsiteY2" fmla="*/ 1124332 h 2816320"/>
                <a:gd name="connsiteX3" fmla="*/ 1722688 w 3569301"/>
                <a:gd name="connsiteY3" fmla="*/ 2808414 h 2816320"/>
                <a:gd name="connsiteX4" fmla="*/ 3580 w 3569301"/>
                <a:gd name="connsiteY4" fmla="*/ 1431089 h 2816320"/>
                <a:gd name="connsiteX0" fmla="*/ 3579 w 3569300"/>
                <a:gd name="connsiteY0" fmla="*/ 1431089 h 2808414"/>
                <a:gd name="connsiteX1" fmla="*/ 1339212 w 3569300"/>
                <a:gd name="connsiteY1" fmla="*/ 2631 h 2808414"/>
                <a:gd name="connsiteX2" fmla="*/ 3567145 w 3569300"/>
                <a:gd name="connsiteY2" fmla="*/ 1124332 h 2808414"/>
                <a:gd name="connsiteX3" fmla="*/ 1722687 w 3569300"/>
                <a:gd name="connsiteY3" fmla="*/ 2808414 h 2808414"/>
                <a:gd name="connsiteX4" fmla="*/ 3579 w 3569300"/>
                <a:gd name="connsiteY4" fmla="*/ 1431089 h 2808414"/>
                <a:gd name="connsiteX0" fmla="*/ 3579 w 3570402"/>
                <a:gd name="connsiteY0" fmla="*/ 1431089 h 2845664"/>
                <a:gd name="connsiteX1" fmla="*/ 1339212 w 3570402"/>
                <a:gd name="connsiteY1" fmla="*/ 2631 h 2845664"/>
                <a:gd name="connsiteX2" fmla="*/ 3567145 w 3570402"/>
                <a:gd name="connsiteY2" fmla="*/ 1124332 h 2845664"/>
                <a:gd name="connsiteX3" fmla="*/ 1722687 w 3570402"/>
                <a:gd name="connsiteY3" fmla="*/ 2808414 h 2845664"/>
                <a:gd name="connsiteX4" fmla="*/ 3579 w 3570402"/>
                <a:gd name="connsiteY4" fmla="*/ 1431089 h 2845664"/>
                <a:gd name="connsiteX0" fmla="*/ 3579 w 3571531"/>
                <a:gd name="connsiteY0" fmla="*/ 1431089 h 2809355"/>
                <a:gd name="connsiteX1" fmla="*/ 1339212 w 3571531"/>
                <a:gd name="connsiteY1" fmla="*/ 2631 h 2809355"/>
                <a:gd name="connsiteX2" fmla="*/ 3567145 w 3571531"/>
                <a:gd name="connsiteY2" fmla="*/ 1124332 h 2809355"/>
                <a:gd name="connsiteX3" fmla="*/ 1722687 w 3571531"/>
                <a:gd name="connsiteY3" fmla="*/ 2808414 h 2809355"/>
                <a:gd name="connsiteX4" fmla="*/ 3579 w 3571531"/>
                <a:gd name="connsiteY4" fmla="*/ 1431089 h 2809355"/>
                <a:gd name="connsiteX0" fmla="*/ 3579 w 3570449"/>
                <a:gd name="connsiteY0" fmla="*/ 1431089 h 2811091"/>
                <a:gd name="connsiteX1" fmla="*/ 1339212 w 3570449"/>
                <a:gd name="connsiteY1" fmla="*/ 2631 h 2811091"/>
                <a:gd name="connsiteX2" fmla="*/ 3567145 w 3570449"/>
                <a:gd name="connsiteY2" fmla="*/ 1124332 h 2811091"/>
                <a:gd name="connsiteX3" fmla="*/ 1722687 w 3570449"/>
                <a:gd name="connsiteY3" fmla="*/ 2808414 h 2811091"/>
                <a:gd name="connsiteX4" fmla="*/ 3579 w 3570449"/>
                <a:gd name="connsiteY4" fmla="*/ 1431089 h 2811091"/>
                <a:gd name="connsiteX0" fmla="*/ 9477 w 3576347"/>
                <a:gd name="connsiteY0" fmla="*/ 1454488 h 2834490"/>
                <a:gd name="connsiteX1" fmla="*/ 1345110 w 3576347"/>
                <a:gd name="connsiteY1" fmla="*/ 26030 h 2834490"/>
                <a:gd name="connsiteX2" fmla="*/ 3573043 w 3576347"/>
                <a:gd name="connsiteY2" fmla="*/ 1147731 h 2834490"/>
                <a:gd name="connsiteX3" fmla="*/ 1728585 w 3576347"/>
                <a:gd name="connsiteY3" fmla="*/ 2831813 h 2834490"/>
                <a:gd name="connsiteX4" fmla="*/ 9477 w 3576347"/>
                <a:gd name="connsiteY4" fmla="*/ 1454488 h 2834490"/>
                <a:gd name="connsiteX0" fmla="*/ 11200 w 3578070"/>
                <a:gd name="connsiteY0" fmla="*/ 1454488 h 2834490"/>
                <a:gd name="connsiteX1" fmla="*/ 1346833 w 3578070"/>
                <a:gd name="connsiteY1" fmla="*/ 26030 h 2834490"/>
                <a:gd name="connsiteX2" fmla="*/ 3574766 w 3578070"/>
                <a:gd name="connsiteY2" fmla="*/ 1147731 h 2834490"/>
                <a:gd name="connsiteX3" fmla="*/ 1730308 w 3578070"/>
                <a:gd name="connsiteY3" fmla="*/ 2831813 h 2834490"/>
                <a:gd name="connsiteX4" fmla="*/ 11200 w 3578070"/>
                <a:gd name="connsiteY4" fmla="*/ 1454488 h 2834490"/>
                <a:gd name="connsiteX0" fmla="*/ 5238 w 3394494"/>
                <a:gd name="connsiteY0" fmla="*/ 1561249 h 2815719"/>
                <a:gd name="connsiteX1" fmla="*/ 1164359 w 3394494"/>
                <a:gd name="connsiteY1" fmla="*/ 5027 h 2815719"/>
                <a:gd name="connsiteX2" fmla="*/ 3392292 w 3394494"/>
                <a:gd name="connsiteY2" fmla="*/ 1126728 h 2815719"/>
                <a:gd name="connsiteX3" fmla="*/ 1547834 w 3394494"/>
                <a:gd name="connsiteY3" fmla="*/ 2810810 h 2815719"/>
                <a:gd name="connsiteX4" fmla="*/ 5238 w 3394494"/>
                <a:gd name="connsiteY4" fmla="*/ 1561249 h 2815719"/>
                <a:gd name="connsiteX0" fmla="*/ 1714 w 3390970"/>
                <a:gd name="connsiteY0" fmla="*/ 1561249 h 2816846"/>
                <a:gd name="connsiteX1" fmla="*/ 1160835 w 3390970"/>
                <a:gd name="connsiteY1" fmla="*/ 5027 h 2816846"/>
                <a:gd name="connsiteX2" fmla="*/ 3388768 w 3390970"/>
                <a:gd name="connsiteY2" fmla="*/ 1126728 h 2816846"/>
                <a:gd name="connsiteX3" fmla="*/ 1544310 w 3390970"/>
                <a:gd name="connsiteY3" fmla="*/ 2810810 h 2816846"/>
                <a:gd name="connsiteX4" fmla="*/ 1714 w 3390970"/>
                <a:gd name="connsiteY4" fmla="*/ 1561249 h 2816846"/>
                <a:gd name="connsiteX0" fmla="*/ 1714 w 3392183"/>
                <a:gd name="connsiteY0" fmla="*/ 1561249 h 2822298"/>
                <a:gd name="connsiteX1" fmla="*/ 1160835 w 3392183"/>
                <a:gd name="connsiteY1" fmla="*/ 5027 h 2822298"/>
                <a:gd name="connsiteX2" fmla="*/ 3388768 w 3392183"/>
                <a:gd name="connsiteY2" fmla="*/ 1126728 h 2822298"/>
                <a:gd name="connsiteX3" fmla="*/ 1544310 w 3392183"/>
                <a:gd name="connsiteY3" fmla="*/ 2810810 h 2822298"/>
                <a:gd name="connsiteX4" fmla="*/ 1714 w 3392183"/>
                <a:gd name="connsiteY4" fmla="*/ 1561249 h 2822298"/>
                <a:gd name="connsiteX0" fmla="*/ 1599 w 3099681"/>
                <a:gd name="connsiteY0" fmla="*/ 1556274 h 2805936"/>
                <a:gd name="connsiteX1" fmla="*/ 1160720 w 3099681"/>
                <a:gd name="connsiteY1" fmla="*/ 52 h 2805936"/>
                <a:gd name="connsiteX2" fmla="*/ 3097014 w 3099681"/>
                <a:gd name="connsiteY2" fmla="*/ 1505235 h 2805936"/>
                <a:gd name="connsiteX3" fmla="*/ 1544195 w 3099681"/>
                <a:gd name="connsiteY3" fmla="*/ 2805835 h 2805936"/>
                <a:gd name="connsiteX4" fmla="*/ 1599 w 3099681"/>
                <a:gd name="connsiteY4" fmla="*/ 1556274 h 2805936"/>
                <a:gd name="connsiteX0" fmla="*/ 1599 w 3098266"/>
                <a:gd name="connsiteY0" fmla="*/ 1556274 h 2805936"/>
                <a:gd name="connsiteX1" fmla="*/ 1160720 w 3098266"/>
                <a:gd name="connsiteY1" fmla="*/ 52 h 2805936"/>
                <a:gd name="connsiteX2" fmla="*/ 3097014 w 3098266"/>
                <a:gd name="connsiteY2" fmla="*/ 1505235 h 2805936"/>
                <a:gd name="connsiteX3" fmla="*/ 1544195 w 3098266"/>
                <a:gd name="connsiteY3" fmla="*/ 2805835 h 2805936"/>
                <a:gd name="connsiteX4" fmla="*/ 1599 w 3098266"/>
                <a:gd name="connsiteY4" fmla="*/ 1556274 h 2805936"/>
                <a:gd name="connsiteX0" fmla="*/ 6698 w 3107113"/>
                <a:gd name="connsiteY0" fmla="*/ 1556268 h 1995204"/>
                <a:gd name="connsiteX1" fmla="*/ 1165819 w 3107113"/>
                <a:gd name="connsiteY1" fmla="*/ 46 h 1995204"/>
                <a:gd name="connsiteX2" fmla="*/ 3102113 w 3107113"/>
                <a:gd name="connsiteY2" fmla="*/ 1505229 h 1995204"/>
                <a:gd name="connsiteX3" fmla="*/ 1670895 w 3107113"/>
                <a:gd name="connsiteY3" fmla="*/ 1994767 h 1995204"/>
                <a:gd name="connsiteX4" fmla="*/ 6698 w 3107113"/>
                <a:gd name="connsiteY4" fmla="*/ 1556268 h 1995204"/>
                <a:gd name="connsiteX0" fmla="*/ 6698 w 3107610"/>
                <a:gd name="connsiteY0" fmla="*/ 1556268 h 2094159"/>
                <a:gd name="connsiteX1" fmla="*/ 1165819 w 3107610"/>
                <a:gd name="connsiteY1" fmla="*/ 46 h 2094159"/>
                <a:gd name="connsiteX2" fmla="*/ 3102113 w 3107610"/>
                <a:gd name="connsiteY2" fmla="*/ 1505229 h 2094159"/>
                <a:gd name="connsiteX3" fmla="*/ 1670895 w 3107610"/>
                <a:gd name="connsiteY3" fmla="*/ 1994767 h 2094159"/>
                <a:gd name="connsiteX4" fmla="*/ 6698 w 3107610"/>
                <a:gd name="connsiteY4" fmla="*/ 1556268 h 2094159"/>
                <a:gd name="connsiteX0" fmla="*/ 6698 w 3108326"/>
                <a:gd name="connsiteY0" fmla="*/ 1556268 h 2032117"/>
                <a:gd name="connsiteX1" fmla="*/ 1165819 w 3108326"/>
                <a:gd name="connsiteY1" fmla="*/ 46 h 2032117"/>
                <a:gd name="connsiteX2" fmla="*/ 3102113 w 3108326"/>
                <a:gd name="connsiteY2" fmla="*/ 1505229 h 2032117"/>
                <a:gd name="connsiteX3" fmla="*/ 1670895 w 3108326"/>
                <a:gd name="connsiteY3" fmla="*/ 1994767 h 2032117"/>
                <a:gd name="connsiteX4" fmla="*/ 6698 w 3108326"/>
                <a:gd name="connsiteY4" fmla="*/ 1556268 h 2032117"/>
                <a:gd name="connsiteX0" fmla="*/ 2700 w 3101149"/>
                <a:gd name="connsiteY0" fmla="*/ 1588985 h 2065259"/>
                <a:gd name="connsiteX1" fmla="*/ 1324169 w 3101149"/>
                <a:gd name="connsiteY1" fmla="*/ 44 h 2065259"/>
                <a:gd name="connsiteX2" fmla="*/ 3098115 w 3101149"/>
                <a:gd name="connsiteY2" fmla="*/ 1537946 h 2065259"/>
                <a:gd name="connsiteX3" fmla="*/ 1666897 w 3101149"/>
                <a:gd name="connsiteY3" fmla="*/ 2027484 h 2065259"/>
                <a:gd name="connsiteX4" fmla="*/ 2700 w 3101149"/>
                <a:gd name="connsiteY4" fmla="*/ 1588985 h 2065259"/>
                <a:gd name="connsiteX0" fmla="*/ 2700 w 3100106"/>
                <a:gd name="connsiteY0" fmla="*/ 1588985 h 2163738"/>
                <a:gd name="connsiteX1" fmla="*/ 1324169 w 3100106"/>
                <a:gd name="connsiteY1" fmla="*/ 44 h 2163738"/>
                <a:gd name="connsiteX2" fmla="*/ 3098115 w 3100106"/>
                <a:gd name="connsiteY2" fmla="*/ 1537946 h 2163738"/>
                <a:gd name="connsiteX3" fmla="*/ 1666897 w 3100106"/>
                <a:gd name="connsiteY3" fmla="*/ 2027484 h 2163738"/>
                <a:gd name="connsiteX4" fmla="*/ 2700 w 3100106"/>
                <a:gd name="connsiteY4" fmla="*/ 1588985 h 2163738"/>
                <a:gd name="connsiteX0" fmla="*/ 2700 w 3100834"/>
                <a:gd name="connsiteY0" fmla="*/ 1588985 h 2056082"/>
                <a:gd name="connsiteX1" fmla="*/ 1324169 w 3100834"/>
                <a:gd name="connsiteY1" fmla="*/ 44 h 2056082"/>
                <a:gd name="connsiteX2" fmla="*/ 3098115 w 3100834"/>
                <a:gd name="connsiteY2" fmla="*/ 1537946 h 2056082"/>
                <a:gd name="connsiteX3" fmla="*/ 1666897 w 3100834"/>
                <a:gd name="connsiteY3" fmla="*/ 2027484 h 2056082"/>
                <a:gd name="connsiteX4" fmla="*/ 2700 w 3100834"/>
                <a:gd name="connsiteY4" fmla="*/ 1588985 h 2056082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01100" h="2041075">
                  <a:moveTo>
                    <a:pt x="2700" y="1588985"/>
                  </a:moveTo>
                  <a:cubicBezTo>
                    <a:pt x="-54421" y="1251078"/>
                    <a:pt x="808267" y="8550"/>
                    <a:pt x="1324169" y="44"/>
                  </a:cubicBezTo>
                  <a:cubicBezTo>
                    <a:pt x="1840071" y="-8462"/>
                    <a:pt x="3040994" y="1200039"/>
                    <a:pt x="3098115" y="1537946"/>
                  </a:cubicBezTo>
                  <a:cubicBezTo>
                    <a:pt x="3155236" y="1875853"/>
                    <a:pt x="2382291" y="1963492"/>
                    <a:pt x="1666897" y="2027484"/>
                  </a:cubicBezTo>
                  <a:cubicBezTo>
                    <a:pt x="951503" y="2091476"/>
                    <a:pt x="59821" y="1926892"/>
                    <a:pt x="2700" y="1588985"/>
                  </a:cubicBezTo>
                  <a:close/>
                </a:path>
              </a:pathLst>
            </a:custGeom>
            <a:noFill/>
            <a:ln w="50800">
              <a:solidFill>
                <a:srgbClr val="647A8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15" name="Titel 1">
              <a:extLst>
                <a:ext uri="{FF2B5EF4-FFF2-40B4-BE49-F238E27FC236}">
                  <a16:creationId xmlns:a16="http://schemas.microsoft.com/office/drawing/2014/main" id="{FA517CDC-F10D-3B96-0F06-4491ABCF428C}"/>
                </a:ext>
              </a:extLst>
            </p:cNvPr>
            <p:cNvSpPr txBox="1">
              <a:spLocks/>
            </p:cNvSpPr>
            <p:nvPr/>
          </p:nvSpPr>
          <p:spPr>
            <a:xfrm>
              <a:off x="8051859" y="6045499"/>
              <a:ext cx="2276638" cy="489887"/>
            </a:xfrm>
            <a:prstGeom prst="rect">
              <a:avLst/>
            </a:prstGeom>
          </p:spPr>
          <p:txBody>
            <a:bodyPr anchor="ctr"/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r"/>
              <a:r>
                <a:rPr lang="de-DE" sz="1200" b="0" dirty="0">
                  <a:solidFill>
                    <a:schemeClr val="bg1"/>
                  </a:solidFill>
                  <a:latin typeface="TheSans Plain" pitchFamily="2" charset="0"/>
                  <a:cs typeface="Kannada Sangam MN" pitchFamily="2" charset="0"/>
                </a:rPr>
                <a:t>Elektrotechnik</a:t>
              </a:r>
            </a:p>
          </p:txBody>
        </p:sp>
      </p:grpSp>
      <p:pic>
        <p:nvPicPr>
          <p:cNvPr id="4" name="Grafik 3">
            <a:extLst>
              <a:ext uri="{FF2B5EF4-FFF2-40B4-BE49-F238E27FC236}">
                <a16:creationId xmlns:a16="http://schemas.microsoft.com/office/drawing/2014/main" id="{698C62A5-C458-9AF0-7E22-D578BCD73D1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99721" y="6093676"/>
            <a:ext cx="431554" cy="558481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0B6EFBF2-1106-553F-47A3-7781EA1B392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858375" y="216695"/>
            <a:ext cx="2078627" cy="466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59185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T_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ihandform 13">
            <a:extLst>
              <a:ext uri="{FF2B5EF4-FFF2-40B4-BE49-F238E27FC236}">
                <a16:creationId xmlns:a16="http://schemas.microsoft.com/office/drawing/2014/main" id="{44E8D287-3E84-0CEF-FE7D-A2F5ACFCCE39}"/>
              </a:ext>
            </a:extLst>
          </p:cNvPr>
          <p:cNvSpPr/>
          <p:nvPr userDrawn="1"/>
        </p:nvSpPr>
        <p:spPr>
          <a:xfrm rot="12964706">
            <a:off x="7061387" y="-688096"/>
            <a:ext cx="5830459" cy="6730241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2630869"/>
              <a:gd name="connsiteY0" fmla="*/ 1913201 h 4484060"/>
              <a:gd name="connsiteX1" fmla="*/ 2156275 w 2630869"/>
              <a:gd name="connsiteY1" fmla="*/ 89473 h 4484060"/>
              <a:gd name="connsiteX2" fmla="*/ 2574031 w 2630869"/>
              <a:gd name="connsiteY2" fmla="*/ 2543820 h 4484060"/>
              <a:gd name="connsiteX3" fmla="*/ 2321781 w 2630869"/>
              <a:gd name="connsiteY3" fmla="*/ 4351600 h 4484060"/>
              <a:gd name="connsiteX4" fmla="*/ 51546 w 2630869"/>
              <a:gd name="connsiteY4" fmla="*/ 3542304 h 4484060"/>
              <a:gd name="connsiteX5" fmla="*/ 829312 w 2630869"/>
              <a:gd name="connsiteY5" fmla="*/ 1913201 h 4484060"/>
              <a:gd name="connsiteX0" fmla="*/ 829312 w 2634983"/>
              <a:gd name="connsiteY0" fmla="*/ 1913201 h 4484060"/>
              <a:gd name="connsiteX1" fmla="*/ 2156275 w 2634983"/>
              <a:gd name="connsiteY1" fmla="*/ 89473 h 4484060"/>
              <a:gd name="connsiteX2" fmla="*/ 2574031 w 2634983"/>
              <a:gd name="connsiteY2" fmla="*/ 2543820 h 4484060"/>
              <a:gd name="connsiteX3" fmla="*/ 2321781 w 2634983"/>
              <a:gd name="connsiteY3" fmla="*/ 4351600 h 4484060"/>
              <a:gd name="connsiteX4" fmla="*/ 51546 w 2634983"/>
              <a:gd name="connsiteY4" fmla="*/ 3542304 h 4484060"/>
              <a:gd name="connsiteX5" fmla="*/ 829312 w 2634983"/>
              <a:gd name="connsiteY5" fmla="*/ 1913201 h 4484060"/>
              <a:gd name="connsiteX0" fmla="*/ 829312 w 2634983"/>
              <a:gd name="connsiteY0" fmla="*/ 1823911 h 4394770"/>
              <a:gd name="connsiteX1" fmla="*/ 2156275 w 2634983"/>
              <a:gd name="connsiteY1" fmla="*/ 183 h 4394770"/>
              <a:gd name="connsiteX2" fmla="*/ 2574031 w 2634983"/>
              <a:gd name="connsiteY2" fmla="*/ 2454530 h 4394770"/>
              <a:gd name="connsiteX3" fmla="*/ 2321781 w 2634983"/>
              <a:gd name="connsiteY3" fmla="*/ 4262310 h 4394770"/>
              <a:gd name="connsiteX4" fmla="*/ 51546 w 2634983"/>
              <a:gd name="connsiteY4" fmla="*/ 3453014 h 4394770"/>
              <a:gd name="connsiteX5" fmla="*/ 829312 w 2634983"/>
              <a:gd name="connsiteY5" fmla="*/ 1823911 h 4394770"/>
              <a:gd name="connsiteX0" fmla="*/ 550921 w 2356592"/>
              <a:gd name="connsiteY0" fmla="*/ 1823911 h 4375660"/>
              <a:gd name="connsiteX1" fmla="*/ 1877884 w 2356592"/>
              <a:gd name="connsiteY1" fmla="*/ 183 h 4375660"/>
              <a:gd name="connsiteX2" fmla="*/ 2295640 w 2356592"/>
              <a:gd name="connsiteY2" fmla="*/ 2454530 h 4375660"/>
              <a:gd name="connsiteX3" fmla="*/ 2043390 w 2356592"/>
              <a:gd name="connsiteY3" fmla="*/ 4262310 h 4375660"/>
              <a:gd name="connsiteX4" fmla="*/ 97666 w 2356592"/>
              <a:gd name="connsiteY4" fmla="*/ 3284751 h 4375660"/>
              <a:gd name="connsiteX5" fmla="*/ 550921 w 2356592"/>
              <a:gd name="connsiteY5" fmla="*/ 1823911 h 4375660"/>
              <a:gd name="connsiteX0" fmla="*/ 1187626 w 2290887"/>
              <a:gd name="connsiteY0" fmla="*/ 1491571 h 4375718"/>
              <a:gd name="connsiteX1" fmla="*/ 1812179 w 2290887"/>
              <a:gd name="connsiteY1" fmla="*/ 241 h 4375718"/>
              <a:gd name="connsiteX2" fmla="*/ 2229935 w 2290887"/>
              <a:gd name="connsiteY2" fmla="*/ 2454588 h 4375718"/>
              <a:gd name="connsiteX3" fmla="*/ 1977685 w 2290887"/>
              <a:gd name="connsiteY3" fmla="*/ 4262368 h 4375718"/>
              <a:gd name="connsiteX4" fmla="*/ 31961 w 2290887"/>
              <a:gd name="connsiteY4" fmla="*/ 3284809 h 4375718"/>
              <a:gd name="connsiteX5" fmla="*/ 1187626 w 2290887"/>
              <a:gd name="connsiteY5" fmla="*/ 1491571 h 4375718"/>
              <a:gd name="connsiteX0" fmla="*/ 1187626 w 2290887"/>
              <a:gd name="connsiteY0" fmla="*/ 1491690 h 4375837"/>
              <a:gd name="connsiteX1" fmla="*/ 1812179 w 2290887"/>
              <a:gd name="connsiteY1" fmla="*/ 360 h 4375837"/>
              <a:gd name="connsiteX2" fmla="*/ 2229935 w 2290887"/>
              <a:gd name="connsiteY2" fmla="*/ 2454707 h 4375837"/>
              <a:gd name="connsiteX3" fmla="*/ 1977685 w 2290887"/>
              <a:gd name="connsiteY3" fmla="*/ 4262487 h 4375837"/>
              <a:gd name="connsiteX4" fmla="*/ 31961 w 2290887"/>
              <a:gd name="connsiteY4" fmla="*/ 3284928 h 4375837"/>
              <a:gd name="connsiteX5" fmla="*/ 1187626 w 2290887"/>
              <a:gd name="connsiteY5" fmla="*/ 1491690 h 4375837"/>
              <a:gd name="connsiteX0" fmla="*/ 1177700 w 2280961"/>
              <a:gd name="connsiteY0" fmla="*/ 1491690 h 4375837"/>
              <a:gd name="connsiteX1" fmla="*/ 1802253 w 2280961"/>
              <a:gd name="connsiteY1" fmla="*/ 360 h 4375837"/>
              <a:gd name="connsiteX2" fmla="*/ 2220009 w 2280961"/>
              <a:gd name="connsiteY2" fmla="*/ 2454707 h 4375837"/>
              <a:gd name="connsiteX3" fmla="*/ 1967759 w 2280961"/>
              <a:gd name="connsiteY3" fmla="*/ 4262487 h 4375837"/>
              <a:gd name="connsiteX4" fmla="*/ 22035 w 2280961"/>
              <a:gd name="connsiteY4" fmla="*/ 3284928 h 4375837"/>
              <a:gd name="connsiteX5" fmla="*/ 1177700 w 2280961"/>
              <a:gd name="connsiteY5" fmla="*/ 1491690 h 4375837"/>
              <a:gd name="connsiteX0" fmla="*/ 1177700 w 2132201"/>
              <a:gd name="connsiteY0" fmla="*/ 1491690 h 4375837"/>
              <a:gd name="connsiteX1" fmla="*/ 1802253 w 2132201"/>
              <a:gd name="connsiteY1" fmla="*/ 360 h 4375837"/>
              <a:gd name="connsiteX2" fmla="*/ 1570986 w 2132201"/>
              <a:gd name="connsiteY2" fmla="*/ 2791232 h 4375837"/>
              <a:gd name="connsiteX3" fmla="*/ 1967759 w 2132201"/>
              <a:gd name="connsiteY3" fmla="*/ 4262487 h 4375837"/>
              <a:gd name="connsiteX4" fmla="*/ 22035 w 2132201"/>
              <a:gd name="connsiteY4" fmla="*/ 3284928 h 4375837"/>
              <a:gd name="connsiteX5" fmla="*/ 1177700 w 2132201"/>
              <a:gd name="connsiteY5" fmla="*/ 1491690 h 4375837"/>
              <a:gd name="connsiteX0" fmla="*/ 1177700 w 2303877"/>
              <a:gd name="connsiteY0" fmla="*/ 654980 h 3539127"/>
              <a:gd name="connsiteX1" fmla="*/ 2105842 w 2303877"/>
              <a:gd name="connsiteY1" fmla="*/ 30327 h 3539127"/>
              <a:gd name="connsiteX2" fmla="*/ 1570986 w 2303877"/>
              <a:gd name="connsiteY2" fmla="*/ 1954522 h 3539127"/>
              <a:gd name="connsiteX3" fmla="*/ 1967759 w 2303877"/>
              <a:gd name="connsiteY3" fmla="*/ 3425777 h 3539127"/>
              <a:gd name="connsiteX4" fmla="*/ 22035 w 2303877"/>
              <a:gd name="connsiteY4" fmla="*/ 2448218 h 3539127"/>
              <a:gd name="connsiteX5" fmla="*/ 1177700 w 2303877"/>
              <a:gd name="connsiteY5" fmla="*/ 654980 h 3539127"/>
              <a:gd name="connsiteX0" fmla="*/ 1177700 w 2303877"/>
              <a:gd name="connsiteY0" fmla="*/ 811890 h 3696037"/>
              <a:gd name="connsiteX1" fmla="*/ 2105842 w 2303877"/>
              <a:gd name="connsiteY1" fmla="*/ 187237 h 3696037"/>
              <a:gd name="connsiteX2" fmla="*/ 1570986 w 2303877"/>
              <a:gd name="connsiteY2" fmla="*/ 2111432 h 3696037"/>
              <a:gd name="connsiteX3" fmla="*/ 1967759 w 2303877"/>
              <a:gd name="connsiteY3" fmla="*/ 3582687 h 3696037"/>
              <a:gd name="connsiteX4" fmla="*/ 22035 w 2303877"/>
              <a:gd name="connsiteY4" fmla="*/ 2605128 h 3696037"/>
              <a:gd name="connsiteX5" fmla="*/ 1177700 w 2303877"/>
              <a:gd name="connsiteY5" fmla="*/ 811890 h 3696037"/>
              <a:gd name="connsiteX0" fmla="*/ 1177700 w 2189200"/>
              <a:gd name="connsiteY0" fmla="*/ 811890 h 3696037"/>
              <a:gd name="connsiteX1" fmla="*/ 2105842 w 2189200"/>
              <a:gd name="connsiteY1" fmla="*/ 187237 h 3696037"/>
              <a:gd name="connsiteX2" fmla="*/ 1570986 w 2189200"/>
              <a:gd name="connsiteY2" fmla="*/ 2111432 h 3696037"/>
              <a:gd name="connsiteX3" fmla="*/ 1967759 w 2189200"/>
              <a:gd name="connsiteY3" fmla="*/ 3582687 h 3696037"/>
              <a:gd name="connsiteX4" fmla="*/ 22035 w 2189200"/>
              <a:gd name="connsiteY4" fmla="*/ 2605128 h 3696037"/>
              <a:gd name="connsiteX5" fmla="*/ 1177700 w 2189200"/>
              <a:gd name="connsiteY5" fmla="*/ 811890 h 3696037"/>
              <a:gd name="connsiteX0" fmla="*/ 1177700 w 2189200"/>
              <a:gd name="connsiteY0" fmla="*/ 743015 h 3627162"/>
              <a:gd name="connsiteX1" fmla="*/ 2105842 w 2189200"/>
              <a:gd name="connsiteY1" fmla="*/ 118362 h 3627162"/>
              <a:gd name="connsiteX2" fmla="*/ 1570986 w 2189200"/>
              <a:gd name="connsiteY2" fmla="*/ 2042557 h 3627162"/>
              <a:gd name="connsiteX3" fmla="*/ 1967759 w 2189200"/>
              <a:gd name="connsiteY3" fmla="*/ 3513812 h 3627162"/>
              <a:gd name="connsiteX4" fmla="*/ 22035 w 2189200"/>
              <a:gd name="connsiteY4" fmla="*/ 2536253 h 3627162"/>
              <a:gd name="connsiteX5" fmla="*/ 1177700 w 2189200"/>
              <a:gd name="connsiteY5" fmla="*/ 743015 h 3627162"/>
              <a:gd name="connsiteX0" fmla="*/ 1177700 w 2189200"/>
              <a:gd name="connsiteY0" fmla="*/ 695554 h 3579701"/>
              <a:gd name="connsiteX1" fmla="*/ 2105842 w 2189200"/>
              <a:gd name="connsiteY1" fmla="*/ 70901 h 3579701"/>
              <a:gd name="connsiteX2" fmla="*/ 1570986 w 2189200"/>
              <a:gd name="connsiteY2" fmla="*/ 1995096 h 3579701"/>
              <a:gd name="connsiteX3" fmla="*/ 1967759 w 2189200"/>
              <a:gd name="connsiteY3" fmla="*/ 3466351 h 3579701"/>
              <a:gd name="connsiteX4" fmla="*/ 22035 w 2189200"/>
              <a:gd name="connsiteY4" fmla="*/ 2488792 h 3579701"/>
              <a:gd name="connsiteX5" fmla="*/ 1177700 w 2189200"/>
              <a:gd name="connsiteY5" fmla="*/ 695554 h 3579701"/>
              <a:gd name="connsiteX0" fmla="*/ 1180449 w 2191949"/>
              <a:gd name="connsiteY0" fmla="*/ 695554 h 3579701"/>
              <a:gd name="connsiteX1" fmla="*/ 2108591 w 2191949"/>
              <a:gd name="connsiteY1" fmla="*/ 70901 h 3579701"/>
              <a:gd name="connsiteX2" fmla="*/ 1573735 w 2191949"/>
              <a:gd name="connsiteY2" fmla="*/ 1995096 h 3579701"/>
              <a:gd name="connsiteX3" fmla="*/ 1970508 w 2191949"/>
              <a:gd name="connsiteY3" fmla="*/ 3466351 h 3579701"/>
              <a:gd name="connsiteX4" fmla="*/ 24784 w 2191949"/>
              <a:gd name="connsiteY4" fmla="*/ 2488792 h 3579701"/>
              <a:gd name="connsiteX5" fmla="*/ 1180449 w 2191949"/>
              <a:gd name="connsiteY5" fmla="*/ 695554 h 3579701"/>
              <a:gd name="connsiteX0" fmla="*/ 1180449 w 2191949"/>
              <a:gd name="connsiteY0" fmla="*/ 688306 h 3572453"/>
              <a:gd name="connsiteX1" fmla="*/ 2108591 w 2191949"/>
              <a:gd name="connsiteY1" fmla="*/ 63653 h 3572453"/>
              <a:gd name="connsiteX2" fmla="*/ 1573735 w 2191949"/>
              <a:gd name="connsiteY2" fmla="*/ 1987848 h 3572453"/>
              <a:gd name="connsiteX3" fmla="*/ 1970508 w 2191949"/>
              <a:gd name="connsiteY3" fmla="*/ 3459103 h 3572453"/>
              <a:gd name="connsiteX4" fmla="*/ 24784 w 2191949"/>
              <a:gd name="connsiteY4" fmla="*/ 2481544 h 3572453"/>
              <a:gd name="connsiteX5" fmla="*/ 1180449 w 2191949"/>
              <a:gd name="connsiteY5" fmla="*/ 688306 h 3572453"/>
              <a:gd name="connsiteX0" fmla="*/ 1180449 w 2191949"/>
              <a:gd name="connsiteY0" fmla="*/ 683650 h 3567797"/>
              <a:gd name="connsiteX1" fmla="*/ 2108591 w 2191949"/>
              <a:gd name="connsiteY1" fmla="*/ 58997 h 3567797"/>
              <a:gd name="connsiteX2" fmla="*/ 1573735 w 2191949"/>
              <a:gd name="connsiteY2" fmla="*/ 1983192 h 3567797"/>
              <a:gd name="connsiteX3" fmla="*/ 1970508 w 2191949"/>
              <a:gd name="connsiteY3" fmla="*/ 3454447 h 3567797"/>
              <a:gd name="connsiteX4" fmla="*/ 24784 w 2191949"/>
              <a:gd name="connsiteY4" fmla="*/ 2476888 h 3567797"/>
              <a:gd name="connsiteX5" fmla="*/ 1180449 w 2191949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3164"/>
              <a:gd name="connsiteY0" fmla="*/ 683650 h 3567797"/>
              <a:gd name="connsiteX1" fmla="*/ 2108591 w 2193164"/>
              <a:gd name="connsiteY1" fmla="*/ 58997 h 3567797"/>
              <a:gd name="connsiteX2" fmla="*/ 1573735 w 2193164"/>
              <a:gd name="connsiteY2" fmla="*/ 1983192 h 3567797"/>
              <a:gd name="connsiteX3" fmla="*/ 1970508 w 2193164"/>
              <a:gd name="connsiteY3" fmla="*/ 3454447 h 3567797"/>
              <a:gd name="connsiteX4" fmla="*/ 24784 w 2193164"/>
              <a:gd name="connsiteY4" fmla="*/ 2476888 h 3567797"/>
              <a:gd name="connsiteX5" fmla="*/ 1180449 w 2193164"/>
              <a:gd name="connsiteY5" fmla="*/ 683650 h 3567797"/>
              <a:gd name="connsiteX0" fmla="*/ 1180310 w 2193025"/>
              <a:gd name="connsiteY0" fmla="*/ 683650 h 3567797"/>
              <a:gd name="connsiteX1" fmla="*/ 2108452 w 2193025"/>
              <a:gd name="connsiteY1" fmla="*/ 58997 h 3567797"/>
              <a:gd name="connsiteX2" fmla="*/ 1573596 w 2193025"/>
              <a:gd name="connsiteY2" fmla="*/ 1983192 h 3567797"/>
              <a:gd name="connsiteX3" fmla="*/ 1970369 w 2193025"/>
              <a:gd name="connsiteY3" fmla="*/ 3454447 h 3567797"/>
              <a:gd name="connsiteX4" fmla="*/ 24645 w 2193025"/>
              <a:gd name="connsiteY4" fmla="*/ 2476888 h 3567797"/>
              <a:gd name="connsiteX5" fmla="*/ 1180310 w 2193025"/>
              <a:gd name="connsiteY5" fmla="*/ 683650 h 3567797"/>
              <a:gd name="connsiteX0" fmla="*/ 1180310 w 2193025"/>
              <a:gd name="connsiteY0" fmla="*/ 693860 h 3578007"/>
              <a:gd name="connsiteX1" fmla="*/ 2108452 w 2193025"/>
              <a:gd name="connsiteY1" fmla="*/ 69207 h 3578007"/>
              <a:gd name="connsiteX2" fmla="*/ 1573596 w 2193025"/>
              <a:gd name="connsiteY2" fmla="*/ 1993402 h 3578007"/>
              <a:gd name="connsiteX3" fmla="*/ 1970369 w 2193025"/>
              <a:gd name="connsiteY3" fmla="*/ 3464657 h 3578007"/>
              <a:gd name="connsiteX4" fmla="*/ 24645 w 2193025"/>
              <a:gd name="connsiteY4" fmla="*/ 2487098 h 3578007"/>
              <a:gd name="connsiteX5" fmla="*/ 1180310 w 2193025"/>
              <a:gd name="connsiteY5" fmla="*/ 693860 h 3578007"/>
              <a:gd name="connsiteX0" fmla="*/ 1180310 w 2193025"/>
              <a:gd name="connsiteY0" fmla="*/ 693860 h 3581308"/>
              <a:gd name="connsiteX1" fmla="*/ 2108452 w 2193025"/>
              <a:gd name="connsiteY1" fmla="*/ 69207 h 3581308"/>
              <a:gd name="connsiteX2" fmla="*/ 1573596 w 2193025"/>
              <a:gd name="connsiteY2" fmla="*/ 1993402 h 3581308"/>
              <a:gd name="connsiteX3" fmla="*/ 1970369 w 2193025"/>
              <a:gd name="connsiteY3" fmla="*/ 3464657 h 3581308"/>
              <a:gd name="connsiteX4" fmla="*/ 24645 w 2193025"/>
              <a:gd name="connsiteY4" fmla="*/ 2487098 h 3581308"/>
              <a:gd name="connsiteX5" fmla="*/ 1180310 w 2193025"/>
              <a:gd name="connsiteY5" fmla="*/ 693860 h 3581308"/>
              <a:gd name="connsiteX0" fmla="*/ 1180701 w 2193416"/>
              <a:gd name="connsiteY0" fmla="*/ 693860 h 3581308"/>
              <a:gd name="connsiteX1" fmla="*/ 2108843 w 2193416"/>
              <a:gd name="connsiteY1" fmla="*/ 69207 h 3581308"/>
              <a:gd name="connsiteX2" fmla="*/ 1573987 w 2193416"/>
              <a:gd name="connsiteY2" fmla="*/ 1993402 h 3581308"/>
              <a:gd name="connsiteX3" fmla="*/ 1970760 w 2193416"/>
              <a:gd name="connsiteY3" fmla="*/ 3464657 h 3581308"/>
              <a:gd name="connsiteX4" fmla="*/ 25036 w 2193416"/>
              <a:gd name="connsiteY4" fmla="*/ 2487098 h 3581308"/>
              <a:gd name="connsiteX5" fmla="*/ 1180701 w 2193416"/>
              <a:gd name="connsiteY5" fmla="*/ 693860 h 3581308"/>
              <a:gd name="connsiteX0" fmla="*/ 928190 w 2150347"/>
              <a:gd name="connsiteY0" fmla="*/ 1084474 h 3508207"/>
              <a:gd name="connsiteX1" fmla="*/ 2108497 w 2150347"/>
              <a:gd name="connsiteY1" fmla="*/ 17094 h 3508207"/>
              <a:gd name="connsiteX2" fmla="*/ 1573641 w 2150347"/>
              <a:gd name="connsiteY2" fmla="*/ 1941289 h 3508207"/>
              <a:gd name="connsiteX3" fmla="*/ 1970414 w 2150347"/>
              <a:gd name="connsiteY3" fmla="*/ 3412544 h 3508207"/>
              <a:gd name="connsiteX4" fmla="*/ 24690 w 2150347"/>
              <a:gd name="connsiteY4" fmla="*/ 2434985 h 3508207"/>
              <a:gd name="connsiteX5" fmla="*/ 928190 w 2150347"/>
              <a:gd name="connsiteY5" fmla="*/ 1084474 h 3508207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4105 w 2214185"/>
              <a:gd name="connsiteY0" fmla="*/ 720680 h 3624865"/>
              <a:gd name="connsiteX1" fmla="*/ 1990259 w 2214185"/>
              <a:gd name="connsiteY1" fmla="*/ 56886 h 3624865"/>
              <a:gd name="connsiteX2" fmla="*/ 1628516 w 2214185"/>
              <a:gd name="connsiteY2" fmla="*/ 2052315 h 3624865"/>
              <a:gd name="connsiteX3" fmla="*/ 2025289 w 2214185"/>
              <a:gd name="connsiteY3" fmla="*/ 3523570 h 3624865"/>
              <a:gd name="connsiteX4" fmla="*/ 79565 w 2214185"/>
              <a:gd name="connsiteY4" fmla="*/ 2546011 h 3624865"/>
              <a:gd name="connsiteX5" fmla="*/ 534105 w 2214185"/>
              <a:gd name="connsiteY5" fmla="*/ 720680 h 3624865"/>
              <a:gd name="connsiteX0" fmla="*/ 534105 w 2214185"/>
              <a:gd name="connsiteY0" fmla="*/ 702134 h 3606319"/>
              <a:gd name="connsiteX1" fmla="*/ 1990259 w 2214185"/>
              <a:gd name="connsiteY1" fmla="*/ 38340 h 3606319"/>
              <a:gd name="connsiteX2" fmla="*/ 1628516 w 2214185"/>
              <a:gd name="connsiteY2" fmla="*/ 2033769 h 3606319"/>
              <a:gd name="connsiteX3" fmla="*/ 2025289 w 2214185"/>
              <a:gd name="connsiteY3" fmla="*/ 3505024 h 3606319"/>
              <a:gd name="connsiteX4" fmla="*/ 79565 w 2214185"/>
              <a:gd name="connsiteY4" fmla="*/ 2527465 h 3606319"/>
              <a:gd name="connsiteX5" fmla="*/ 534105 w 2214185"/>
              <a:gd name="connsiteY5" fmla="*/ 702134 h 3606319"/>
              <a:gd name="connsiteX0" fmla="*/ 591383 w 2201636"/>
              <a:gd name="connsiteY0" fmla="*/ 804752 h 3611345"/>
              <a:gd name="connsiteX1" fmla="*/ 1977710 w 2201636"/>
              <a:gd name="connsiteY1" fmla="*/ 44556 h 3611345"/>
              <a:gd name="connsiteX2" fmla="*/ 1615967 w 2201636"/>
              <a:gd name="connsiteY2" fmla="*/ 2039985 h 3611345"/>
              <a:gd name="connsiteX3" fmla="*/ 2012740 w 2201636"/>
              <a:gd name="connsiteY3" fmla="*/ 3511240 h 3611345"/>
              <a:gd name="connsiteX4" fmla="*/ 67016 w 2201636"/>
              <a:gd name="connsiteY4" fmla="*/ 2533681 h 3611345"/>
              <a:gd name="connsiteX5" fmla="*/ 591383 w 2201636"/>
              <a:gd name="connsiteY5" fmla="*/ 804752 h 3611345"/>
              <a:gd name="connsiteX0" fmla="*/ 621567 w 2231820"/>
              <a:gd name="connsiteY0" fmla="*/ 847596 h 3654189"/>
              <a:gd name="connsiteX1" fmla="*/ 2007894 w 2231820"/>
              <a:gd name="connsiteY1" fmla="*/ 87400 h 3654189"/>
              <a:gd name="connsiteX2" fmla="*/ 1646151 w 2231820"/>
              <a:gd name="connsiteY2" fmla="*/ 2082829 h 3654189"/>
              <a:gd name="connsiteX3" fmla="*/ 2042924 w 2231820"/>
              <a:gd name="connsiteY3" fmla="*/ 3554084 h 3654189"/>
              <a:gd name="connsiteX4" fmla="*/ 97200 w 2231820"/>
              <a:gd name="connsiteY4" fmla="*/ 2576525 h 3654189"/>
              <a:gd name="connsiteX5" fmla="*/ 621567 w 2231820"/>
              <a:gd name="connsiteY5" fmla="*/ 847596 h 36541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31820" h="3654189">
                <a:moveTo>
                  <a:pt x="621567" y="847596"/>
                </a:moveTo>
                <a:cubicBezTo>
                  <a:pt x="1178629" y="2845"/>
                  <a:pt x="1837130" y="-118472"/>
                  <a:pt x="2007894" y="87400"/>
                </a:cubicBezTo>
                <a:cubicBezTo>
                  <a:pt x="2178658" y="293272"/>
                  <a:pt x="1640313" y="1505048"/>
                  <a:pt x="1646151" y="2082829"/>
                </a:cubicBezTo>
                <a:cubicBezTo>
                  <a:pt x="1651989" y="2660610"/>
                  <a:pt x="2633224" y="3039235"/>
                  <a:pt x="2042924" y="3554084"/>
                </a:cubicBezTo>
                <a:cubicBezTo>
                  <a:pt x="1576966" y="3960484"/>
                  <a:pt x="334093" y="3027606"/>
                  <a:pt x="97200" y="2576525"/>
                </a:cubicBezTo>
                <a:cubicBezTo>
                  <a:pt x="-139693" y="2125444"/>
                  <a:pt x="64505" y="1692347"/>
                  <a:pt x="621567" y="847596"/>
                </a:cubicBezTo>
                <a:close/>
              </a:path>
            </a:pathLst>
          </a:custGeom>
          <a:solidFill>
            <a:srgbClr val="68C0ED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Freihandform 14">
            <a:extLst>
              <a:ext uri="{FF2B5EF4-FFF2-40B4-BE49-F238E27FC236}">
                <a16:creationId xmlns:a16="http://schemas.microsoft.com/office/drawing/2014/main" id="{DE57907C-840A-5BB1-5D69-DE4552E00CDF}"/>
              </a:ext>
            </a:extLst>
          </p:cNvPr>
          <p:cNvSpPr/>
          <p:nvPr userDrawn="1"/>
        </p:nvSpPr>
        <p:spPr>
          <a:xfrm rot="12433821">
            <a:off x="6943358" y="-1183844"/>
            <a:ext cx="6379201" cy="7374662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2630869"/>
              <a:gd name="connsiteY0" fmla="*/ 1913201 h 4484060"/>
              <a:gd name="connsiteX1" fmla="*/ 2156275 w 2630869"/>
              <a:gd name="connsiteY1" fmla="*/ 89473 h 4484060"/>
              <a:gd name="connsiteX2" fmla="*/ 2574031 w 2630869"/>
              <a:gd name="connsiteY2" fmla="*/ 2543820 h 4484060"/>
              <a:gd name="connsiteX3" fmla="*/ 2321781 w 2630869"/>
              <a:gd name="connsiteY3" fmla="*/ 4351600 h 4484060"/>
              <a:gd name="connsiteX4" fmla="*/ 51546 w 2630869"/>
              <a:gd name="connsiteY4" fmla="*/ 3542304 h 4484060"/>
              <a:gd name="connsiteX5" fmla="*/ 829312 w 2630869"/>
              <a:gd name="connsiteY5" fmla="*/ 1913201 h 4484060"/>
              <a:gd name="connsiteX0" fmla="*/ 829312 w 2634983"/>
              <a:gd name="connsiteY0" fmla="*/ 1913201 h 4484060"/>
              <a:gd name="connsiteX1" fmla="*/ 2156275 w 2634983"/>
              <a:gd name="connsiteY1" fmla="*/ 89473 h 4484060"/>
              <a:gd name="connsiteX2" fmla="*/ 2574031 w 2634983"/>
              <a:gd name="connsiteY2" fmla="*/ 2543820 h 4484060"/>
              <a:gd name="connsiteX3" fmla="*/ 2321781 w 2634983"/>
              <a:gd name="connsiteY3" fmla="*/ 4351600 h 4484060"/>
              <a:gd name="connsiteX4" fmla="*/ 51546 w 2634983"/>
              <a:gd name="connsiteY4" fmla="*/ 3542304 h 4484060"/>
              <a:gd name="connsiteX5" fmla="*/ 829312 w 2634983"/>
              <a:gd name="connsiteY5" fmla="*/ 1913201 h 4484060"/>
              <a:gd name="connsiteX0" fmla="*/ 829312 w 2634983"/>
              <a:gd name="connsiteY0" fmla="*/ 1823911 h 4394770"/>
              <a:gd name="connsiteX1" fmla="*/ 2156275 w 2634983"/>
              <a:gd name="connsiteY1" fmla="*/ 183 h 4394770"/>
              <a:gd name="connsiteX2" fmla="*/ 2574031 w 2634983"/>
              <a:gd name="connsiteY2" fmla="*/ 2454530 h 4394770"/>
              <a:gd name="connsiteX3" fmla="*/ 2321781 w 2634983"/>
              <a:gd name="connsiteY3" fmla="*/ 4262310 h 4394770"/>
              <a:gd name="connsiteX4" fmla="*/ 51546 w 2634983"/>
              <a:gd name="connsiteY4" fmla="*/ 3453014 h 4394770"/>
              <a:gd name="connsiteX5" fmla="*/ 829312 w 2634983"/>
              <a:gd name="connsiteY5" fmla="*/ 1823911 h 4394770"/>
              <a:gd name="connsiteX0" fmla="*/ 550921 w 2356592"/>
              <a:gd name="connsiteY0" fmla="*/ 1823911 h 4375660"/>
              <a:gd name="connsiteX1" fmla="*/ 1877884 w 2356592"/>
              <a:gd name="connsiteY1" fmla="*/ 183 h 4375660"/>
              <a:gd name="connsiteX2" fmla="*/ 2295640 w 2356592"/>
              <a:gd name="connsiteY2" fmla="*/ 2454530 h 4375660"/>
              <a:gd name="connsiteX3" fmla="*/ 2043390 w 2356592"/>
              <a:gd name="connsiteY3" fmla="*/ 4262310 h 4375660"/>
              <a:gd name="connsiteX4" fmla="*/ 97666 w 2356592"/>
              <a:gd name="connsiteY4" fmla="*/ 3284751 h 4375660"/>
              <a:gd name="connsiteX5" fmla="*/ 550921 w 2356592"/>
              <a:gd name="connsiteY5" fmla="*/ 1823911 h 4375660"/>
              <a:gd name="connsiteX0" fmla="*/ 1187626 w 2290887"/>
              <a:gd name="connsiteY0" fmla="*/ 1491571 h 4375718"/>
              <a:gd name="connsiteX1" fmla="*/ 1812179 w 2290887"/>
              <a:gd name="connsiteY1" fmla="*/ 241 h 4375718"/>
              <a:gd name="connsiteX2" fmla="*/ 2229935 w 2290887"/>
              <a:gd name="connsiteY2" fmla="*/ 2454588 h 4375718"/>
              <a:gd name="connsiteX3" fmla="*/ 1977685 w 2290887"/>
              <a:gd name="connsiteY3" fmla="*/ 4262368 h 4375718"/>
              <a:gd name="connsiteX4" fmla="*/ 31961 w 2290887"/>
              <a:gd name="connsiteY4" fmla="*/ 3284809 h 4375718"/>
              <a:gd name="connsiteX5" fmla="*/ 1187626 w 2290887"/>
              <a:gd name="connsiteY5" fmla="*/ 1491571 h 4375718"/>
              <a:gd name="connsiteX0" fmla="*/ 1187626 w 2290887"/>
              <a:gd name="connsiteY0" fmla="*/ 1491690 h 4375837"/>
              <a:gd name="connsiteX1" fmla="*/ 1812179 w 2290887"/>
              <a:gd name="connsiteY1" fmla="*/ 360 h 4375837"/>
              <a:gd name="connsiteX2" fmla="*/ 2229935 w 2290887"/>
              <a:gd name="connsiteY2" fmla="*/ 2454707 h 4375837"/>
              <a:gd name="connsiteX3" fmla="*/ 1977685 w 2290887"/>
              <a:gd name="connsiteY3" fmla="*/ 4262487 h 4375837"/>
              <a:gd name="connsiteX4" fmla="*/ 31961 w 2290887"/>
              <a:gd name="connsiteY4" fmla="*/ 3284928 h 4375837"/>
              <a:gd name="connsiteX5" fmla="*/ 1187626 w 2290887"/>
              <a:gd name="connsiteY5" fmla="*/ 1491690 h 4375837"/>
              <a:gd name="connsiteX0" fmla="*/ 1177700 w 2280961"/>
              <a:gd name="connsiteY0" fmla="*/ 1491690 h 4375837"/>
              <a:gd name="connsiteX1" fmla="*/ 1802253 w 2280961"/>
              <a:gd name="connsiteY1" fmla="*/ 360 h 4375837"/>
              <a:gd name="connsiteX2" fmla="*/ 2220009 w 2280961"/>
              <a:gd name="connsiteY2" fmla="*/ 2454707 h 4375837"/>
              <a:gd name="connsiteX3" fmla="*/ 1967759 w 2280961"/>
              <a:gd name="connsiteY3" fmla="*/ 4262487 h 4375837"/>
              <a:gd name="connsiteX4" fmla="*/ 22035 w 2280961"/>
              <a:gd name="connsiteY4" fmla="*/ 3284928 h 4375837"/>
              <a:gd name="connsiteX5" fmla="*/ 1177700 w 2280961"/>
              <a:gd name="connsiteY5" fmla="*/ 1491690 h 4375837"/>
              <a:gd name="connsiteX0" fmla="*/ 1177700 w 2132201"/>
              <a:gd name="connsiteY0" fmla="*/ 1491690 h 4375837"/>
              <a:gd name="connsiteX1" fmla="*/ 1802253 w 2132201"/>
              <a:gd name="connsiteY1" fmla="*/ 360 h 4375837"/>
              <a:gd name="connsiteX2" fmla="*/ 1570986 w 2132201"/>
              <a:gd name="connsiteY2" fmla="*/ 2791232 h 4375837"/>
              <a:gd name="connsiteX3" fmla="*/ 1967759 w 2132201"/>
              <a:gd name="connsiteY3" fmla="*/ 4262487 h 4375837"/>
              <a:gd name="connsiteX4" fmla="*/ 22035 w 2132201"/>
              <a:gd name="connsiteY4" fmla="*/ 3284928 h 4375837"/>
              <a:gd name="connsiteX5" fmla="*/ 1177700 w 2132201"/>
              <a:gd name="connsiteY5" fmla="*/ 1491690 h 4375837"/>
              <a:gd name="connsiteX0" fmla="*/ 1177700 w 2303877"/>
              <a:gd name="connsiteY0" fmla="*/ 654980 h 3539127"/>
              <a:gd name="connsiteX1" fmla="*/ 2105842 w 2303877"/>
              <a:gd name="connsiteY1" fmla="*/ 30327 h 3539127"/>
              <a:gd name="connsiteX2" fmla="*/ 1570986 w 2303877"/>
              <a:gd name="connsiteY2" fmla="*/ 1954522 h 3539127"/>
              <a:gd name="connsiteX3" fmla="*/ 1967759 w 2303877"/>
              <a:gd name="connsiteY3" fmla="*/ 3425777 h 3539127"/>
              <a:gd name="connsiteX4" fmla="*/ 22035 w 2303877"/>
              <a:gd name="connsiteY4" fmla="*/ 2448218 h 3539127"/>
              <a:gd name="connsiteX5" fmla="*/ 1177700 w 2303877"/>
              <a:gd name="connsiteY5" fmla="*/ 654980 h 3539127"/>
              <a:gd name="connsiteX0" fmla="*/ 1177700 w 2303877"/>
              <a:gd name="connsiteY0" fmla="*/ 811890 h 3696037"/>
              <a:gd name="connsiteX1" fmla="*/ 2105842 w 2303877"/>
              <a:gd name="connsiteY1" fmla="*/ 187237 h 3696037"/>
              <a:gd name="connsiteX2" fmla="*/ 1570986 w 2303877"/>
              <a:gd name="connsiteY2" fmla="*/ 2111432 h 3696037"/>
              <a:gd name="connsiteX3" fmla="*/ 1967759 w 2303877"/>
              <a:gd name="connsiteY3" fmla="*/ 3582687 h 3696037"/>
              <a:gd name="connsiteX4" fmla="*/ 22035 w 2303877"/>
              <a:gd name="connsiteY4" fmla="*/ 2605128 h 3696037"/>
              <a:gd name="connsiteX5" fmla="*/ 1177700 w 2303877"/>
              <a:gd name="connsiteY5" fmla="*/ 811890 h 3696037"/>
              <a:gd name="connsiteX0" fmla="*/ 1177700 w 2189200"/>
              <a:gd name="connsiteY0" fmla="*/ 811890 h 3696037"/>
              <a:gd name="connsiteX1" fmla="*/ 2105842 w 2189200"/>
              <a:gd name="connsiteY1" fmla="*/ 187237 h 3696037"/>
              <a:gd name="connsiteX2" fmla="*/ 1570986 w 2189200"/>
              <a:gd name="connsiteY2" fmla="*/ 2111432 h 3696037"/>
              <a:gd name="connsiteX3" fmla="*/ 1967759 w 2189200"/>
              <a:gd name="connsiteY3" fmla="*/ 3582687 h 3696037"/>
              <a:gd name="connsiteX4" fmla="*/ 22035 w 2189200"/>
              <a:gd name="connsiteY4" fmla="*/ 2605128 h 3696037"/>
              <a:gd name="connsiteX5" fmla="*/ 1177700 w 2189200"/>
              <a:gd name="connsiteY5" fmla="*/ 811890 h 3696037"/>
              <a:gd name="connsiteX0" fmla="*/ 1177700 w 2189200"/>
              <a:gd name="connsiteY0" fmla="*/ 743015 h 3627162"/>
              <a:gd name="connsiteX1" fmla="*/ 2105842 w 2189200"/>
              <a:gd name="connsiteY1" fmla="*/ 118362 h 3627162"/>
              <a:gd name="connsiteX2" fmla="*/ 1570986 w 2189200"/>
              <a:gd name="connsiteY2" fmla="*/ 2042557 h 3627162"/>
              <a:gd name="connsiteX3" fmla="*/ 1967759 w 2189200"/>
              <a:gd name="connsiteY3" fmla="*/ 3513812 h 3627162"/>
              <a:gd name="connsiteX4" fmla="*/ 22035 w 2189200"/>
              <a:gd name="connsiteY4" fmla="*/ 2536253 h 3627162"/>
              <a:gd name="connsiteX5" fmla="*/ 1177700 w 2189200"/>
              <a:gd name="connsiteY5" fmla="*/ 743015 h 3627162"/>
              <a:gd name="connsiteX0" fmla="*/ 1177700 w 2189200"/>
              <a:gd name="connsiteY0" fmla="*/ 695554 h 3579701"/>
              <a:gd name="connsiteX1" fmla="*/ 2105842 w 2189200"/>
              <a:gd name="connsiteY1" fmla="*/ 70901 h 3579701"/>
              <a:gd name="connsiteX2" fmla="*/ 1570986 w 2189200"/>
              <a:gd name="connsiteY2" fmla="*/ 1995096 h 3579701"/>
              <a:gd name="connsiteX3" fmla="*/ 1967759 w 2189200"/>
              <a:gd name="connsiteY3" fmla="*/ 3466351 h 3579701"/>
              <a:gd name="connsiteX4" fmla="*/ 22035 w 2189200"/>
              <a:gd name="connsiteY4" fmla="*/ 2488792 h 3579701"/>
              <a:gd name="connsiteX5" fmla="*/ 1177700 w 2189200"/>
              <a:gd name="connsiteY5" fmla="*/ 695554 h 3579701"/>
              <a:gd name="connsiteX0" fmla="*/ 1180449 w 2191949"/>
              <a:gd name="connsiteY0" fmla="*/ 695554 h 3579701"/>
              <a:gd name="connsiteX1" fmla="*/ 2108591 w 2191949"/>
              <a:gd name="connsiteY1" fmla="*/ 70901 h 3579701"/>
              <a:gd name="connsiteX2" fmla="*/ 1573735 w 2191949"/>
              <a:gd name="connsiteY2" fmla="*/ 1995096 h 3579701"/>
              <a:gd name="connsiteX3" fmla="*/ 1970508 w 2191949"/>
              <a:gd name="connsiteY3" fmla="*/ 3466351 h 3579701"/>
              <a:gd name="connsiteX4" fmla="*/ 24784 w 2191949"/>
              <a:gd name="connsiteY4" fmla="*/ 2488792 h 3579701"/>
              <a:gd name="connsiteX5" fmla="*/ 1180449 w 2191949"/>
              <a:gd name="connsiteY5" fmla="*/ 695554 h 3579701"/>
              <a:gd name="connsiteX0" fmla="*/ 1180449 w 2191949"/>
              <a:gd name="connsiteY0" fmla="*/ 688306 h 3572453"/>
              <a:gd name="connsiteX1" fmla="*/ 2108591 w 2191949"/>
              <a:gd name="connsiteY1" fmla="*/ 63653 h 3572453"/>
              <a:gd name="connsiteX2" fmla="*/ 1573735 w 2191949"/>
              <a:gd name="connsiteY2" fmla="*/ 1987848 h 3572453"/>
              <a:gd name="connsiteX3" fmla="*/ 1970508 w 2191949"/>
              <a:gd name="connsiteY3" fmla="*/ 3459103 h 3572453"/>
              <a:gd name="connsiteX4" fmla="*/ 24784 w 2191949"/>
              <a:gd name="connsiteY4" fmla="*/ 2481544 h 3572453"/>
              <a:gd name="connsiteX5" fmla="*/ 1180449 w 2191949"/>
              <a:gd name="connsiteY5" fmla="*/ 688306 h 3572453"/>
              <a:gd name="connsiteX0" fmla="*/ 1180449 w 2191949"/>
              <a:gd name="connsiteY0" fmla="*/ 683650 h 3567797"/>
              <a:gd name="connsiteX1" fmla="*/ 2108591 w 2191949"/>
              <a:gd name="connsiteY1" fmla="*/ 58997 h 3567797"/>
              <a:gd name="connsiteX2" fmla="*/ 1573735 w 2191949"/>
              <a:gd name="connsiteY2" fmla="*/ 1983192 h 3567797"/>
              <a:gd name="connsiteX3" fmla="*/ 1970508 w 2191949"/>
              <a:gd name="connsiteY3" fmla="*/ 3454447 h 3567797"/>
              <a:gd name="connsiteX4" fmla="*/ 24784 w 2191949"/>
              <a:gd name="connsiteY4" fmla="*/ 2476888 h 3567797"/>
              <a:gd name="connsiteX5" fmla="*/ 1180449 w 2191949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3164"/>
              <a:gd name="connsiteY0" fmla="*/ 683650 h 3567797"/>
              <a:gd name="connsiteX1" fmla="*/ 2108591 w 2193164"/>
              <a:gd name="connsiteY1" fmla="*/ 58997 h 3567797"/>
              <a:gd name="connsiteX2" fmla="*/ 1573735 w 2193164"/>
              <a:gd name="connsiteY2" fmla="*/ 1983192 h 3567797"/>
              <a:gd name="connsiteX3" fmla="*/ 1970508 w 2193164"/>
              <a:gd name="connsiteY3" fmla="*/ 3454447 h 3567797"/>
              <a:gd name="connsiteX4" fmla="*/ 24784 w 2193164"/>
              <a:gd name="connsiteY4" fmla="*/ 2476888 h 3567797"/>
              <a:gd name="connsiteX5" fmla="*/ 1180449 w 2193164"/>
              <a:gd name="connsiteY5" fmla="*/ 683650 h 3567797"/>
              <a:gd name="connsiteX0" fmla="*/ 1180310 w 2193025"/>
              <a:gd name="connsiteY0" fmla="*/ 683650 h 3567797"/>
              <a:gd name="connsiteX1" fmla="*/ 2108452 w 2193025"/>
              <a:gd name="connsiteY1" fmla="*/ 58997 h 3567797"/>
              <a:gd name="connsiteX2" fmla="*/ 1573596 w 2193025"/>
              <a:gd name="connsiteY2" fmla="*/ 1983192 h 3567797"/>
              <a:gd name="connsiteX3" fmla="*/ 1970369 w 2193025"/>
              <a:gd name="connsiteY3" fmla="*/ 3454447 h 3567797"/>
              <a:gd name="connsiteX4" fmla="*/ 24645 w 2193025"/>
              <a:gd name="connsiteY4" fmla="*/ 2476888 h 3567797"/>
              <a:gd name="connsiteX5" fmla="*/ 1180310 w 2193025"/>
              <a:gd name="connsiteY5" fmla="*/ 683650 h 3567797"/>
              <a:gd name="connsiteX0" fmla="*/ 1180310 w 2193025"/>
              <a:gd name="connsiteY0" fmla="*/ 693860 h 3578007"/>
              <a:gd name="connsiteX1" fmla="*/ 2108452 w 2193025"/>
              <a:gd name="connsiteY1" fmla="*/ 69207 h 3578007"/>
              <a:gd name="connsiteX2" fmla="*/ 1573596 w 2193025"/>
              <a:gd name="connsiteY2" fmla="*/ 1993402 h 3578007"/>
              <a:gd name="connsiteX3" fmla="*/ 1970369 w 2193025"/>
              <a:gd name="connsiteY3" fmla="*/ 3464657 h 3578007"/>
              <a:gd name="connsiteX4" fmla="*/ 24645 w 2193025"/>
              <a:gd name="connsiteY4" fmla="*/ 2487098 h 3578007"/>
              <a:gd name="connsiteX5" fmla="*/ 1180310 w 2193025"/>
              <a:gd name="connsiteY5" fmla="*/ 693860 h 3578007"/>
              <a:gd name="connsiteX0" fmla="*/ 1180310 w 2193025"/>
              <a:gd name="connsiteY0" fmla="*/ 693860 h 3581308"/>
              <a:gd name="connsiteX1" fmla="*/ 2108452 w 2193025"/>
              <a:gd name="connsiteY1" fmla="*/ 69207 h 3581308"/>
              <a:gd name="connsiteX2" fmla="*/ 1573596 w 2193025"/>
              <a:gd name="connsiteY2" fmla="*/ 1993402 h 3581308"/>
              <a:gd name="connsiteX3" fmla="*/ 1970369 w 2193025"/>
              <a:gd name="connsiteY3" fmla="*/ 3464657 h 3581308"/>
              <a:gd name="connsiteX4" fmla="*/ 24645 w 2193025"/>
              <a:gd name="connsiteY4" fmla="*/ 2487098 h 3581308"/>
              <a:gd name="connsiteX5" fmla="*/ 1180310 w 2193025"/>
              <a:gd name="connsiteY5" fmla="*/ 693860 h 3581308"/>
              <a:gd name="connsiteX0" fmla="*/ 1180701 w 2193416"/>
              <a:gd name="connsiteY0" fmla="*/ 693860 h 3581308"/>
              <a:gd name="connsiteX1" fmla="*/ 2108843 w 2193416"/>
              <a:gd name="connsiteY1" fmla="*/ 69207 h 3581308"/>
              <a:gd name="connsiteX2" fmla="*/ 1573987 w 2193416"/>
              <a:gd name="connsiteY2" fmla="*/ 1993402 h 3581308"/>
              <a:gd name="connsiteX3" fmla="*/ 1970760 w 2193416"/>
              <a:gd name="connsiteY3" fmla="*/ 3464657 h 3581308"/>
              <a:gd name="connsiteX4" fmla="*/ 25036 w 2193416"/>
              <a:gd name="connsiteY4" fmla="*/ 2487098 h 3581308"/>
              <a:gd name="connsiteX5" fmla="*/ 1180701 w 2193416"/>
              <a:gd name="connsiteY5" fmla="*/ 693860 h 3581308"/>
              <a:gd name="connsiteX0" fmla="*/ 928190 w 2150347"/>
              <a:gd name="connsiteY0" fmla="*/ 1084474 h 3508207"/>
              <a:gd name="connsiteX1" fmla="*/ 2108497 w 2150347"/>
              <a:gd name="connsiteY1" fmla="*/ 17094 h 3508207"/>
              <a:gd name="connsiteX2" fmla="*/ 1573641 w 2150347"/>
              <a:gd name="connsiteY2" fmla="*/ 1941289 h 3508207"/>
              <a:gd name="connsiteX3" fmla="*/ 1970414 w 2150347"/>
              <a:gd name="connsiteY3" fmla="*/ 3412544 h 3508207"/>
              <a:gd name="connsiteX4" fmla="*/ 24690 w 2150347"/>
              <a:gd name="connsiteY4" fmla="*/ 2434985 h 3508207"/>
              <a:gd name="connsiteX5" fmla="*/ 928190 w 2150347"/>
              <a:gd name="connsiteY5" fmla="*/ 1084474 h 3508207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4105 w 2214185"/>
              <a:gd name="connsiteY0" fmla="*/ 720680 h 3624865"/>
              <a:gd name="connsiteX1" fmla="*/ 1990259 w 2214185"/>
              <a:gd name="connsiteY1" fmla="*/ 56886 h 3624865"/>
              <a:gd name="connsiteX2" fmla="*/ 1628516 w 2214185"/>
              <a:gd name="connsiteY2" fmla="*/ 2052315 h 3624865"/>
              <a:gd name="connsiteX3" fmla="*/ 2025289 w 2214185"/>
              <a:gd name="connsiteY3" fmla="*/ 3523570 h 3624865"/>
              <a:gd name="connsiteX4" fmla="*/ 79565 w 2214185"/>
              <a:gd name="connsiteY4" fmla="*/ 2546011 h 3624865"/>
              <a:gd name="connsiteX5" fmla="*/ 534105 w 2214185"/>
              <a:gd name="connsiteY5" fmla="*/ 720680 h 3624865"/>
              <a:gd name="connsiteX0" fmla="*/ 534105 w 2214185"/>
              <a:gd name="connsiteY0" fmla="*/ 702134 h 3606319"/>
              <a:gd name="connsiteX1" fmla="*/ 1990259 w 2214185"/>
              <a:gd name="connsiteY1" fmla="*/ 38340 h 3606319"/>
              <a:gd name="connsiteX2" fmla="*/ 1628516 w 2214185"/>
              <a:gd name="connsiteY2" fmla="*/ 2033769 h 3606319"/>
              <a:gd name="connsiteX3" fmla="*/ 2025289 w 2214185"/>
              <a:gd name="connsiteY3" fmla="*/ 3505024 h 3606319"/>
              <a:gd name="connsiteX4" fmla="*/ 79565 w 2214185"/>
              <a:gd name="connsiteY4" fmla="*/ 2527465 h 3606319"/>
              <a:gd name="connsiteX5" fmla="*/ 534105 w 2214185"/>
              <a:gd name="connsiteY5" fmla="*/ 702134 h 3606319"/>
              <a:gd name="connsiteX0" fmla="*/ 591383 w 2201636"/>
              <a:gd name="connsiteY0" fmla="*/ 804752 h 3611345"/>
              <a:gd name="connsiteX1" fmla="*/ 1977710 w 2201636"/>
              <a:gd name="connsiteY1" fmla="*/ 44556 h 3611345"/>
              <a:gd name="connsiteX2" fmla="*/ 1615967 w 2201636"/>
              <a:gd name="connsiteY2" fmla="*/ 2039985 h 3611345"/>
              <a:gd name="connsiteX3" fmla="*/ 2012740 w 2201636"/>
              <a:gd name="connsiteY3" fmla="*/ 3511240 h 3611345"/>
              <a:gd name="connsiteX4" fmla="*/ 67016 w 2201636"/>
              <a:gd name="connsiteY4" fmla="*/ 2533681 h 3611345"/>
              <a:gd name="connsiteX5" fmla="*/ 591383 w 2201636"/>
              <a:gd name="connsiteY5" fmla="*/ 804752 h 3611345"/>
              <a:gd name="connsiteX0" fmla="*/ 621567 w 2231820"/>
              <a:gd name="connsiteY0" fmla="*/ 847596 h 3654189"/>
              <a:gd name="connsiteX1" fmla="*/ 2007894 w 2231820"/>
              <a:gd name="connsiteY1" fmla="*/ 87400 h 3654189"/>
              <a:gd name="connsiteX2" fmla="*/ 1646151 w 2231820"/>
              <a:gd name="connsiteY2" fmla="*/ 2082829 h 3654189"/>
              <a:gd name="connsiteX3" fmla="*/ 2042924 w 2231820"/>
              <a:gd name="connsiteY3" fmla="*/ 3554084 h 3654189"/>
              <a:gd name="connsiteX4" fmla="*/ 97200 w 2231820"/>
              <a:gd name="connsiteY4" fmla="*/ 2576525 h 3654189"/>
              <a:gd name="connsiteX5" fmla="*/ 621567 w 2231820"/>
              <a:gd name="connsiteY5" fmla="*/ 847596 h 36541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31820" h="3654189">
                <a:moveTo>
                  <a:pt x="621567" y="847596"/>
                </a:moveTo>
                <a:cubicBezTo>
                  <a:pt x="1178629" y="2845"/>
                  <a:pt x="1837130" y="-118472"/>
                  <a:pt x="2007894" y="87400"/>
                </a:cubicBezTo>
                <a:cubicBezTo>
                  <a:pt x="2178658" y="293272"/>
                  <a:pt x="1640313" y="1505048"/>
                  <a:pt x="1646151" y="2082829"/>
                </a:cubicBezTo>
                <a:cubicBezTo>
                  <a:pt x="1651989" y="2660610"/>
                  <a:pt x="2633224" y="3039235"/>
                  <a:pt x="2042924" y="3554084"/>
                </a:cubicBezTo>
                <a:cubicBezTo>
                  <a:pt x="1576966" y="3960484"/>
                  <a:pt x="334093" y="3027606"/>
                  <a:pt x="97200" y="2576525"/>
                </a:cubicBezTo>
                <a:cubicBezTo>
                  <a:pt x="-139693" y="2125444"/>
                  <a:pt x="64505" y="1692347"/>
                  <a:pt x="621567" y="847596"/>
                </a:cubicBezTo>
                <a:close/>
              </a:path>
            </a:pathLst>
          </a:custGeom>
          <a:noFill/>
          <a:ln w="76200">
            <a:solidFill>
              <a:srgbClr val="68C0E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Freihandform 7">
            <a:extLst>
              <a:ext uri="{FF2B5EF4-FFF2-40B4-BE49-F238E27FC236}">
                <a16:creationId xmlns:a16="http://schemas.microsoft.com/office/drawing/2014/main" id="{53FEF7C6-490A-61FF-48B8-041F69BF613C}"/>
              </a:ext>
            </a:extLst>
          </p:cNvPr>
          <p:cNvSpPr/>
          <p:nvPr userDrawn="1"/>
        </p:nvSpPr>
        <p:spPr>
          <a:xfrm rot="10129930">
            <a:off x="-2360171" y="-819992"/>
            <a:ext cx="5954496" cy="5169791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2630869"/>
              <a:gd name="connsiteY0" fmla="*/ 1913201 h 4484060"/>
              <a:gd name="connsiteX1" fmla="*/ 2156275 w 2630869"/>
              <a:gd name="connsiteY1" fmla="*/ 89473 h 4484060"/>
              <a:gd name="connsiteX2" fmla="*/ 2574031 w 2630869"/>
              <a:gd name="connsiteY2" fmla="*/ 2543820 h 4484060"/>
              <a:gd name="connsiteX3" fmla="*/ 2321781 w 2630869"/>
              <a:gd name="connsiteY3" fmla="*/ 4351600 h 4484060"/>
              <a:gd name="connsiteX4" fmla="*/ 51546 w 2630869"/>
              <a:gd name="connsiteY4" fmla="*/ 3542304 h 4484060"/>
              <a:gd name="connsiteX5" fmla="*/ 829312 w 2630869"/>
              <a:gd name="connsiteY5" fmla="*/ 1913201 h 4484060"/>
              <a:gd name="connsiteX0" fmla="*/ 829312 w 2634983"/>
              <a:gd name="connsiteY0" fmla="*/ 1913201 h 4484060"/>
              <a:gd name="connsiteX1" fmla="*/ 2156275 w 2634983"/>
              <a:gd name="connsiteY1" fmla="*/ 89473 h 4484060"/>
              <a:gd name="connsiteX2" fmla="*/ 2574031 w 2634983"/>
              <a:gd name="connsiteY2" fmla="*/ 2543820 h 4484060"/>
              <a:gd name="connsiteX3" fmla="*/ 2321781 w 2634983"/>
              <a:gd name="connsiteY3" fmla="*/ 4351600 h 4484060"/>
              <a:gd name="connsiteX4" fmla="*/ 51546 w 2634983"/>
              <a:gd name="connsiteY4" fmla="*/ 3542304 h 4484060"/>
              <a:gd name="connsiteX5" fmla="*/ 829312 w 2634983"/>
              <a:gd name="connsiteY5" fmla="*/ 1913201 h 4484060"/>
              <a:gd name="connsiteX0" fmla="*/ 829312 w 2634983"/>
              <a:gd name="connsiteY0" fmla="*/ 1823911 h 4394770"/>
              <a:gd name="connsiteX1" fmla="*/ 2156275 w 2634983"/>
              <a:gd name="connsiteY1" fmla="*/ 183 h 4394770"/>
              <a:gd name="connsiteX2" fmla="*/ 2574031 w 2634983"/>
              <a:gd name="connsiteY2" fmla="*/ 2454530 h 4394770"/>
              <a:gd name="connsiteX3" fmla="*/ 2321781 w 2634983"/>
              <a:gd name="connsiteY3" fmla="*/ 4262310 h 4394770"/>
              <a:gd name="connsiteX4" fmla="*/ 51546 w 2634983"/>
              <a:gd name="connsiteY4" fmla="*/ 3453014 h 4394770"/>
              <a:gd name="connsiteX5" fmla="*/ 829312 w 2634983"/>
              <a:gd name="connsiteY5" fmla="*/ 1823911 h 4394770"/>
              <a:gd name="connsiteX0" fmla="*/ 550921 w 2356592"/>
              <a:gd name="connsiteY0" fmla="*/ 1823911 h 4375660"/>
              <a:gd name="connsiteX1" fmla="*/ 1877884 w 2356592"/>
              <a:gd name="connsiteY1" fmla="*/ 183 h 4375660"/>
              <a:gd name="connsiteX2" fmla="*/ 2295640 w 2356592"/>
              <a:gd name="connsiteY2" fmla="*/ 2454530 h 4375660"/>
              <a:gd name="connsiteX3" fmla="*/ 2043390 w 2356592"/>
              <a:gd name="connsiteY3" fmla="*/ 4262310 h 4375660"/>
              <a:gd name="connsiteX4" fmla="*/ 97666 w 2356592"/>
              <a:gd name="connsiteY4" fmla="*/ 3284751 h 4375660"/>
              <a:gd name="connsiteX5" fmla="*/ 550921 w 2356592"/>
              <a:gd name="connsiteY5" fmla="*/ 1823911 h 4375660"/>
              <a:gd name="connsiteX0" fmla="*/ 1187626 w 2290887"/>
              <a:gd name="connsiteY0" fmla="*/ 1491571 h 4375718"/>
              <a:gd name="connsiteX1" fmla="*/ 1812179 w 2290887"/>
              <a:gd name="connsiteY1" fmla="*/ 241 h 4375718"/>
              <a:gd name="connsiteX2" fmla="*/ 2229935 w 2290887"/>
              <a:gd name="connsiteY2" fmla="*/ 2454588 h 4375718"/>
              <a:gd name="connsiteX3" fmla="*/ 1977685 w 2290887"/>
              <a:gd name="connsiteY3" fmla="*/ 4262368 h 4375718"/>
              <a:gd name="connsiteX4" fmla="*/ 31961 w 2290887"/>
              <a:gd name="connsiteY4" fmla="*/ 3284809 h 4375718"/>
              <a:gd name="connsiteX5" fmla="*/ 1187626 w 2290887"/>
              <a:gd name="connsiteY5" fmla="*/ 1491571 h 4375718"/>
              <a:gd name="connsiteX0" fmla="*/ 1187626 w 2290887"/>
              <a:gd name="connsiteY0" fmla="*/ 1491690 h 4375837"/>
              <a:gd name="connsiteX1" fmla="*/ 1812179 w 2290887"/>
              <a:gd name="connsiteY1" fmla="*/ 360 h 4375837"/>
              <a:gd name="connsiteX2" fmla="*/ 2229935 w 2290887"/>
              <a:gd name="connsiteY2" fmla="*/ 2454707 h 4375837"/>
              <a:gd name="connsiteX3" fmla="*/ 1977685 w 2290887"/>
              <a:gd name="connsiteY3" fmla="*/ 4262487 h 4375837"/>
              <a:gd name="connsiteX4" fmla="*/ 31961 w 2290887"/>
              <a:gd name="connsiteY4" fmla="*/ 3284928 h 4375837"/>
              <a:gd name="connsiteX5" fmla="*/ 1187626 w 2290887"/>
              <a:gd name="connsiteY5" fmla="*/ 1491690 h 4375837"/>
              <a:gd name="connsiteX0" fmla="*/ 1177700 w 2280961"/>
              <a:gd name="connsiteY0" fmla="*/ 1491690 h 4375837"/>
              <a:gd name="connsiteX1" fmla="*/ 1802253 w 2280961"/>
              <a:gd name="connsiteY1" fmla="*/ 360 h 4375837"/>
              <a:gd name="connsiteX2" fmla="*/ 2220009 w 2280961"/>
              <a:gd name="connsiteY2" fmla="*/ 2454707 h 4375837"/>
              <a:gd name="connsiteX3" fmla="*/ 1967759 w 2280961"/>
              <a:gd name="connsiteY3" fmla="*/ 4262487 h 4375837"/>
              <a:gd name="connsiteX4" fmla="*/ 22035 w 2280961"/>
              <a:gd name="connsiteY4" fmla="*/ 3284928 h 4375837"/>
              <a:gd name="connsiteX5" fmla="*/ 1177700 w 2280961"/>
              <a:gd name="connsiteY5" fmla="*/ 1491690 h 4375837"/>
              <a:gd name="connsiteX0" fmla="*/ 1177700 w 2132201"/>
              <a:gd name="connsiteY0" fmla="*/ 1491690 h 4375837"/>
              <a:gd name="connsiteX1" fmla="*/ 1802253 w 2132201"/>
              <a:gd name="connsiteY1" fmla="*/ 360 h 4375837"/>
              <a:gd name="connsiteX2" fmla="*/ 1570986 w 2132201"/>
              <a:gd name="connsiteY2" fmla="*/ 2791232 h 4375837"/>
              <a:gd name="connsiteX3" fmla="*/ 1967759 w 2132201"/>
              <a:gd name="connsiteY3" fmla="*/ 4262487 h 4375837"/>
              <a:gd name="connsiteX4" fmla="*/ 22035 w 2132201"/>
              <a:gd name="connsiteY4" fmla="*/ 3284928 h 4375837"/>
              <a:gd name="connsiteX5" fmla="*/ 1177700 w 2132201"/>
              <a:gd name="connsiteY5" fmla="*/ 1491690 h 4375837"/>
              <a:gd name="connsiteX0" fmla="*/ 1177700 w 2303877"/>
              <a:gd name="connsiteY0" fmla="*/ 654980 h 3539127"/>
              <a:gd name="connsiteX1" fmla="*/ 2105842 w 2303877"/>
              <a:gd name="connsiteY1" fmla="*/ 30327 h 3539127"/>
              <a:gd name="connsiteX2" fmla="*/ 1570986 w 2303877"/>
              <a:gd name="connsiteY2" fmla="*/ 1954522 h 3539127"/>
              <a:gd name="connsiteX3" fmla="*/ 1967759 w 2303877"/>
              <a:gd name="connsiteY3" fmla="*/ 3425777 h 3539127"/>
              <a:gd name="connsiteX4" fmla="*/ 22035 w 2303877"/>
              <a:gd name="connsiteY4" fmla="*/ 2448218 h 3539127"/>
              <a:gd name="connsiteX5" fmla="*/ 1177700 w 2303877"/>
              <a:gd name="connsiteY5" fmla="*/ 654980 h 3539127"/>
              <a:gd name="connsiteX0" fmla="*/ 1177700 w 2303877"/>
              <a:gd name="connsiteY0" fmla="*/ 811890 h 3696037"/>
              <a:gd name="connsiteX1" fmla="*/ 2105842 w 2303877"/>
              <a:gd name="connsiteY1" fmla="*/ 187237 h 3696037"/>
              <a:gd name="connsiteX2" fmla="*/ 1570986 w 2303877"/>
              <a:gd name="connsiteY2" fmla="*/ 2111432 h 3696037"/>
              <a:gd name="connsiteX3" fmla="*/ 1967759 w 2303877"/>
              <a:gd name="connsiteY3" fmla="*/ 3582687 h 3696037"/>
              <a:gd name="connsiteX4" fmla="*/ 22035 w 2303877"/>
              <a:gd name="connsiteY4" fmla="*/ 2605128 h 3696037"/>
              <a:gd name="connsiteX5" fmla="*/ 1177700 w 2303877"/>
              <a:gd name="connsiteY5" fmla="*/ 811890 h 3696037"/>
              <a:gd name="connsiteX0" fmla="*/ 1177700 w 2189200"/>
              <a:gd name="connsiteY0" fmla="*/ 811890 h 3696037"/>
              <a:gd name="connsiteX1" fmla="*/ 2105842 w 2189200"/>
              <a:gd name="connsiteY1" fmla="*/ 187237 h 3696037"/>
              <a:gd name="connsiteX2" fmla="*/ 1570986 w 2189200"/>
              <a:gd name="connsiteY2" fmla="*/ 2111432 h 3696037"/>
              <a:gd name="connsiteX3" fmla="*/ 1967759 w 2189200"/>
              <a:gd name="connsiteY3" fmla="*/ 3582687 h 3696037"/>
              <a:gd name="connsiteX4" fmla="*/ 22035 w 2189200"/>
              <a:gd name="connsiteY4" fmla="*/ 2605128 h 3696037"/>
              <a:gd name="connsiteX5" fmla="*/ 1177700 w 2189200"/>
              <a:gd name="connsiteY5" fmla="*/ 811890 h 3696037"/>
              <a:gd name="connsiteX0" fmla="*/ 1177700 w 2189200"/>
              <a:gd name="connsiteY0" fmla="*/ 743015 h 3627162"/>
              <a:gd name="connsiteX1" fmla="*/ 2105842 w 2189200"/>
              <a:gd name="connsiteY1" fmla="*/ 118362 h 3627162"/>
              <a:gd name="connsiteX2" fmla="*/ 1570986 w 2189200"/>
              <a:gd name="connsiteY2" fmla="*/ 2042557 h 3627162"/>
              <a:gd name="connsiteX3" fmla="*/ 1967759 w 2189200"/>
              <a:gd name="connsiteY3" fmla="*/ 3513812 h 3627162"/>
              <a:gd name="connsiteX4" fmla="*/ 22035 w 2189200"/>
              <a:gd name="connsiteY4" fmla="*/ 2536253 h 3627162"/>
              <a:gd name="connsiteX5" fmla="*/ 1177700 w 2189200"/>
              <a:gd name="connsiteY5" fmla="*/ 743015 h 3627162"/>
              <a:gd name="connsiteX0" fmla="*/ 1177700 w 2189200"/>
              <a:gd name="connsiteY0" fmla="*/ 695554 h 3579701"/>
              <a:gd name="connsiteX1" fmla="*/ 2105842 w 2189200"/>
              <a:gd name="connsiteY1" fmla="*/ 70901 h 3579701"/>
              <a:gd name="connsiteX2" fmla="*/ 1570986 w 2189200"/>
              <a:gd name="connsiteY2" fmla="*/ 1995096 h 3579701"/>
              <a:gd name="connsiteX3" fmla="*/ 1967759 w 2189200"/>
              <a:gd name="connsiteY3" fmla="*/ 3466351 h 3579701"/>
              <a:gd name="connsiteX4" fmla="*/ 22035 w 2189200"/>
              <a:gd name="connsiteY4" fmla="*/ 2488792 h 3579701"/>
              <a:gd name="connsiteX5" fmla="*/ 1177700 w 2189200"/>
              <a:gd name="connsiteY5" fmla="*/ 695554 h 3579701"/>
              <a:gd name="connsiteX0" fmla="*/ 1180449 w 2191949"/>
              <a:gd name="connsiteY0" fmla="*/ 695554 h 3579701"/>
              <a:gd name="connsiteX1" fmla="*/ 2108591 w 2191949"/>
              <a:gd name="connsiteY1" fmla="*/ 70901 h 3579701"/>
              <a:gd name="connsiteX2" fmla="*/ 1573735 w 2191949"/>
              <a:gd name="connsiteY2" fmla="*/ 1995096 h 3579701"/>
              <a:gd name="connsiteX3" fmla="*/ 1970508 w 2191949"/>
              <a:gd name="connsiteY3" fmla="*/ 3466351 h 3579701"/>
              <a:gd name="connsiteX4" fmla="*/ 24784 w 2191949"/>
              <a:gd name="connsiteY4" fmla="*/ 2488792 h 3579701"/>
              <a:gd name="connsiteX5" fmla="*/ 1180449 w 2191949"/>
              <a:gd name="connsiteY5" fmla="*/ 695554 h 3579701"/>
              <a:gd name="connsiteX0" fmla="*/ 1180449 w 2191949"/>
              <a:gd name="connsiteY0" fmla="*/ 688306 h 3572453"/>
              <a:gd name="connsiteX1" fmla="*/ 2108591 w 2191949"/>
              <a:gd name="connsiteY1" fmla="*/ 63653 h 3572453"/>
              <a:gd name="connsiteX2" fmla="*/ 1573735 w 2191949"/>
              <a:gd name="connsiteY2" fmla="*/ 1987848 h 3572453"/>
              <a:gd name="connsiteX3" fmla="*/ 1970508 w 2191949"/>
              <a:gd name="connsiteY3" fmla="*/ 3459103 h 3572453"/>
              <a:gd name="connsiteX4" fmla="*/ 24784 w 2191949"/>
              <a:gd name="connsiteY4" fmla="*/ 2481544 h 3572453"/>
              <a:gd name="connsiteX5" fmla="*/ 1180449 w 2191949"/>
              <a:gd name="connsiteY5" fmla="*/ 688306 h 3572453"/>
              <a:gd name="connsiteX0" fmla="*/ 1180449 w 2191949"/>
              <a:gd name="connsiteY0" fmla="*/ 683650 h 3567797"/>
              <a:gd name="connsiteX1" fmla="*/ 2108591 w 2191949"/>
              <a:gd name="connsiteY1" fmla="*/ 58997 h 3567797"/>
              <a:gd name="connsiteX2" fmla="*/ 1573735 w 2191949"/>
              <a:gd name="connsiteY2" fmla="*/ 1983192 h 3567797"/>
              <a:gd name="connsiteX3" fmla="*/ 1970508 w 2191949"/>
              <a:gd name="connsiteY3" fmla="*/ 3454447 h 3567797"/>
              <a:gd name="connsiteX4" fmla="*/ 24784 w 2191949"/>
              <a:gd name="connsiteY4" fmla="*/ 2476888 h 3567797"/>
              <a:gd name="connsiteX5" fmla="*/ 1180449 w 2191949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3164"/>
              <a:gd name="connsiteY0" fmla="*/ 683650 h 3567797"/>
              <a:gd name="connsiteX1" fmla="*/ 2108591 w 2193164"/>
              <a:gd name="connsiteY1" fmla="*/ 58997 h 3567797"/>
              <a:gd name="connsiteX2" fmla="*/ 1573735 w 2193164"/>
              <a:gd name="connsiteY2" fmla="*/ 1983192 h 3567797"/>
              <a:gd name="connsiteX3" fmla="*/ 1970508 w 2193164"/>
              <a:gd name="connsiteY3" fmla="*/ 3454447 h 3567797"/>
              <a:gd name="connsiteX4" fmla="*/ 24784 w 2193164"/>
              <a:gd name="connsiteY4" fmla="*/ 2476888 h 3567797"/>
              <a:gd name="connsiteX5" fmla="*/ 1180449 w 2193164"/>
              <a:gd name="connsiteY5" fmla="*/ 683650 h 3567797"/>
              <a:gd name="connsiteX0" fmla="*/ 1180310 w 2193025"/>
              <a:gd name="connsiteY0" fmla="*/ 683650 h 3567797"/>
              <a:gd name="connsiteX1" fmla="*/ 2108452 w 2193025"/>
              <a:gd name="connsiteY1" fmla="*/ 58997 h 3567797"/>
              <a:gd name="connsiteX2" fmla="*/ 1573596 w 2193025"/>
              <a:gd name="connsiteY2" fmla="*/ 1983192 h 3567797"/>
              <a:gd name="connsiteX3" fmla="*/ 1970369 w 2193025"/>
              <a:gd name="connsiteY3" fmla="*/ 3454447 h 3567797"/>
              <a:gd name="connsiteX4" fmla="*/ 24645 w 2193025"/>
              <a:gd name="connsiteY4" fmla="*/ 2476888 h 3567797"/>
              <a:gd name="connsiteX5" fmla="*/ 1180310 w 2193025"/>
              <a:gd name="connsiteY5" fmla="*/ 683650 h 3567797"/>
              <a:gd name="connsiteX0" fmla="*/ 1180310 w 2193025"/>
              <a:gd name="connsiteY0" fmla="*/ 693860 h 3578007"/>
              <a:gd name="connsiteX1" fmla="*/ 2108452 w 2193025"/>
              <a:gd name="connsiteY1" fmla="*/ 69207 h 3578007"/>
              <a:gd name="connsiteX2" fmla="*/ 1573596 w 2193025"/>
              <a:gd name="connsiteY2" fmla="*/ 1993402 h 3578007"/>
              <a:gd name="connsiteX3" fmla="*/ 1970369 w 2193025"/>
              <a:gd name="connsiteY3" fmla="*/ 3464657 h 3578007"/>
              <a:gd name="connsiteX4" fmla="*/ 24645 w 2193025"/>
              <a:gd name="connsiteY4" fmla="*/ 2487098 h 3578007"/>
              <a:gd name="connsiteX5" fmla="*/ 1180310 w 2193025"/>
              <a:gd name="connsiteY5" fmla="*/ 693860 h 3578007"/>
              <a:gd name="connsiteX0" fmla="*/ 1180310 w 2193025"/>
              <a:gd name="connsiteY0" fmla="*/ 693860 h 3581308"/>
              <a:gd name="connsiteX1" fmla="*/ 2108452 w 2193025"/>
              <a:gd name="connsiteY1" fmla="*/ 69207 h 3581308"/>
              <a:gd name="connsiteX2" fmla="*/ 1573596 w 2193025"/>
              <a:gd name="connsiteY2" fmla="*/ 1993402 h 3581308"/>
              <a:gd name="connsiteX3" fmla="*/ 1970369 w 2193025"/>
              <a:gd name="connsiteY3" fmla="*/ 3464657 h 3581308"/>
              <a:gd name="connsiteX4" fmla="*/ 24645 w 2193025"/>
              <a:gd name="connsiteY4" fmla="*/ 2487098 h 3581308"/>
              <a:gd name="connsiteX5" fmla="*/ 1180310 w 2193025"/>
              <a:gd name="connsiteY5" fmla="*/ 693860 h 3581308"/>
              <a:gd name="connsiteX0" fmla="*/ 1180701 w 2193416"/>
              <a:gd name="connsiteY0" fmla="*/ 693860 h 3581308"/>
              <a:gd name="connsiteX1" fmla="*/ 2108843 w 2193416"/>
              <a:gd name="connsiteY1" fmla="*/ 69207 h 3581308"/>
              <a:gd name="connsiteX2" fmla="*/ 1573987 w 2193416"/>
              <a:gd name="connsiteY2" fmla="*/ 1993402 h 3581308"/>
              <a:gd name="connsiteX3" fmla="*/ 1970760 w 2193416"/>
              <a:gd name="connsiteY3" fmla="*/ 3464657 h 3581308"/>
              <a:gd name="connsiteX4" fmla="*/ 25036 w 2193416"/>
              <a:gd name="connsiteY4" fmla="*/ 2487098 h 3581308"/>
              <a:gd name="connsiteX5" fmla="*/ 1180701 w 2193416"/>
              <a:gd name="connsiteY5" fmla="*/ 693860 h 3581308"/>
              <a:gd name="connsiteX0" fmla="*/ 928190 w 2150347"/>
              <a:gd name="connsiteY0" fmla="*/ 1084474 h 3508207"/>
              <a:gd name="connsiteX1" fmla="*/ 2108497 w 2150347"/>
              <a:gd name="connsiteY1" fmla="*/ 17094 h 3508207"/>
              <a:gd name="connsiteX2" fmla="*/ 1573641 w 2150347"/>
              <a:gd name="connsiteY2" fmla="*/ 1941289 h 3508207"/>
              <a:gd name="connsiteX3" fmla="*/ 1970414 w 2150347"/>
              <a:gd name="connsiteY3" fmla="*/ 3412544 h 3508207"/>
              <a:gd name="connsiteX4" fmla="*/ 24690 w 2150347"/>
              <a:gd name="connsiteY4" fmla="*/ 2434985 h 3508207"/>
              <a:gd name="connsiteX5" fmla="*/ 928190 w 2150347"/>
              <a:gd name="connsiteY5" fmla="*/ 1084474 h 3508207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4105 w 2214185"/>
              <a:gd name="connsiteY0" fmla="*/ 720680 h 3624865"/>
              <a:gd name="connsiteX1" fmla="*/ 1990259 w 2214185"/>
              <a:gd name="connsiteY1" fmla="*/ 56886 h 3624865"/>
              <a:gd name="connsiteX2" fmla="*/ 1628516 w 2214185"/>
              <a:gd name="connsiteY2" fmla="*/ 2052315 h 3624865"/>
              <a:gd name="connsiteX3" fmla="*/ 2025289 w 2214185"/>
              <a:gd name="connsiteY3" fmla="*/ 3523570 h 3624865"/>
              <a:gd name="connsiteX4" fmla="*/ 79565 w 2214185"/>
              <a:gd name="connsiteY4" fmla="*/ 2546011 h 3624865"/>
              <a:gd name="connsiteX5" fmla="*/ 534105 w 2214185"/>
              <a:gd name="connsiteY5" fmla="*/ 720680 h 3624865"/>
              <a:gd name="connsiteX0" fmla="*/ 534105 w 2214185"/>
              <a:gd name="connsiteY0" fmla="*/ 702134 h 3606319"/>
              <a:gd name="connsiteX1" fmla="*/ 1990259 w 2214185"/>
              <a:gd name="connsiteY1" fmla="*/ 38340 h 3606319"/>
              <a:gd name="connsiteX2" fmla="*/ 1628516 w 2214185"/>
              <a:gd name="connsiteY2" fmla="*/ 2033769 h 3606319"/>
              <a:gd name="connsiteX3" fmla="*/ 2025289 w 2214185"/>
              <a:gd name="connsiteY3" fmla="*/ 3505024 h 3606319"/>
              <a:gd name="connsiteX4" fmla="*/ 79565 w 2214185"/>
              <a:gd name="connsiteY4" fmla="*/ 2527465 h 3606319"/>
              <a:gd name="connsiteX5" fmla="*/ 534105 w 2214185"/>
              <a:gd name="connsiteY5" fmla="*/ 702134 h 3606319"/>
              <a:gd name="connsiteX0" fmla="*/ 591383 w 2201636"/>
              <a:gd name="connsiteY0" fmla="*/ 804752 h 3611345"/>
              <a:gd name="connsiteX1" fmla="*/ 1977710 w 2201636"/>
              <a:gd name="connsiteY1" fmla="*/ 44556 h 3611345"/>
              <a:gd name="connsiteX2" fmla="*/ 1615967 w 2201636"/>
              <a:gd name="connsiteY2" fmla="*/ 2039985 h 3611345"/>
              <a:gd name="connsiteX3" fmla="*/ 2012740 w 2201636"/>
              <a:gd name="connsiteY3" fmla="*/ 3511240 h 3611345"/>
              <a:gd name="connsiteX4" fmla="*/ 67016 w 2201636"/>
              <a:gd name="connsiteY4" fmla="*/ 2533681 h 3611345"/>
              <a:gd name="connsiteX5" fmla="*/ 591383 w 2201636"/>
              <a:gd name="connsiteY5" fmla="*/ 804752 h 3611345"/>
              <a:gd name="connsiteX0" fmla="*/ 621567 w 2231820"/>
              <a:gd name="connsiteY0" fmla="*/ 847596 h 3654189"/>
              <a:gd name="connsiteX1" fmla="*/ 2007894 w 2231820"/>
              <a:gd name="connsiteY1" fmla="*/ 87400 h 3654189"/>
              <a:gd name="connsiteX2" fmla="*/ 1646151 w 2231820"/>
              <a:gd name="connsiteY2" fmla="*/ 2082829 h 3654189"/>
              <a:gd name="connsiteX3" fmla="*/ 2042924 w 2231820"/>
              <a:gd name="connsiteY3" fmla="*/ 3554084 h 3654189"/>
              <a:gd name="connsiteX4" fmla="*/ 97200 w 2231820"/>
              <a:gd name="connsiteY4" fmla="*/ 2576525 h 3654189"/>
              <a:gd name="connsiteX5" fmla="*/ 621567 w 2231820"/>
              <a:gd name="connsiteY5" fmla="*/ 847596 h 36541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31820" h="3654189">
                <a:moveTo>
                  <a:pt x="621567" y="847596"/>
                </a:moveTo>
                <a:cubicBezTo>
                  <a:pt x="1178629" y="2845"/>
                  <a:pt x="1837130" y="-118472"/>
                  <a:pt x="2007894" y="87400"/>
                </a:cubicBezTo>
                <a:cubicBezTo>
                  <a:pt x="2178658" y="293272"/>
                  <a:pt x="1640313" y="1505048"/>
                  <a:pt x="1646151" y="2082829"/>
                </a:cubicBezTo>
                <a:cubicBezTo>
                  <a:pt x="1651989" y="2660610"/>
                  <a:pt x="2633224" y="3039235"/>
                  <a:pt x="2042924" y="3554084"/>
                </a:cubicBezTo>
                <a:cubicBezTo>
                  <a:pt x="1576966" y="3960484"/>
                  <a:pt x="334093" y="3027606"/>
                  <a:pt x="97200" y="2576525"/>
                </a:cubicBezTo>
                <a:cubicBezTo>
                  <a:pt x="-139693" y="2125444"/>
                  <a:pt x="64505" y="1692347"/>
                  <a:pt x="621567" y="847596"/>
                </a:cubicBezTo>
                <a:close/>
              </a:path>
            </a:pathLst>
          </a:custGeom>
          <a:solidFill>
            <a:srgbClr val="E7E7E7">
              <a:alpha val="52941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A6F8CF2F-03DF-DC19-3FC7-6A00A8DD79FF}"/>
              </a:ext>
            </a:extLst>
          </p:cNvPr>
          <p:cNvGrpSpPr/>
          <p:nvPr userDrawn="1"/>
        </p:nvGrpSpPr>
        <p:grpSpPr>
          <a:xfrm>
            <a:off x="8372798" y="5651780"/>
            <a:ext cx="5498261" cy="2530969"/>
            <a:chOff x="6265416" y="5268016"/>
            <a:chExt cx="7318186" cy="3368719"/>
          </a:xfrm>
        </p:grpSpPr>
        <p:sp>
          <p:nvSpPr>
            <p:cNvPr id="10" name="Freihandform 9">
              <a:extLst>
                <a:ext uri="{FF2B5EF4-FFF2-40B4-BE49-F238E27FC236}">
                  <a16:creationId xmlns:a16="http://schemas.microsoft.com/office/drawing/2014/main" id="{22788B4E-F588-D98D-D108-31A36C6F099D}"/>
                </a:ext>
              </a:extLst>
            </p:cNvPr>
            <p:cNvSpPr/>
            <p:nvPr/>
          </p:nvSpPr>
          <p:spPr>
            <a:xfrm rot="19708695">
              <a:off x="6265416" y="5268016"/>
              <a:ext cx="6636396" cy="3214341"/>
            </a:xfrm>
            <a:custGeom>
              <a:avLst/>
              <a:gdLst>
                <a:gd name="connsiteX0" fmla="*/ 346842 w 3373821"/>
                <a:gd name="connsiteY0" fmla="*/ 283779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346842 w 3373821"/>
                <a:gd name="connsiteY5" fmla="*/ 283779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882870 h 3310759"/>
                <a:gd name="connsiteX1" fmla="*/ 3090042 w 3373821"/>
                <a:gd name="connsiteY1" fmla="*/ 0 h 3310759"/>
                <a:gd name="connsiteX2" fmla="*/ 3373821 w 3373821"/>
                <a:gd name="connsiteY2" fmla="*/ 1849821 h 3310759"/>
                <a:gd name="connsiteX3" fmla="*/ 1902373 w 3373821"/>
                <a:gd name="connsiteY3" fmla="*/ 3310759 h 3310759"/>
                <a:gd name="connsiteX4" fmla="*/ 0 w 3373821"/>
                <a:gd name="connsiteY4" fmla="*/ 2511973 h 3310759"/>
                <a:gd name="connsiteX5" fmla="*/ 777766 w 3373821"/>
                <a:gd name="connsiteY5" fmla="*/ 882870 h 3310759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35451 h 3463340"/>
                <a:gd name="connsiteX1" fmla="*/ 3090042 w 3373821"/>
                <a:gd name="connsiteY1" fmla="*/ 152581 h 3463340"/>
                <a:gd name="connsiteX2" fmla="*/ 3373821 w 3373821"/>
                <a:gd name="connsiteY2" fmla="*/ 2002402 h 3463340"/>
                <a:gd name="connsiteX3" fmla="*/ 1902373 w 3373821"/>
                <a:gd name="connsiteY3" fmla="*/ 3463340 h 3463340"/>
                <a:gd name="connsiteX4" fmla="*/ 0 w 3373821"/>
                <a:gd name="connsiteY4" fmla="*/ 2664554 h 3463340"/>
                <a:gd name="connsiteX5" fmla="*/ 777766 w 3373821"/>
                <a:gd name="connsiteY5" fmla="*/ 1035451 h 3463340"/>
                <a:gd name="connsiteX0" fmla="*/ 777766 w 3468415"/>
                <a:gd name="connsiteY0" fmla="*/ 1035451 h 3463340"/>
                <a:gd name="connsiteX1" fmla="*/ 3090042 w 3468415"/>
                <a:gd name="connsiteY1" fmla="*/ 152581 h 3463340"/>
                <a:gd name="connsiteX2" fmla="*/ 3468415 w 3468415"/>
                <a:gd name="connsiteY2" fmla="*/ 2202098 h 3463340"/>
                <a:gd name="connsiteX3" fmla="*/ 1902373 w 3468415"/>
                <a:gd name="connsiteY3" fmla="*/ 3463340 h 3463340"/>
                <a:gd name="connsiteX4" fmla="*/ 0 w 3468415"/>
                <a:gd name="connsiteY4" fmla="*/ 2664554 h 3463340"/>
                <a:gd name="connsiteX5" fmla="*/ 777766 w 3468415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3748"/>
                <a:gd name="connsiteX1" fmla="*/ 3090042 w 3520921"/>
                <a:gd name="connsiteY1" fmla="*/ 152581 h 3463748"/>
                <a:gd name="connsiteX2" fmla="*/ 3468415 w 3520921"/>
                <a:gd name="connsiteY2" fmla="*/ 2202098 h 3463748"/>
                <a:gd name="connsiteX3" fmla="*/ 1902373 w 3520921"/>
                <a:gd name="connsiteY3" fmla="*/ 3463340 h 3463748"/>
                <a:gd name="connsiteX4" fmla="*/ 0 w 3520921"/>
                <a:gd name="connsiteY4" fmla="*/ 2664554 h 3463748"/>
                <a:gd name="connsiteX5" fmla="*/ 777766 w 3520921"/>
                <a:gd name="connsiteY5" fmla="*/ 1035451 h 3463748"/>
                <a:gd name="connsiteX0" fmla="*/ 815379 w 3558534"/>
                <a:gd name="connsiteY0" fmla="*/ 1035451 h 3463748"/>
                <a:gd name="connsiteX1" fmla="*/ 3127655 w 3558534"/>
                <a:gd name="connsiteY1" fmla="*/ 152581 h 3463748"/>
                <a:gd name="connsiteX2" fmla="*/ 3506028 w 3558534"/>
                <a:gd name="connsiteY2" fmla="*/ 2202098 h 3463748"/>
                <a:gd name="connsiteX3" fmla="*/ 1939986 w 3558534"/>
                <a:gd name="connsiteY3" fmla="*/ 3463340 h 3463748"/>
                <a:gd name="connsiteX4" fmla="*/ 37613 w 3558534"/>
                <a:gd name="connsiteY4" fmla="*/ 2664554 h 3463748"/>
                <a:gd name="connsiteX5" fmla="*/ 815379 w 3558534"/>
                <a:gd name="connsiteY5" fmla="*/ 1035451 h 3463748"/>
                <a:gd name="connsiteX0" fmla="*/ 815379 w 3558534"/>
                <a:gd name="connsiteY0" fmla="*/ 1035451 h 3464371"/>
                <a:gd name="connsiteX1" fmla="*/ 3127655 w 3558534"/>
                <a:gd name="connsiteY1" fmla="*/ 152581 h 3464371"/>
                <a:gd name="connsiteX2" fmla="*/ 3506028 w 3558534"/>
                <a:gd name="connsiteY2" fmla="*/ 2202098 h 3464371"/>
                <a:gd name="connsiteX3" fmla="*/ 1939986 w 3558534"/>
                <a:gd name="connsiteY3" fmla="*/ 3463340 h 3464371"/>
                <a:gd name="connsiteX4" fmla="*/ 37613 w 3558534"/>
                <a:gd name="connsiteY4" fmla="*/ 2664554 h 3464371"/>
                <a:gd name="connsiteX5" fmla="*/ 815379 w 3558534"/>
                <a:gd name="connsiteY5" fmla="*/ 1035451 h 3464371"/>
                <a:gd name="connsiteX0" fmla="*/ 815379 w 3150376"/>
                <a:gd name="connsiteY0" fmla="*/ 1035451 h 3464371"/>
                <a:gd name="connsiteX1" fmla="*/ 3127655 w 3150376"/>
                <a:gd name="connsiteY1" fmla="*/ 152581 h 3464371"/>
                <a:gd name="connsiteX2" fmla="*/ 1961008 w 3150376"/>
                <a:gd name="connsiteY2" fmla="*/ 1655560 h 3464371"/>
                <a:gd name="connsiteX3" fmla="*/ 1939986 w 3150376"/>
                <a:gd name="connsiteY3" fmla="*/ 3463340 h 3464371"/>
                <a:gd name="connsiteX4" fmla="*/ 37613 w 3150376"/>
                <a:gd name="connsiteY4" fmla="*/ 2664554 h 3464371"/>
                <a:gd name="connsiteX5" fmla="*/ 815379 w 3150376"/>
                <a:gd name="connsiteY5" fmla="*/ 1035451 h 3464371"/>
                <a:gd name="connsiteX0" fmla="*/ 815379 w 3162532"/>
                <a:gd name="connsiteY0" fmla="*/ 1035451 h 3464371"/>
                <a:gd name="connsiteX1" fmla="*/ 3127655 w 3162532"/>
                <a:gd name="connsiteY1" fmla="*/ 152581 h 3464371"/>
                <a:gd name="connsiteX2" fmla="*/ 2423463 w 3162532"/>
                <a:gd name="connsiteY2" fmla="*/ 1645049 h 3464371"/>
                <a:gd name="connsiteX3" fmla="*/ 1939986 w 3162532"/>
                <a:gd name="connsiteY3" fmla="*/ 3463340 h 3464371"/>
                <a:gd name="connsiteX4" fmla="*/ 37613 w 3162532"/>
                <a:gd name="connsiteY4" fmla="*/ 2664554 h 3464371"/>
                <a:gd name="connsiteX5" fmla="*/ 815379 w 3162532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606310"/>
                <a:gd name="connsiteX1" fmla="*/ 3127655 w 3171514"/>
                <a:gd name="connsiteY1" fmla="*/ 152581 h 3606310"/>
                <a:gd name="connsiteX2" fmla="*/ 2423463 w 3171514"/>
                <a:gd name="connsiteY2" fmla="*/ 1645049 h 3606310"/>
                <a:gd name="connsiteX3" fmla="*/ 2307848 w 3171514"/>
                <a:gd name="connsiteY3" fmla="*/ 3473850 h 3606310"/>
                <a:gd name="connsiteX4" fmla="*/ 37613 w 3171514"/>
                <a:gd name="connsiteY4" fmla="*/ 2664554 h 3606310"/>
                <a:gd name="connsiteX5" fmla="*/ 815379 w 3171514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64502"/>
                <a:gd name="connsiteY0" fmla="*/ 1035451 h 3606310"/>
                <a:gd name="connsiteX1" fmla="*/ 3127655 w 3164502"/>
                <a:gd name="connsiteY1" fmla="*/ 152581 h 3606310"/>
                <a:gd name="connsiteX2" fmla="*/ 2560098 w 3164502"/>
                <a:gd name="connsiteY2" fmla="*/ 1666070 h 3606310"/>
                <a:gd name="connsiteX3" fmla="*/ 2307848 w 3164502"/>
                <a:gd name="connsiteY3" fmla="*/ 3473850 h 3606310"/>
                <a:gd name="connsiteX4" fmla="*/ 37613 w 3164502"/>
                <a:gd name="connsiteY4" fmla="*/ 2664554 h 3606310"/>
                <a:gd name="connsiteX5" fmla="*/ 815379 w 3164502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29312 w 3176710"/>
                <a:gd name="connsiteY0" fmla="*/ 1035451 h 3606310"/>
                <a:gd name="connsiteX1" fmla="*/ 3141588 w 3176710"/>
                <a:gd name="connsiteY1" fmla="*/ 152581 h 3606310"/>
                <a:gd name="connsiteX2" fmla="*/ 2574031 w 3176710"/>
                <a:gd name="connsiteY2" fmla="*/ 1666070 h 3606310"/>
                <a:gd name="connsiteX3" fmla="*/ 2321781 w 3176710"/>
                <a:gd name="connsiteY3" fmla="*/ 3473850 h 3606310"/>
                <a:gd name="connsiteX4" fmla="*/ 51546 w 3176710"/>
                <a:gd name="connsiteY4" fmla="*/ 2664554 h 3606310"/>
                <a:gd name="connsiteX5" fmla="*/ 829312 w 3176710"/>
                <a:gd name="connsiteY5" fmla="*/ 1035451 h 3606310"/>
                <a:gd name="connsiteX0" fmla="*/ 829312 w 3177410"/>
                <a:gd name="connsiteY0" fmla="*/ 1035451 h 3606310"/>
                <a:gd name="connsiteX1" fmla="*/ 3141588 w 3177410"/>
                <a:gd name="connsiteY1" fmla="*/ 152581 h 3606310"/>
                <a:gd name="connsiteX2" fmla="*/ 2574031 w 3177410"/>
                <a:gd name="connsiteY2" fmla="*/ 1666070 h 3606310"/>
                <a:gd name="connsiteX3" fmla="*/ 2321781 w 3177410"/>
                <a:gd name="connsiteY3" fmla="*/ 3473850 h 3606310"/>
                <a:gd name="connsiteX4" fmla="*/ 51546 w 3177410"/>
                <a:gd name="connsiteY4" fmla="*/ 2664554 h 3606310"/>
                <a:gd name="connsiteX5" fmla="*/ 829312 w 3177410"/>
                <a:gd name="connsiteY5" fmla="*/ 1035451 h 3606310"/>
                <a:gd name="connsiteX0" fmla="*/ 829312 w 3177410"/>
                <a:gd name="connsiteY0" fmla="*/ 1013703 h 3584562"/>
                <a:gd name="connsiteX1" fmla="*/ 3141588 w 3177410"/>
                <a:gd name="connsiteY1" fmla="*/ 130833 h 3584562"/>
                <a:gd name="connsiteX2" fmla="*/ 2574031 w 3177410"/>
                <a:gd name="connsiteY2" fmla="*/ 1644322 h 3584562"/>
                <a:gd name="connsiteX3" fmla="*/ 2321781 w 3177410"/>
                <a:gd name="connsiteY3" fmla="*/ 3452102 h 3584562"/>
                <a:gd name="connsiteX4" fmla="*/ 51546 w 3177410"/>
                <a:gd name="connsiteY4" fmla="*/ 2642806 h 3584562"/>
                <a:gd name="connsiteX5" fmla="*/ 829312 w 3177410"/>
                <a:gd name="connsiteY5" fmla="*/ 1013703 h 3584562"/>
                <a:gd name="connsiteX0" fmla="*/ 829578 w 3177676"/>
                <a:gd name="connsiteY0" fmla="*/ 1013703 h 3584562"/>
                <a:gd name="connsiteX1" fmla="*/ 3141854 w 3177676"/>
                <a:gd name="connsiteY1" fmla="*/ 130833 h 3584562"/>
                <a:gd name="connsiteX2" fmla="*/ 2574297 w 3177676"/>
                <a:gd name="connsiteY2" fmla="*/ 1644322 h 3584562"/>
                <a:gd name="connsiteX3" fmla="*/ 2322047 w 3177676"/>
                <a:gd name="connsiteY3" fmla="*/ 3452102 h 3584562"/>
                <a:gd name="connsiteX4" fmla="*/ 51812 w 3177676"/>
                <a:gd name="connsiteY4" fmla="*/ 2642806 h 3584562"/>
                <a:gd name="connsiteX5" fmla="*/ 829578 w 3177676"/>
                <a:gd name="connsiteY5" fmla="*/ 1013703 h 3584562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11178 w 2672400"/>
                <a:gd name="connsiteY0" fmla="*/ 7864 h 2583061"/>
                <a:gd name="connsiteX1" fmla="*/ 1318755 w 2672400"/>
                <a:gd name="connsiteY1" fmla="*/ 1092175 h 2583061"/>
                <a:gd name="connsiteX2" fmla="*/ 2555897 w 2672400"/>
                <a:gd name="connsiteY2" fmla="*/ 638483 h 2583061"/>
                <a:gd name="connsiteX3" fmla="*/ 2303647 w 2672400"/>
                <a:gd name="connsiteY3" fmla="*/ 2446263 h 2583061"/>
                <a:gd name="connsiteX4" fmla="*/ 33412 w 2672400"/>
                <a:gd name="connsiteY4" fmla="*/ 1636967 h 2583061"/>
                <a:gd name="connsiteX5" fmla="*/ 811178 w 2672400"/>
                <a:gd name="connsiteY5" fmla="*/ 7864 h 2583061"/>
                <a:gd name="connsiteX0" fmla="*/ 811178 w 3223026"/>
                <a:gd name="connsiteY0" fmla="*/ 5596 h 2477281"/>
                <a:gd name="connsiteX1" fmla="*/ 1318755 w 3223026"/>
                <a:gd name="connsiteY1" fmla="*/ 1089907 h 2477281"/>
                <a:gd name="connsiteX2" fmla="*/ 3192488 w 3223026"/>
                <a:gd name="connsiteY2" fmla="*/ 802600 h 2477281"/>
                <a:gd name="connsiteX3" fmla="*/ 2303647 w 3223026"/>
                <a:gd name="connsiteY3" fmla="*/ 2443995 h 2477281"/>
                <a:gd name="connsiteX4" fmla="*/ 33412 w 3223026"/>
                <a:gd name="connsiteY4" fmla="*/ 1634699 h 2477281"/>
                <a:gd name="connsiteX5" fmla="*/ 811178 w 3223026"/>
                <a:gd name="connsiteY5" fmla="*/ 5596 h 2477281"/>
                <a:gd name="connsiteX0" fmla="*/ 846588 w 3330250"/>
                <a:gd name="connsiteY0" fmla="*/ 5596 h 2432711"/>
                <a:gd name="connsiteX1" fmla="*/ 1354165 w 3330250"/>
                <a:gd name="connsiteY1" fmla="*/ 1089907 h 2432711"/>
                <a:gd name="connsiteX2" fmla="*/ 3227898 w 3330250"/>
                <a:gd name="connsiteY2" fmla="*/ 802600 h 2432711"/>
                <a:gd name="connsiteX3" fmla="*/ 2761796 w 3330250"/>
                <a:gd name="connsiteY3" fmla="*/ 2409553 h 2432711"/>
                <a:gd name="connsiteX4" fmla="*/ 68822 w 3330250"/>
                <a:gd name="connsiteY4" fmla="*/ 1634699 h 2432711"/>
                <a:gd name="connsiteX5" fmla="*/ 846588 w 3330250"/>
                <a:gd name="connsiteY5" fmla="*/ 5596 h 2432711"/>
                <a:gd name="connsiteX0" fmla="*/ 846588 w 3514825"/>
                <a:gd name="connsiteY0" fmla="*/ 5596 h 2432711"/>
                <a:gd name="connsiteX1" fmla="*/ 1354165 w 3514825"/>
                <a:gd name="connsiteY1" fmla="*/ 1089907 h 2432711"/>
                <a:gd name="connsiteX2" fmla="*/ 3227898 w 3514825"/>
                <a:gd name="connsiteY2" fmla="*/ 802600 h 2432711"/>
                <a:gd name="connsiteX3" fmla="*/ 2761796 w 3514825"/>
                <a:gd name="connsiteY3" fmla="*/ 2409553 h 2432711"/>
                <a:gd name="connsiteX4" fmla="*/ 68822 w 3514825"/>
                <a:gd name="connsiteY4" fmla="*/ 1634699 h 2432711"/>
                <a:gd name="connsiteX5" fmla="*/ 846588 w 3514825"/>
                <a:gd name="connsiteY5" fmla="*/ 5596 h 2432711"/>
                <a:gd name="connsiteX0" fmla="*/ 875402 w 3543639"/>
                <a:gd name="connsiteY0" fmla="*/ 2708 h 2429823"/>
                <a:gd name="connsiteX1" fmla="*/ 1382979 w 3543639"/>
                <a:gd name="connsiteY1" fmla="*/ 1087019 h 2429823"/>
                <a:gd name="connsiteX2" fmla="*/ 3256712 w 3543639"/>
                <a:gd name="connsiteY2" fmla="*/ 799712 h 2429823"/>
                <a:gd name="connsiteX3" fmla="*/ 2790610 w 3543639"/>
                <a:gd name="connsiteY3" fmla="*/ 2406665 h 2429823"/>
                <a:gd name="connsiteX4" fmla="*/ 97636 w 3543639"/>
                <a:gd name="connsiteY4" fmla="*/ 1631811 h 2429823"/>
                <a:gd name="connsiteX5" fmla="*/ 875402 w 3543639"/>
                <a:gd name="connsiteY5" fmla="*/ 2708 h 2429823"/>
                <a:gd name="connsiteX0" fmla="*/ 1035116 w 3703353"/>
                <a:gd name="connsiteY0" fmla="*/ 3586 h 2450893"/>
                <a:gd name="connsiteX1" fmla="*/ 1542693 w 3703353"/>
                <a:gd name="connsiteY1" fmla="*/ 1087897 h 2450893"/>
                <a:gd name="connsiteX2" fmla="*/ 3416426 w 3703353"/>
                <a:gd name="connsiteY2" fmla="*/ 800590 h 2450893"/>
                <a:gd name="connsiteX3" fmla="*/ 2950324 w 3703353"/>
                <a:gd name="connsiteY3" fmla="*/ 2407543 h 2450893"/>
                <a:gd name="connsiteX4" fmla="*/ 257350 w 3703353"/>
                <a:gd name="connsiteY4" fmla="*/ 1632689 h 2450893"/>
                <a:gd name="connsiteX5" fmla="*/ 1035116 w 3703353"/>
                <a:gd name="connsiteY5" fmla="*/ 3586 h 2450893"/>
                <a:gd name="connsiteX0" fmla="*/ 991689 w 3462563"/>
                <a:gd name="connsiteY0" fmla="*/ 10605 h 2457912"/>
                <a:gd name="connsiteX1" fmla="*/ 1674106 w 3462563"/>
                <a:gd name="connsiteY1" fmla="*/ 930710 h 2457912"/>
                <a:gd name="connsiteX2" fmla="*/ 3372999 w 3462563"/>
                <a:gd name="connsiteY2" fmla="*/ 807609 h 2457912"/>
                <a:gd name="connsiteX3" fmla="*/ 2906897 w 3462563"/>
                <a:gd name="connsiteY3" fmla="*/ 2414562 h 2457912"/>
                <a:gd name="connsiteX4" fmla="*/ 213923 w 3462563"/>
                <a:gd name="connsiteY4" fmla="*/ 1639708 h 2457912"/>
                <a:gd name="connsiteX5" fmla="*/ 991689 w 3462563"/>
                <a:gd name="connsiteY5" fmla="*/ 10605 h 2457912"/>
                <a:gd name="connsiteX0" fmla="*/ 991689 w 3644113"/>
                <a:gd name="connsiteY0" fmla="*/ 10605 h 2457912"/>
                <a:gd name="connsiteX1" fmla="*/ 1674106 w 3644113"/>
                <a:gd name="connsiteY1" fmla="*/ 930710 h 2457912"/>
                <a:gd name="connsiteX2" fmla="*/ 3372999 w 3644113"/>
                <a:gd name="connsiteY2" fmla="*/ 807609 h 2457912"/>
                <a:gd name="connsiteX3" fmla="*/ 2906897 w 3644113"/>
                <a:gd name="connsiteY3" fmla="*/ 2414562 h 2457912"/>
                <a:gd name="connsiteX4" fmla="*/ 213923 w 3644113"/>
                <a:gd name="connsiteY4" fmla="*/ 1639708 h 2457912"/>
                <a:gd name="connsiteX5" fmla="*/ 991689 w 3644113"/>
                <a:gd name="connsiteY5" fmla="*/ 10605 h 2457912"/>
                <a:gd name="connsiteX0" fmla="*/ 1054352 w 3706777"/>
                <a:gd name="connsiteY0" fmla="*/ 1046 h 2448353"/>
                <a:gd name="connsiteX1" fmla="*/ 1736769 w 3706777"/>
                <a:gd name="connsiteY1" fmla="*/ 921151 h 2448353"/>
                <a:gd name="connsiteX2" fmla="*/ 3435662 w 3706777"/>
                <a:gd name="connsiteY2" fmla="*/ 798050 h 2448353"/>
                <a:gd name="connsiteX3" fmla="*/ 2969560 w 3706777"/>
                <a:gd name="connsiteY3" fmla="*/ 2405003 h 2448353"/>
                <a:gd name="connsiteX4" fmla="*/ 276586 w 3706777"/>
                <a:gd name="connsiteY4" fmla="*/ 1630149 h 2448353"/>
                <a:gd name="connsiteX5" fmla="*/ 1054352 w 3706777"/>
                <a:gd name="connsiteY5" fmla="*/ 1046 h 2448353"/>
                <a:gd name="connsiteX0" fmla="*/ 590056 w 3683836"/>
                <a:gd name="connsiteY0" fmla="*/ 1109 h 1961431"/>
                <a:gd name="connsiteX1" fmla="*/ 1713828 w 3683836"/>
                <a:gd name="connsiteY1" fmla="*/ 456838 h 1961431"/>
                <a:gd name="connsiteX2" fmla="*/ 3412721 w 3683836"/>
                <a:gd name="connsiteY2" fmla="*/ 333737 h 1961431"/>
                <a:gd name="connsiteX3" fmla="*/ 2946619 w 3683836"/>
                <a:gd name="connsiteY3" fmla="*/ 1940690 h 1961431"/>
                <a:gd name="connsiteX4" fmla="*/ 253645 w 3683836"/>
                <a:gd name="connsiteY4" fmla="*/ 1165836 h 1961431"/>
                <a:gd name="connsiteX5" fmla="*/ 590056 w 3683836"/>
                <a:gd name="connsiteY5" fmla="*/ 1109 h 1961431"/>
                <a:gd name="connsiteX0" fmla="*/ 577152 w 3670932"/>
                <a:gd name="connsiteY0" fmla="*/ 28557 h 1988879"/>
                <a:gd name="connsiteX1" fmla="*/ 1700924 w 3670932"/>
                <a:gd name="connsiteY1" fmla="*/ 484286 h 1988879"/>
                <a:gd name="connsiteX2" fmla="*/ 3399817 w 3670932"/>
                <a:gd name="connsiteY2" fmla="*/ 361185 h 1988879"/>
                <a:gd name="connsiteX3" fmla="*/ 2933715 w 3670932"/>
                <a:gd name="connsiteY3" fmla="*/ 1968138 h 1988879"/>
                <a:gd name="connsiteX4" fmla="*/ 240741 w 3670932"/>
                <a:gd name="connsiteY4" fmla="*/ 1193284 h 1988879"/>
                <a:gd name="connsiteX5" fmla="*/ 577152 w 3670932"/>
                <a:gd name="connsiteY5" fmla="*/ 28557 h 1988879"/>
                <a:gd name="connsiteX0" fmla="*/ 5660 w 3065770"/>
                <a:gd name="connsiteY0" fmla="*/ 41752 h 2084853"/>
                <a:gd name="connsiteX1" fmla="*/ 1129432 w 3065770"/>
                <a:gd name="connsiteY1" fmla="*/ 497481 h 2084853"/>
                <a:gd name="connsiteX2" fmla="*/ 2828325 w 3065770"/>
                <a:gd name="connsiteY2" fmla="*/ 374380 h 2084853"/>
                <a:gd name="connsiteX3" fmla="*/ 2362223 w 3065770"/>
                <a:gd name="connsiteY3" fmla="*/ 1981333 h 2084853"/>
                <a:gd name="connsiteX4" fmla="*/ 768571 w 3065770"/>
                <a:gd name="connsiteY4" fmla="*/ 1718703 h 2084853"/>
                <a:gd name="connsiteX5" fmla="*/ 5660 w 3065770"/>
                <a:gd name="connsiteY5" fmla="*/ 41752 h 2084853"/>
                <a:gd name="connsiteX0" fmla="*/ 12471 w 3072581"/>
                <a:gd name="connsiteY0" fmla="*/ 41752 h 2092530"/>
                <a:gd name="connsiteX1" fmla="*/ 1136243 w 3072581"/>
                <a:gd name="connsiteY1" fmla="*/ 497481 h 2092530"/>
                <a:gd name="connsiteX2" fmla="*/ 2835136 w 3072581"/>
                <a:gd name="connsiteY2" fmla="*/ 374380 h 2092530"/>
                <a:gd name="connsiteX3" fmla="*/ 2369034 w 3072581"/>
                <a:gd name="connsiteY3" fmla="*/ 1981333 h 2092530"/>
                <a:gd name="connsiteX4" fmla="*/ 775382 w 3072581"/>
                <a:gd name="connsiteY4" fmla="*/ 1718703 h 2092530"/>
                <a:gd name="connsiteX5" fmla="*/ 12471 w 3072581"/>
                <a:gd name="connsiteY5" fmla="*/ 41752 h 2092530"/>
                <a:gd name="connsiteX0" fmla="*/ 2798 w 3655173"/>
                <a:gd name="connsiteY0" fmla="*/ 869129 h 2007317"/>
                <a:gd name="connsiteX1" fmla="*/ 1718835 w 3655173"/>
                <a:gd name="connsiteY1" fmla="*/ 445136 h 2007317"/>
                <a:gd name="connsiteX2" fmla="*/ 3417728 w 3655173"/>
                <a:gd name="connsiteY2" fmla="*/ 322035 h 2007317"/>
                <a:gd name="connsiteX3" fmla="*/ 2951626 w 3655173"/>
                <a:gd name="connsiteY3" fmla="*/ 1928988 h 2007317"/>
                <a:gd name="connsiteX4" fmla="*/ 1357974 w 3655173"/>
                <a:gd name="connsiteY4" fmla="*/ 1666358 h 2007317"/>
                <a:gd name="connsiteX5" fmla="*/ 2798 w 3655173"/>
                <a:gd name="connsiteY5" fmla="*/ 869129 h 2007317"/>
                <a:gd name="connsiteX0" fmla="*/ 542 w 3652917"/>
                <a:gd name="connsiteY0" fmla="*/ 869129 h 2007318"/>
                <a:gd name="connsiteX1" fmla="*/ 1716579 w 3652917"/>
                <a:gd name="connsiteY1" fmla="*/ 445136 h 2007318"/>
                <a:gd name="connsiteX2" fmla="*/ 3415472 w 3652917"/>
                <a:gd name="connsiteY2" fmla="*/ 322035 h 2007318"/>
                <a:gd name="connsiteX3" fmla="*/ 2949370 w 3652917"/>
                <a:gd name="connsiteY3" fmla="*/ 1928988 h 2007318"/>
                <a:gd name="connsiteX4" fmla="*/ 1355718 w 3652917"/>
                <a:gd name="connsiteY4" fmla="*/ 1666358 h 2007318"/>
                <a:gd name="connsiteX5" fmla="*/ 542 w 3652917"/>
                <a:gd name="connsiteY5" fmla="*/ 869129 h 2007318"/>
                <a:gd name="connsiteX0" fmla="*/ 243 w 3639926"/>
                <a:gd name="connsiteY0" fmla="*/ 869129 h 1955507"/>
                <a:gd name="connsiteX1" fmla="*/ 1716280 w 3639926"/>
                <a:gd name="connsiteY1" fmla="*/ 445136 h 1955507"/>
                <a:gd name="connsiteX2" fmla="*/ 3415173 w 3639926"/>
                <a:gd name="connsiteY2" fmla="*/ 322035 h 1955507"/>
                <a:gd name="connsiteX3" fmla="*/ 2949071 w 3639926"/>
                <a:gd name="connsiteY3" fmla="*/ 1928988 h 1955507"/>
                <a:gd name="connsiteX4" fmla="*/ 1833458 w 3639926"/>
                <a:gd name="connsiteY4" fmla="*/ 1291535 h 1955507"/>
                <a:gd name="connsiteX5" fmla="*/ 243 w 3639926"/>
                <a:gd name="connsiteY5" fmla="*/ 869129 h 1955507"/>
                <a:gd name="connsiteX0" fmla="*/ 243 w 3639926"/>
                <a:gd name="connsiteY0" fmla="*/ 869129 h 1947022"/>
                <a:gd name="connsiteX1" fmla="*/ 1716280 w 3639926"/>
                <a:gd name="connsiteY1" fmla="*/ 445136 h 1947022"/>
                <a:gd name="connsiteX2" fmla="*/ 3415173 w 3639926"/>
                <a:gd name="connsiteY2" fmla="*/ 322035 h 1947022"/>
                <a:gd name="connsiteX3" fmla="*/ 2949071 w 3639926"/>
                <a:gd name="connsiteY3" fmla="*/ 1928988 h 1947022"/>
                <a:gd name="connsiteX4" fmla="*/ 1833458 w 3639926"/>
                <a:gd name="connsiteY4" fmla="*/ 1291535 h 1947022"/>
                <a:gd name="connsiteX5" fmla="*/ 243 w 3639926"/>
                <a:gd name="connsiteY5" fmla="*/ 869129 h 1947022"/>
                <a:gd name="connsiteX0" fmla="*/ 7345 w 3647028"/>
                <a:gd name="connsiteY0" fmla="*/ 869129 h 1947022"/>
                <a:gd name="connsiteX1" fmla="*/ 1723382 w 3647028"/>
                <a:gd name="connsiteY1" fmla="*/ 445136 h 1947022"/>
                <a:gd name="connsiteX2" fmla="*/ 3422275 w 3647028"/>
                <a:gd name="connsiteY2" fmla="*/ 322035 h 1947022"/>
                <a:gd name="connsiteX3" fmla="*/ 2956173 w 3647028"/>
                <a:gd name="connsiteY3" fmla="*/ 1928988 h 1947022"/>
                <a:gd name="connsiteX4" fmla="*/ 1840560 w 3647028"/>
                <a:gd name="connsiteY4" fmla="*/ 1291535 h 1947022"/>
                <a:gd name="connsiteX5" fmla="*/ 7345 w 3647028"/>
                <a:gd name="connsiteY5" fmla="*/ 869129 h 1947022"/>
                <a:gd name="connsiteX0" fmla="*/ 7345 w 3811052"/>
                <a:gd name="connsiteY0" fmla="*/ 869129 h 1929159"/>
                <a:gd name="connsiteX1" fmla="*/ 1723382 w 3811052"/>
                <a:gd name="connsiteY1" fmla="*/ 445136 h 1929159"/>
                <a:gd name="connsiteX2" fmla="*/ 3422275 w 3811052"/>
                <a:gd name="connsiteY2" fmla="*/ 322035 h 1929159"/>
                <a:gd name="connsiteX3" fmla="*/ 2956173 w 3811052"/>
                <a:gd name="connsiteY3" fmla="*/ 1928988 h 1929159"/>
                <a:gd name="connsiteX4" fmla="*/ 1840560 w 3811052"/>
                <a:gd name="connsiteY4" fmla="*/ 1291535 h 1929159"/>
                <a:gd name="connsiteX5" fmla="*/ 7345 w 3811052"/>
                <a:gd name="connsiteY5" fmla="*/ 869129 h 1929159"/>
                <a:gd name="connsiteX0" fmla="*/ 5264 w 3937957"/>
                <a:gd name="connsiteY0" fmla="*/ 1155023 h 1938909"/>
                <a:gd name="connsiteX1" fmla="*/ 1850286 w 3937957"/>
                <a:gd name="connsiteY1" fmla="*/ 454886 h 1938909"/>
                <a:gd name="connsiteX2" fmla="*/ 3549179 w 3937957"/>
                <a:gd name="connsiteY2" fmla="*/ 331785 h 1938909"/>
                <a:gd name="connsiteX3" fmla="*/ 3083077 w 3937957"/>
                <a:gd name="connsiteY3" fmla="*/ 1938738 h 1938909"/>
                <a:gd name="connsiteX4" fmla="*/ 1967464 w 3937957"/>
                <a:gd name="connsiteY4" fmla="*/ 1301285 h 1938909"/>
                <a:gd name="connsiteX5" fmla="*/ 5264 w 3937957"/>
                <a:gd name="connsiteY5" fmla="*/ 1155023 h 1938909"/>
                <a:gd name="connsiteX0" fmla="*/ 23607 w 3956300"/>
                <a:gd name="connsiteY0" fmla="*/ 1155023 h 1938909"/>
                <a:gd name="connsiteX1" fmla="*/ 1868629 w 3956300"/>
                <a:gd name="connsiteY1" fmla="*/ 454886 h 1938909"/>
                <a:gd name="connsiteX2" fmla="*/ 3567522 w 3956300"/>
                <a:gd name="connsiteY2" fmla="*/ 331785 h 1938909"/>
                <a:gd name="connsiteX3" fmla="*/ 3101420 w 3956300"/>
                <a:gd name="connsiteY3" fmla="*/ 1938738 h 1938909"/>
                <a:gd name="connsiteX4" fmla="*/ 1985807 w 3956300"/>
                <a:gd name="connsiteY4" fmla="*/ 1301285 h 1938909"/>
                <a:gd name="connsiteX5" fmla="*/ 23607 w 3956300"/>
                <a:gd name="connsiteY5" fmla="*/ 1155023 h 1938909"/>
                <a:gd name="connsiteX0" fmla="*/ 356 w 3775841"/>
                <a:gd name="connsiteY0" fmla="*/ 1155023 h 1975367"/>
                <a:gd name="connsiteX1" fmla="*/ 1845378 w 3775841"/>
                <a:gd name="connsiteY1" fmla="*/ 454886 h 1975367"/>
                <a:gd name="connsiteX2" fmla="*/ 3544271 w 3775841"/>
                <a:gd name="connsiteY2" fmla="*/ 331785 h 1975367"/>
                <a:gd name="connsiteX3" fmla="*/ 3078169 w 3775841"/>
                <a:gd name="connsiteY3" fmla="*/ 1938738 h 1975367"/>
                <a:gd name="connsiteX4" fmla="*/ 1700608 w 3775841"/>
                <a:gd name="connsiteY4" fmla="*/ 1432728 h 1975367"/>
                <a:gd name="connsiteX5" fmla="*/ 356 w 3775841"/>
                <a:gd name="connsiteY5" fmla="*/ 1155023 h 1975367"/>
                <a:gd name="connsiteX0" fmla="*/ 385 w 3775871"/>
                <a:gd name="connsiteY0" fmla="*/ 1155023 h 1964875"/>
                <a:gd name="connsiteX1" fmla="*/ 1845407 w 3775871"/>
                <a:gd name="connsiteY1" fmla="*/ 454886 h 1964875"/>
                <a:gd name="connsiteX2" fmla="*/ 3544300 w 3775871"/>
                <a:gd name="connsiteY2" fmla="*/ 331785 h 1964875"/>
                <a:gd name="connsiteX3" fmla="*/ 3078198 w 3775871"/>
                <a:gd name="connsiteY3" fmla="*/ 1938738 h 1964875"/>
                <a:gd name="connsiteX4" fmla="*/ 1700637 w 3775871"/>
                <a:gd name="connsiteY4" fmla="*/ 1432728 h 1964875"/>
                <a:gd name="connsiteX5" fmla="*/ 385 w 3775871"/>
                <a:gd name="connsiteY5" fmla="*/ 1155023 h 1964875"/>
                <a:gd name="connsiteX0" fmla="*/ 518 w 3310321"/>
                <a:gd name="connsiteY0" fmla="*/ 1561197 h 1986949"/>
                <a:gd name="connsiteX1" fmla="*/ 1379857 w 3310321"/>
                <a:gd name="connsiteY1" fmla="*/ 469469 h 1986949"/>
                <a:gd name="connsiteX2" fmla="*/ 3078750 w 3310321"/>
                <a:gd name="connsiteY2" fmla="*/ 346368 h 1986949"/>
                <a:gd name="connsiteX3" fmla="*/ 2612648 w 3310321"/>
                <a:gd name="connsiteY3" fmla="*/ 1953321 h 1986949"/>
                <a:gd name="connsiteX4" fmla="*/ 1235087 w 3310321"/>
                <a:gd name="connsiteY4" fmla="*/ 1447311 h 1986949"/>
                <a:gd name="connsiteX5" fmla="*/ 518 w 3310321"/>
                <a:gd name="connsiteY5" fmla="*/ 1561197 h 1986949"/>
                <a:gd name="connsiteX0" fmla="*/ 252954 w 3562757"/>
                <a:gd name="connsiteY0" fmla="*/ 1561197 h 1986950"/>
                <a:gd name="connsiteX1" fmla="*/ 1632293 w 3562757"/>
                <a:gd name="connsiteY1" fmla="*/ 469469 h 1986950"/>
                <a:gd name="connsiteX2" fmla="*/ 3331186 w 3562757"/>
                <a:gd name="connsiteY2" fmla="*/ 346368 h 1986950"/>
                <a:gd name="connsiteX3" fmla="*/ 2865084 w 3562757"/>
                <a:gd name="connsiteY3" fmla="*/ 1953321 h 1986950"/>
                <a:gd name="connsiteX4" fmla="*/ 1487523 w 3562757"/>
                <a:gd name="connsiteY4" fmla="*/ 1447311 h 1986950"/>
                <a:gd name="connsiteX5" fmla="*/ 252954 w 3562757"/>
                <a:gd name="connsiteY5" fmla="*/ 1561197 h 1986950"/>
                <a:gd name="connsiteX0" fmla="*/ 275988 w 4836894"/>
                <a:gd name="connsiteY0" fmla="*/ 1254188 h 1664972"/>
                <a:gd name="connsiteX1" fmla="*/ 1655327 w 4836894"/>
                <a:gd name="connsiteY1" fmla="*/ 162460 h 1664972"/>
                <a:gd name="connsiteX2" fmla="*/ 4715739 w 4836894"/>
                <a:gd name="connsiteY2" fmla="*/ 494988 h 1664972"/>
                <a:gd name="connsiteX3" fmla="*/ 2888118 w 4836894"/>
                <a:gd name="connsiteY3" fmla="*/ 1646312 h 1664972"/>
                <a:gd name="connsiteX4" fmla="*/ 1510557 w 4836894"/>
                <a:gd name="connsiteY4" fmla="*/ 1140302 h 1664972"/>
                <a:gd name="connsiteX5" fmla="*/ 275988 w 4836894"/>
                <a:gd name="connsiteY5" fmla="*/ 1254188 h 1664972"/>
                <a:gd name="connsiteX0" fmla="*/ 275988 w 4716813"/>
                <a:gd name="connsiteY0" fmla="*/ 1630321 h 2049242"/>
                <a:gd name="connsiteX1" fmla="*/ 1655327 w 4716813"/>
                <a:gd name="connsiteY1" fmla="*/ 538593 h 2049242"/>
                <a:gd name="connsiteX2" fmla="*/ 4715739 w 4716813"/>
                <a:gd name="connsiteY2" fmla="*/ 871121 h 2049242"/>
                <a:gd name="connsiteX3" fmla="*/ 2888118 w 4716813"/>
                <a:gd name="connsiteY3" fmla="*/ 2022445 h 2049242"/>
                <a:gd name="connsiteX4" fmla="*/ 1510557 w 4716813"/>
                <a:gd name="connsiteY4" fmla="*/ 1516435 h 2049242"/>
                <a:gd name="connsiteX5" fmla="*/ 275988 w 4716813"/>
                <a:gd name="connsiteY5" fmla="*/ 1630321 h 2049242"/>
                <a:gd name="connsiteX0" fmla="*/ 275988 w 4749030"/>
                <a:gd name="connsiteY0" fmla="*/ 1124638 h 1545870"/>
                <a:gd name="connsiteX1" fmla="*/ 1655327 w 4749030"/>
                <a:gd name="connsiteY1" fmla="*/ 32910 h 1545870"/>
                <a:gd name="connsiteX2" fmla="*/ 4715739 w 4749030"/>
                <a:gd name="connsiteY2" fmla="*/ 365438 h 1545870"/>
                <a:gd name="connsiteX3" fmla="*/ 3175706 w 4749030"/>
                <a:gd name="connsiteY3" fmla="*/ 1192854 h 1545870"/>
                <a:gd name="connsiteX4" fmla="*/ 1510557 w 4749030"/>
                <a:gd name="connsiteY4" fmla="*/ 1010752 h 1545870"/>
                <a:gd name="connsiteX5" fmla="*/ 275988 w 4749030"/>
                <a:gd name="connsiteY5" fmla="*/ 1124638 h 1545870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40315"/>
                <a:gd name="connsiteY0" fmla="*/ 1132875 h 1722803"/>
                <a:gd name="connsiteX1" fmla="*/ 1655327 w 4740315"/>
                <a:gd name="connsiteY1" fmla="*/ 41147 h 1722803"/>
                <a:gd name="connsiteX2" fmla="*/ 4715739 w 4740315"/>
                <a:gd name="connsiteY2" fmla="*/ 373675 h 1722803"/>
                <a:gd name="connsiteX3" fmla="*/ 3012343 w 4740315"/>
                <a:gd name="connsiteY3" fmla="*/ 1711656 h 1722803"/>
                <a:gd name="connsiteX4" fmla="*/ 1510557 w 4740315"/>
                <a:gd name="connsiteY4" fmla="*/ 1018989 h 1722803"/>
                <a:gd name="connsiteX5" fmla="*/ 275988 w 4740315"/>
                <a:gd name="connsiteY5" fmla="*/ 1132875 h 1722803"/>
                <a:gd name="connsiteX0" fmla="*/ 275988 w 4756119"/>
                <a:gd name="connsiteY0" fmla="*/ 1127108 h 1542684"/>
                <a:gd name="connsiteX1" fmla="*/ 1655327 w 4756119"/>
                <a:gd name="connsiteY1" fmla="*/ 35380 h 1542684"/>
                <a:gd name="connsiteX2" fmla="*/ 4715739 w 4756119"/>
                <a:gd name="connsiteY2" fmla="*/ 367908 h 1542684"/>
                <a:gd name="connsiteX3" fmla="*/ 3285074 w 4756119"/>
                <a:gd name="connsiteY3" fmla="*/ 1369029 h 1542684"/>
                <a:gd name="connsiteX4" fmla="*/ 1510557 w 4756119"/>
                <a:gd name="connsiteY4" fmla="*/ 1013222 h 1542684"/>
                <a:gd name="connsiteX5" fmla="*/ 275988 w 4756119"/>
                <a:gd name="connsiteY5" fmla="*/ 1127108 h 1542684"/>
                <a:gd name="connsiteX0" fmla="*/ 275988 w 4715923"/>
                <a:gd name="connsiteY0" fmla="*/ 1122352 h 1572226"/>
                <a:gd name="connsiteX1" fmla="*/ 1655327 w 4715923"/>
                <a:gd name="connsiteY1" fmla="*/ 30624 h 1572226"/>
                <a:gd name="connsiteX2" fmla="*/ 4715739 w 4715923"/>
                <a:gd name="connsiteY2" fmla="*/ 363152 h 1572226"/>
                <a:gd name="connsiteX3" fmla="*/ 1510557 w 4715923"/>
                <a:gd name="connsiteY3" fmla="*/ 1008466 h 1572226"/>
                <a:gd name="connsiteX4" fmla="*/ 275988 w 4715923"/>
                <a:gd name="connsiteY4" fmla="*/ 1122352 h 1572226"/>
                <a:gd name="connsiteX0" fmla="*/ 25029 w 4476010"/>
                <a:gd name="connsiteY0" fmla="*/ 1892393 h 2022034"/>
                <a:gd name="connsiteX1" fmla="*/ 2236847 w 4476010"/>
                <a:gd name="connsiteY1" fmla="*/ 11492 h 2022034"/>
                <a:gd name="connsiteX2" fmla="*/ 4464780 w 4476010"/>
                <a:gd name="connsiteY2" fmla="*/ 1133193 h 2022034"/>
                <a:gd name="connsiteX3" fmla="*/ 1259598 w 4476010"/>
                <a:gd name="connsiteY3" fmla="*/ 1778507 h 2022034"/>
                <a:gd name="connsiteX4" fmla="*/ 25029 w 4476010"/>
                <a:gd name="connsiteY4" fmla="*/ 1892393 h 2022034"/>
                <a:gd name="connsiteX0" fmla="*/ 19312 w 4468531"/>
                <a:gd name="connsiteY0" fmla="*/ 1893478 h 2350831"/>
                <a:gd name="connsiteX1" fmla="*/ 2231130 w 4468531"/>
                <a:gd name="connsiteY1" fmla="*/ 12577 h 2350831"/>
                <a:gd name="connsiteX2" fmla="*/ 4459063 w 4468531"/>
                <a:gd name="connsiteY2" fmla="*/ 1134278 h 2350831"/>
                <a:gd name="connsiteX3" fmla="*/ 2962196 w 4468531"/>
                <a:gd name="connsiteY3" fmla="*/ 2337807 h 2350831"/>
                <a:gd name="connsiteX4" fmla="*/ 1253881 w 4468531"/>
                <a:gd name="connsiteY4" fmla="*/ 1779592 h 2350831"/>
                <a:gd name="connsiteX5" fmla="*/ 19312 w 4468531"/>
                <a:gd name="connsiteY5" fmla="*/ 1893478 h 2350831"/>
                <a:gd name="connsiteX0" fmla="*/ 114931 w 4564151"/>
                <a:gd name="connsiteY0" fmla="*/ 1893478 h 2606070"/>
                <a:gd name="connsiteX1" fmla="*/ 2326749 w 4564151"/>
                <a:gd name="connsiteY1" fmla="*/ 12577 h 2606070"/>
                <a:gd name="connsiteX2" fmla="*/ 4554682 w 4564151"/>
                <a:gd name="connsiteY2" fmla="*/ 1134278 h 2606070"/>
                <a:gd name="connsiteX3" fmla="*/ 3057815 w 4564151"/>
                <a:gd name="connsiteY3" fmla="*/ 2337807 h 2606070"/>
                <a:gd name="connsiteX4" fmla="*/ 602599 w 4564151"/>
                <a:gd name="connsiteY4" fmla="*/ 2591133 h 2606070"/>
                <a:gd name="connsiteX5" fmla="*/ 114931 w 4564151"/>
                <a:gd name="connsiteY5" fmla="*/ 1893478 h 2606070"/>
                <a:gd name="connsiteX0" fmla="*/ 339436 w 4163621"/>
                <a:gd name="connsiteY0" fmla="*/ 711041 h 2677547"/>
                <a:gd name="connsiteX1" fmla="*/ 1926219 w 4163621"/>
                <a:gd name="connsiteY1" fmla="*/ 9118 h 2677547"/>
                <a:gd name="connsiteX2" fmla="*/ 4154152 w 4163621"/>
                <a:gd name="connsiteY2" fmla="*/ 1130819 h 2677547"/>
                <a:gd name="connsiteX3" fmla="*/ 2657285 w 4163621"/>
                <a:gd name="connsiteY3" fmla="*/ 2334348 h 2677547"/>
                <a:gd name="connsiteX4" fmla="*/ 202069 w 4163621"/>
                <a:gd name="connsiteY4" fmla="*/ 2587674 h 2677547"/>
                <a:gd name="connsiteX5" fmla="*/ 339436 w 4163621"/>
                <a:gd name="connsiteY5" fmla="*/ 711041 h 2677547"/>
                <a:gd name="connsiteX0" fmla="*/ 8699 w 3970251"/>
                <a:gd name="connsiteY0" fmla="*/ 2578556 h 2717756"/>
                <a:gd name="connsiteX1" fmla="*/ 1732849 w 3970251"/>
                <a:gd name="connsiteY1" fmla="*/ 0 h 2717756"/>
                <a:gd name="connsiteX2" fmla="*/ 3960782 w 3970251"/>
                <a:gd name="connsiteY2" fmla="*/ 1121701 h 2717756"/>
                <a:gd name="connsiteX3" fmla="*/ 2463915 w 3970251"/>
                <a:gd name="connsiteY3" fmla="*/ 2325230 h 2717756"/>
                <a:gd name="connsiteX4" fmla="*/ 8699 w 3970251"/>
                <a:gd name="connsiteY4" fmla="*/ 2578556 h 2717756"/>
                <a:gd name="connsiteX0" fmla="*/ 11617 w 3584652"/>
                <a:gd name="connsiteY0" fmla="*/ 1430838 h 2340009"/>
                <a:gd name="connsiteX1" fmla="*/ 1347250 w 3584652"/>
                <a:gd name="connsiteY1" fmla="*/ 2380 h 2340009"/>
                <a:gd name="connsiteX2" fmla="*/ 3575183 w 3584652"/>
                <a:gd name="connsiteY2" fmla="*/ 1124081 h 2340009"/>
                <a:gd name="connsiteX3" fmla="*/ 2078316 w 3584652"/>
                <a:gd name="connsiteY3" fmla="*/ 2327610 h 2340009"/>
                <a:gd name="connsiteX4" fmla="*/ 11617 w 3584652"/>
                <a:gd name="connsiteY4" fmla="*/ 1430838 h 2340009"/>
                <a:gd name="connsiteX0" fmla="*/ 36322 w 3609357"/>
                <a:gd name="connsiteY0" fmla="*/ 1430838 h 2532978"/>
                <a:gd name="connsiteX1" fmla="*/ 1371955 w 3609357"/>
                <a:gd name="connsiteY1" fmla="*/ 2380 h 2532978"/>
                <a:gd name="connsiteX2" fmla="*/ 3599888 w 3609357"/>
                <a:gd name="connsiteY2" fmla="*/ 1124081 h 2532978"/>
                <a:gd name="connsiteX3" fmla="*/ 2103021 w 3609357"/>
                <a:gd name="connsiteY3" fmla="*/ 2327610 h 2532978"/>
                <a:gd name="connsiteX4" fmla="*/ 36322 w 3609357"/>
                <a:gd name="connsiteY4" fmla="*/ 1430838 h 2532978"/>
                <a:gd name="connsiteX0" fmla="*/ 3580 w 3569301"/>
                <a:gd name="connsiteY0" fmla="*/ 1431089 h 2816320"/>
                <a:gd name="connsiteX1" fmla="*/ 1339213 w 3569301"/>
                <a:gd name="connsiteY1" fmla="*/ 2631 h 2816320"/>
                <a:gd name="connsiteX2" fmla="*/ 3567146 w 3569301"/>
                <a:gd name="connsiteY2" fmla="*/ 1124332 h 2816320"/>
                <a:gd name="connsiteX3" fmla="*/ 1722688 w 3569301"/>
                <a:gd name="connsiteY3" fmla="*/ 2808414 h 2816320"/>
                <a:gd name="connsiteX4" fmla="*/ 3580 w 3569301"/>
                <a:gd name="connsiteY4" fmla="*/ 1431089 h 2816320"/>
                <a:gd name="connsiteX0" fmla="*/ 3579 w 3569300"/>
                <a:gd name="connsiteY0" fmla="*/ 1431089 h 2808414"/>
                <a:gd name="connsiteX1" fmla="*/ 1339212 w 3569300"/>
                <a:gd name="connsiteY1" fmla="*/ 2631 h 2808414"/>
                <a:gd name="connsiteX2" fmla="*/ 3567145 w 3569300"/>
                <a:gd name="connsiteY2" fmla="*/ 1124332 h 2808414"/>
                <a:gd name="connsiteX3" fmla="*/ 1722687 w 3569300"/>
                <a:gd name="connsiteY3" fmla="*/ 2808414 h 2808414"/>
                <a:gd name="connsiteX4" fmla="*/ 3579 w 3569300"/>
                <a:gd name="connsiteY4" fmla="*/ 1431089 h 2808414"/>
                <a:gd name="connsiteX0" fmla="*/ 3579 w 3570402"/>
                <a:gd name="connsiteY0" fmla="*/ 1431089 h 2845664"/>
                <a:gd name="connsiteX1" fmla="*/ 1339212 w 3570402"/>
                <a:gd name="connsiteY1" fmla="*/ 2631 h 2845664"/>
                <a:gd name="connsiteX2" fmla="*/ 3567145 w 3570402"/>
                <a:gd name="connsiteY2" fmla="*/ 1124332 h 2845664"/>
                <a:gd name="connsiteX3" fmla="*/ 1722687 w 3570402"/>
                <a:gd name="connsiteY3" fmla="*/ 2808414 h 2845664"/>
                <a:gd name="connsiteX4" fmla="*/ 3579 w 3570402"/>
                <a:gd name="connsiteY4" fmla="*/ 1431089 h 2845664"/>
                <a:gd name="connsiteX0" fmla="*/ 3579 w 3571531"/>
                <a:gd name="connsiteY0" fmla="*/ 1431089 h 2809355"/>
                <a:gd name="connsiteX1" fmla="*/ 1339212 w 3571531"/>
                <a:gd name="connsiteY1" fmla="*/ 2631 h 2809355"/>
                <a:gd name="connsiteX2" fmla="*/ 3567145 w 3571531"/>
                <a:gd name="connsiteY2" fmla="*/ 1124332 h 2809355"/>
                <a:gd name="connsiteX3" fmla="*/ 1722687 w 3571531"/>
                <a:gd name="connsiteY3" fmla="*/ 2808414 h 2809355"/>
                <a:gd name="connsiteX4" fmla="*/ 3579 w 3571531"/>
                <a:gd name="connsiteY4" fmla="*/ 1431089 h 2809355"/>
                <a:gd name="connsiteX0" fmla="*/ 3579 w 3570449"/>
                <a:gd name="connsiteY0" fmla="*/ 1431089 h 2811091"/>
                <a:gd name="connsiteX1" fmla="*/ 1339212 w 3570449"/>
                <a:gd name="connsiteY1" fmla="*/ 2631 h 2811091"/>
                <a:gd name="connsiteX2" fmla="*/ 3567145 w 3570449"/>
                <a:gd name="connsiteY2" fmla="*/ 1124332 h 2811091"/>
                <a:gd name="connsiteX3" fmla="*/ 1722687 w 3570449"/>
                <a:gd name="connsiteY3" fmla="*/ 2808414 h 2811091"/>
                <a:gd name="connsiteX4" fmla="*/ 3579 w 3570449"/>
                <a:gd name="connsiteY4" fmla="*/ 1431089 h 2811091"/>
                <a:gd name="connsiteX0" fmla="*/ 9477 w 3576347"/>
                <a:gd name="connsiteY0" fmla="*/ 1454488 h 2834490"/>
                <a:gd name="connsiteX1" fmla="*/ 1345110 w 3576347"/>
                <a:gd name="connsiteY1" fmla="*/ 26030 h 2834490"/>
                <a:gd name="connsiteX2" fmla="*/ 3573043 w 3576347"/>
                <a:gd name="connsiteY2" fmla="*/ 1147731 h 2834490"/>
                <a:gd name="connsiteX3" fmla="*/ 1728585 w 3576347"/>
                <a:gd name="connsiteY3" fmla="*/ 2831813 h 2834490"/>
                <a:gd name="connsiteX4" fmla="*/ 9477 w 3576347"/>
                <a:gd name="connsiteY4" fmla="*/ 1454488 h 2834490"/>
                <a:gd name="connsiteX0" fmla="*/ 11200 w 3578070"/>
                <a:gd name="connsiteY0" fmla="*/ 1454488 h 2834490"/>
                <a:gd name="connsiteX1" fmla="*/ 1346833 w 3578070"/>
                <a:gd name="connsiteY1" fmla="*/ 26030 h 2834490"/>
                <a:gd name="connsiteX2" fmla="*/ 3574766 w 3578070"/>
                <a:gd name="connsiteY2" fmla="*/ 1147731 h 2834490"/>
                <a:gd name="connsiteX3" fmla="*/ 1730308 w 3578070"/>
                <a:gd name="connsiteY3" fmla="*/ 2831813 h 2834490"/>
                <a:gd name="connsiteX4" fmla="*/ 11200 w 3578070"/>
                <a:gd name="connsiteY4" fmla="*/ 1454488 h 2834490"/>
                <a:gd name="connsiteX0" fmla="*/ 5238 w 3394494"/>
                <a:gd name="connsiteY0" fmla="*/ 1561249 h 2815719"/>
                <a:gd name="connsiteX1" fmla="*/ 1164359 w 3394494"/>
                <a:gd name="connsiteY1" fmla="*/ 5027 h 2815719"/>
                <a:gd name="connsiteX2" fmla="*/ 3392292 w 3394494"/>
                <a:gd name="connsiteY2" fmla="*/ 1126728 h 2815719"/>
                <a:gd name="connsiteX3" fmla="*/ 1547834 w 3394494"/>
                <a:gd name="connsiteY3" fmla="*/ 2810810 h 2815719"/>
                <a:gd name="connsiteX4" fmla="*/ 5238 w 3394494"/>
                <a:gd name="connsiteY4" fmla="*/ 1561249 h 2815719"/>
                <a:gd name="connsiteX0" fmla="*/ 1714 w 3390970"/>
                <a:gd name="connsiteY0" fmla="*/ 1561249 h 2816846"/>
                <a:gd name="connsiteX1" fmla="*/ 1160835 w 3390970"/>
                <a:gd name="connsiteY1" fmla="*/ 5027 h 2816846"/>
                <a:gd name="connsiteX2" fmla="*/ 3388768 w 3390970"/>
                <a:gd name="connsiteY2" fmla="*/ 1126728 h 2816846"/>
                <a:gd name="connsiteX3" fmla="*/ 1544310 w 3390970"/>
                <a:gd name="connsiteY3" fmla="*/ 2810810 h 2816846"/>
                <a:gd name="connsiteX4" fmla="*/ 1714 w 3390970"/>
                <a:gd name="connsiteY4" fmla="*/ 1561249 h 2816846"/>
                <a:gd name="connsiteX0" fmla="*/ 1714 w 3392183"/>
                <a:gd name="connsiteY0" fmla="*/ 1561249 h 2822298"/>
                <a:gd name="connsiteX1" fmla="*/ 1160835 w 3392183"/>
                <a:gd name="connsiteY1" fmla="*/ 5027 h 2822298"/>
                <a:gd name="connsiteX2" fmla="*/ 3388768 w 3392183"/>
                <a:gd name="connsiteY2" fmla="*/ 1126728 h 2822298"/>
                <a:gd name="connsiteX3" fmla="*/ 1544310 w 3392183"/>
                <a:gd name="connsiteY3" fmla="*/ 2810810 h 2822298"/>
                <a:gd name="connsiteX4" fmla="*/ 1714 w 3392183"/>
                <a:gd name="connsiteY4" fmla="*/ 1561249 h 2822298"/>
                <a:gd name="connsiteX0" fmla="*/ 1599 w 3099681"/>
                <a:gd name="connsiteY0" fmla="*/ 1556274 h 2805936"/>
                <a:gd name="connsiteX1" fmla="*/ 1160720 w 3099681"/>
                <a:gd name="connsiteY1" fmla="*/ 52 h 2805936"/>
                <a:gd name="connsiteX2" fmla="*/ 3097014 w 3099681"/>
                <a:gd name="connsiteY2" fmla="*/ 1505235 h 2805936"/>
                <a:gd name="connsiteX3" fmla="*/ 1544195 w 3099681"/>
                <a:gd name="connsiteY3" fmla="*/ 2805835 h 2805936"/>
                <a:gd name="connsiteX4" fmla="*/ 1599 w 3099681"/>
                <a:gd name="connsiteY4" fmla="*/ 1556274 h 2805936"/>
                <a:gd name="connsiteX0" fmla="*/ 1599 w 3098266"/>
                <a:gd name="connsiteY0" fmla="*/ 1556274 h 2805936"/>
                <a:gd name="connsiteX1" fmla="*/ 1160720 w 3098266"/>
                <a:gd name="connsiteY1" fmla="*/ 52 h 2805936"/>
                <a:gd name="connsiteX2" fmla="*/ 3097014 w 3098266"/>
                <a:gd name="connsiteY2" fmla="*/ 1505235 h 2805936"/>
                <a:gd name="connsiteX3" fmla="*/ 1544195 w 3098266"/>
                <a:gd name="connsiteY3" fmla="*/ 2805835 h 2805936"/>
                <a:gd name="connsiteX4" fmla="*/ 1599 w 3098266"/>
                <a:gd name="connsiteY4" fmla="*/ 1556274 h 2805936"/>
                <a:gd name="connsiteX0" fmla="*/ 6698 w 3107113"/>
                <a:gd name="connsiteY0" fmla="*/ 1556268 h 1995204"/>
                <a:gd name="connsiteX1" fmla="*/ 1165819 w 3107113"/>
                <a:gd name="connsiteY1" fmla="*/ 46 h 1995204"/>
                <a:gd name="connsiteX2" fmla="*/ 3102113 w 3107113"/>
                <a:gd name="connsiteY2" fmla="*/ 1505229 h 1995204"/>
                <a:gd name="connsiteX3" fmla="*/ 1670895 w 3107113"/>
                <a:gd name="connsiteY3" fmla="*/ 1994767 h 1995204"/>
                <a:gd name="connsiteX4" fmla="*/ 6698 w 3107113"/>
                <a:gd name="connsiteY4" fmla="*/ 1556268 h 1995204"/>
                <a:gd name="connsiteX0" fmla="*/ 6698 w 3107610"/>
                <a:gd name="connsiteY0" fmla="*/ 1556268 h 2094159"/>
                <a:gd name="connsiteX1" fmla="*/ 1165819 w 3107610"/>
                <a:gd name="connsiteY1" fmla="*/ 46 h 2094159"/>
                <a:gd name="connsiteX2" fmla="*/ 3102113 w 3107610"/>
                <a:gd name="connsiteY2" fmla="*/ 1505229 h 2094159"/>
                <a:gd name="connsiteX3" fmla="*/ 1670895 w 3107610"/>
                <a:gd name="connsiteY3" fmla="*/ 1994767 h 2094159"/>
                <a:gd name="connsiteX4" fmla="*/ 6698 w 3107610"/>
                <a:gd name="connsiteY4" fmla="*/ 1556268 h 2094159"/>
                <a:gd name="connsiteX0" fmla="*/ 6698 w 3108326"/>
                <a:gd name="connsiteY0" fmla="*/ 1556268 h 2032117"/>
                <a:gd name="connsiteX1" fmla="*/ 1165819 w 3108326"/>
                <a:gd name="connsiteY1" fmla="*/ 46 h 2032117"/>
                <a:gd name="connsiteX2" fmla="*/ 3102113 w 3108326"/>
                <a:gd name="connsiteY2" fmla="*/ 1505229 h 2032117"/>
                <a:gd name="connsiteX3" fmla="*/ 1670895 w 3108326"/>
                <a:gd name="connsiteY3" fmla="*/ 1994767 h 2032117"/>
                <a:gd name="connsiteX4" fmla="*/ 6698 w 3108326"/>
                <a:gd name="connsiteY4" fmla="*/ 1556268 h 2032117"/>
                <a:gd name="connsiteX0" fmla="*/ 2700 w 3101149"/>
                <a:gd name="connsiteY0" fmla="*/ 1588985 h 2065259"/>
                <a:gd name="connsiteX1" fmla="*/ 1324169 w 3101149"/>
                <a:gd name="connsiteY1" fmla="*/ 44 h 2065259"/>
                <a:gd name="connsiteX2" fmla="*/ 3098115 w 3101149"/>
                <a:gd name="connsiteY2" fmla="*/ 1537946 h 2065259"/>
                <a:gd name="connsiteX3" fmla="*/ 1666897 w 3101149"/>
                <a:gd name="connsiteY3" fmla="*/ 2027484 h 2065259"/>
                <a:gd name="connsiteX4" fmla="*/ 2700 w 3101149"/>
                <a:gd name="connsiteY4" fmla="*/ 1588985 h 2065259"/>
                <a:gd name="connsiteX0" fmla="*/ 2700 w 3100106"/>
                <a:gd name="connsiteY0" fmla="*/ 1588985 h 2163738"/>
                <a:gd name="connsiteX1" fmla="*/ 1324169 w 3100106"/>
                <a:gd name="connsiteY1" fmla="*/ 44 h 2163738"/>
                <a:gd name="connsiteX2" fmla="*/ 3098115 w 3100106"/>
                <a:gd name="connsiteY2" fmla="*/ 1537946 h 2163738"/>
                <a:gd name="connsiteX3" fmla="*/ 1666897 w 3100106"/>
                <a:gd name="connsiteY3" fmla="*/ 2027484 h 2163738"/>
                <a:gd name="connsiteX4" fmla="*/ 2700 w 3100106"/>
                <a:gd name="connsiteY4" fmla="*/ 1588985 h 2163738"/>
                <a:gd name="connsiteX0" fmla="*/ 2700 w 3100834"/>
                <a:gd name="connsiteY0" fmla="*/ 1588985 h 2056082"/>
                <a:gd name="connsiteX1" fmla="*/ 1324169 w 3100834"/>
                <a:gd name="connsiteY1" fmla="*/ 44 h 2056082"/>
                <a:gd name="connsiteX2" fmla="*/ 3098115 w 3100834"/>
                <a:gd name="connsiteY2" fmla="*/ 1537946 h 2056082"/>
                <a:gd name="connsiteX3" fmla="*/ 1666897 w 3100834"/>
                <a:gd name="connsiteY3" fmla="*/ 2027484 h 2056082"/>
                <a:gd name="connsiteX4" fmla="*/ 2700 w 3100834"/>
                <a:gd name="connsiteY4" fmla="*/ 1588985 h 2056082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01100" h="2041075">
                  <a:moveTo>
                    <a:pt x="2700" y="1588985"/>
                  </a:moveTo>
                  <a:cubicBezTo>
                    <a:pt x="-54421" y="1251078"/>
                    <a:pt x="808267" y="8550"/>
                    <a:pt x="1324169" y="44"/>
                  </a:cubicBezTo>
                  <a:cubicBezTo>
                    <a:pt x="1840071" y="-8462"/>
                    <a:pt x="3040994" y="1200039"/>
                    <a:pt x="3098115" y="1537946"/>
                  </a:cubicBezTo>
                  <a:cubicBezTo>
                    <a:pt x="3155236" y="1875853"/>
                    <a:pt x="2382291" y="1963492"/>
                    <a:pt x="1666897" y="2027484"/>
                  </a:cubicBezTo>
                  <a:cubicBezTo>
                    <a:pt x="951503" y="2091476"/>
                    <a:pt x="59821" y="1926892"/>
                    <a:pt x="2700" y="1588985"/>
                  </a:cubicBezTo>
                  <a:close/>
                </a:path>
              </a:pathLst>
            </a:custGeom>
            <a:solidFill>
              <a:srgbClr val="68C0E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11" name="Freihandform 10">
              <a:extLst>
                <a:ext uri="{FF2B5EF4-FFF2-40B4-BE49-F238E27FC236}">
                  <a16:creationId xmlns:a16="http://schemas.microsoft.com/office/drawing/2014/main" id="{40A1FCA0-C6D6-0468-BD3C-F29CB1E795B7}"/>
                </a:ext>
              </a:extLst>
            </p:cNvPr>
            <p:cNvSpPr/>
            <p:nvPr/>
          </p:nvSpPr>
          <p:spPr>
            <a:xfrm rot="20823310" flipV="1">
              <a:off x="6947206" y="5460057"/>
              <a:ext cx="6636396" cy="3176678"/>
            </a:xfrm>
            <a:custGeom>
              <a:avLst/>
              <a:gdLst>
                <a:gd name="connsiteX0" fmla="*/ 346842 w 3373821"/>
                <a:gd name="connsiteY0" fmla="*/ 283779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346842 w 3373821"/>
                <a:gd name="connsiteY5" fmla="*/ 283779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882870 h 3310759"/>
                <a:gd name="connsiteX1" fmla="*/ 3090042 w 3373821"/>
                <a:gd name="connsiteY1" fmla="*/ 0 h 3310759"/>
                <a:gd name="connsiteX2" fmla="*/ 3373821 w 3373821"/>
                <a:gd name="connsiteY2" fmla="*/ 1849821 h 3310759"/>
                <a:gd name="connsiteX3" fmla="*/ 1902373 w 3373821"/>
                <a:gd name="connsiteY3" fmla="*/ 3310759 h 3310759"/>
                <a:gd name="connsiteX4" fmla="*/ 0 w 3373821"/>
                <a:gd name="connsiteY4" fmla="*/ 2511973 h 3310759"/>
                <a:gd name="connsiteX5" fmla="*/ 777766 w 3373821"/>
                <a:gd name="connsiteY5" fmla="*/ 882870 h 3310759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35451 h 3463340"/>
                <a:gd name="connsiteX1" fmla="*/ 3090042 w 3373821"/>
                <a:gd name="connsiteY1" fmla="*/ 152581 h 3463340"/>
                <a:gd name="connsiteX2" fmla="*/ 3373821 w 3373821"/>
                <a:gd name="connsiteY2" fmla="*/ 2002402 h 3463340"/>
                <a:gd name="connsiteX3" fmla="*/ 1902373 w 3373821"/>
                <a:gd name="connsiteY3" fmla="*/ 3463340 h 3463340"/>
                <a:gd name="connsiteX4" fmla="*/ 0 w 3373821"/>
                <a:gd name="connsiteY4" fmla="*/ 2664554 h 3463340"/>
                <a:gd name="connsiteX5" fmla="*/ 777766 w 3373821"/>
                <a:gd name="connsiteY5" fmla="*/ 1035451 h 3463340"/>
                <a:gd name="connsiteX0" fmla="*/ 777766 w 3468415"/>
                <a:gd name="connsiteY0" fmla="*/ 1035451 h 3463340"/>
                <a:gd name="connsiteX1" fmla="*/ 3090042 w 3468415"/>
                <a:gd name="connsiteY1" fmla="*/ 152581 h 3463340"/>
                <a:gd name="connsiteX2" fmla="*/ 3468415 w 3468415"/>
                <a:gd name="connsiteY2" fmla="*/ 2202098 h 3463340"/>
                <a:gd name="connsiteX3" fmla="*/ 1902373 w 3468415"/>
                <a:gd name="connsiteY3" fmla="*/ 3463340 h 3463340"/>
                <a:gd name="connsiteX4" fmla="*/ 0 w 3468415"/>
                <a:gd name="connsiteY4" fmla="*/ 2664554 h 3463340"/>
                <a:gd name="connsiteX5" fmla="*/ 777766 w 3468415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3748"/>
                <a:gd name="connsiteX1" fmla="*/ 3090042 w 3520921"/>
                <a:gd name="connsiteY1" fmla="*/ 152581 h 3463748"/>
                <a:gd name="connsiteX2" fmla="*/ 3468415 w 3520921"/>
                <a:gd name="connsiteY2" fmla="*/ 2202098 h 3463748"/>
                <a:gd name="connsiteX3" fmla="*/ 1902373 w 3520921"/>
                <a:gd name="connsiteY3" fmla="*/ 3463340 h 3463748"/>
                <a:gd name="connsiteX4" fmla="*/ 0 w 3520921"/>
                <a:gd name="connsiteY4" fmla="*/ 2664554 h 3463748"/>
                <a:gd name="connsiteX5" fmla="*/ 777766 w 3520921"/>
                <a:gd name="connsiteY5" fmla="*/ 1035451 h 3463748"/>
                <a:gd name="connsiteX0" fmla="*/ 815379 w 3558534"/>
                <a:gd name="connsiteY0" fmla="*/ 1035451 h 3463748"/>
                <a:gd name="connsiteX1" fmla="*/ 3127655 w 3558534"/>
                <a:gd name="connsiteY1" fmla="*/ 152581 h 3463748"/>
                <a:gd name="connsiteX2" fmla="*/ 3506028 w 3558534"/>
                <a:gd name="connsiteY2" fmla="*/ 2202098 h 3463748"/>
                <a:gd name="connsiteX3" fmla="*/ 1939986 w 3558534"/>
                <a:gd name="connsiteY3" fmla="*/ 3463340 h 3463748"/>
                <a:gd name="connsiteX4" fmla="*/ 37613 w 3558534"/>
                <a:gd name="connsiteY4" fmla="*/ 2664554 h 3463748"/>
                <a:gd name="connsiteX5" fmla="*/ 815379 w 3558534"/>
                <a:gd name="connsiteY5" fmla="*/ 1035451 h 3463748"/>
                <a:gd name="connsiteX0" fmla="*/ 815379 w 3558534"/>
                <a:gd name="connsiteY0" fmla="*/ 1035451 h 3464371"/>
                <a:gd name="connsiteX1" fmla="*/ 3127655 w 3558534"/>
                <a:gd name="connsiteY1" fmla="*/ 152581 h 3464371"/>
                <a:gd name="connsiteX2" fmla="*/ 3506028 w 3558534"/>
                <a:gd name="connsiteY2" fmla="*/ 2202098 h 3464371"/>
                <a:gd name="connsiteX3" fmla="*/ 1939986 w 3558534"/>
                <a:gd name="connsiteY3" fmla="*/ 3463340 h 3464371"/>
                <a:gd name="connsiteX4" fmla="*/ 37613 w 3558534"/>
                <a:gd name="connsiteY4" fmla="*/ 2664554 h 3464371"/>
                <a:gd name="connsiteX5" fmla="*/ 815379 w 3558534"/>
                <a:gd name="connsiteY5" fmla="*/ 1035451 h 3464371"/>
                <a:gd name="connsiteX0" fmla="*/ 815379 w 3150376"/>
                <a:gd name="connsiteY0" fmla="*/ 1035451 h 3464371"/>
                <a:gd name="connsiteX1" fmla="*/ 3127655 w 3150376"/>
                <a:gd name="connsiteY1" fmla="*/ 152581 h 3464371"/>
                <a:gd name="connsiteX2" fmla="*/ 1961008 w 3150376"/>
                <a:gd name="connsiteY2" fmla="*/ 1655560 h 3464371"/>
                <a:gd name="connsiteX3" fmla="*/ 1939986 w 3150376"/>
                <a:gd name="connsiteY3" fmla="*/ 3463340 h 3464371"/>
                <a:gd name="connsiteX4" fmla="*/ 37613 w 3150376"/>
                <a:gd name="connsiteY4" fmla="*/ 2664554 h 3464371"/>
                <a:gd name="connsiteX5" fmla="*/ 815379 w 3150376"/>
                <a:gd name="connsiteY5" fmla="*/ 1035451 h 3464371"/>
                <a:gd name="connsiteX0" fmla="*/ 815379 w 3162532"/>
                <a:gd name="connsiteY0" fmla="*/ 1035451 h 3464371"/>
                <a:gd name="connsiteX1" fmla="*/ 3127655 w 3162532"/>
                <a:gd name="connsiteY1" fmla="*/ 152581 h 3464371"/>
                <a:gd name="connsiteX2" fmla="*/ 2423463 w 3162532"/>
                <a:gd name="connsiteY2" fmla="*/ 1645049 h 3464371"/>
                <a:gd name="connsiteX3" fmla="*/ 1939986 w 3162532"/>
                <a:gd name="connsiteY3" fmla="*/ 3463340 h 3464371"/>
                <a:gd name="connsiteX4" fmla="*/ 37613 w 3162532"/>
                <a:gd name="connsiteY4" fmla="*/ 2664554 h 3464371"/>
                <a:gd name="connsiteX5" fmla="*/ 815379 w 3162532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606310"/>
                <a:gd name="connsiteX1" fmla="*/ 3127655 w 3171514"/>
                <a:gd name="connsiteY1" fmla="*/ 152581 h 3606310"/>
                <a:gd name="connsiteX2" fmla="*/ 2423463 w 3171514"/>
                <a:gd name="connsiteY2" fmla="*/ 1645049 h 3606310"/>
                <a:gd name="connsiteX3" fmla="*/ 2307848 w 3171514"/>
                <a:gd name="connsiteY3" fmla="*/ 3473850 h 3606310"/>
                <a:gd name="connsiteX4" fmla="*/ 37613 w 3171514"/>
                <a:gd name="connsiteY4" fmla="*/ 2664554 h 3606310"/>
                <a:gd name="connsiteX5" fmla="*/ 815379 w 3171514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64502"/>
                <a:gd name="connsiteY0" fmla="*/ 1035451 h 3606310"/>
                <a:gd name="connsiteX1" fmla="*/ 3127655 w 3164502"/>
                <a:gd name="connsiteY1" fmla="*/ 152581 h 3606310"/>
                <a:gd name="connsiteX2" fmla="*/ 2560098 w 3164502"/>
                <a:gd name="connsiteY2" fmla="*/ 1666070 h 3606310"/>
                <a:gd name="connsiteX3" fmla="*/ 2307848 w 3164502"/>
                <a:gd name="connsiteY3" fmla="*/ 3473850 h 3606310"/>
                <a:gd name="connsiteX4" fmla="*/ 37613 w 3164502"/>
                <a:gd name="connsiteY4" fmla="*/ 2664554 h 3606310"/>
                <a:gd name="connsiteX5" fmla="*/ 815379 w 3164502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29312 w 3176710"/>
                <a:gd name="connsiteY0" fmla="*/ 1035451 h 3606310"/>
                <a:gd name="connsiteX1" fmla="*/ 3141588 w 3176710"/>
                <a:gd name="connsiteY1" fmla="*/ 152581 h 3606310"/>
                <a:gd name="connsiteX2" fmla="*/ 2574031 w 3176710"/>
                <a:gd name="connsiteY2" fmla="*/ 1666070 h 3606310"/>
                <a:gd name="connsiteX3" fmla="*/ 2321781 w 3176710"/>
                <a:gd name="connsiteY3" fmla="*/ 3473850 h 3606310"/>
                <a:gd name="connsiteX4" fmla="*/ 51546 w 3176710"/>
                <a:gd name="connsiteY4" fmla="*/ 2664554 h 3606310"/>
                <a:gd name="connsiteX5" fmla="*/ 829312 w 3176710"/>
                <a:gd name="connsiteY5" fmla="*/ 1035451 h 3606310"/>
                <a:gd name="connsiteX0" fmla="*/ 829312 w 3177410"/>
                <a:gd name="connsiteY0" fmla="*/ 1035451 h 3606310"/>
                <a:gd name="connsiteX1" fmla="*/ 3141588 w 3177410"/>
                <a:gd name="connsiteY1" fmla="*/ 152581 h 3606310"/>
                <a:gd name="connsiteX2" fmla="*/ 2574031 w 3177410"/>
                <a:gd name="connsiteY2" fmla="*/ 1666070 h 3606310"/>
                <a:gd name="connsiteX3" fmla="*/ 2321781 w 3177410"/>
                <a:gd name="connsiteY3" fmla="*/ 3473850 h 3606310"/>
                <a:gd name="connsiteX4" fmla="*/ 51546 w 3177410"/>
                <a:gd name="connsiteY4" fmla="*/ 2664554 h 3606310"/>
                <a:gd name="connsiteX5" fmla="*/ 829312 w 3177410"/>
                <a:gd name="connsiteY5" fmla="*/ 1035451 h 3606310"/>
                <a:gd name="connsiteX0" fmla="*/ 829312 w 3177410"/>
                <a:gd name="connsiteY0" fmla="*/ 1013703 h 3584562"/>
                <a:gd name="connsiteX1" fmla="*/ 3141588 w 3177410"/>
                <a:gd name="connsiteY1" fmla="*/ 130833 h 3584562"/>
                <a:gd name="connsiteX2" fmla="*/ 2574031 w 3177410"/>
                <a:gd name="connsiteY2" fmla="*/ 1644322 h 3584562"/>
                <a:gd name="connsiteX3" fmla="*/ 2321781 w 3177410"/>
                <a:gd name="connsiteY3" fmla="*/ 3452102 h 3584562"/>
                <a:gd name="connsiteX4" fmla="*/ 51546 w 3177410"/>
                <a:gd name="connsiteY4" fmla="*/ 2642806 h 3584562"/>
                <a:gd name="connsiteX5" fmla="*/ 829312 w 3177410"/>
                <a:gd name="connsiteY5" fmla="*/ 1013703 h 3584562"/>
                <a:gd name="connsiteX0" fmla="*/ 829578 w 3177676"/>
                <a:gd name="connsiteY0" fmla="*/ 1013703 h 3584562"/>
                <a:gd name="connsiteX1" fmla="*/ 3141854 w 3177676"/>
                <a:gd name="connsiteY1" fmla="*/ 130833 h 3584562"/>
                <a:gd name="connsiteX2" fmla="*/ 2574297 w 3177676"/>
                <a:gd name="connsiteY2" fmla="*/ 1644322 h 3584562"/>
                <a:gd name="connsiteX3" fmla="*/ 2322047 w 3177676"/>
                <a:gd name="connsiteY3" fmla="*/ 3452102 h 3584562"/>
                <a:gd name="connsiteX4" fmla="*/ 51812 w 3177676"/>
                <a:gd name="connsiteY4" fmla="*/ 2642806 h 3584562"/>
                <a:gd name="connsiteX5" fmla="*/ 829578 w 3177676"/>
                <a:gd name="connsiteY5" fmla="*/ 1013703 h 3584562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11178 w 2672400"/>
                <a:gd name="connsiteY0" fmla="*/ 7864 h 2583061"/>
                <a:gd name="connsiteX1" fmla="*/ 1318755 w 2672400"/>
                <a:gd name="connsiteY1" fmla="*/ 1092175 h 2583061"/>
                <a:gd name="connsiteX2" fmla="*/ 2555897 w 2672400"/>
                <a:gd name="connsiteY2" fmla="*/ 638483 h 2583061"/>
                <a:gd name="connsiteX3" fmla="*/ 2303647 w 2672400"/>
                <a:gd name="connsiteY3" fmla="*/ 2446263 h 2583061"/>
                <a:gd name="connsiteX4" fmla="*/ 33412 w 2672400"/>
                <a:gd name="connsiteY4" fmla="*/ 1636967 h 2583061"/>
                <a:gd name="connsiteX5" fmla="*/ 811178 w 2672400"/>
                <a:gd name="connsiteY5" fmla="*/ 7864 h 2583061"/>
                <a:gd name="connsiteX0" fmla="*/ 811178 w 3223026"/>
                <a:gd name="connsiteY0" fmla="*/ 5596 h 2477281"/>
                <a:gd name="connsiteX1" fmla="*/ 1318755 w 3223026"/>
                <a:gd name="connsiteY1" fmla="*/ 1089907 h 2477281"/>
                <a:gd name="connsiteX2" fmla="*/ 3192488 w 3223026"/>
                <a:gd name="connsiteY2" fmla="*/ 802600 h 2477281"/>
                <a:gd name="connsiteX3" fmla="*/ 2303647 w 3223026"/>
                <a:gd name="connsiteY3" fmla="*/ 2443995 h 2477281"/>
                <a:gd name="connsiteX4" fmla="*/ 33412 w 3223026"/>
                <a:gd name="connsiteY4" fmla="*/ 1634699 h 2477281"/>
                <a:gd name="connsiteX5" fmla="*/ 811178 w 3223026"/>
                <a:gd name="connsiteY5" fmla="*/ 5596 h 2477281"/>
                <a:gd name="connsiteX0" fmla="*/ 846588 w 3330250"/>
                <a:gd name="connsiteY0" fmla="*/ 5596 h 2432711"/>
                <a:gd name="connsiteX1" fmla="*/ 1354165 w 3330250"/>
                <a:gd name="connsiteY1" fmla="*/ 1089907 h 2432711"/>
                <a:gd name="connsiteX2" fmla="*/ 3227898 w 3330250"/>
                <a:gd name="connsiteY2" fmla="*/ 802600 h 2432711"/>
                <a:gd name="connsiteX3" fmla="*/ 2761796 w 3330250"/>
                <a:gd name="connsiteY3" fmla="*/ 2409553 h 2432711"/>
                <a:gd name="connsiteX4" fmla="*/ 68822 w 3330250"/>
                <a:gd name="connsiteY4" fmla="*/ 1634699 h 2432711"/>
                <a:gd name="connsiteX5" fmla="*/ 846588 w 3330250"/>
                <a:gd name="connsiteY5" fmla="*/ 5596 h 2432711"/>
                <a:gd name="connsiteX0" fmla="*/ 846588 w 3514825"/>
                <a:gd name="connsiteY0" fmla="*/ 5596 h 2432711"/>
                <a:gd name="connsiteX1" fmla="*/ 1354165 w 3514825"/>
                <a:gd name="connsiteY1" fmla="*/ 1089907 h 2432711"/>
                <a:gd name="connsiteX2" fmla="*/ 3227898 w 3514825"/>
                <a:gd name="connsiteY2" fmla="*/ 802600 h 2432711"/>
                <a:gd name="connsiteX3" fmla="*/ 2761796 w 3514825"/>
                <a:gd name="connsiteY3" fmla="*/ 2409553 h 2432711"/>
                <a:gd name="connsiteX4" fmla="*/ 68822 w 3514825"/>
                <a:gd name="connsiteY4" fmla="*/ 1634699 h 2432711"/>
                <a:gd name="connsiteX5" fmla="*/ 846588 w 3514825"/>
                <a:gd name="connsiteY5" fmla="*/ 5596 h 2432711"/>
                <a:gd name="connsiteX0" fmla="*/ 875402 w 3543639"/>
                <a:gd name="connsiteY0" fmla="*/ 2708 h 2429823"/>
                <a:gd name="connsiteX1" fmla="*/ 1382979 w 3543639"/>
                <a:gd name="connsiteY1" fmla="*/ 1087019 h 2429823"/>
                <a:gd name="connsiteX2" fmla="*/ 3256712 w 3543639"/>
                <a:gd name="connsiteY2" fmla="*/ 799712 h 2429823"/>
                <a:gd name="connsiteX3" fmla="*/ 2790610 w 3543639"/>
                <a:gd name="connsiteY3" fmla="*/ 2406665 h 2429823"/>
                <a:gd name="connsiteX4" fmla="*/ 97636 w 3543639"/>
                <a:gd name="connsiteY4" fmla="*/ 1631811 h 2429823"/>
                <a:gd name="connsiteX5" fmla="*/ 875402 w 3543639"/>
                <a:gd name="connsiteY5" fmla="*/ 2708 h 2429823"/>
                <a:gd name="connsiteX0" fmla="*/ 1035116 w 3703353"/>
                <a:gd name="connsiteY0" fmla="*/ 3586 h 2450893"/>
                <a:gd name="connsiteX1" fmla="*/ 1542693 w 3703353"/>
                <a:gd name="connsiteY1" fmla="*/ 1087897 h 2450893"/>
                <a:gd name="connsiteX2" fmla="*/ 3416426 w 3703353"/>
                <a:gd name="connsiteY2" fmla="*/ 800590 h 2450893"/>
                <a:gd name="connsiteX3" fmla="*/ 2950324 w 3703353"/>
                <a:gd name="connsiteY3" fmla="*/ 2407543 h 2450893"/>
                <a:gd name="connsiteX4" fmla="*/ 257350 w 3703353"/>
                <a:gd name="connsiteY4" fmla="*/ 1632689 h 2450893"/>
                <a:gd name="connsiteX5" fmla="*/ 1035116 w 3703353"/>
                <a:gd name="connsiteY5" fmla="*/ 3586 h 2450893"/>
                <a:gd name="connsiteX0" fmla="*/ 991689 w 3462563"/>
                <a:gd name="connsiteY0" fmla="*/ 10605 h 2457912"/>
                <a:gd name="connsiteX1" fmla="*/ 1674106 w 3462563"/>
                <a:gd name="connsiteY1" fmla="*/ 930710 h 2457912"/>
                <a:gd name="connsiteX2" fmla="*/ 3372999 w 3462563"/>
                <a:gd name="connsiteY2" fmla="*/ 807609 h 2457912"/>
                <a:gd name="connsiteX3" fmla="*/ 2906897 w 3462563"/>
                <a:gd name="connsiteY3" fmla="*/ 2414562 h 2457912"/>
                <a:gd name="connsiteX4" fmla="*/ 213923 w 3462563"/>
                <a:gd name="connsiteY4" fmla="*/ 1639708 h 2457912"/>
                <a:gd name="connsiteX5" fmla="*/ 991689 w 3462563"/>
                <a:gd name="connsiteY5" fmla="*/ 10605 h 2457912"/>
                <a:gd name="connsiteX0" fmla="*/ 991689 w 3644113"/>
                <a:gd name="connsiteY0" fmla="*/ 10605 h 2457912"/>
                <a:gd name="connsiteX1" fmla="*/ 1674106 w 3644113"/>
                <a:gd name="connsiteY1" fmla="*/ 930710 h 2457912"/>
                <a:gd name="connsiteX2" fmla="*/ 3372999 w 3644113"/>
                <a:gd name="connsiteY2" fmla="*/ 807609 h 2457912"/>
                <a:gd name="connsiteX3" fmla="*/ 2906897 w 3644113"/>
                <a:gd name="connsiteY3" fmla="*/ 2414562 h 2457912"/>
                <a:gd name="connsiteX4" fmla="*/ 213923 w 3644113"/>
                <a:gd name="connsiteY4" fmla="*/ 1639708 h 2457912"/>
                <a:gd name="connsiteX5" fmla="*/ 991689 w 3644113"/>
                <a:gd name="connsiteY5" fmla="*/ 10605 h 2457912"/>
                <a:gd name="connsiteX0" fmla="*/ 1054352 w 3706777"/>
                <a:gd name="connsiteY0" fmla="*/ 1046 h 2448353"/>
                <a:gd name="connsiteX1" fmla="*/ 1736769 w 3706777"/>
                <a:gd name="connsiteY1" fmla="*/ 921151 h 2448353"/>
                <a:gd name="connsiteX2" fmla="*/ 3435662 w 3706777"/>
                <a:gd name="connsiteY2" fmla="*/ 798050 h 2448353"/>
                <a:gd name="connsiteX3" fmla="*/ 2969560 w 3706777"/>
                <a:gd name="connsiteY3" fmla="*/ 2405003 h 2448353"/>
                <a:gd name="connsiteX4" fmla="*/ 276586 w 3706777"/>
                <a:gd name="connsiteY4" fmla="*/ 1630149 h 2448353"/>
                <a:gd name="connsiteX5" fmla="*/ 1054352 w 3706777"/>
                <a:gd name="connsiteY5" fmla="*/ 1046 h 2448353"/>
                <a:gd name="connsiteX0" fmla="*/ 590056 w 3683836"/>
                <a:gd name="connsiteY0" fmla="*/ 1109 h 1961431"/>
                <a:gd name="connsiteX1" fmla="*/ 1713828 w 3683836"/>
                <a:gd name="connsiteY1" fmla="*/ 456838 h 1961431"/>
                <a:gd name="connsiteX2" fmla="*/ 3412721 w 3683836"/>
                <a:gd name="connsiteY2" fmla="*/ 333737 h 1961431"/>
                <a:gd name="connsiteX3" fmla="*/ 2946619 w 3683836"/>
                <a:gd name="connsiteY3" fmla="*/ 1940690 h 1961431"/>
                <a:gd name="connsiteX4" fmla="*/ 253645 w 3683836"/>
                <a:gd name="connsiteY4" fmla="*/ 1165836 h 1961431"/>
                <a:gd name="connsiteX5" fmla="*/ 590056 w 3683836"/>
                <a:gd name="connsiteY5" fmla="*/ 1109 h 1961431"/>
                <a:gd name="connsiteX0" fmla="*/ 577152 w 3670932"/>
                <a:gd name="connsiteY0" fmla="*/ 28557 h 1988879"/>
                <a:gd name="connsiteX1" fmla="*/ 1700924 w 3670932"/>
                <a:gd name="connsiteY1" fmla="*/ 484286 h 1988879"/>
                <a:gd name="connsiteX2" fmla="*/ 3399817 w 3670932"/>
                <a:gd name="connsiteY2" fmla="*/ 361185 h 1988879"/>
                <a:gd name="connsiteX3" fmla="*/ 2933715 w 3670932"/>
                <a:gd name="connsiteY3" fmla="*/ 1968138 h 1988879"/>
                <a:gd name="connsiteX4" fmla="*/ 240741 w 3670932"/>
                <a:gd name="connsiteY4" fmla="*/ 1193284 h 1988879"/>
                <a:gd name="connsiteX5" fmla="*/ 577152 w 3670932"/>
                <a:gd name="connsiteY5" fmla="*/ 28557 h 1988879"/>
                <a:gd name="connsiteX0" fmla="*/ 5660 w 3065770"/>
                <a:gd name="connsiteY0" fmla="*/ 41752 h 2084853"/>
                <a:gd name="connsiteX1" fmla="*/ 1129432 w 3065770"/>
                <a:gd name="connsiteY1" fmla="*/ 497481 h 2084853"/>
                <a:gd name="connsiteX2" fmla="*/ 2828325 w 3065770"/>
                <a:gd name="connsiteY2" fmla="*/ 374380 h 2084853"/>
                <a:gd name="connsiteX3" fmla="*/ 2362223 w 3065770"/>
                <a:gd name="connsiteY3" fmla="*/ 1981333 h 2084853"/>
                <a:gd name="connsiteX4" fmla="*/ 768571 w 3065770"/>
                <a:gd name="connsiteY4" fmla="*/ 1718703 h 2084853"/>
                <a:gd name="connsiteX5" fmla="*/ 5660 w 3065770"/>
                <a:gd name="connsiteY5" fmla="*/ 41752 h 2084853"/>
                <a:gd name="connsiteX0" fmla="*/ 12471 w 3072581"/>
                <a:gd name="connsiteY0" fmla="*/ 41752 h 2092530"/>
                <a:gd name="connsiteX1" fmla="*/ 1136243 w 3072581"/>
                <a:gd name="connsiteY1" fmla="*/ 497481 h 2092530"/>
                <a:gd name="connsiteX2" fmla="*/ 2835136 w 3072581"/>
                <a:gd name="connsiteY2" fmla="*/ 374380 h 2092530"/>
                <a:gd name="connsiteX3" fmla="*/ 2369034 w 3072581"/>
                <a:gd name="connsiteY3" fmla="*/ 1981333 h 2092530"/>
                <a:gd name="connsiteX4" fmla="*/ 775382 w 3072581"/>
                <a:gd name="connsiteY4" fmla="*/ 1718703 h 2092530"/>
                <a:gd name="connsiteX5" fmla="*/ 12471 w 3072581"/>
                <a:gd name="connsiteY5" fmla="*/ 41752 h 2092530"/>
                <a:gd name="connsiteX0" fmla="*/ 2798 w 3655173"/>
                <a:gd name="connsiteY0" fmla="*/ 869129 h 2007317"/>
                <a:gd name="connsiteX1" fmla="*/ 1718835 w 3655173"/>
                <a:gd name="connsiteY1" fmla="*/ 445136 h 2007317"/>
                <a:gd name="connsiteX2" fmla="*/ 3417728 w 3655173"/>
                <a:gd name="connsiteY2" fmla="*/ 322035 h 2007317"/>
                <a:gd name="connsiteX3" fmla="*/ 2951626 w 3655173"/>
                <a:gd name="connsiteY3" fmla="*/ 1928988 h 2007317"/>
                <a:gd name="connsiteX4" fmla="*/ 1357974 w 3655173"/>
                <a:gd name="connsiteY4" fmla="*/ 1666358 h 2007317"/>
                <a:gd name="connsiteX5" fmla="*/ 2798 w 3655173"/>
                <a:gd name="connsiteY5" fmla="*/ 869129 h 2007317"/>
                <a:gd name="connsiteX0" fmla="*/ 542 w 3652917"/>
                <a:gd name="connsiteY0" fmla="*/ 869129 h 2007318"/>
                <a:gd name="connsiteX1" fmla="*/ 1716579 w 3652917"/>
                <a:gd name="connsiteY1" fmla="*/ 445136 h 2007318"/>
                <a:gd name="connsiteX2" fmla="*/ 3415472 w 3652917"/>
                <a:gd name="connsiteY2" fmla="*/ 322035 h 2007318"/>
                <a:gd name="connsiteX3" fmla="*/ 2949370 w 3652917"/>
                <a:gd name="connsiteY3" fmla="*/ 1928988 h 2007318"/>
                <a:gd name="connsiteX4" fmla="*/ 1355718 w 3652917"/>
                <a:gd name="connsiteY4" fmla="*/ 1666358 h 2007318"/>
                <a:gd name="connsiteX5" fmla="*/ 542 w 3652917"/>
                <a:gd name="connsiteY5" fmla="*/ 869129 h 2007318"/>
                <a:gd name="connsiteX0" fmla="*/ 243 w 3639926"/>
                <a:gd name="connsiteY0" fmla="*/ 869129 h 1955507"/>
                <a:gd name="connsiteX1" fmla="*/ 1716280 w 3639926"/>
                <a:gd name="connsiteY1" fmla="*/ 445136 h 1955507"/>
                <a:gd name="connsiteX2" fmla="*/ 3415173 w 3639926"/>
                <a:gd name="connsiteY2" fmla="*/ 322035 h 1955507"/>
                <a:gd name="connsiteX3" fmla="*/ 2949071 w 3639926"/>
                <a:gd name="connsiteY3" fmla="*/ 1928988 h 1955507"/>
                <a:gd name="connsiteX4" fmla="*/ 1833458 w 3639926"/>
                <a:gd name="connsiteY4" fmla="*/ 1291535 h 1955507"/>
                <a:gd name="connsiteX5" fmla="*/ 243 w 3639926"/>
                <a:gd name="connsiteY5" fmla="*/ 869129 h 1955507"/>
                <a:gd name="connsiteX0" fmla="*/ 243 w 3639926"/>
                <a:gd name="connsiteY0" fmla="*/ 869129 h 1947022"/>
                <a:gd name="connsiteX1" fmla="*/ 1716280 w 3639926"/>
                <a:gd name="connsiteY1" fmla="*/ 445136 h 1947022"/>
                <a:gd name="connsiteX2" fmla="*/ 3415173 w 3639926"/>
                <a:gd name="connsiteY2" fmla="*/ 322035 h 1947022"/>
                <a:gd name="connsiteX3" fmla="*/ 2949071 w 3639926"/>
                <a:gd name="connsiteY3" fmla="*/ 1928988 h 1947022"/>
                <a:gd name="connsiteX4" fmla="*/ 1833458 w 3639926"/>
                <a:gd name="connsiteY4" fmla="*/ 1291535 h 1947022"/>
                <a:gd name="connsiteX5" fmla="*/ 243 w 3639926"/>
                <a:gd name="connsiteY5" fmla="*/ 869129 h 1947022"/>
                <a:gd name="connsiteX0" fmla="*/ 7345 w 3647028"/>
                <a:gd name="connsiteY0" fmla="*/ 869129 h 1947022"/>
                <a:gd name="connsiteX1" fmla="*/ 1723382 w 3647028"/>
                <a:gd name="connsiteY1" fmla="*/ 445136 h 1947022"/>
                <a:gd name="connsiteX2" fmla="*/ 3422275 w 3647028"/>
                <a:gd name="connsiteY2" fmla="*/ 322035 h 1947022"/>
                <a:gd name="connsiteX3" fmla="*/ 2956173 w 3647028"/>
                <a:gd name="connsiteY3" fmla="*/ 1928988 h 1947022"/>
                <a:gd name="connsiteX4" fmla="*/ 1840560 w 3647028"/>
                <a:gd name="connsiteY4" fmla="*/ 1291535 h 1947022"/>
                <a:gd name="connsiteX5" fmla="*/ 7345 w 3647028"/>
                <a:gd name="connsiteY5" fmla="*/ 869129 h 1947022"/>
                <a:gd name="connsiteX0" fmla="*/ 7345 w 3811052"/>
                <a:gd name="connsiteY0" fmla="*/ 869129 h 1929159"/>
                <a:gd name="connsiteX1" fmla="*/ 1723382 w 3811052"/>
                <a:gd name="connsiteY1" fmla="*/ 445136 h 1929159"/>
                <a:gd name="connsiteX2" fmla="*/ 3422275 w 3811052"/>
                <a:gd name="connsiteY2" fmla="*/ 322035 h 1929159"/>
                <a:gd name="connsiteX3" fmla="*/ 2956173 w 3811052"/>
                <a:gd name="connsiteY3" fmla="*/ 1928988 h 1929159"/>
                <a:gd name="connsiteX4" fmla="*/ 1840560 w 3811052"/>
                <a:gd name="connsiteY4" fmla="*/ 1291535 h 1929159"/>
                <a:gd name="connsiteX5" fmla="*/ 7345 w 3811052"/>
                <a:gd name="connsiteY5" fmla="*/ 869129 h 1929159"/>
                <a:gd name="connsiteX0" fmla="*/ 5264 w 3937957"/>
                <a:gd name="connsiteY0" fmla="*/ 1155023 h 1938909"/>
                <a:gd name="connsiteX1" fmla="*/ 1850286 w 3937957"/>
                <a:gd name="connsiteY1" fmla="*/ 454886 h 1938909"/>
                <a:gd name="connsiteX2" fmla="*/ 3549179 w 3937957"/>
                <a:gd name="connsiteY2" fmla="*/ 331785 h 1938909"/>
                <a:gd name="connsiteX3" fmla="*/ 3083077 w 3937957"/>
                <a:gd name="connsiteY3" fmla="*/ 1938738 h 1938909"/>
                <a:gd name="connsiteX4" fmla="*/ 1967464 w 3937957"/>
                <a:gd name="connsiteY4" fmla="*/ 1301285 h 1938909"/>
                <a:gd name="connsiteX5" fmla="*/ 5264 w 3937957"/>
                <a:gd name="connsiteY5" fmla="*/ 1155023 h 1938909"/>
                <a:gd name="connsiteX0" fmla="*/ 23607 w 3956300"/>
                <a:gd name="connsiteY0" fmla="*/ 1155023 h 1938909"/>
                <a:gd name="connsiteX1" fmla="*/ 1868629 w 3956300"/>
                <a:gd name="connsiteY1" fmla="*/ 454886 h 1938909"/>
                <a:gd name="connsiteX2" fmla="*/ 3567522 w 3956300"/>
                <a:gd name="connsiteY2" fmla="*/ 331785 h 1938909"/>
                <a:gd name="connsiteX3" fmla="*/ 3101420 w 3956300"/>
                <a:gd name="connsiteY3" fmla="*/ 1938738 h 1938909"/>
                <a:gd name="connsiteX4" fmla="*/ 1985807 w 3956300"/>
                <a:gd name="connsiteY4" fmla="*/ 1301285 h 1938909"/>
                <a:gd name="connsiteX5" fmla="*/ 23607 w 3956300"/>
                <a:gd name="connsiteY5" fmla="*/ 1155023 h 1938909"/>
                <a:gd name="connsiteX0" fmla="*/ 356 w 3775841"/>
                <a:gd name="connsiteY0" fmla="*/ 1155023 h 1975367"/>
                <a:gd name="connsiteX1" fmla="*/ 1845378 w 3775841"/>
                <a:gd name="connsiteY1" fmla="*/ 454886 h 1975367"/>
                <a:gd name="connsiteX2" fmla="*/ 3544271 w 3775841"/>
                <a:gd name="connsiteY2" fmla="*/ 331785 h 1975367"/>
                <a:gd name="connsiteX3" fmla="*/ 3078169 w 3775841"/>
                <a:gd name="connsiteY3" fmla="*/ 1938738 h 1975367"/>
                <a:gd name="connsiteX4" fmla="*/ 1700608 w 3775841"/>
                <a:gd name="connsiteY4" fmla="*/ 1432728 h 1975367"/>
                <a:gd name="connsiteX5" fmla="*/ 356 w 3775841"/>
                <a:gd name="connsiteY5" fmla="*/ 1155023 h 1975367"/>
                <a:gd name="connsiteX0" fmla="*/ 385 w 3775871"/>
                <a:gd name="connsiteY0" fmla="*/ 1155023 h 1964875"/>
                <a:gd name="connsiteX1" fmla="*/ 1845407 w 3775871"/>
                <a:gd name="connsiteY1" fmla="*/ 454886 h 1964875"/>
                <a:gd name="connsiteX2" fmla="*/ 3544300 w 3775871"/>
                <a:gd name="connsiteY2" fmla="*/ 331785 h 1964875"/>
                <a:gd name="connsiteX3" fmla="*/ 3078198 w 3775871"/>
                <a:gd name="connsiteY3" fmla="*/ 1938738 h 1964875"/>
                <a:gd name="connsiteX4" fmla="*/ 1700637 w 3775871"/>
                <a:gd name="connsiteY4" fmla="*/ 1432728 h 1964875"/>
                <a:gd name="connsiteX5" fmla="*/ 385 w 3775871"/>
                <a:gd name="connsiteY5" fmla="*/ 1155023 h 1964875"/>
                <a:gd name="connsiteX0" fmla="*/ 518 w 3310321"/>
                <a:gd name="connsiteY0" fmla="*/ 1561197 h 1986949"/>
                <a:gd name="connsiteX1" fmla="*/ 1379857 w 3310321"/>
                <a:gd name="connsiteY1" fmla="*/ 469469 h 1986949"/>
                <a:gd name="connsiteX2" fmla="*/ 3078750 w 3310321"/>
                <a:gd name="connsiteY2" fmla="*/ 346368 h 1986949"/>
                <a:gd name="connsiteX3" fmla="*/ 2612648 w 3310321"/>
                <a:gd name="connsiteY3" fmla="*/ 1953321 h 1986949"/>
                <a:gd name="connsiteX4" fmla="*/ 1235087 w 3310321"/>
                <a:gd name="connsiteY4" fmla="*/ 1447311 h 1986949"/>
                <a:gd name="connsiteX5" fmla="*/ 518 w 3310321"/>
                <a:gd name="connsiteY5" fmla="*/ 1561197 h 1986949"/>
                <a:gd name="connsiteX0" fmla="*/ 252954 w 3562757"/>
                <a:gd name="connsiteY0" fmla="*/ 1561197 h 1986950"/>
                <a:gd name="connsiteX1" fmla="*/ 1632293 w 3562757"/>
                <a:gd name="connsiteY1" fmla="*/ 469469 h 1986950"/>
                <a:gd name="connsiteX2" fmla="*/ 3331186 w 3562757"/>
                <a:gd name="connsiteY2" fmla="*/ 346368 h 1986950"/>
                <a:gd name="connsiteX3" fmla="*/ 2865084 w 3562757"/>
                <a:gd name="connsiteY3" fmla="*/ 1953321 h 1986950"/>
                <a:gd name="connsiteX4" fmla="*/ 1487523 w 3562757"/>
                <a:gd name="connsiteY4" fmla="*/ 1447311 h 1986950"/>
                <a:gd name="connsiteX5" fmla="*/ 252954 w 3562757"/>
                <a:gd name="connsiteY5" fmla="*/ 1561197 h 1986950"/>
                <a:gd name="connsiteX0" fmla="*/ 275988 w 4836894"/>
                <a:gd name="connsiteY0" fmla="*/ 1254188 h 1664972"/>
                <a:gd name="connsiteX1" fmla="*/ 1655327 w 4836894"/>
                <a:gd name="connsiteY1" fmla="*/ 162460 h 1664972"/>
                <a:gd name="connsiteX2" fmla="*/ 4715739 w 4836894"/>
                <a:gd name="connsiteY2" fmla="*/ 494988 h 1664972"/>
                <a:gd name="connsiteX3" fmla="*/ 2888118 w 4836894"/>
                <a:gd name="connsiteY3" fmla="*/ 1646312 h 1664972"/>
                <a:gd name="connsiteX4" fmla="*/ 1510557 w 4836894"/>
                <a:gd name="connsiteY4" fmla="*/ 1140302 h 1664972"/>
                <a:gd name="connsiteX5" fmla="*/ 275988 w 4836894"/>
                <a:gd name="connsiteY5" fmla="*/ 1254188 h 1664972"/>
                <a:gd name="connsiteX0" fmla="*/ 275988 w 4716813"/>
                <a:gd name="connsiteY0" fmla="*/ 1630321 h 2049242"/>
                <a:gd name="connsiteX1" fmla="*/ 1655327 w 4716813"/>
                <a:gd name="connsiteY1" fmla="*/ 538593 h 2049242"/>
                <a:gd name="connsiteX2" fmla="*/ 4715739 w 4716813"/>
                <a:gd name="connsiteY2" fmla="*/ 871121 h 2049242"/>
                <a:gd name="connsiteX3" fmla="*/ 2888118 w 4716813"/>
                <a:gd name="connsiteY3" fmla="*/ 2022445 h 2049242"/>
                <a:gd name="connsiteX4" fmla="*/ 1510557 w 4716813"/>
                <a:gd name="connsiteY4" fmla="*/ 1516435 h 2049242"/>
                <a:gd name="connsiteX5" fmla="*/ 275988 w 4716813"/>
                <a:gd name="connsiteY5" fmla="*/ 1630321 h 2049242"/>
                <a:gd name="connsiteX0" fmla="*/ 275988 w 4749030"/>
                <a:gd name="connsiteY0" fmla="*/ 1124638 h 1545870"/>
                <a:gd name="connsiteX1" fmla="*/ 1655327 w 4749030"/>
                <a:gd name="connsiteY1" fmla="*/ 32910 h 1545870"/>
                <a:gd name="connsiteX2" fmla="*/ 4715739 w 4749030"/>
                <a:gd name="connsiteY2" fmla="*/ 365438 h 1545870"/>
                <a:gd name="connsiteX3" fmla="*/ 3175706 w 4749030"/>
                <a:gd name="connsiteY3" fmla="*/ 1192854 h 1545870"/>
                <a:gd name="connsiteX4" fmla="*/ 1510557 w 4749030"/>
                <a:gd name="connsiteY4" fmla="*/ 1010752 h 1545870"/>
                <a:gd name="connsiteX5" fmla="*/ 275988 w 4749030"/>
                <a:gd name="connsiteY5" fmla="*/ 1124638 h 1545870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40315"/>
                <a:gd name="connsiteY0" fmla="*/ 1132875 h 1722803"/>
                <a:gd name="connsiteX1" fmla="*/ 1655327 w 4740315"/>
                <a:gd name="connsiteY1" fmla="*/ 41147 h 1722803"/>
                <a:gd name="connsiteX2" fmla="*/ 4715739 w 4740315"/>
                <a:gd name="connsiteY2" fmla="*/ 373675 h 1722803"/>
                <a:gd name="connsiteX3" fmla="*/ 3012343 w 4740315"/>
                <a:gd name="connsiteY3" fmla="*/ 1711656 h 1722803"/>
                <a:gd name="connsiteX4" fmla="*/ 1510557 w 4740315"/>
                <a:gd name="connsiteY4" fmla="*/ 1018989 h 1722803"/>
                <a:gd name="connsiteX5" fmla="*/ 275988 w 4740315"/>
                <a:gd name="connsiteY5" fmla="*/ 1132875 h 1722803"/>
                <a:gd name="connsiteX0" fmla="*/ 275988 w 4756119"/>
                <a:gd name="connsiteY0" fmla="*/ 1127108 h 1542684"/>
                <a:gd name="connsiteX1" fmla="*/ 1655327 w 4756119"/>
                <a:gd name="connsiteY1" fmla="*/ 35380 h 1542684"/>
                <a:gd name="connsiteX2" fmla="*/ 4715739 w 4756119"/>
                <a:gd name="connsiteY2" fmla="*/ 367908 h 1542684"/>
                <a:gd name="connsiteX3" fmla="*/ 3285074 w 4756119"/>
                <a:gd name="connsiteY3" fmla="*/ 1369029 h 1542684"/>
                <a:gd name="connsiteX4" fmla="*/ 1510557 w 4756119"/>
                <a:gd name="connsiteY4" fmla="*/ 1013222 h 1542684"/>
                <a:gd name="connsiteX5" fmla="*/ 275988 w 4756119"/>
                <a:gd name="connsiteY5" fmla="*/ 1127108 h 1542684"/>
                <a:gd name="connsiteX0" fmla="*/ 275988 w 4715923"/>
                <a:gd name="connsiteY0" fmla="*/ 1122352 h 1572226"/>
                <a:gd name="connsiteX1" fmla="*/ 1655327 w 4715923"/>
                <a:gd name="connsiteY1" fmla="*/ 30624 h 1572226"/>
                <a:gd name="connsiteX2" fmla="*/ 4715739 w 4715923"/>
                <a:gd name="connsiteY2" fmla="*/ 363152 h 1572226"/>
                <a:gd name="connsiteX3" fmla="*/ 1510557 w 4715923"/>
                <a:gd name="connsiteY3" fmla="*/ 1008466 h 1572226"/>
                <a:gd name="connsiteX4" fmla="*/ 275988 w 4715923"/>
                <a:gd name="connsiteY4" fmla="*/ 1122352 h 1572226"/>
                <a:gd name="connsiteX0" fmla="*/ 25029 w 4476010"/>
                <a:gd name="connsiteY0" fmla="*/ 1892393 h 2022034"/>
                <a:gd name="connsiteX1" fmla="*/ 2236847 w 4476010"/>
                <a:gd name="connsiteY1" fmla="*/ 11492 h 2022034"/>
                <a:gd name="connsiteX2" fmla="*/ 4464780 w 4476010"/>
                <a:gd name="connsiteY2" fmla="*/ 1133193 h 2022034"/>
                <a:gd name="connsiteX3" fmla="*/ 1259598 w 4476010"/>
                <a:gd name="connsiteY3" fmla="*/ 1778507 h 2022034"/>
                <a:gd name="connsiteX4" fmla="*/ 25029 w 4476010"/>
                <a:gd name="connsiteY4" fmla="*/ 1892393 h 2022034"/>
                <a:gd name="connsiteX0" fmla="*/ 19312 w 4468531"/>
                <a:gd name="connsiteY0" fmla="*/ 1893478 h 2350831"/>
                <a:gd name="connsiteX1" fmla="*/ 2231130 w 4468531"/>
                <a:gd name="connsiteY1" fmla="*/ 12577 h 2350831"/>
                <a:gd name="connsiteX2" fmla="*/ 4459063 w 4468531"/>
                <a:gd name="connsiteY2" fmla="*/ 1134278 h 2350831"/>
                <a:gd name="connsiteX3" fmla="*/ 2962196 w 4468531"/>
                <a:gd name="connsiteY3" fmla="*/ 2337807 h 2350831"/>
                <a:gd name="connsiteX4" fmla="*/ 1253881 w 4468531"/>
                <a:gd name="connsiteY4" fmla="*/ 1779592 h 2350831"/>
                <a:gd name="connsiteX5" fmla="*/ 19312 w 4468531"/>
                <a:gd name="connsiteY5" fmla="*/ 1893478 h 2350831"/>
                <a:gd name="connsiteX0" fmla="*/ 114931 w 4564151"/>
                <a:gd name="connsiteY0" fmla="*/ 1893478 h 2606070"/>
                <a:gd name="connsiteX1" fmla="*/ 2326749 w 4564151"/>
                <a:gd name="connsiteY1" fmla="*/ 12577 h 2606070"/>
                <a:gd name="connsiteX2" fmla="*/ 4554682 w 4564151"/>
                <a:gd name="connsiteY2" fmla="*/ 1134278 h 2606070"/>
                <a:gd name="connsiteX3" fmla="*/ 3057815 w 4564151"/>
                <a:gd name="connsiteY3" fmla="*/ 2337807 h 2606070"/>
                <a:gd name="connsiteX4" fmla="*/ 602599 w 4564151"/>
                <a:gd name="connsiteY4" fmla="*/ 2591133 h 2606070"/>
                <a:gd name="connsiteX5" fmla="*/ 114931 w 4564151"/>
                <a:gd name="connsiteY5" fmla="*/ 1893478 h 2606070"/>
                <a:gd name="connsiteX0" fmla="*/ 339436 w 4163621"/>
                <a:gd name="connsiteY0" fmla="*/ 711041 h 2677547"/>
                <a:gd name="connsiteX1" fmla="*/ 1926219 w 4163621"/>
                <a:gd name="connsiteY1" fmla="*/ 9118 h 2677547"/>
                <a:gd name="connsiteX2" fmla="*/ 4154152 w 4163621"/>
                <a:gd name="connsiteY2" fmla="*/ 1130819 h 2677547"/>
                <a:gd name="connsiteX3" fmla="*/ 2657285 w 4163621"/>
                <a:gd name="connsiteY3" fmla="*/ 2334348 h 2677547"/>
                <a:gd name="connsiteX4" fmla="*/ 202069 w 4163621"/>
                <a:gd name="connsiteY4" fmla="*/ 2587674 h 2677547"/>
                <a:gd name="connsiteX5" fmla="*/ 339436 w 4163621"/>
                <a:gd name="connsiteY5" fmla="*/ 711041 h 2677547"/>
                <a:gd name="connsiteX0" fmla="*/ 8699 w 3970251"/>
                <a:gd name="connsiteY0" fmla="*/ 2578556 h 2717756"/>
                <a:gd name="connsiteX1" fmla="*/ 1732849 w 3970251"/>
                <a:gd name="connsiteY1" fmla="*/ 0 h 2717756"/>
                <a:gd name="connsiteX2" fmla="*/ 3960782 w 3970251"/>
                <a:gd name="connsiteY2" fmla="*/ 1121701 h 2717756"/>
                <a:gd name="connsiteX3" fmla="*/ 2463915 w 3970251"/>
                <a:gd name="connsiteY3" fmla="*/ 2325230 h 2717756"/>
                <a:gd name="connsiteX4" fmla="*/ 8699 w 3970251"/>
                <a:gd name="connsiteY4" fmla="*/ 2578556 h 2717756"/>
                <a:gd name="connsiteX0" fmla="*/ 11617 w 3584652"/>
                <a:gd name="connsiteY0" fmla="*/ 1430838 h 2340009"/>
                <a:gd name="connsiteX1" fmla="*/ 1347250 w 3584652"/>
                <a:gd name="connsiteY1" fmla="*/ 2380 h 2340009"/>
                <a:gd name="connsiteX2" fmla="*/ 3575183 w 3584652"/>
                <a:gd name="connsiteY2" fmla="*/ 1124081 h 2340009"/>
                <a:gd name="connsiteX3" fmla="*/ 2078316 w 3584652"/>
                <a:gd name="connsiteY3" fmla="*/ 2327610 h 2340009"/>
                <a:gd name="connsiteX4" fmla="*/ 11617 w 3584652"/>
                <a:gd name="connsiteY4" fmla="*/ 1430838 h 2340009"/>
                <a:gd name="connsiteX0" fmla="*/ 36322 w 3609357"/>
                <a:gd name="connsiteY0" fmla="*/ 1430838 h 2532978"/>
                <a:gd name="connsiteX1" fmla="*/ 1371955 w 3609357"/>
                <a:gd name="connsiteY1" fmla="*/ 2380 h 2532978"/>
                <a:gd name="connsiteX2" fmla="*/ 3599888 w 3609357"/>
                <a:gd name="connsiteY2" fmla="*/ 1124081 h 2532978"/>
                <a:gd name="connsiteX3" fmla="*/ 2103021 w 3609357"/>
                <a:gd name="connsiteY3" fmla="*/ 2327610 h 2532978"/>
                <a:gd name="connsiteX4" fmla="*/ 36322 w 3609357"/>
                <a:gd name="connsiteY4" fmla="*/ 1430838 h 2532978"/>
                <a:gd name="connsiteX0" fmla="*/ 3580 w 3569301"/>
                <a:gd name="connsiteY0" fmla="*/ 1431089 h 2816320"/>
                <a:gd name="connsiteX1" fmla="*/ 1339213 w 3569301"/>
                <a:gd name="connsiteY1" fmla="*/ 2631 h 2816320"/>
                <a:gd name="connsiteX2" fmla="*/ 3567146 w 3569301"/>
                <a:gd name="connsiteY2" fmla="*/ 1124332 h 2816320"/>
                <a:gd name="connsiteX3" fmla="*/ 1722688 w 3569301"/>
                <a:gd name="connsiteY3" fmla="*/ 2808414 h 2816320"/>
                <a:gd name="connsiteX4" fmla="*/ 3580 w 3569301"/>
                <a:gd name="connsiteY4" fmla="*/ 1431089 h 2816320"/>
                <a:gd name="connsiteX0" fmla="*/ 3579 w 3569300"/>
                <a:gd name="connsiteY0" fmla="*/ 1431089 h 2808414"/>
                <a:gd name="connsiteX1" fmla="*/ 1339212 w 3569300"/>
                <a:gd name="connsiteY1" fmla="*/ 2631 h 2808414"/>
                <a:gd name="connsiteX2" fmla="*/ 3567145 w 3569300"/>
                <a:gd name="connsiteY2" fmla="*/ 1124332 h 2808414"/>
                <a:gd name="connsiteX3" fmla="*/ 1722687 w 3569300"/>
                <a:gd name="connsiteY3" fmla="*/ 2808414 h 2808414"/>
                <a:gd name="connsiteX4" fmla="*/ 3579 w 3569300"/>
                <a:gd name="connsiteY4" fmla="*/ 1431089 h 2808414"/>
                <a:gd name="connsiteX0" fmla="*/ 3579 w 3570402"/>
                <a:gd name="connsiteY0" fmla="*/ 1431089 h 2845664"/>
                <a:gd name="connsiteX1" fmla="*/ 1339212 w 3570402"/>
                <a:gd name="connsiteY1" fmla="*/ 2631 h 2845664"/>
                <a:gd name="connsiteX2" fmla="*/ 3567145 w 3570402"/>
                <a:gd name="connsiteY2" fmla="*/ 1124332 h 2845664"/>
                <a:gd name="connsiteX3" fmla="*/ 1722687 w 3570402"/>
                <a:gd name="connsiteY3" fmla="*/ 2808414 h 2845664"/>
                <a:gd name="connsiteX4" fmla="*/ 3579 w 3570402"/>
                <a:gd name="connsiteY4" fmla="*/ 1431089 h 2845664"/>
                <a:gd name="connsiteX0" fmla="*/ 3579 w 3571531"/>
                <a:gd name="connsiteY0" fmla="*/ 1431089 h 2809355"/>
                <a:gd name="connsiteX1" fmla="*/ 1339212 w 3571531"/>
                <a:gd name="connsiteY1" fmla="*/ 2631 h 2809355"/>
                <a:gd name="connsiteX2" fmla="*/ 3567145 w 3571531"/>
                <a:gd name="connsiteY2" fmla="*/ 1124332 h 2809355"/>
                <a:gd name="connsiteX3" fmla="*/ 1722687 w 3571531"/>
                <a:gd name="connsiteY3" fmla="*/ 2808414 h 2809355"/>
                <a:gd name="connsiteX4" fmla="*/ 3579 w 3571531"/>
                <a:gd name="connsiteY4" fmla="*/ 1431089 h 2809355"/>
                <a:gd name="connsiteX0" fmla="*/ 3579 w 3570449"/>
                <a:gd name="connsiteY0" fmla="*/ 1431089 h 2811091"/>
                <a:gd name="connsiteX1" fmla="*/ 1339212 w 3570449"/>
                <a:gd name="connsiteY1" fmla="*/ 2631 h 2811091"/>
                <a:gd name="connsiteX2" fmla="*/ 3567145 w 3570449"/>
                <a:gd name="connsiteY2" fmla="*/ 1124332 h 2811091"/>
                <a:gd name="connsiteX3" fmla="*/ 1722687 w 3570449"/>
                <a:gd name="connsiteY3" fmla="*/ 2808414 h 2811091"/>
                <a:gd name="connsiteX4" fmla="*/ 3579 w 3570449"/>
                <a:gd name="connsiteY4" fmla="*/ 1431089 h 2811091"/>
                <a:gd name="connsiteX0" fmla="*/ 9477 w 3576347"/>
                <a:gd name="connsiteY0" fmla="*/ 1454488 h 2834490"/>
                <a:gd name="connsiteX1" fmla="*/ 1345110 w 3576347"/>
                <a:gd name="connsiteY1" fmla="*/ 26030 h 2834490"/>
                <a:gd name="connsiteX2" fmla="*/ 3573043 w 3576347"/>
                <a:gd name="connsiteY2" fmla="*/ 1147731 h 2834490"/>
                <a:gd name="connsiteX3" fmla="*/ 1728585 w 3576347"/>
                <a:gd name="connsiteY3" fmla="*/ 2831813 h 2834490"/>
                <a:gd name="connsiteX4" fmla="*/ 9477 w 3576347"/>
                <a:gd name="connsiteY4" fmla="*/ 1454488 h 2834490"/>
                <a:gd name="connsiteX0" fmla="*/ 11200 w 3578070"/>
                <a:gd name="connsiteY0" fmla="*/ 1454488 h 2834490"/>
                <a:gd name="connsiteX1" fmla="*/ 1346833 w 3578070"/>
                <a:gd name="connsiteY1" fmla="*/ 26030 h 2834490"/>
                <a:gd name="connsiteX2" fmla="*/ 3574766 w 3578070"/>
                <a:gd name="connsiteY2" fmla="*/ 1147731 h 2834490"/>
                <a:gd name="connsiteX3" fmla="*/ 1730308 w 3578070"/>
                <a:gd name="connsiteY3" fmla="*/ 2831813 h 2834490"/>
                <a:gd name="connsiteX4" fmla="*/ 11200 w 3578070"/>
                <a:gd name="connsiteY4" fmla="*/ 1454488 h 2834490"/>
                <a:gd name="connsiteX0" fmla="*/ 5238 w 3394494"/>
                <a:gd name="connsiteY0" fmla="*/ 1561249 h 2815719"/>
                <a:gd name="connsiteX1" fmla="*/ 1164359 w 3394494"/>
                <a:gd name="connsiteY1" fmla="*/ 5027 h 2815719"/>
                <a:gd name="connsiteX2" fmla="*/ 3392292 w 3394494"/>
                <a:gd name="connsiteY2" fmla="*/ 1126728 h 2815719"/>
                <a:gd name="connsiteX3" fmla="*/ 1547834 w 3394494"/>
                <a:gd name="connsiteY3" fmla="*/ 2810810 h 2815719"/>
                <a:gd name="connsiteX4" fmla="*/ 5238 w 3394494"/>
                <a:gd name="connsiteY4" fmla="*/ 1561249 h 2815719"/>
                <a:gd name="connsiteX0" fmla="*/ 1714 w 3390970"/>
                <a:gd name="connsiteY0" fmla="*/ 1561249 h 2816846"/>
                <a:gd name="connsiteX1" fmla="*/ 1160835 w 3390970"/>
                <a:gd name="connsiteY1" fmla="*/ 5027 h 2816846"/>
                <a:gd name="connsiteX2" fmla="*/ 3388768 w 3390970"/>
                <a:gd name="connsiteY2" fmla="*/ 1126728 h 2816846"/>
                <a:gd name="connsiteX3" fmla="*/ 1544310 w 3390970"/>
                <a:gd name="connsiteY3" fmla="*/ 2810810 h 2816846"/>
                <a:gd name="connsiteX4" fmla="*/ 1714 w 3390970"/>
                <a:gd name="connsiteY4" fmla="*/ 1561249 h 2816846"/>
                <a:gd name="connsiteX0" fmla="*/ 1714 w 3392183"/>
                <a:gd name="connsiteY0" fmla="*/ 1561249 h 2822298"/>
                <a:gd name="connsiteX1" fmla="*/ 1160835 w 3392183"/>
                <a:gd name="connsiteY1" fmla="*/ 5027 h 2822298"/>
                <a:gd name="connsiteX2" fmla="*/ 3388768 w 3392183"/>
                <a:gd name="connsiteY2" fmla="*/ 1126728 h 2822298"/>
                <a:gd name="connsiteX3" fmla="*/ 1544310 w 3392183"/>
                <a:gd name="connsiteY3" fmla="*/ 2810810 h 2822298"/>
                <a:gd name="connsiteX4" fmla="*/ 1714 w 3392183"/>
                <a:gd name="connsiteY4" fmla="*/ 1561249 h 2822298"/>
                <a:gd name="connsiteX0" fmla="*/ 1599 w 3099681"/>
                <a:gd name="connsiteY0" fmla="*/ 1556274 h 2805936"/>
                <a:gd name="connsiteX1" fmla="*/ 1160720 w 3099681"/>
                <a:gd name="connsiteY1" fmla="*/ 52 h 2805936"/>
                <a:gd name="connsiteX2" fmla="*/ 3097014 w 3099681"/>
                <a:gd name="connsiteY2" fmla="*/ 1505235 h 2805936"/>
                <a:gd name="connsiteX3" fmla="*/ 1544195 w 3099681"/>
                <a:gd name="connsiteY3" fmla="*/ 2805835 h 2805936"/>
                <a:gd name="connsiteX4" fmla="*/ 1599 w 3099681"/>
                <a:gd name="connsiteY4" fmla="*/ 1556274 h 2805936"/>
                <a:gd name="connsiteX0" fmla="*/ 1599 w 3098266"/>
                <a:gd name="connsiteY0" fmla="*/ 1556274 h 2805936"/>
                <a:gd name="connsiteX1" fmla="*/ 1160720 w 3098266"/>
                <a:gd name="connsiteY1" fmla="*/ 52 h 2805936"/>
                <a:gd name="connsiteX2" fmla="*/ 3097014 w 3098266"/>
                <a:gd name="connsiteY2" fmla="*/ 1505235 h 2805936"/>
                <a:gd name="connsiteX3" fmla="*/ 1544195 w 3098266"/>
                <a:gd name="connsiteY3" fmla="*/ 2805835 h 2805936"/>
                <a:gd name="connsiteX4" fmla="*/ 1599 w 3098266"/>
                <a:gd name="connsiteY4" fmla="*/ 1556274 h 2805936"/>
                <a:gd name="connsiteX0" fmla="*/ 6698 w 3107113"/>
                <a:gd name="connsiteY0" fmla="*/ 1556268 h 1995204"/>
                <a:gd name="connsiteX1" fmla="*/ 1165819 w 3107113"/>
                <a:gd name="connsiteY1" fmla="*/ 46 h 1995204"/>
                <a:gd name="connsiteX2" fmla="*/ 3102113 w 3107113"/>
                <a:gd name="connsiteY2" fmla="*/ 1505229 h 1995204"/>
                <a:gd name="connsiteX3" fmla="*/ 1670895 w 3107113"/>
                <a:gd name="connsiteY3" fmla="*/ 1994767 h 1995204"/>
                <a:gd name="connsiteX4" fmla="*/ 6698 w 3107113"/>
                <a:gd name="connsiteY4" fmla="*/ 1556268 h 1995204"/>
                <a:gd name="connsiteX0" fmla="*/ 6698 w 3107610"/>
                <a:gd name="connsiteY0" fmla="*/ 1556268 h 2094159"/>
                <a:gd name="connsiteX1" fmla="*/ 1165819 w 3107610"/>
                <a:gd name="connsiteY1" fmla="*/ 46 h 2094159"/>
                <a:gd name="connsiteX2" fmla="*/ 3102113 w 3107610"/>
                <a:gd name="connsiteY2" fmla="*/ 1505229 h 2094159"/>
                <a:gd name="connsiteX3" fmla="*/ 1670895 w 3107610"/>
                <a:gd name="connsiteY3" fmla="*/ 1994767 h 2094159"/>
                <a:gd name="connsiteX4" fmla="*/ 6698 w 3107610"/>
                <a:gd name="connsiteY4" fmla="*/ 1556268 h 2094159"/>
                <a:gd name="connsiteX0" fmla="*/ 6698 w 3108326"/>
                <a:gd name="connsiteY0" fmla="*/ 1556268 h 2032117"/>
                <a:gd name="connsiteX1" fmla="*/ 1165819 w 3108326"/>
                <a:gd name="connsiteY1" fmla="*/ 46 h 2032117"/>
                <a:gd name="connsiteX2" fmla="*/ 3102113 w 3108326"/>
                <a:gd name="connsiteY2" fmla="*/ 1505229 h 2032117"/>
                <a:gd name="connsiteX3" fmla="*/ 1670895 w 3108326"/>
                <a:gd name="connsiteY3" fmla="*/ 1994767 h 2032117"/>
                <a:gd name="connsiteX4" fmla="*/ 6698 w 3108326"/>
                <a:gd name="connsiteY4" fmla="*/ 1556268 h 2032117"/>
                <a:gd name="connsiteX0" fmla="*/ 2700 w 3101149"/>
                <a:gd name="connsiteY0" fmla="*/ 1588985 h 2065259"/>
                <a:gd name="connsiteX1" fmla="*/ 1324169 w 3101149"/>
                <a:gd name="connsiteY1" fmla="*/ 44 h 2065259"/>
                <a:gd name="connsiteX2" fmla="*/ 3098115 w 3101149"/>
                <a:gd name="connsiteY2" fmla="*/ 1537946 h 2065259"/>
                <a:gd name="connsiteX3" fmla="*/ 1666897 w 3101149"/>
                <a:gd name="connsiteY3" fmla="*/ 2027484 h 2065259"/>
                <a:gd name="connsiteX4" fmla="*/ 2700 w 3101149"/>
                <a:gd name="connsiteY4" fmla="*/ 1588985 h 2065259"/>
                <a:gd name="connsiteX0" fmla="*/ 2700 w 3100106"/>
                <a:gd name="connsiteY0" fmla="*/ 1588985 h 2163738"/>
                <a:gd name="connsiteX1" fmla="*/ 1324169 w 3100106"/>
                <a:gd name="connsiteY1" fmla="*/ 44 h 2163738"/>
                <a:gd name="connsiteX2" fmla="*/ 3098115 w 3100106"/>
                <a:gd name="connsiteY2" fmla="*/ 1537946 h 2163738"/>
                <a:gd name="connsiteX3" fmla="*/ 1666897 w 3100106"/>
                <a:gd name="connsiteY3" fmla="*/ 2027484 h 2163738"/>
                <a:gd name="connsiteX4" fmla="*/ 2700 w 3100106"/>
                <a:gd name="connsiteY4" fmla="*/ 1588985 h 2163738"/>
                <a:gd name="connsiteX0" fmla="*/ 2700 w 3100834"/>
                <a:gd name="connsiteY0" fmla="*/ 1588985 h 2056082"/>
                <a:gd name="connsiteX1" fmla="*/ 1324169 w 3100834"/>
                <a:gd name="connsiteY1" fmla="*/ 44 h 2056082"/>
                <a:gd name="connsiteX2" fmla="*/ 3098115 w 3100834"/>
                <a:gd name="connsiteY2" fmla="*/ 1537946 h 2056082"/>
                <a:gd name="connsiteX3" fmla="*/ 1666897 w 3100834"/>
                <a:gd name="connsiteY3" fmla="*/ 2027484 h 2056082"/>
                <a:gd name="connsiteX4" fmla="*/ 2700 w 3100834"/>
                <a:gd name="connsiteY4" fmla="*/ 1588985 h 2056082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01100" h="2041075">
                  <a:moveTo>
                    <a:pt x="2700" y="1588985"/>
                  </a:moveTo>
                  <a:cubicBezTo>
                    <a:pt x="-54421" y="1251078"/>
                    <a:pt x="808267" y="8550"/>
                    <a:pt x="1324169" y="44"/>
                  </a:cubicBezTo>
                  <a:cubicBezTo>
                    <a:pt x="1840071" y="-8462"/>
                    <a:pt x="3040994" y="1200039"/>
                    <a:pt x="3098115" y="1537946"/>
                  </a:cubicBezTo>
                  <a:cubicBezTo>
                    <a:pt x="3155236" y="1875853"/>
                    <a:pt x="2382291" y="1963492"/>
                    <a:pt x="1666897" y="2027484"/>
                  </a:cubicBezTo>
                  <a:cubicBezTo>
                    <a:pt x="951503" y="2091476"/>
                    <a:pt x="59821" y="1926892"/>
                    <a:pt x="2700" y="1588985"/>
                  </a:cubicBezTo>
                  <a:close/>
                </a:path>
              </a:pathLst>
            </a:custGeom>
            <a:noFill/>
            <a:ln w="50800">
              <a:solidFill>
                <a:srgbClr val="647A8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13" name="Titel 1">
              <a:extLst>
                <a:ext uri="{FF2B5EF4-FFF2-40B4-BE49-F238E27FC236}">
                  <a16:creationId xmlns:a16="http://schemas.microsoft.com/office/drawing/2014/main" id="{0D942D8F-76B8-BFD8-2E08-B9BFB50517AA}"/>
                </a:ext>
              </a:extLst>
            </p:cNvPr>
            <p:cNvSpPr txBox="1">
              <a:spLocks/>
            </p:cNvSpPr>
            <p:nvPr/>
          </p:nvSpPr>
          <p:spPr>
            <a:xfrm>
              <a:off x="8051859" y="6045499"/>
              <a:ext cx="2276638" cy="489887"/>
            </a:xfrm>
            <a:prstGeom prst="rect">
              <a:avLst/>
            </a:prstGeom>
          </p:spPr>
          <p:txBody>
            <a:bodyPr anchor="ctr"/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r"/>
              <a:r>
                <a:rPr lang="de-DE" sz="1200" b="0" dirty="0">
                  <a:solidFill>
                    <a:schemeClr val="bg1"/>
                  </a:solidFill>
                  <a:latin typeface="TheSans Plain" pitchFamily="2" charset="0"/>
                  <a:cs typeface="Kannada Sangam MN" pitchFamily="2" charset="0"/>
                </a:rPr>
                <a:t>Elektrotechnik</a:t>
              </a:r>
            </a:p>
          </p:txBody>
        </p: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B7F148FD-7C9D-0747-859F-DDCBE8F995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 cap="all" spc="600" baseline="0">
                <a:latin typeface="TheSans Plain" pitchFamily="2" charset="0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922E125-465D-814E-8AE3-3334AE7168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buClr>
                <a:srgbClr val="68C0ED"/>
              </a:buClr>
              <a:defRPr>
                <a:solidFill>
                  <a:srgbClr val="647A84"/>
                </a:solidFill>
                <a:latin typeface="TheSans Plain" pitchFamily="2" charset="0"/>
              </a:defRPr>
            </a:lvl1pPr>
            <a:lvl2pPr>
              <a:buClr>
                <a:srgbClr val="68C0ED"/>
              </a:buClr>
              <a:defRPr>
                <a:solidFill>
                  <a:srgbClr val="647A84"/>
                </a:solidFill>
                <a:latin typeface="TheSans Plain" pitchFamily="2" charset="0"/>
              </a:defRPr>
            </a:lvl2pPr>
            <a:lvl3pPr>
              <a:buClr>
                <a:srgbClr val="68C0ED"/>
              </a:buClr>
              <a:defRPr>
                <a:solidFill>
                  <a:srgbClr val="647A84"/>
                </a:solidFill>
                <a:latin typeface="TheSans Plain" pitchFamily="2" charset="0"/>
              </a:defRPr>
            </a:lvl3pPr>
            <a:lvl4pPr>
              <a:buClr>
                <a:srgbClr val="68C0ED"/>
              </a:buClr>
              <a:defRPr>
                <a:solidFill>
                  <a:srgbClr val="647A84"/>
                </a:solidFill>
                <a:latin typeface="TheSans Plain" pitchFamily="2" charset="0"/>
              </a:defRPr>
            </a:lvl4pPr>
            <a:lvl5pPr>
              <a:buClr>
                <a:srgbClr val="68C0ED"/>
              </a:buClr>
              <a:defRPr>
                <a:solidFill>
                  <a:srgbClr val="647A84"/>
                </a:solidFill>
                <a:latin typeface="TheSans Plain" pitchFamily="2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6517CC0-3827-824C-BD82-5D524FC77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137DF-46F0-194D-B8E6-89251B633EEA}" type="slidenum">
              <a:rPr lang="de-DE" smtClean="0"/>
              <a:t>‹Nr.›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EE3AA6B-514B-3F5F-22E3-B489C71C8E0C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de-DE"/>
              <a:t>Lukas Peter Sumann, Maximilian Wolf Leopold Lindner</a:t>
            </a:r>
          </a:p>
        </p:txBody>
      </p:sp>
      <p:sp>
        <p:nvSpPr>
          <p:cNvPr id="17" name="Bildplatzhalter 16">
            <a:extLst>
              <a:ext uri="{FF2B5EF4-FFF2-40B4-BE49-F238E27FC236}">
                <a16:creationId xmlns:a16="http://schemas.microsoft.com/office/drawing/2014/main" id="{3FAEB419-CE0E-A2C1-CF13-6F8BF8F0875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72202" y="1825625"/>
            <a:ext cx="5456236" cy="435133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pic>
        <p:nvPicPr>
          <p:cNvPr id="19" name="Grafik 18">
            <a:extLst>
              <a:ext uri="{FF2B5EF4-FFF2-40B4-BE49-F238E27FC236}">
                <a16:creationId xmlns:a16="http://schemas.microsoft.com/office/drawing/2014/main" id="{B1872E4B-225F-0DAD-628A-2BD8C7FB14C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99721" y="6093676"/>
            <a:ext cx="431554" cy="558481"/>
          </a:xfrm>
          <a:prstGeom prst="rect">
            <a:avLst/>
          </a:prstGeom>
        </p:spPr>
      </p:pic>
      <p:pic>
        <p:nvPicPr>
          <p:cNvPr id="20" name="Grafik 19">
            <a:extLst>
              <a:ext uri="{FF2B5EF4-FFF2-40B4-BE49-F238E27FC236}">
                <a16:creationId xmlns:a16="http://schemas.microsoft.com/office/drawing/2014/main" id="{342B8641-C365-B86B-0AE0-4A02F5406E2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858375" y="216695"/>
            <a:ext cx="2078627" cy="466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19709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ET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ihandform 3">
            <a:extLst>
              <a:ext uri="{FF2B5EF4-FFF2-40B4-BE49-F238E27FC236}">
                <a16:creationId xmlns:a16="http://schemas.microsoft.com/office/drawing/2014/main" id="{FA1ADB5F-FA2E-7BF8-5CB9-563ADE4AE44E}"/>
              </a:ext>
            </a:extLst>
          </p:cNvPr>
          <p:cNvSpPr/>
          <p:nvPr userDrawn="1"/>
        </p:nvSpPr>
        <p:spPr>
          <a:xfrm rot="10129930">
            <a:off x="-2139048" y="-745777"/>
            <a:ext cx="5954496" cy="5169791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2630869"/>
              <a:gd name="connsiteY0" fmla="*/ 1913201 h 4484060"/>
              <a:gd name="connsiteX1" fmla="*/ 2156275 w 2630869"/>
              <a:gd name="connsiteY1" fmla="*/ 89473 h 4484060"/>
              <a:gd name="connsiteX2" fmla="*/ 2574031 w 2630869"/>
              <a:gd name="connsiteY2" fmla="*/ 2543820 h 4484060"/>
              <a:gd name="connsiteX3" fmla="*/ 2321781 w 2630869"/>
              <a:gd name="connsiteY3" fmla="*/ 4351600 h 4484060"/>
              <a:gd name="connsiteX4" fmla="*/ 51546 w 2630869"/>
              <a:gd name="connsiteY4" fmla="*/ 3542304 h 4484060"/>
              <a:gd name="connsiteX5" fmla="*/ 829312 w 2630869"/>
              <a:gd name="connsiteY5" fmla="*/ 1913201 h 4484060"/>
              <a:gd name="connsiteX0" fmla="*/ 829312 w 2634983"/>
              <a:gd name="connsiteY0" fmla="*/ 1913201 h 4484060"/>
              <a:gd name="connsiteX1" fmla="*/ 2156275 w 2634983"/>
              <a:gd name="connsiteY1" fmla="*/ 89473 h 4484060"/>
              <a:gd name="connsiteX2" fmla="*/ 2574031 w 2634983"/>
              <a:gd name="connsiteY2" fmla="*/ 2543820 h 4484060"/>
              <a:gd name="connsiteX3" fmla="*/ 2321781 w 2634983"/>
              <a:gd name="connsiteY3" fmla="*/ 4351600 h 4484060"/>
              <a:gd name="connsiteX4" fmla="*/ 51546 w 2634983"/>
              <a:gd name="connsiteY4" fmla="*/ 3542304 h 4484060"/>
              <a:gd name="connsiteX5" fmla="*/ 829312 w 2634983"/>
              <a:gd name="connsiteY5" fmla="*/ 1913201 h 4484060"/>
              <a:gd name="connsiteX0" fmla="*/ 829312 w 2634983"/>
              <a:gd name="connsiteY0" fmla="*/ 1823911 h 4394770"/>
              <a:gd name="connsiteX1" fmla="*/ 2156275 w 2634983"/>
              <a:gd name="connsiteY1" fmla="*/ 183 h 4394770"/>
              <a:gd name="connsiteX2" fmla="*/ 2574031 w 2634983"/>
              <a:gd name="connsiteY2" fmla="*/ 2454530 h 4394770"/>
              <a:gd name="connsiteX3" fmla="*/ 2321781 w 2634983"/>
              <a:gd name="connsiteY3" fmla="*/ 4262310 h 4394770"/>
              <a:gd name="connsiteX4" fmla="*/ 51546 w 2634983"/>
              <a:gd name="connsiteY4" fmla="*/ 3453014 h 4394770"/>
              <a:gd name="connsiteX5" fmla="*/ 829312 w 2634983"/>
              <a:gd name="connsiteY5" fmla="*/ 1823911 h 4394770"/>
              <a:gd name="connsiteX0" fmla="*/ 550921 w 2356592"/>
              <a:gd name="connsiteY0" fmla="*/ 1823911 h 4375660"/>
              <a:gd name="connsiteX1" fmla="*/ 1877884 w 2356592"/>
              <a:gd name="connsiteY1" fmla="*/ 183 h 4375660"/>
              <a:gd name="connsiteX2" fmla="*/ 2295640 w 2356592"/>
              <a:gd name="connsiteY2" fmla="*/ 2454530 h 4375660"/>
              <a:gd name="connsiteX3" fmla="*/ 2043390 w 2356592"/>
              <a:gd name="connsiteY3" fmla="*/ 4262310 h 4375660"/>
              <a:gd name="connsiteX4" fmla="*/ 97666 w 2356592"/>
              <a:gd name="connsiteY4" fmla="*/ 3284751 h 4375660"/>
              <a:gd name="connsiteX5" fmla="*/ 550921 w 2356592"/>
              <a:gd name="connsiteY5" fmla="*/ 1823911 h 4375660"/>
              <a:gd name="connsiteX0" fmla="*/ 1187626 w 2290887"/>
              <a:gd name="connsiteY0" fmla="*/ 1491571 h 4375718"/>
              <a:gd name="connsiteX1" fmla="*/ 1812179 w 2290887"/>
              <a:gd name="connsiteY1" fmla="*/ 241 h 4375718"/>
              <a:gd name="connsiteX2" fmla="*/ 2229935 w 2290887"/>
              <a:gd name="connsiteY2" fmla="*/ 2454588 h 4375718"/>
              <a:gd name="connsiteX3" fmla="*/ 1977685 w 2290887"/>
              <a:gd name="connsiteY3" fmla="*/ 4262368 h 4375718"/>
              <a:gd name="connsiteX4" fmla="*/ 31961 w 2290887"/>
              <a:gd name="connsiteY4" fmla="*/ 3284809 h 4375718"/>
              <a:gd name="connsiteX5" fmla="*/ 1187626 w 2290887"/>
              <a:gd name="connsiteY5" fmla="*/ 1491571 h 4375718"/>
              <a:gd name="connsiteX0" fmla="*/ 1187626 w 2290887"/>
              <a:gd name="connsiteY0" fmla="*/ 1491690 h 4375837"/>
              <a:gd name="connsiteX1" fmla="*/ 1812179 w 2290887"/>
              <a:gd name="connsiteY1" fmla="*/ 360 h 4375837"/>
              <a:gd name="connsiteX2" fmla="*/ 2229935 w 2290887"/>
              <a:gd name="connsiteY2" fmla="*/ 2454707 h 4375837"/>
              <a:gd name="connsiteX3" fmla="*/ 1977685 w 2290887"/>
              <a:gd name="connsiteY3" fmla="*/ 4262487 h 4375837"/>
              <a:gd name="connsiteX4" fmla="*/ 31961 w 2290887"/>
              <a:gd name="connsiteY4" fmla="*/ 3284928 h 4375837"/>
              <a:gd name="connsiteX5" fmla="*/ 1187626 w 2290887"/>
              <a:gd name="connsiteY5" fmla="*/ 1491690 h 4375837"/>
              <a:gd name="connsiteX0" fmla="*/ 1177700 w 2280961"/>
              <a:gd name="connsiteY0" fmla="*/ 1491690 h 4375837"/>
              <a:gd name="connsiteX1" fmla="*/ 1802253 w 2280961"/>
              <a:gd name="connsiteY1" fmla="*/ 360 h 4375837"/>
              <a:gd name="connsiteX2" fmla="*/ 2220009 w 2280961"/>
              <a:gd name="connsiteY2" fmla="*/ 2454707 h 4375837"/>
              <a:gd name="connsiteX3" fmla="*/ 1967759 w 2280961"/>
              <a:gd name="connsiteY3" fmla="*/ 4262487 h 4375837"/>
              <a:gd name="connsiteX4" fmla="*/ 22035 w 2280961"/>
              <a:gd name="connsiteY4" fmla="*/ 3284928 h 4375837"/>
              <a:gd name="connsiteX5" fmla="*/ 1177700 w 2280961"/>
              <a:gd name="connsiteY5" fmla="*/ 1491690 h 4375837"/>
              <a:gd name="connsiteX0" fmla="*/ 1177700 w 2132201"/>
              <a:gd name="connsiteY0" fmla="*/ 1491690 h 4375837"/>
              <a:gd name="connsiteX1" fmla="*/ 1802253 w 2132201"/>
              <a:gd name="connsiteY1" fmla="*/ 360 h 4375837"/>
              <a:gd name="connsiteX2" fmla="*/ 1570986 w 2132201"/>
              <a:gd name="connsiteY2" fmla="*/ 2791232 h 4375837"/>
              <a:gd name="connsiteX3" fmla="*/ 1967759 w 2132201"/>
              <a:gd name="connsiteY3" fmla="*/ 4262487 h 4375837"/>
              <a:gd name="connsiteX4" fmla="*/ 22035 w 2132201"/>
              <a:gd name="connsiteY4" fmla="*/ 3284928 h 4375837"/>
              <a:gd name="connsiteX5" fmla="*/ 1177700 w 2132201"/>
              <a:gd name="connsiteY5" fmla="*/ 1491690 h 4375837"/>
              <a:gd name="connsiteX0" fmla="*/ 1177700 w 2303877"/>
              <a:gd name="connsiteY0" fmla="*/ 654980 h 3539127"/>
              <a:gd name="connsiteX1" fmla="*/ 2105842 w 2303877"/>
              <a:gd name="connsiteY1" fmla="*/ 30327 h 3539127"/>
              <a:gd name="connsiteX2" fmla="*/ 1570986 w 2303877"/>
              <a:gd name="connsiteY2" fmla="*/ 1954522 h 3539127"/>
              <a:gd name="connsiteX3" fmla="*/ 1967759 w 2303877"/>
              <a:gd name="connsiteY3" fmla="*/ 3425777 h 3539127"/>
              <a:gd name="connsiteX4" fmla="*/ 22035 w 2303877"/>
              <a:gd name="connsiteY4" fmla="*/ 2448218 h 3539127"/>
              <a:gd name="connsiteX5" fmla="*/ 1177700 w 2303877"/>
              <a:gd name="connsiteY5" fmla="*/ 654980 h 3539127"/>
              <a:gd name="connsiteX0" fmla="*/ 1177700 w 2303877"/>
              <a:gd name="connsiteY0" fmla="*/ 811890 h 3696037"/>
              <a:gd name="connsiteX1" fmla="*/ 2105842 w 2303877"/>
              <a:gd name="connsiteY1" fmla="*/ 187237 h 3696037"/>
              <a:gd name="connsiteX2" fmla="*/ 1570986 w 2303877"/>
              <a:gd name="connsiteY2" fmla="*/ 2111432 h 3696037"/>
              <a:gd name="connsiteX3" fmla="*/ 1967759 w 2303877"/>
              <a:gd name="connsiteY3" fmla="*/ 3582687 h 3696037"/>
              <a:gd name="connsiteX4" fmla="*/ 22035 w 2303877"/>
              <a:gd name="connsiteY4" fmla="*/ 2605128 h 3696037"/>
              <a:gd name="connsiteX5" fmla="*/ 1177700 w 2303877"/>
              <a:gd name="connsiteY5" fmla="*/ 811890 h 3696037"/>
              <a:gd name="connsiteX0" fmla="*/ 1177700 w 2189200"/>
              <a:gd name="connsiteY0" fmla="*/ 811890 h 3696037"/>
              <a:gd name="connsiteX1" fmla="*/ 2105842 w 2189200"/>
              <a:gd name="connsiteY1" fmla="*/ 187237 h 3696037"/>
              <a:gd name="connsiteX2" fmla="*/ 1570986 w 2189200"/>
              <a:gd name="connsiteY2" fmla="*/ 2111432 h 3696037"/>
              <a:gd name="connsiteX3" fmla="*/ 1967759 w 2189200"/>
              <a:gd name="connsiteY3" fmla="*/ 3582687 h 3696037"/>
              <a:gd name="connsiteX4" fmla="*/ 22035 w 2189200"/>
              <a:gd name="connsiteY4" fmla="*/ 2605128 h 3696037"/>
              <a:gd name="connsiteX5" fmla="*/ 1177700 w 2189200"/>
              <a:gd name="connsiteY5" fmla="*/ 811890 h 3696037"/>
              <a:gd name="connsiteX0" fmla="*/ 1177700 w 2189200"/>
              <a:gd name="connsiteY0" fmla="*/ 743015 h 3627162"/>
              <a:gd name="connsiteX1" fmla="*/ 2105842 w 2189200"/>
              <a:gd name="connsiteY1" fmla="*/ 118362 h 3627162"/>
              <a:gd name="connsiteX2" fmla="*/ 1570986 w 2189200"/>
              <a:gd name="connsiteY2" fmla="*/ 2042557 h 3627162"/>
              <a:gd name="connsiteX3" fmla="*/ 1967759 w 2189200"/>
              <a:gd name="connsiteY3" fmla="*/ 3513812 h 3627162"/>
              <a:gd name="connsiteX4" fmla="*/ 22035 w 2189200"/>
              <a:gd name="connsiteY4" fmla="*/ 2536253 h 3627162"/>
              <a:gd name="connsiteX5" fmla="*/ 1177700 w 2189200"/>
              <a:gd name="connsiteY5" fmla="*/ 743015 h 3627162"/>
              <a:gd name="connsiteX0" fmla="*/ 1177700 w 2189200"/>
              <a:gd name="connsiteY0" fmla="*/ 695554 h 3579701"/>
              <a:gd name="connsiteX1" fmla="*/ 2105842 w 2189200"/>
              <a:gd name="connsiteY1" fmla="*/ 70901 h 3579701"/>
              <a:gd name="connsiteX2" fmla="*/ 1570986 w 2189200"/>
              <a:gd name="connsiteY2" fmla="*/ 1995096 h 3579701"/>
              <a:gd name="connsiteX3" fmla="*/ 1967759 w 2189200"/>
              <a:gd name="connsiteY3" fmla="*/ 3466351 h 3579701"/>
              <a:gd name="connsiteX4" fmla="*/ 22035 w 2189200"/>
              <a:gd name="connsiteY4" fmla="*/ 2488792 h 3579701"/>
              <a:gd name="connsiteX5" fmla="*/ 1177700 w 2189200"/>
              <a:gd name="connsiteY5" fmla="*/ 695554 h 3579701"/>
              <a:gd name="connsiteX0" fmla="*/ 1180449 w 2191949"/>
              <a:gd name="connsiteY0" fmla="*/ 695554 h 3579701"/>
              <a:gd name="connsiteX1" fmla="*/ 2108591 w 2191949"/>
              <a:gd name="connsiteY1" fmla="*/ 70901 h 3579701"/>
              <a:gd name="connsiteX2" fmla="*/ 1573735 w 2191949"/>
              <a:gd name="connsiteY2" fmla="*/ 1995096 h 3579701"/>
              <a:gd name="connsiteX3" fmla="*/ 1970508 w 2191949"/>
              <a:gd name="connsiteY3" fmla="*/ 3466351 h 3579701"/>
              <a:gd name="connsiteX4" fmla="*/ 24784 w 2191949"/>
              <a:gd name="connsiteY4" fmla="*/ 2488792 h 3579701"/>
              <a:gd name="connsiteX5" fmla="*/ 1180449 w 2191949"/>
              <a:gd name="connsiteY5" fmla="*/ 695554 h 3579701"/>
              <a:gd name="connsiteX0" fmla="*/ 1180449 w 2191949"/>
              <a:gd name="connsiteY0" fmla="*/ 688306 h 3572453"/>
              <a:gd name="connsiteX1" fmla="*/ 2108591 w 2191949"/>
              <a:gd name="connsiteY1" fmla="*/ 63653 h 3572453"/>
              <a:gd name="connsiteX2" fmla="*/ 1573735 w 2191949"/>
              <a:gd name="connsiteY2" fmla="*/ 1987848 h 3572453"/>
              <a:gd name="connsiteX3" fmla="*/ 1970508 w 2191949"/>
              <a:gd name="connsiteY3" fmla="*/ 3459103 h 3572453"/>
              <a:gd name="connsiteX4" fmla="*/ 24784 w 2191949"/>
              <a:gd name="connsiteY4" fmla="*/ 2481544 h 3572453"/>
              <a:gd name="connsiteX5" fmla="*/ 1180449 w 2191949"/>
              <a:gd name="connsiteY5" fmla="*/ 688306 h 3572453"/>
              <a:gd name="connsiteX0" fmla="*/ 1180449 w 2191949"/>
              <a:gd name="connsiteY0" fmla="*/ 683650 h 3567797"/>
              <a:gd name="connsiteX1" fmla="*/ 2108591 w 2191949"/>
              <a:gd name="connsiteY1" fmla="*/ 58997 h 3567797"/>
              <a:gd name="connsiteX2" fmla="*/ 1573735 w 2191949"/>
              <a:gd name="connsiteY2" fmla="*/ 1983192 h 3567797"/>
              <a:gd name="connsiteX3" fmla="*/ 1970508 w 2191949"/>
              <a:gd name="connsiteY3" fmla="*/ 3454447 h 3567797"/>
              <a:gd name="connsiteX4" fmla="*/ 24784 w 2191949"/>
              <a:gd name="connsiteY4" fmla="*/ 2476888 h 3567797"/>
              <a:gd name="connsiteX5" fmla="*/ 1180449 w 2191949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3164"/>
              <a:gd name="connsiteY0" fmla="*/ 683650 h 3567797"/>
              <a:gd name="connsiteX1" fmla="*/ 2108591 w 2193164"/>
              <a:gd name="connsiteY1" fmla="*/ 58997 h 3567797"/>
              <a:gd name="connsiteX2" fmla="*/ 1573735 w 2193164"/>
              <a:gd name="connsiteY2" fmla="*/ 1983192 h 3567797"/>
              <a:gd name="connsiteX3" fmla="*/ 1970508 w 2193164"/>
              <a:gd name="connsiteY3" fmla="*/ 3454447 h 3567797"/>
              <a:gd name="connsiteX4" fmla="*/ 24784 w 2193164"/>
              <a:gd name="connsiteY4" fmla="*/ 2476888 h 3567797"/>
              <a:gd name="connsiteX5" fmla="*/ 1180449 w 2193164"/>
              <a:gd name="connsiteY5" fmla="*/ 683650 h 3567797"/>
              <a:gd name="connsiteX0" fmla="*/ 1180310 w 2193025"/>
              <a:gd name="connsiteY0" fmla="*/ 683650 h 3567797"/>
              <a:gd name="connsiteX1" fmla="*/ 2108452 w 2193025"/>
              <a:gd name="connsiteY1" fmla="*/ 58997 h 3567797"/>
              <a:gd name="connsiteX2" fmla="*/ 1573596 w 2193025"/>
              <a:gd name="connsiteY2" fmla="*/ 1983192 h 3567797"/>
              <a:gd name="connsiteX3" fmla="*/ 1970369 w 2193025"/>
              <a:gd name="connsiteY3" fmla="*/ 3454447 h 3567797"/>
              <a:gd name="connsiteX4" fmla="*/ 24645 w 2193025"/>
              <a:gd name="connsiteY4" fmla="*/ 2476888 h 3567797"/>
              <a:gd name="connsiteX5" fmla="*/ 1180310 w 2193025"/>
              <a:gd name="connsiteY5" fmla="*/ 683650 h 3567797"/>
              <a:gd name="connsiteX0" fmla="*/ 1180310 w 2193025"/>
              <a:gd name="connsiteY0" fmla="*/ 693860 h 3578007"/>
              <a:gd name="connsiteX1" fmla="*/ 2108452 w 2193025"/>
              <a:gd name="connsiteY1" fmla="*/ 69207 h 3578007"/>
              <a:gd name="connsiteX2" fmla="*/ 1573596 w 2193025"/>
              <a:gd name="connsiteY2" fmla="*/ 1993402 h 3578007"/>
              <a:gd name="connsiteX3" fmla="*/ 1970369 w 2193025"/>
              <a:gd name="connsiteY3" fmla="*/ 3464657 h 3578007"/>
              <a:gd name="connsiteX4" fmla="*/ 24645 w 2193025"/>
              <a:gd name="connsiteY4" fmla="*/ 2487098 h 3578007"/>
              <a:gd name="connsiteX5" fmla="*/ 1180310 w 2193025"/>
              <a:gd name="connsiteY5" fmla="*/ 693860 h 3578007"/>
              <a:gd name="connsiteX0" fmla="*/ 1180310 w 2193025"/>
              <a:gd name="connsiteY0" fmla="*/ 693860 h 3581308"/>
              <a:gd name="connsiteX1" fmla="*/ 2108452 w 2193025"/>
              <a:gd name="connsiteY1" fmla="*/ 69207 h 3581308"/>
              <a:gd name="connsiteX2" fmla="*/ 1573596 w 2193025"/>
              <a:gd name="connsiteY2" fmla="*/ 1993402 h 3581308"/>
              <a:gd name="connsiteX3" fmla="*/ 1970369 w 2193025"/>
              <a:gd name="connsiteY3" fmla="*/ 3464657 h 3581308"/>
              <a:gd name="connsiteX4" fmla="*/ 24645 w 2193025"/>
              <a:gd name="connsiteY4" fmla="*/ 2487098 h 3581308"/>
              <a:gd name="connsiteX5" fmla="*/ 1180310 w 2193025"/>
              <a:gd name="connsiteY5" fmla="*/ 693860 h 3581308"/>
              <a:gd name="connsiteX0" fmla="*/ 1180701 w 2193416"/>
              <a:gd name="connsiteY0" fmla="*/ 693860 h 3581308"/>
              <a:gd name="connsiteX1" fmla="*/ 2108843 w 2193416"/>
              <a:gd name="connsiteY1" fmla="*/ 69207 h 3581308"/>
              <a:gd name="connsiteX2" fmla="*/ 1573987 w 2193416"/>
              <a:gd name="connsiteY2" fmla="*/ 1993402 h 3581308"/>
              <a:gd name="connsiteX3" fmla="*/ 1970760 w 2193416"/>
              <a:gd name="connsiteY3" fmla="*/ 3464657 h 3581308"/>
              <a:gd name="connsiteX4" fmla="*/ 25036 w 2193416"/>
              <a:gd name="connsiteY4" fmla="*/ 2487098 h 3581308"/>
              <a:gd name="connsiteX5" fmla="*/ 1180701 w 2193416"/>
              <a:gd name="connsiteY5" fmla="*/ 693860 h 3581308"/>
              <a:gd name="connsiteX0" fmla="*/ 928190 w 2150347"/>
              <a:gd name="connsiteY0" fmla="*/ 1084474 h 3508207"/>
              <a:gd name="connsiteX1" fmla="*/ 2108497 w 2150347"/>
              <a:gd name="connsiteY1" fmla="*/ 17094 h 3508207"/>
              <a:gd name="connsiteX2" fmla="*/ 1573641 w 2150347"/>
              <a:gd name="connsiteY2" fmla="*/ 1941289 h 3508207"/>
              <a:gd name="connsiteX3" fmla="*/ 1970414 w 2150347"/>
              <a:gd name="connsiteY3" fmla="*/ 3412544 h 3508207"/>
              <a:gd name="connsiteX4" fmla="*/ 24690 w 2150347"/>
              <a:gd name="connsiteY4" fmla="*/ 2434985 h 3508207"/>
              <a:gd name="connsiteX5" fmla="*/ 928190 w 2150347"/>
              <a:gd name="connsiteY5" fmla="*/ 1084474 h 3508207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4105 w 2214185"/>
              <a:gd name="connsiteY0" fmla="*/ 720680 h 3624865"/>
              <a:gd name="connsiteX1" fmla="*/ 1990259 w 2214185"/>
              <a:gd name="connsiteY1" fmla="*/ 56886 h 3624865"/>
              <a:gd name="connsiteX2" fmla="*/ 1628516 w 2214185"/>
              <a:gd name="connsiteY2" fmla="*/ 2052315 h 3624865"/>
              <a:gd name="connsiteX3" fmla="*/ 2025289 w 2214185"/>
              <a:gd name="connsiteY3" fmla="*/ 3523570 h 3624865"/>
              <a:gd name="connsiteX4" fmla="*/ 79565 w 2214185"/>
              <a:gd name="connsiteY4" fmla="*/ 2546011 h 3624865"/>
              <a:gd name="connsiteX5" fmla="*/ 534105 w 2214185"/>
              <a:gd name="connsiteY5" fmla="*/ 720680 h 3624865"/>
              <a:gd name="connsiteX0" fmla="*/ 534105 w 2214185"/>
              <a:gd name="connsiteY0" fmla="*/ 702134 h 3606319"/>
              <a:gd name="connsiteX1" fmla="*/ 1990259 w 2214185"/>
              <a:gd name="connsiteY1" fmla="*/ 38340 h 3606319"/>
              <a:gd name="connsiteX2" fmla="*/ 1628516 w 2214185"/>
              <a:gd name="connsiteY2" fmla="*/ 2033769 h 3606319"/>
              <a:gd name="connsiteX3" fmla="*/ 2025289 w 2214185"/>
              <a:gd name="connsiteY3" fmla="*/ 3505024 h 3606319"/>
              <a:gd name="connsiteX4" fmla="*/ 79565 w 2214185"/>
              <a:gd name="connsiteY4" fmla="*/ 2527465 h 3606319"/>
              <a:gd name="connsiteX5" fmla="*/ 534105 w 2214185"/>
              <a:gd name="connsiteY5" fmla="*/ 702134 h 3606319"/>
              <a:gd name="connsiteX0" fmla="*/ 591383 w 2201636"/>
              <a:gd name="connsiteY0" fmla="*/ 804752 h 3611345"/>
              <a:gd name="connsiteX1" fmla="*/ 1977710 w 2201636"/>
              <a:gd name="connsiteY1" fmla="*/ 44556 h 3611345"/>
              <a:gd name="connsiteX2" fmla="*/ 1615967 w 2201636"/>
              <a:gd name="connsiteY2" fmla="*/ 2039985 h 3611345"/>
              <a:gd name="connsiteX3" fmla="*/ 2012740 w 2201636"/>
              <a:gd name="connsiteY3" fmla="*/ 3511240 h 3611345"/>
              <a:gd name="connsiteX4" fmla="*/ 67016 w 2201636"/>
              <a:gd name="connsiteY4" fmla="*/ 2533681 h 3611345"/>
              <a:gd name="connsiteX5" fmla="*/ 591383 w 2201636"/>
              <a:gd name="connsiteY5" fmla="*/ 804752 h 3611345"/>
              <a:gd name="connsiteX0" fmla="*/ 621567 w 2231820"/>
              <a:gd name="connsiteY0" fmla="*/ 847596 h 3654189"/>
              <a:gd name="connsiteX1" fmla="*/ 2007894 w 2231820"/>
              <a:gd name="connsiteY1" fmla="*/ 87400 h 3654189"/>
              <a:gd name="connsiteX2" fmla="*/ 1646151 w 2231820"/>
              <a:gd name="connsiteY2" fmla="*/ 2082829 h 3654189"/>
              <a:gd name="connsiteX3" fmla="*/ 2042924 w 2231820"/>
              <a:gd name="connsiteY3" fmla="*/ 3554084 h 3654189"/>
              <a:gd name="connsiteX4" fmla="*/ 97200 w 2231820"/>
              <a:gd name="connsiteY4" fmla="*/ 2576525 h 3654189"/>
              <a:gd name="connsiteX5" fmla="*/ 621567 w 2231820"/>
              <a:gd name="connsiteY5" fmla="*/ 847596 h 36541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31820" h="3654189">
                <a:moveTo>
                  <a:pt x="621567" y="847596"/>
                </a:moveTo>
                <a:cubicBezTo>
                  <a:pt x="1178629" y="2845"/>
                  <a:pt x="1837130" y="-118472"/>
                  <a:pt x="2007894" y="87400"/>
                </a:cubicBezTo>
                <a:cubicBezTo>
                  <a:pt x="2178658" y="293272"/>
                  <a:pt x="1640313" y="1505048"/>
                  <a:pt x="1646151" y="2082829"/>
                </a:cubicBezTo>
                <a:cubicBezTo>
                  <a:pt x="1651989" y="2660610"/>
                  <a:pt x="2633224" y="3039235"/>
                  <a:pt x="2042924" y="3554084"/>
                </a:cubicBezTo>
                <a:cubicBezTo>
                  <a:pt x="1576966" y="3960484"/>
                  <a:pt x="334093" y="3027606"/>
                  <a:pt x="97200" y="2576525"/>
                </a:cubicBezTo>
                <a:cubicBezTo>
                  <a:pt x="-139693" y="2125444"/>
                  <a:pt x="64505" y="1692347"/>
                  <a:pt x="621567" y="847596"/>
                </a:cubicBezTo>
                <a:close/>
              </a:path>
            </a:pathLst>
          </a:custGeom>
          <a:solidFill>
            <a:srgbClr val="E7E7E7">
              <a:alpha val="52941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BAAE065-A309-1F47-9138-75E78CD01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 cap="all" spc="600" baseline="0">
                <a:solidFill>
                  <a:srgbClr val="647A84"/>
                </a:solidFill>
                <a:latin typeface="TheSans Plain" pitchFamily="2" charset="0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9C6FF71-801A-FC4F-950C-4E2FF76A05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rgbClr val="F07F3E"/>
              </a:buClr>
              <a:defRPr>
                <a:solidFill>
                  <a:srgbClr val="647A84"/>
                </a:solidFill>
                <a:latin typeface="TheSans Plain" pitchFamily="2" charset="0"/>
              </a:defRPr>
            </a:lvl1pPr>
            <a:lvl2pPr>
              <a:buClr>
                <a:srgbClr val="F07F3E"/>
              </a:buClr>
              <a:defRPr>
                <a:solidFill>
                  <a:srgbClr val="647A84"/>
                </a:solidFill>
                <a:latin typeface="TheSans Plain" pitchFamily="2" charset="0"/>
              </a:defRPr>
            </a:lvl2pPr>
            <a:lvl3pPr>
              <a:buClr>
                <a:srgbClr val="F07F3E"/>
              </a:buClr>
              <a:defRPr>
                <a:solidFill>
                  <a:srgbClr val="647A84"/>
                </a:solidFill>
                <a:latin typeface="TheSans Plain" pitchFamily="2" charset="0"/>
              </a:defRPr>
            </a:lvl3pPr>
            <a:lvl4pPr>
              <a:buClr>
                <a:srgbClr val="F07F3E"/>
              </a:buClr>
              <a:defRPr>
                <a:solidFill>
                  <a:srgbClr val="647A84"/>
                </a:solidFill>
                <a:latin typeface="TheSans Plain" pitchFamily="2" charset="0"/>
              </a:defRPr>
            </a:lvl4pPr>
            <a:lvl5pPr>
              <a:buClr>
                <a:srgbClr val="F07F3E"/>
              </a:buClr>
              <a:defRPr>
                <a:solidFill>
                  <a:srgbClr val="647A84"/>
                </a:solidFill>
                <a:latin typeface="TheSans Plain" pitchFamily="2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82311A-FB2F-DA48-8C46-A29BBA46B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137DF-46F0-194D-B8E6-89251B633EEA}" type="slidenum">
              <a:rPr lang="de-DE" smtClean="0"/>
              <a:t>‹Nr.›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32BA182-0060-D786-CA61-63531BC4A4B8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de-DE"/>
              <a:t>Lukas Peter Sumann, Maximilian Wolf Leopold Lindner</a:t>
            </a:r>
          </a:p>
        </p:txBody>
      </p:sp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A81DB9DC-A737-96D0-C7D2-36E461DB3596}"/>
              </a:ext>
            </a:extLst>
          </p:cNvPr>
          <p:cNvGrpSpPr/>
          <p:nvPr userDrawn="1"/>
        </p:nvGrpSpPr>
        <p:grpSpPr>
          <a:xfrm>
            <a:off x="8372798" y="5651780"/>
            <a:ext cx="5498261" cy="2530969"/>
            <a:chOff x="8372798" y="5651780"/>
            <a:chExt cx="5498261" cy="2530969"/>
          </a:xfrm>
        </p:grpSpPr>
        <p:grpSp>
          <p:nvGrpSpPr>
            <p:cNvPr id="11" name="Gruppieren 10">
              <a:extLst>
                <a:ext uri="{FF2B5EF4-FFF2-40B4-BE49-F238E27FC236}">
                  <a16:creationId xmlns:a16="http://schemas.microsoft.com/office/drawing/2014/main" id="{1C5DEFE6-A397-825F-1055-B1F1B150B9F1}"/>
                </a:ext>
              </a:extLst>
            </p:cNvPr>
            <p:cNvGrpSpPr/>
            <p:nvPr userDrawn="1"/>
          </p:nvGrpSpPr>
          <p:grpSpPr>
            <a:xfrm>
              <a:off x="8372798" y="5651780"/>
              <a:ext cx="5498261" cy="2530969"/>
              <a:chOff x="6265416" y="5268016"/>
              <a:chExt cx="7318186" cy="3368719"/>
            </a:xfrm>
          </p:grpSpPr>
          <p:sp>
            <p:nvSpPr>
              <p:cNvPr id="12" name="Freihandform 11">
                <a:extLst>
                  <a:ext uri="{FF2B5EF4-FFF2-40B4-BE49-F238E27FC236}">
                    <a16:creationId xmlns:a16="http://schemas.microsoft.com/office/drawing/2014/main" id="{8B38AB7C-8A51-CC67-C9D4-694B7494AF8A}"/>
                  </a:ext>
                </a:extLst>
              </p:cNvPr>
              <p:cNvSpPr/>
              <p:nvPr/>
            </p:nvSpPr>
            <p:spPr>
              <a:xfrm rot="19708695">
                <a:off x="6265416" y="5268016"/>
                <a:ext cx="6636396" cy="3214341"/>
              </a:xfrm>
              <a:custGeom>
                <a:avLst/>
                <a:gdLst>
                  <a:gd name="connsiteX0" fmla="*/ 346842 w 3373821"/>
                  <a:gd name="connsiteY0" fmla="*/ 283779 h 2963917"/>
                  <a:gd name="connsiteX1" fmla="*/ 3016469 w 3373821"/>
                  <a:gd name="connsiteY1" fmla="*/ 0 h 2963917"/>
                  <a:gd name="connsiteX2" fmla="*/ 3373821 w 3373821"/>
                  <a:gd name="connsiteY2" fmla="*/ 1502979 h 2963917"/>
                  <a:gd name="connsiteX3" fmla="*/ 1902373 w 3373821"/>
                  <a:gd name="connsiteY3" fmla="*/ 2963917 h 2963917"/>
                  <a:gd name="connsiteX4" fmla="*/ 0 w 3373821"/>
                  <a:gd name="connsiteY4" fmla="*/ 2165131 h 2963917"/>
                  <a:gd name="connsiteX5" fmla="*/ 346842 w 3373821"/>
                  <a:gd name="connsiteY5" fmla="*/ 283779 h 2963917"/>
                  <a:gd name="connsiteX0" fmla="*/ 777766 w 3373821"/>
                  <a:gd name="connsiteY0" fmla="*/ 536028 h 2963917"/>
                  <a:gd name="connsiteX1" fmla="*/ 3016469 w 3373821"/>
                  <a:gd name="connsiteY1" fmla="*/ 0 h 2963917"/>
                  <a:gd name="connsiteX2" fmla="*/ 3373821 w 3373821"/>
                  <a:gd name="connsiteY2" fmla="*/ 1502979 h 2963917"/>
                  <a:gd name="connsiteX3" fmla="*/ 1902373 w 3373821"/>
                  <a:gd name="connsiteY3" fmla="*/ 2963917 h 2963917"/>
                  <a:gd name="connsiteX4" fmla="*/ 0 w 3373821"/>
                  <a:gd name="connsiteY4" fmla="*/ 2165131 h 2963917"/>
                  <a:gd name="connsiteX5" fmla="*/ 777766 w 3373821"/>
                  <a:gd name="connsiteY5" fmla="*/ 536028 h 2963917"/>
                  <a:gd name="connsiteX0" fmla="*/ 777766 w 3373821"/>
                  <a:gd name="connsiteY0" fmla="*/ 536028 h 2963917"/>
                  <a:gd name="connsiteX1" fmla="*/ 3016469 w 3373821"/>
                  <a:gd name="connsiteY1" fmla="*/ 0 h 2963917"/>
                  <a:gd name="connsiteX2" fmla="*/ 3373821 w 3373821"/>
                  <a:gd name="connsiteY2" fmla="*/ 1502979 h 2963917"/>
                  <a:gd name="connsiteX3" fmla="*/ 1902373 w 3373821"/>
                  <a:gd name="connsiteY3" fmla="*/ 2963917 h 2963917"/>
                  <a:gd name="connsiteX4" fmla="*/ 0 w 3373821"/>
                  <a:gd name="connsiteY4" fmla="*/ 2165131 h 2963917"/>
                  <a:gd name="connsiteX5" fmla="*/ 777766 w 3373821"/>
                  <a:gd name="connsiteY5" fmla="*/ 536028 h 2963917"/>
                  <a:gd name="connsiteX0" fmla="*/ 777766 w 3373821"/>
                  <a:gd name="connsiteY0" fmla="*/ 536028 h 2963917"/>
                  <a:gd name="connsiteX1" fmla="*/ 3016469 w 3373821"/>
                  <a:gd name="connsiteY1" fmla="*/ 0 h 2963917"/>
                  <a:gd name="connsiteX2" fmla="*/ 3373821 w 3373821"/>
                  <a:gd name="connsiteY2" fmla="*/ 1502979 h 2963917"/>
                  <a:gd name="connsiteX3" fmla="*/ 1902373 w 3373821"/>
                  <a:gd name="connsiteY3" fmla="*/ 2963917 h 2963917"/>
                  <a:gd name="connsiteX4" fmla="*/ 0 w 3373821"/>
                  <a:gd name="connsiteY4" fmla="*/ 2165131 h 2963917"/>
                  <a:gd name="connsiteX5" fmla="*/ 777766 w 3373821"/>
                  <a:gd name="connsiteY5" fmla="*/ 536028 h 2963917"/>
                  <a:gd name="connsiteX0" fmla="*/ 777766 w 3373821"/>
                  <a:gd name="connsiteY0" fmla="*/ 882870 h 3310759"/>
                  <a:gd name="connsiteX1" fmla="*/ 3090042 w 3373821"/>
                  <a:gd name="connsiteY1" fmla="*/ 0 h 3310759"/>
                  <a:gd name="connsiteX2" fmla="*/ 3373821 w 3373821"/>
                  <a:gd name="connsiteY2" fmla="*/ 1849821 h 3310759"/>
                  <a:gd name="connsiteX3" fmla="*/ 1902373 w 3373821"/>
                  <a:gd name="connsiteY3" fmla="*/ 3310759 h 3310759"/>
                  <a:gd name="connsiteX4" fmla="*/ 0 w 3373821"/>
                  <a:gd name="connsiteY4" fmla="*/ 2511973 h 3310759"/>
                  <a:gd name="connsiteX5" fmla="*/ 777766 w 3373821"/>
                  <a:gd name="connsiteY5" fmla="*/ 882870 h 3310759"/>
                  <a:gd name="connsiteX0" fmla="*/ 777766 w 3373821"/>
                  <a:gd name="connsiteY0" fmla="*/ 1065668 h 3493557"/>
                  <a:gd name="connsiteX1" fmla="*/ 3090042 w 3373821"/>
                  <a:gd name="connsiteY1" fmla="*/ 182798 h 3493557"/>
                  <a:gd name="connsiteX2" fmla="*/ 3373821 w 3373821"/>
                  <a:gd name="connsiteY2" fmla="*/ 2032619 h 3493557"/>
                  <a:gd name="connsiteX3" fmla="*/ 1902373 w 3373821"/>
                  <a:gd name="connsiteY3" fmla="*/ 3493557 h 3493557"/>
                  <a:gd name="connsiteX4" fmla="*/ 0 w 3373821"/>
                  <a:gd name="connsiteY4" fmla="*/ 2694771 h 3493557"/>
                  <a:gd name="connsiteX5" fmla="*/ 777766 w 3373821"/>
                  <a:gd name="connsiteY5" fmla="*/ 1065668 h 3493557"/>
                  <a:gd name="connsiteX0" fmla="*/ 777766 w 3373821"/>
                  <a:gd name="connsiteY0" fmla="*/ 1065668 h 3493557"/>
                  <a:gd name="connsiteX1" fmla="*/ 3090042 w 3373821"/>
                  <a:gd name="connsiteY1" fmla="*/ 182798 h 3493557"/>
                  <a:gd name="connsiteX2" fmla="*/ 3373821 w 3373821"/>
                  <a:gd name="connsiteY2" fmla="*/ 2032619 h 3493557"/>
                  <a:gd name="connsiteX3" fmla="*/ 1902373 w 3373821"/>
                  <a:gd name="connsiteY3" fmla="*/ 3493557 h 3493557"/>
                  <a:gd name="connsiteX4" fmla="*/ 0 w 3373821"/>
                  <a:gd name="connsiteY4" fmla="*/ 2694771 h 3493557"/>
                  <a:gd name="connsiteX5" fmla="*/ 777766 w 3373821"/>
                  <a:gd name="connsiteY5" fmla="*/ 1065668 h 3493557"/>
                  <a:gd name="connsiteX0" fmla="*/ 777766 w 3373821"/>
                  <a:gd name="connsiteY0" fmla="*/ 1035451 h 3463340"/>
                  <a:gd name="connsiteX1" fmla="*/ 3090042 w 3373821"/>
                  <a:gd name="connsiteY1" fmla="*/ 152581 h 3463340"/>
                  <a:gd name="connsiteX2" fmla="*/ 3373821 w 3373821"/>
                  <a:gd name="connsiteY2" fmla="*/ 2002402 h 3463340"/>
                  <a:gd name="connsiteX3" fmla="*/ 1902373 w 3373821"/>
                  <a:gd name="connsiteY3" fmla="*/ 3463340 h 3463340"/>
                  <a:gd name="connsiteX4" fmla="*/ 0 w 3373821"/>
                  <a:gd name="connsiteY4" fmla="*/ 2664554 h 3463340"/>
                  <a:gd name="connsiteX5" fmla="*/ 777766 w 3373821"/>
                  <a:gd name="connsiteY5" fmla="*/ 1035451 h 3463340"/>
                  <a:gd name="connsiteX0" fmla="*/ 777766 w 3468415"/>
                  <a:gd name="connsiteY0" fmla="*/ 1035451 h 3463340"/>
                  <a:gd name="connsiteX1" fmla="*/ 3090042 w 3468415"/>
                  <a:gd name="connsiteY1" fmla="*/ 152581 h 3463340"/>
                  <a:gd name="connsiteX2" fmla="*/ 3468415 w 3468415"/>
                  <a:gd name="connsiteY2" fmla="*/ 2202098 h 3463340"/>
                  <a:gd name="connsiteX3" fmla="*/ 1902373 w 3468415"/>
                  <a:gd name="connsiteY3" fmla="*/ 3463340 h 3463340"/>
                  <a:gd name="connsiteX4" fmla="*/ 0 w 3468415"/>
                  <a:gd name="connsiteY4" fmla="*/ 2664554 h 3463340"/>
                  <a:gd name="connsiteX5" fmla="*/ 777766 w 3468415"/>
                  <a:gd name="connsiteY5" fmla="*/ 1035451 h 3463340"/>
                  <a:gd name="connsiteX0" fmla="*/ 777766 w 3520921"/>
                  <a:gd name="connsiteY0" fmla="*/ 1035451 h 3463340"/>
                  <a:gd name="connsiteX1" fmla="*/ 3090042 w 3520921"/>
                  <a:gd name="connsiteY1" fmla="*/ 152581 h 3463340"/>
                  <a:gd name="connsiteX2" fmla="*/ 3468415 w 3520921"/>
                  <a:gd name="connsiteY2" fmla="*/ 2202098 h 3463340"/>
                  <a:gd name="connsiteX3" fmla="*/ 1902373 w 3520921"/>
                  <a:gd name="connsiteY3" fmla="*/ 3463340 h 3463340"/>
                  <a:gd name="connsiteX4" fmla="*/ 0 w 3520921"/>
                  <a:gd name="connsiteY4" fmla="*/ 2664554 h 3463340"/>
                  <a:gd name="connsiteX5" fmla="*/ 777766 w 3520921"/>
                  <a:gd name="connsiteY5" fmla="*/ 1035451 h 3463340"/>
                  <a:gd name="connsiteX0" fmla="*/ 777766 w 3520921"/>
                  <a:gd name="connsiteY0" fmla="*/ 1035451 h 3463340"/>
                  <a:gd name="connsiteX1" fmla="*/ 3090042 w 3520921"/>
                  <a:gd name="connsiteY1" fmla="*/ 152581 h 3463340"/>
                  <a:gd name="connsiteX2" fmla="*/ 3468415 w 3520921"/>
                  <a:gd name="connsiteY2" fmla="*/ 2202098 h 3463340"/>
                  <a:gd name="connsiteX3" fmla="*/ 1902373 w 3520921"/>
                  <a:gd name="connsiteY3" fmla="*/ 3463340 h 3463340"/>
                  <a:gd name="connsiteX4" fmla="*/ 0 w 3520921"/>
                  <a:gd name="connsiteY4" fmla="*/ 2664554 h 3463340"/>
                  <a:gd name="connsiteX5" fmla="*/ 777766 w 3520921"/>
                  <a:gd name="connsiteY5" fmla="*/ 1035451 h 3463340"/>
                  <a:gd name="connsiteX0" fmla="*/ 777766 w 3520921"/>
                  <a:gd name="connsiteY0" fmla="*/ 1035451 h 3465338"/>
                  <a:gd name="connsiteX1" fmla="*/ 3090042 w 3520921"/>
                  <a:gd name="connsiteY1" fmla="*/ 152581 h 3465338"/>
                  <a:gd name="connsiteX2" fmla="*/ 3468415 w 3520921"/>
                  <a:gd name="connsiteY2" fmla="*/ 2202098 h 3465338"/>
                  <a:gd name="connsiteX3" fmla="*/ 1902373 w 3520921"/>
                  <a:gd name="connsiteY3" fmla="*/ 3463340 h 3465338"/>
                  <a:gd name="connsiteX4" fmla="*/ 0 w 3520921"/>
                  <a:gd name="connsiteY4" fmla="*/ 2664554 h 3465338"/>
                  <a:gd name="connsiteX5" fmla="*/ 777766 w 3520921"/>
                  <a:gd name="connsiteY5" fmla="*/ 1035451 h 3465338"/>
                  <a:gd name="connsiteX0" fmla="*/ 777766 w 3520921"/>
                  <a:gd name="connsiteY0" fmla="*/ 1035451 h 3465338"/>
                  <a:gd name="connsiteX1" fmla="*/ 3090042 w 3520921"/>
                  <a:gd name="connsiteY1" fmla="*/ 152581 h 3465338"/>
                  <a:gd name="connsiteX2" fmla="*/ 3468415 w 3520921"/>
                  <a:gd name="connsiteY2" fmla="*/ 2202098 h 3465338"/>
                  <a:gd name="connsiteX3" fmla="*/ 1902373 w 3520921"/>
                  <a:gd name="connsiteY3" fmla="*/ 3463340 h 3465338"/>
                  <a:gd name="connsiteX4" fmla="*/ 0 w 3520921"/>
                  <a:gd name="connsiteY4" fmla="*/ 2664554 h 3465338"/>
                  <a:gd name="connsiteX5" fmla="*/ 777766 w 3520921"/>
                  <a:gd name="connsiteY5" fmla="*/ 1035451 h 3465338"/>
                  <a:gd name="connsiteX0" fmla="*/ 777766 w 3520921"/>
                  <a:gd name="connsiteY0" fmla="*/ 1035451 h 3463748"/>
                  <a:gd name="connsiteX1" fmla="*/ 3090042 w 3520921"/>
                  <a:gd name="connsiteY1" fmla="*/ 152581 h 3463748"/>
                  <a:gd name="connsiteX2" fmla="*/ 3468415 w 3520921"/>
                  <a:gd name="connsiteY2" fmla="*/ 2202098 h 3463748"/>
                  <a:gd name="connsiteX3" fmla="*/ 1902373 w 3520921"/>
                  <a:gd name="connsiteY3" fmla="*/ 3463340 h 3463748"/>
                  <a:gd name="connsiteX4" fmla="*/ 0 w 3520921"/>
                  <a:gd name="connsiteY4" fmla="*/ 2664554 h 3463748"/>
                  <a:gd name="connsiteX5" fmla="*/ 777766 w 3520921"/>
                  <a:gd name="connsiteY5" fmla="*/ 1035451 h 3463748"/>
                  <a:gd name="connsiteX0" fmla="*/ 815379 w 3558534"/>
                  <a:gd name="connsiteY0" fmla="*/ 1035451 h 3463748"/>
                  <a:gd name="connsiteX1" fmla="*/ 3127655 w 3558534"/>
                  <a:gd name="connsiteY1" fmla="*/ 152581 h 3463748"/>
                  <a:gd name="connsiteX2" fmla="*/ 3506028 w 3558534"/>
                  <a:gd name="connsiteY2" fmla="*/ 2202098 h 3463748"/>
                  <a:gd name="connsiteX3" fmla="*/ 1939986 w 3558534"/>
                  <a:gd name="connsiteY3" fmla="*/ 3463340 h 3463748"/>
                  <a:gd name="connsiteX4" fmla="*/ 37613 w 3558534"/>
                  <a:gd name="connsiteY4" fmla="*/ 2664554 h 3463748"/>
                  <a:gd name="connsiteX5" fmla="*/ 815379 w 3558534"/>
                  <a:gd name="connsiteY5" fmla="*/ 1035451 h 3463748"/>
                  <a:gd name="connsiteX0" fmla="*/ 815379 w 3558534"/>
                  <a:gd name="connsiteY0" fmla="*/ 1035451 h 3464371"/>
                  <a:gd name="connsiteX1" fmla="*/ 3127655 w 3558534"/>
                  <a:gd name="connsiteY1" fmla="*/ 152581 h 3464371"/>
                  <a:gd name="connsiteX2" fmla="*/ 3506028 w 3558534"/>
                  <a:gd name="connsiteY2" fmla="*/ 2202098 h 3464371"/>
                  <a:gd name="connsiteX3" fmla="*/ 1939986 w 3558534"/>
                  <a:gd name="connsiteY3" fmla="*/ 3463340 h 3464371"/>
                  <a:gd name="connsiteX4" fmla="*/ 37613 w 3558534"/>
                  <a:gd name="connsiteY4" fmla="*/ 2664554 h 3464371"/>
                  <a:gd name="connsiteX5" fmla="*/ 815379 w 3558534"/>
                  <a:gd name="connsiteY5" fmla="*/ 1035451 h 3464371"/>
                  <a:gd name="connsiteX0" fmla="*/ 815379 w 3150376"/>
                  <a:gd name="connsiteY0" fmla="*/ 1035451 h 3464371"/>
                  <a:gd name="connsiteX1" fmla="*/ 3127655 w 3150376"/>
                  <a:gd name="connsiteY1" fmla="*/ 152581 h 3464371"/>
                  <a:gd name="connsiteX2" fmla="*/ 1961008 w 3150376"/>
                  <a:gd name="connsiteY2" fmla="*/ 1655560 h 3464371"/>
                  <a:gd name="connsiteX3" fmla="*/ 1939986 w 3150376"/>
                  <a:gd name="connsiteY3" fmla="*/ 3463340 h 3464371"/>
                  <a:gd name="connsiteX4" fmla="*/ 37613 w 3150376"/>
                  <a:gd name="connsiteY4" fmla="*/ 2664554 h 3464371"/>
                  <a:gd name="connsiteX5" fmla="*/ 815379 w 3150376"/>
                  <a:gd name="connsiteY5" fmla="*/ 1035451 h 3464371"/>
                  <a:gd name="connsiteX0" fmla="*/ 815379 w 3162532"/>
                  <a:gd name="connsiteY0" fmla="*/ 1035451 h 3464371"/>
                  <a:gd name="connsiteX1" fmla="*/ 3127655 w 3162532"/>
                  <a:gd name="connsiteY1" fmla="*/ 152581 h 3464371"/>
                  <a:gd name="connsiteX2" fmla="*/ 2423463 w 3162532"/>
                  <a:gd name="connsiteY2" fmla="*/ 1645049 h 3464371"/>
                  <a:gd name="connsiteX3" fmla="*/ 1939986 w 3162532"/>
                  <a:gd name="connsiteY3" fmla="*/ 3463340 h 3464371"/>
                  <a:gd name="connsiteX4" fmla="*/ 37613 w 3162532"/>
                  <a:gd name="connsiteY4" fmla="*/ 2664554 h 3464371"/>
                  <a:gd name="connsiteX5" fmla="*/ 815379 w 3162532"/>
                  <a:gd name="connsiteY5" fmla="*/ 1035451 h 3464371"/>
                  <a:gd name="connsiteX0" fmla="*/ 815379 w 3171514"/>
                  <a:gd name="connsiteY0" fmla="*/ 1035451 h 3464371"/>
                  <a:gd name="connsiteX1" fmla="*/ 3127655 w 3171514"/>
                  <a:gd name="connsiteY1" fmla="*/ 152581 h 3464371"/>
                  <a:gd name="connsiteX2" fmla="*/ 2423463 w 3171514"/>
                  <a:gd name="connsiteY2" fmla="*/ 1645049 h 3464371"/>
                  <a:gd name="connsiteX3" fmla="*/ 1939986 w 3171514"/>
                  <a:gd name="connsiteY3" fmla="*/ 3463340 h 3464371"/>
                  <a:gd name="connsiteX4" fmla="*/ 37613 w 3171514"/>
                  <a:gd name="connsiteY4" fmla="*/ 2664554 h 3464371"/>
                  <a:gd name="connsiteX5" fmla="*/ 815379 w 3171514"/>
                  <a:gd name="connsiteY5" fmla="*/ 1035451 h 3464371"/>
                  <a:gd name="connsiteX0" fmla="*/ 815379 w 3171514"/>
                  <a:gd name="connsiteY0" fmla="*/ 1035451 h 3464371"/>
                  <a:gd name="connsiteX1" fmla="*/ 3127655 w 3171514"/>
                  <a:gd name="connsiteY1" fmla="*/ 152581 h 3464371"/>
                  <a:gd name="connsiteX2" fmla="*/ 2423463 w 3171514"/>
                  <a:gd name="connsiteY2" fmla="*/ 1645049 h 3464371"/>
                  <a:gd name="connsiteX3" fmla="*/ 1939986 w 3171514"/>
                  <a:gd name="connsiteY3" fmla="*/ 3463340 h 3464371"/>
                  <a:gd name="connsiteX4" fmla="*/ 37613 w 3171514"/>
                  <a:gd name="connsiteY4" fmla="*/ 2664554 h 3464371"/>
                  <a:gd name="connsiteX5" fmla="*/ 815379 w 3171514"/>
                  <a:gd name="connsiteY5" fmla="*/ 1035451 h 3464371"/>
                  <a:gd name="connsiteX0" fmla="*/ 815379 w 3171514"/>
                  <a:gd name="connsiteY0" fmla="*/ 1035451 h 3474836"/>
                  <a:gd name="connsiteX1" fmla="*/ 3127655 w 3171514"/>
                  <a:gd name="connsiteY1" fmla="*/ 152581 h 3474836"/>
                  <a:gd name="connsiteX2" fmla="*/ 2423463 w 3171514"/>
                  <a:gd name="connsiteY2" fmla="*/ 1645049 h 3474836"/>
                  <a:gd name="connsiteX3" fmla="*/ 2307848 w 3171514"/>
                  <a:gd name="connsiteY3" fmla="*/ 3473850 h 3474836"/>
                  <a:gd name="connsiteX4" fmla="*/ 37613 w 3171514"/>
                  <a:gd name="connsiteY4" fmla="*/ 2664554 h 3474836"/>
                  <a:gd name="connsiteX5" fmla="*/ 815379 w 3171514"/>
                  <a:gd name="connsiteY5" fmla="*/ 1035451 h 3474836"/>
                  <a:gd name="connsiteX0" fmla="*/ 815379 w 3171514"/>
                  <a:gd name="connsiteY0" fmla="*/ 1035451 h 3474836"/>
                  <a:gd name="connsiteX1" fmla="*/ 3127655 w 3171514"/>
                  <a:gd name="connsiteY1" fmla="*/ 152581 h 3474836"/>
                  <a:gd name="connsiteX2" fmla="*/ 2423463 w 3171514"/>
                  <a:gd name="connsiteY2" fmla="*/ 1645049 h 3474836"/>
                  <a:gd name="connsiteX3" fmla="*/ 2307848 w 3171514"/>
                  <a:gd name="connsiteY3" fmla="*/ 3473850 h 3474836"/>
                  <a:gd name="connsiteX4" fmla="*/ 37613 w 3171514"/>
                  <a:gd name="connsiteY4" fmla="*/ 2664554 h 3474836"/>
                  <a:gd name="connsiteX5" fmla="*/ 815379 w 3171514"/>
                  <a:gd name="connsiteY5" fmla="*/ 1035451 h 3474836"/>
                  <a:gd name="connsiteX0" fmla="*/ 815379 w 3171514"/>
                  <a:gd name="connsiteY0" fmla="*/ 1035451 h 3606310"/>
                  <a:gd name="connsiteX1" fmla="*/ 3127655 w 3171514"/>
                  <a:gd name="connsiteY1" fmla="*/ 152581 h 3606310"/>
                  <a:gd name="connsiteX2" fmla="*/ 2423463 w 3171514"/>
                  <a:gd name="connsiteY2" fmla="*/ 1645049 h 3606310"/>
                  <a:gd name="connsiteX3" fmla="*/ 2307848 w 3171514"/>
                  <a:gd name="connsiteY3" fmla="*/ 3473850 h 3606310"/>
                  <a:gd name="connsiteX4" fmla="*/ 37613 w 3171514"/>
                  <a:gd name="connsiteY4" fmla="*/ 2664554 h 3606310"/>
                  <a:gd name="connsiteX5" fmla="*/ 815379 w 3171514"/>
                  <a:gd name="connsiteY5" fmla="*/ 1035451 h 3606310"/>
                  <a:gd name="connsiteX0" fmla="*/ 815379 w 3173427"/>
                  <a:gd name="connsiteY0" fmla="*/ 1035451 h 3606310"/>
                  <a:gd name="connsiteX1" fmla="*/ 3127655 w 3173427"/>
                  <a:gd name="connsiteY1" fmla="*/ 152581 h 3606310"/>
                  <a:gd name="connsiteX2" fmla="*/ 2423463 w 3173427"/>
                  <a:gd name="connsiteY2" fmla="*/ 1645049 h 3606310"/>
                  <a:gd name="connsiteX3" fmla="*/ 2307848 w 3173427"/>
                  <a:gd name="connsiteY3" fmla="*/ 3473850 h 3606310"/>
                  <a:gd name="connsiteX4" fmla="*/ 37613 w 3173427"/>
                  <a:gd name="connsiteY4" fmla="*/ 2664554 h 3606310"/>
                  <a:gd name="connsiteX5" fmla="*/ 815379 w 3173427"/>
                  <a:gd name="connsiteY5" fmla="*/ 1035451 h 3606310"/>
                  <a:gd name="connsiteX0" fmla="*/ 815379 w 3173427"/>
                  <a:gd name="connsiteY0" fmla="*/ 1035451 h 3606310"/>
                  <a:gd name="connsiteX1" fmla="*/ 3127655 w 3173427"/>
                  <a:gd name="connsiteY1" fmla="*/ 152581 h 3606310"/>
                  <a:gd name="connsiteX2" fmla="*/ 2423463 w 3173427"/>
                  <a:gd name="connsiteY2" fmla="*/ 1645049 h 3606310"/>
                  <a:gd name="connsiteX3" fmla="*/ 2307848 w 3173427"/>
                  <a:gd name="connsiteY3" fmla="*/ 3473850 h 3606310"/>
                  <a:gd name="connsiteX4" fmla="*/ 37613 w 3173427"/>
                  <a:gd name="connsiteY4" fmla="*/ 2664554 h 3606310"/>
                  <a:gd name="connsiteX5" fmla="*/ 815379 w 3173427"/>
                  <a:gd name="connsiteY5" fmla="*/ 1035451 h 3606310"/>
                  <a:gd name="connsiteX0" fmla="*/ 815379 w 3159224"/>
                  <a:gd name="connsiteY0" fmla="*/ 1035451 h 3606310"/>
                  <a:gd name="connsiteX1" fmla="*/ 3127655 w 3159224"/>
                  <a:gd name="connsiteY1" fmla="*/ 152581 h 3606310"/>
                  <a:gd name="connsiteX2" fmla="*/ 2423463 w 3159224"/>
                  <a:gd name="connsiteY2" fmla="*/ 1645049 h 3606310"/>
                  <a:gd name="connsiteX3" fmla="*/ 2307848 w 3159224"/>
                  <a:gd name="connsiteY3" fmla="*/ 3473850 h 3606310"/>
                  <a:gd name="connsiteX4" fmla="*/ 37613 w 3159224"/>
                  <a:gd name="connsiteY4" fmla="*/ 2664554 h 3606310"/>
                  <a:gd name="connsiteX5" fmla="*/ 815379 w 3159224"/>
                  <a:gd name="connsiteY5" fmla="*/ 1035451 h 3606310"/>
                  <a:gd name="connsiteX0" fmla="*/ 815379 w 3159224"/>
                  <a:gd name="connsiteY0" fmla="*/ 1035451 h 3606310"/>
                  <a:gd name="connsiteX1" fmla="*/ 3127655 w 3159224"/>
                  <a:gd name="connsiteY1" fmla="*/ 152581 h 3606310"/>
                  <a:gd name="connsiteX2" fmla="*/ 2423463 w 3159224"/>
                  <a:gd name="connsiteY2" fmla="*/ 1645049 h 3606310"/>
                  <a:gd name="connsiteX3" fmla="*/ 2307848 w 3159224"/>
                  <a:gd name="connsiteY3" fmla="*/ 3473850 h 3606310"/>
                  <a:gd name="connsiteX4" fmla="*/ 37613 w 3159224"/>
                  <a:gd name="connsiteY4" fmla="*/ 2664554 h 3606310"/>
                  <a:gd name="connsiteX5" fmla="*/ 815379 w 3159224"/>
                  <a:gd name="connsiteY5" fmla="*/ 1035451 h 3606310"/>
                  <a:gd name="connsiteX0" fmla="*/ 815379 w 3164502"/>
                  <a:gd name="connsiteY0" fmla="*/ 1035451 h 3606310"/>
                  <a:gd name="connsiteX1" fmla="*/ 3127655 w 3164502"/>
                  <a:gd name="connsiteY1" fmla="*/ 152581 h 3606310"/>
                  <a:gd name="connsiteX2" fmla="*/ 2560098 w 3164502"/>
                  <a:gd name="connsiteY2" fmla="*/ 1666070 h 3606310"/>
                  <a:gd name="connsiteX3" fmla="*/ 2307848 w 3164502"/>
                  <a:gd name="connsiteY3" fmla="*/ 3473850 h 3606310"/>
                  <a:gd name="connsiteX4" fmla="*/ 37613 w 3164502"/>
                  <a:gd name="connsiteY4" fmla="*/ 2664554 h 3606310"/>
                  <a:gd name="connsiteX5" fmla="*/ 815379 w 3164502"/>
                  <a:gd name="connsiteY5" fmla="*/ 1035451 h 3606310"/>
                  <a:gd name="connsiteX0" fmla="*/ 815379 w 3162777"/>
                  <a:gd name="connsiteY0" fmla="*/ 1035451 h 3606310"/>
                  <a:gd name="connsiteX1" fmla="*/ 3127655 w 3162777"/>
                  <a:gd name="connsiteY1" fmla="*/ 152581 h 3606310"/>
                  <a:gd name="connsiteX2" fmla="*/ 2560098 w 3162777"/>
                  <a:gd name="connsiteY2" fmla="*/ 1666070 h 3606310"/>
                  <a:gd name="connsiteX3" fmla="*/ 2307848 w 3162777"/>
                  <a:gd name="connsiteY3" fmla="*/ 3473850 h 3606310"/>
                  <a:gd name="connsiteX4" fmla="*/ 37613 w 3162777"/>
                  <a:gd name="connsiteY4" fmla="*/ 2664554 h 3606310"/>
                  <a:gd name="connsiteX5" fmla="*/ 815379 w 3162777"/>
                  <a:gd name="connsiteY5" fmla="*/ 1035451 h 3606310"/>
                  <a:gd name="connsiteX0" fmla="*/ 815379 w 3162777"/>
                  <a:gd name="connsiteY0" fmla="*/ 1035451 h 3606310"/>
                  <a:gd name="connsiteX1" fmla="*/ 3127655 w 3162777"/>
                  <a:gd name="connsiteY1" fmla="*/ 152581 h 3606310"/>
                  <a:gd name="connsiteX2" fmla="*/ 2560098 w 3162777"/>
                  <a:gd name="connsiteY2" fmla="*/ 1666070 h 3606310"/>
                  <a:gd name="connsiteX3" fmla="*/ 2307848 w 3162777"/>
                  <a:gd name="connsiteY3" fmla="*/ 3473850 h 3606310"/>
                  <a:gd name="connsiteX4" fmla="*/ 37613 w 3162777"/>
                  <a:gd name="connsiteY4" fmla="*/ 2664554 h 3606310"/>
                  <a:gd name="connsiteX5" fmla="*/ 815379 w 3162777"/>
                  <a:gd name="connsiteY5" fmla="*/ 1035451 h 3606310"/>
                  <a:gd name="connsiteX0" fmla="*/ 829312 w 3176710"/>
                  <a:gd name="connsiteY0" fmla="*/ 1035451 h 3606310"/>
                  <a:gd name="connsiteX1" fmla="*/ 3141588 w 3176710"/>
                  <a:gd name="connsiteY1" fmla="*/ 152581 h 3606310"/>
                  <a:gd name="connsiteX2" fmla="*/ 2574031 w 3176710"/>
                  <a:gd name="connsiteY2" fmla="*/ 1666070 h 3606310"/>
                  <a:gd name="connsiteX3" fmla="*/ 2321781 w 3176710"/>
                  <a:gd name="connsiteY3" fmla="*/ 3473850 h 3606310"/>
                  <a:gd name="connsiteX4" fmla="*/ 51546 w 3176710"/>
                  <a:gd name="connsiteY4" fmla="*/ 2664554 h 3606310"/>
                  <a:gd name="connsiteX5" fmla="*/ 829312 w 3176710"/>
                  <a:gd name="connsiteY5" fmla="*/ 1035451 h 3606310"/>
                  <a:gd name="connsiteX0" fmla="*/ 829312 w 3177410"/>
                  <a:gd name="connsiteY0" fmla="*/ 1035451 h 3606310"/>
                  <a:gd name="connsiteX1" fmla="*/ 3141588 w 3177410"/>
                  <a:gd name="connsiteY1" fmla="*/ 152581 h 3606310"/>
                  <a:gd name="connsiteX2" fmla="*/ 2574031 w 3177410"/>
                  <a:gd name="connsiteY2" fmla="*/ 1666070 h 3606310"/>
                  <a:gd name="connsiteX3" fmla="*/ 2321781 w 3177410"/>
                  <a:gd name="connsiteY3" fmla="*/ 3473850 h 3606310"/>
                  <a:gd name="connsiteX4" fmla="*/ 51546 w 3177410"/>
                  <a:gd name="connsiteY4" fmla="*/ 2664554 h 3606310"/>
                  <a:gd name="connsiteX5" fmla="*/ 829312 w 3177410"/>
                  <a:gd name="connsiteY5" fmla="*/ 1035451 h 3606310"/>
                  <a:gd name="connsiteX0" fmla="*/ 829312 w 3177410"/>
                  <a:gd name="connsiteY0" fmla="*/ 1013703 h 3584562"/>
                  <a:gd name="connsiteX1" fmla="*/ 3141588 w 3177410"/>
                  <a:gd name="connsiteY1" fmla="*/ 130833 h 3584562"/>
                  <a:gd name="connsiteX2" fmla="*/ 2574031 w 3177410"/>
                  <a:gd name="connsiteY2" fmla="*/ 1644322 h 3584562"/>
                  <a:gd name="connsiteX3" fmla="*/ 2321781 w 3177410"/>
                  <a:gd name="connsiteY3" fmla="*/ 3452102 h 3584562"/>
                  <a:gd name="connsiteX4" fmla="*/ 51546 w 3177410"/>
                  <a:gd name="connsiteY4" fmla="*/ 2642806 h 3584562"/>
                  <a:gd name="connsiteX5" fmla="*/ 829312 w 3177410"/>
                  <a:gd name="connsiteY5" fmla="*/ 1013703 h 3584562"/>
                  <a:gd name="connsiteX0" fmla="*/ 829578 w 3177676"/>
                  <a:gd name="connsiteY0" fmla="*/ 1013703 h 3584562"/>
                  <a:gd name="connsiteX1" fmla="*/ 3141854 w 3177676"/>
                  <a:gd name="connsiteY1" fmla="*/ 130833 h 3584562"/>
                  <a:gd name="connsiteX2" fmla="*/ 2574297 w 3177676"/>
                  <a:gd name="connsiteY2" fmla="*/ 1644322 h 3584562"/>
                  <a:gd name="connsiteX3" fmla="*/ 2322047 w 3177676"/>
                  <a:gd name="connsiteY3" fmla="*/ 3452102 h 3584562"/>
                  <a:gd name="connsiteX4" fmla="*/ 51812 w 3177676"/>
                  <a:gd name="connsiteY4" fmla="*/ 2642806 h 3584562"/>
                  <a:gd name="connsiteX5" fmla="*/ 829578 w 3177676"/>
                  <a:gd name="connsiteY5" fmla="*/ 1013703 h 3584562"/>
                  <a:gd name="connsiteX0" fmla="*/ 829578 w 3177676"/>
                  <a:gd name="connsiteY0" fmla="*/ 1013703 h 3588900"/>
                  <a:gd name="connsiteX1" fmla="*/ 3141854 w 3177676"/>
                  <a:gd name="connsiteY1" fmla="*/ 130833 h 3588900"/>
                  <a:gd name="connsiteX2" fmla="*/ 2574297 w 3177676"/>
                  <a:gd name="connsiteY2" fmla="*/ 1644322 h 3588900"/>
                  <a:gd name="connsiteX3" fmla="*/ 2322047 w 3177676"/>
                  <a:gd name="connsiteY3" fmla="*/ 3452102 h 3588900"/>
                  <a:gd name="connsiteX4" fmla="*/ 51812 w 3177676"/>
                  <a:gd name="connsiteY4" fmla="*/ 2642806 h 3588900"/>
                  <a:gd name="connsiteX5" fmla="*/ 829578 w 3177676"/>
                  <a:gd name="connsiteY5" fmla="*/ 1013703 h 3588900"/>
                  <a:gd name="connsiteX0" fmla="*/ 829578 w 3177676"/>
                  <a:gd name="connsiteY0" fmla="*/ 1013703 h 3588900"/>
                  <a:gd name="connsiteX1" fmla="*/ 3141854 w 3177676"/>
                  <a:gd name="connsiteY1" fmla="*/ 130833 h 3588900"/>
                  <a:gd name="connsiteX2" fmla="*/ 2574297 w 3177676"/>
                  <a:gd name="connsiteY2" fmla="*/ 1644322 h 3588900"/>
                  <a:gd name="connsiteX3" fmla="*/ 2322047 w 3177676"/>
                  <a:gd name="connsiteY3" fmla="*/ 3452102 h 3588900"/>
                  <a:gd name="connsiteX4" fmla="*/ 51812 w 3177676"/>
                  <a:gd name="connsiteY4" fmla="*/ 2642806 h 3588900"/>
                  <a:gd name="connsiteX5" fmla="*/ 829578 w 3177676"/>
                  <a:gd name="connsiteY5" fmla="*/ 1013703 h 3588900"/>
                  <a:gd name="connsiteX0" fmla="*/ 811178 w 2672400"/>
                  <a:gd name="connsiteY0" fmla="*/ 7864 h 2583061"/>
                  <a:gd name="connsiteX1" fmla="*/ 1318755 w 2672400"/>
                  <a:gd name="connsiteY1" fmla="*/ 1092175 h 2583061"/>
                  <a:gd name="connsiteX2" fmla="*/ 2555897 w 2672400"/>
                  <a:gd name="connsiteY2" fmla="*/ 638483 h 2583061"/>
                  <a:gd name="connsiteX3" fmla="*/ 2303647 w 2672400"/>
                  <a:gd name="connsiteY3" fmla="*/ 2446263 h 2583061"/>
                  <a:gd name="connsiteX4" fmla="*/ 33412 w 2672400"/>
                  <a:gd name="connsiteY4" fmla="*/ 1636967 h 2583061"/>
                  <a:gd name="connsiteX5" fmla="*/ 811178 w 2672400"/>
                  <a:gd name="connsiteY5" fmla="*/ 7864 h 2583061"/>
                  <a:gd name="connsiteX0" fmla="*/ 811178 w 3223026"/>
                  <a:gd name="connsiteY0" fmla="*/ 5596 h 2477281"/>
                  <a:gd name="connsiteX1" fmla="*/ 1318755 w 3223026"/>
                  <a:gd name="connsiteY1" fmla="*/ 1089907 h 2477281"/>
                  <a:gd name="connsiteX2" fmla="*/ 3192488 w 3223026"/>
                  <a:gd name="connsiteY2" fmla="*/ 802600 h 2477281"/>
                  <a:gd name="connsiteX3" fmla="*/ 2303647 w 3223026"/>
                  <a:gd name="connsiteY3" fmla="*/ 2443995 h 2477281"/>
                  <a:gd name="connsiteX4" fmla="*/ 33412 w 3223026"/>
                  <a:gd name="connsiteY4" fmla="*/ 1634699 h 2477281"/>
                  <a:gd name="connsiteX5" fmla="*/ 811178 w 3223026"/>
                  <a:gd name="connsiteY5" fmla="*/ 5596 h 2477281"/>
                  <a:gd name="connsiteX0" fmla="*/ 846588 w 3330250"/>
                  <a:gd name="connsiteY0" fmla="*/ 5596 h 2432711"/>
                  <a:gd name="connsiteX1" fmla="*/ 1354165 w 3330250"/>
                  <a:gd name="connsiteY1" fmla="*/ 1089907 h 2432711"/>
                  <a:gd name="connsiteX2" fmla="*/ 3227898 w 3330250"/>
                  <a:gd name="connsiteY2" fmla="*/ 802600 h 2432711"/>
                  <a:gd name="connsiteX3" fmla="*/ 2761796 w 3330250"/>
                  <a:gd name="connsiteY3" fmla="*/ 2409553 h 2432711"/>
                  <a:gd name="connsiteX4" fmla="*/ 68822 w 3330250"/>
                  <a:gd name="connsiteY4" fmla="*/ 1634699 h 2432711"/>
                  <a:gd name="connsiteX5" fmla="*/ 846588 w 3330250"/>
                  <a:gd name="connsiteY5" fmla="*/ 5596 h 2432711"/>
                  <a:gd name="connsiteX0" fmla="*/ 846588 w 3514825"/>
                  <a:gd name="connsiteY0" fmla="*/ 5596 h 2432711"/>
                  <a:gd name="connsiteX1" fmla="*/ 1354165 w 3514825"/>
                  <a:gd name="connsiteY1" fmla="*/ 1089907 h 2432711"/>
                  <a:gd name="connsiteX2" fmla="*/ 3227898 w 3514825"/>
                  <a:gd name="connsiteY2" fmla="*/ 802600 h 2432711"/>
                  <a:gd name="connsiteX3" fmla="*/ 2761796 w 3514825"/>
                  <a:gd name="connsiteY3" fmla="*/ 2409553 h 2432711"/>
                  <a:gd name="connsiteX4" fmla="*/ 68822 w 3514825"/>
                  <a:gd name="connsiteY4" fmla="*/ 1634699 h 2432711"/>
                  <a:gd name="connsiteX5" fmla="*/ 846588 w 3514825"/>
                  <a:gd name="connsiteY5" fmla="*/ 5596 h 2432711"/>
                  <a:gd name="connsiteX0" fmla="*/ 875402 w 3543639"/>
                  <a:gd name="connsiteY0" fmla="*/ 2708 h 2429823"/>
                  <a:gd name="connsiteX1" fmla="*/ 1382979 w 3543639"/>
                  <a:gd name="connsiteY1" fmla="*/ 1087019 h 2429823"/>
                  <a:gd name="connsiteX2" fmla="*/ 3256712 w 3543639"/>
                  <a:gd name="connsiteY2" fmla="*/ 799712 h 2429823"/>
                  <a:gd name="connsiteX3" fmla="*/ 2790610 w 3543639"/>
                  <a:gd name="connsiteY3" fmla="*/ 2406665 h 2429823"/>
                  <a:gd name="connsiteX4" fmla="*/ 97636 w 3543639"/>
                  <a:gd name="connsiteY4" fmla="*/ 1631811 h 2429823"/>
                  <a:gd name="connsiteX5" fmla="*/ 875402 w 3543639"/>
                  <a:gd name="connsiteY5" fmla="*/ 2708 h 2429823"/>
                  <a:gd name="connsiteX0" fmla="*/ 1035116 w 3703353"/>
                  <a:gd name="connsiteY0" fmla="*/ 3586 h 2450893"/>
                  <a:gd name="connsiteX1" fmla="*/ 1542693 w 3703353"/>
                  <a:gd name="connsiteY1" fmla="*/ 1087897 h 2450893"/>
                  <a:gd name="connsiteX2" fmla="*/ 3416426 w 3703353"/>
                  <a:gd name="connsiteY2" fmla="*/ 800590 h 2450893"/>
                  <a:gd name="connsiteX3" fmla="*/ 2950324 w 3703353"/>
                  <a:gd name="connsiteY3" fmla="*/ 2407543 h 2450893"/>
                  <a:gd name="connsiteX4" fmla="*/ 257350 w 3703353"/>
                  <a:gd name="connsiteY4" fmla="*/ 1632689 h 2450893"/>
                  <a:gd name="connsiteX5" fmla="*/ 1035116 w 3703353"/>
                  <a:gd name="connsiteY5" fmla="*/ 3586 h 2450893"/>
                  <a:gd name="connsiteX0" fmla="*/ 991689 w 3462563"/>
                  <a:gd name="connsiteY0" fmla="*/ 10605 h 2457912"/>
                  <a:gd name="connsiteX1" fmla="*/ 1674106 w 3462563"/>
                  <a:gd name="connsiteY1" fmla="*/ 930710 h 2457912"/>
                  <a:gd name="connsiteX2" fmla="*/ 3372999 w 3462563"/>
                  <a:gd name="connsiteY2" fmla="*/ 807609 h 2457912"/>
                  <a:gd name="connsiteX3" fmla="*/ 2906897 w 3462563"/>
                  <a:gd name="connsiteY3" fmla="*/ 2414562 h 2457912"/>
                  <a:gd name="connsiteX4" fmla="*/ 213923 w 3462563"/>
                  <a:gd name="connsiteY4" fmla="*/ 1639708 h 2457912"/>
                  <a:gd name="connsiteX5" fmla="*/ 991689 w 3462563"/>
                  <a:gd name="connsiteY5" fmla="*/ 10605 h 2457912"/>
                  <a:gd name="connsiteX0" fmla="*/ 991689 w 3644113"/>
                  <a:gd name="connsiteY0" fmla="*/ 10605 h 2457912"/>
                  <a:gd name="connsiteX1" fmla="*/ 1674106 w 3644113"/>
                  <a:gd name="connsiteY1" fmla="*/ 930710 h 2457912"/>
                  <a:gd name="connsiteX2" fmla="*/ 3372999 w 3644113"/>
                  <a:gd name="connsiteY2" fmla="*/ 807609 h 2457912"/>
                  <a:gd name="connsiteX3" fmla="*/ 2906897 w 3644113"/>
                  <a:gd name="connsiteY3" fmla="*/ 2414562 h 2457912"/>
                  <a:gd name="connsiteX4" fmla="*/ 213923 w 3644113"/>
                  <a:gd name="connsiteY4" fmla="*/ 1639708 h 2457912"/>
                  <a:gd name="connsiteX5" fmla="*/ 991689 w 3644113"/>
                  <a:gd name="connsiteY5" fmla="*/ 10605 h 2457912"/>
                  <a:gd name="connsiteX0" fmla="*/ 1054352 w 3706777"/>
                  <a:gd name="connsiteY0" fmla="*/ 1046 h 2448353"/>
                  <a:gd name="connsiteX1" fmla="*/ 1736769 w 3706777"/>
                  <a:gd name="connsiteY1" fmla="*/ 921151 h 2448353"/>
                  <a:gd name="connsiteX2" fmla="*/ 3435662 w 3706777"/>
                  <a:gd name="connsiteY2" fmla="*/ 798050 h 2448353"/>
                  <a:gd name="connsiteX3" fmla="*/ 2969560 w 3706777"/>
                  <a:gd name="connsiteY3" fmla="*/ 2405003 h 2448353"/>
                  <a:gd name="connsiteX4" fmla="*/ 276586 w 3706777"/>
                  <a:gd name="connsiteY4" fmla="*/ 1630149 h 2448353"/>
                  <a:gd name="connsiteX5" fmla="*/ 1054352 w 3706777"/>
                  <a:gd name="connsiteY5" fmla="*/ 1046 h 2448353"/>
                  <a:gd name="connsiteX0" fmla="*/ 590056 w 3683836"/>
                  <a:gd name="connsiteY0" fmla="*/ 1109 h 1961431"/>
                  <a:gd name="connsiteX1" fmla="*/ 1713828 w 3683836"/>
                  <a:gd name="connsiteY1" fmla="*/ 456838 h 1961431"/>
                  <a:gd name="connsiteX2" fmla="*/ 3412721 w 3683836"/>
                  <a:gd name="connsiteY2" fmla="*/ 333737 h 1961431"/>
                  <a:gd name="connsiteX3" fmla="*/ 2946619 w 3683836"/>
                  <a:gd name="connsiteY3" fmla="*/ 1940690 h 1961431"/>
                  <a:gd name="connsiteX4" fmla="*/ 253645 w 3683836"/>
                  <a:gd name="connsiteY4" fmla="*/ 1165836 h 1961431"/>
                  <a:gd name="connsiteX5" fmla="*/ 590056 w 3683836"/>
                  <a:gd name="connsiteY5" fmla="*/ 1109 h 1961431"/>
                  <a:gd name="connsiteX0" fmla="*/ 577152 w 3670932"/>
                  <a:gd name="connsiteY0" fmla="*/ 28557 h 1988879"/>
                  <a:gd name="connsiteX1" fmla="*/ 1700924 w 3670932"/>
                  <a:gd name="connsiteY1" fmla="*/ 484286 h 1988879"/>
                  <a:gd name="connsiteX2" fmla="*/ 3399817 w 3670932"/>
                  <a:gd name="connsiteY2" fmla="*/ 361185 h 1988879"/>
                  <a:gd name="connsiteX3" fmla="*/ 2933715 w 3670932"/>
                  <a:gd name="connsiteY3" fmla="*/ 1968138 h 1988879"/>
                  <a:gd name="connsiteX4" fmla="*/ 240741 w 3670932"/>
                  <a:gd name="connsiteY4" fmla="*/ 1193284 h 1988879"/>
                  <a:gd name="connsiteX5" fmla="*/ 577152 w 3670932"/>
                  <a:gd name="connsiteY5" fmla="*/ 28557 h 1988879"/>
                  <a:gd name="connsiteX0" fmla="*/ 5660 w 3065770"/>
                  <a:gd name="connsiteY0" fmla="*/ 41752 h 2084853"/>
                  <a:gd name="connsiteX1" fmla="*/ 1129432 w 3065770"/>
                  <a:gd name="connsiteY1" fmla="*/ 497481 h 2084853"/>
                  <a:gd name="connsiteX2" fmla="*/ 2828325 w 3065770"/>
                  <a:gd name="connsiteY2" fmla="*/ 374380 h 2084853"/>
                  <a:gd name="connsiteX3" fmla="*/ 2362223 w 3065770"/>
                  <a:gd name="connsiteY3" fmla="*/ 1981333 h 2084853"/>
                  <a:gd name="connsiteX4" fmla="*/ 768571 w 3065770"/>
                  <a:gd name="connsiteY4" fmla="*/ 1718703 h 2084853"/>
                  <a:gd name="connsiteX5" fmla="*/ 5660 w 3065770"/>
                  <a:gd name="connsiteY5" fmla="*/ 41752 h 2084853"/>
                  <a:gd name="connsiteX0" fmla="*/ 12471 w 3072581"/>
                  <a:gd name="connsiteY0" fmla="*/ 41752 h 2092530"/>
                  <a:gd name="connsiteX1" fmla="*/ 1136243 w 3072581"/>
                  <a:gd name="connsiteY1" fmla="*/ 497481 h 2092530"/>
                  <a:gd name="connsiteX2" fmla="*/ 2835136 w 3072581"/>
                  <a:gd name="connsiteY2" fmla="*/ 374380 h 2092530"/>
                  <a:gd name="connsiteX3" fmla="*/ 2369034 w 3072581"/>
                  <a:gd name="connsiteY3" fmla="*/ 1981333 h 2092530"/>
                  <a:gd name="connsiteX4" fmla="*/ 775382 w 3072581"/>
                  <a:gd name="connsiteY4" fmla="*/ 1718703 h 2092530"/>
                  <a:gd name="connsiteX5" fmla="*/ 12471 w 3072581"/>
                  <a:gd name="connsiteY5" fmla="*/ 41752 h 2092530"/>
                  <a:gd name="connsiteX0" fmla="*/ 2798 w 3655173"/>
                  <a:gd name="connsiteY0" fmla="*/ 869129 h 2007317"/>
                  <a:gd name="connsiteX1" fmla="*/ 1718835 w 3655173"/>
                  <a:gd name="connsiteY1" fmla="*/ 445136 h 2007317"/>
                  <a:gd name="connsiteX2" fmla="*/ 3417728 w 3655173"/>
                  <a:gd name="connsiteY2" fmla="*/ 322035 h 2007317"/>
                  <a:gd name="connsiteX3" fmla="*/ 2951626 w 3655173"/>
                  <a:gd name="connsiteY3" fmla="*/ 1928988 h 2007317"/>
                  <a:gd name="connsiteX4" fmla="*/ 1357974 w 3655173"/>
                  <a:gd name="connsiteY4" fmla="*/ 1666358 h 2007317"/>
                  <a:gd name="connsiteX5" fmla="*/ 2798 w 3655173"/>
                  <a:gd name="connsiteY5" fmla="*/ 869129 h 2007317"/>
                  <a:gd name="connsiteX0" fmla="*/ 542 w 3652917"/>
                  <a:gd name="connsiteY0" fmla="*/ 869129 h 2007318"/>
                  <a:gd name="connsiteX1" fmla="*/ 1716579 w 3652917"/>
                  <a:gd name="connsiteY1" fmla="*/ 445136 h 2007318"/>
                  <a:gd name="connsiteX2" fmla="*/ 3415472 w 3652917"/>
                  <a:gd name="connsiteY2" fmla="*/ 322035 h 2007318"/>
                  <a:gd name="connsiteX3" fmla="*/ 2949370 w 3652917"/>
                  <a:gd name="connsiteY3" fmla="*/ 1928988 h 2007318"/>
                  <a:gd name="connsiteX4" fmla="*/ 1355718 w 3652917"/>
                  <a:gd name="connsiteY4" fmla="*/ 1666358 h 2007318"/>
                  <a:gd name="connsiteX5" fmla="*/ 542 w 3652917"/>
                  <a:gd name="connsiteY5" fmla="*/ 869129 h 2007318"/>
                  <a:gd name="connsiteX0" fmla="*/ 243 w 3639926"/>
                  <a:gd name="connsiteY0" fmla="*/ 869129 h 1955507"/>
                  <a:gd name="connsiteX1" fmla="*/ 1716280 w 3639926"/>
                  <a:gd name="connsiteY1" fmla="*/ 445136 h 1955507"/>
                  <a:gd name="connsiteX2" fmla="*/ 3415173 w 3639926"/>
                  <a:gd name="connsiteY2" fmla="*/ 322035 h 1955507"/>
                  <a:gd name="connsiteX3" fmla="*/ 2949071 w 3639926"/>
                  <a:gd name="connsiteY3" fmla="*/ 1928988 h 1955507"/>
                  <a:gd name="connsiteX4" fmla="*/ 1833458 w 3639926"/>
                  <a:gd name="connsiteY4" fmla="*/ 1291535 h 1955507"/>
                  <a:gd name="connsiteX5" fmla="*/ 243 w 3639926"/>
                  <a:gd name="connsiteY5" fmla="*/ 869129 h 1955507"/>
                  <a:gd name="connsiteX0" fmla="*/ 243 w 3639926"/>
                  <a:gd name="connsiteY0" fmla="*/ 869129 h 1947022"/>
                  <a:gd name="connsiteX1" fmla="*/ 1716280 w 3639926"/>
                  <a:gd name="connsiteY1" fmla="*/ 445136 h 1947022"/>
                  <a:gd name="connsiteX2" fmla="*/ 3415173 w 3639926"/>
                  <a:gd name="connsiteY2" fmla="*/ 322035 h 1947022"/>
                  <a:gd name="connsiteX3" fmla="*/ 2949071 w 3639926"/>
                  <a:gd name="connsiteY3" fmla="*/ 1928988 h 1947022"/>
                  <a:gd name="connsiteX4" fmla="*/ 1833458 w 3639926"/>
                  <a:gd name="connsiteY4" fmla="*/ 1291535 h 1947022"/>
                  <a:gd name="connsiteX5" fmla="*/ 243 w 3639926"/>
                  <a:gd name="connsiteY5" fmla="*/ 869129 h 1947022"/>
                  <a:gd name="connsiteX0" fmla="*/ 7345 w 3647028"/>
                  <a:gd name="connsiteY0" fmla="*/ 869129 h 1947022"/>
                  <a:gd name="connsiteX1" fmla="*/ 1723382 w 3647028"/>
                  <a:gd name="connsiteY1" fmla="*/ 445136 h 1947022"/>
                  <a:gd name="connsiteX2" fmla="*/ 3422275 w 3647028"/>
                  <a:gd name="connsiteY2" fmla="*/ 322035 h 1947022"/>
                  <a:gd name="connsiteX3" fmla="*/ 2956173 w 3647028"/>
                  <a:gd name="connsiteY3" fmla="*/ 1928988 h 1947022"/>
                  <a:gd name="connsiteX4" fmla="*/ 1840560 w 3647028"/>
                  <a:gd name="connsiteY4" fmla="*/ 1291535 h 1947022"/>
                  <a:gd name="connsiteX5" fmla="*/ 7345 w 3647028"/>
                  <a:gd name="connsiteY5" fmla="*/ 869129 h 1947022"/>
                  <a:gd name="connsiteX0" fmla="*/ 7345 w 3811052"/>
                  <a:gd name="connsiteY0" fmla="*/ 869129 h 1929159"/>
                  <a:gd name="connsiteX1" fmla="*/ 1723382 w 3811052"/>
                  <a:gd name="connsiteY1" fmla="*/ 445136 h 1929159"/>
                  <a:gd name="connsiteX2" fmla="*/ 3422275 w 3811052"/>
                  <a:gd name="connsiteY2" fmla="*/ 322035 h 1929159"/>
                  <a:gd name="connsiteX3" fmla="*/ 2956173 w 3811052"/>
                  <a:gd name="connsiteY3" fmla="*/ 1928988 h 1929159"/>
                  <a:gd name="connsiteX4" fmla="*/ 1840560 w 3811052"/>
                  <a:gd name="connsiteY4" fmla="*/ 1291535 h 1929159"/>
                  <a:gd name="connsiteX5" fmla="*/ 7345 w 3811052"/>
                  <a:gd name="connsiteY5" fmla="*/ 869129 h 1929159"/>
                  <a:gd name="connsiteX0" fmla="*/ 5264 w 3937957"/>
                  <a:gd name="connsiteY0" fmla="*/ 1155023 h 1938909"/>
                  <a:gd name="connsiteX1" fmla="*/ 1850286 w 3937957"/>
                  <a:gd name="connsiteY1" fmla="*/ 454886 h 1938909"/>
                  <a:gd name="connsiteX2" fmla="*/ 3549179 w 3937957"/>
                  <a:gd name="connsiteY2" fmla="*/ 331785 h 1938909"/>
                  <a:gd name="connsiteX3" fmla="*/ 3083077 w 3937957"/>
                  <a:gd name="connsiteY3" fmla="*/ 1938738 h 1938909"/>
                  <a:gd name="connsiteX4" fmla="*/ 1967464 w 3937957"/>
                  <a:gd name="connsiteY4" fmla="*/ 1301285 h 1938909"/>
                  <a:gd name="connsiteX5" fmla="*/ 5264 w 3937957"/>
                  <a:gd name="connsiteY5" fmla="*/ 1155023 h 1938909"/>
                  <a:gd name="connsiteX0" fmla="*/ 23607 w 3956300"/>
                  <a:gd name="connsiteY0" fmla="*/ 1155023 h 1938909"/>
                  <a:gd name="connsiteX1" fmla="*/ 1868629 w 3956300"/>
                  <a:gd name="connsiteY1" fmla="*/ 454886 h 1938909"/>
                  <a:gd name="connsiteX2" fmla="*/ 3567522 w 3956300"/>
                  <a:gd name="connsiteY2" fmla="*/ 331785 h 1938909"/>
                  <a:gd name="connsiteX3" fmla="*/ 3101420 w 3956300"/>
                  <a:gd name="connsiteY3" fmla="*/ 1938738 h 1938909"/>
                  <a:gd name="connsiteX4" fmla="*/ 1985807 w 3956300"/>
                  <a:gd name="connsiteY4" fmla="*/ 1301285 h 1938909"/>
                  <a:gd name="connsiteX5" fmla="*/ 23607 w 3956300"/>
                  <a:gd name="connsiteY5" fmla="*/ 1155023 h 1938909"/>
                  <a:gd name="connsiteX0" fmla="*/ 356 w 3775841"/>
                  <a:gd name="connsiteY0" fmla="*/ 1155023 h 1975367"/>
                  <a:gd name="connsiteX1" fmla="*/ 1845378 w 3775841"/>
                  <a:gd name="connsiteY1" fmla="*/ 454886 h 1975367"/>
                  <a:gd name="connsiteX2" fmla="*/ 3544271 w 3775841"/>
                  <a:gd name="connsiteY2" fmla="*/ 331785 h 1975367"/>
                  <a:gd name="connsiteX3" fmla="*/ 3078169 w 3775841"/>
                  <a:gd name="connsiteY3" fmla="*/ 1938738 h 1975367"/>
                  <a:gd name="connsiteX4" fmla="*/ 1700608 w 3775841"/>
                  <a:gd name="connsiteY4" fmla="*/ 1432728 h 1975367"/>
                  <a:gd name="connsiteX5" fmla="*/ 356 w 3775841"/>
                  <a:gd name="connsiteY5" fmla="*/ 1155023 h 1975367"/>
                  <a:gd name="connsiteX0" fmla="*/ 385 w 3775871"/>
                  <a:gd name="connsiteY0" fmla="*/ 1155023 h 1964875"/>
                  <a:gd name="connsiteX1" fmla="*/ 1845407 w 3775871"/>
                  <a:gd name="connsiteY1" fmla="*/ 454886 h 1964875"/>
                  <a:gd name="connsiteX2" fmla="*/ 3544300 w 3775871"/>
                  <a:gd name="connsiteY2" fmla="*/ 331785 h 1964875"/>
                  <a:gd name="connsiteX3" fmla="*/ 3078198 w 3775871"/>
                  <a:gd name="connsiteY3" fmla="*/ 1938738 h 1964875"/>
                  <a:gd name="connsiteX4" fmla="*/ 1700637 w 3775871"/>
                  <a:gd name="connsiteY4" fmla="*/ 1432728 h 1964875"/>
                  <a:gd name="connsiteX5" fmla="*/ 385 w 3775871"/>
                  <a:gd name="connsiteY5" fmla="*/ 1155023 h 1964875"/>
                  <a:gd name="connsiteX0" fmla="*/ 518 w 3310321"/>
                  <a:gd name="connsiteY0" fmla="*/ 1561197 h 1986949"/>
                  <a:gd name="connsiteX1" fmla="*/ 1379857 w 3310321"/>
                  <a:gd name="connsiteY1" fmla="*/ 469469 h 1986949"/>
                  <a:gd name="connsiteX2" fmla="*/ 3078750 w 3310321"/>
                  <a:gd name="connsiteY2" fmla="*/ 346368 h 1986949"/>
                  <a:gd name="connsiteX3" fmla="*/ 2612648 w 3310321"/>
                  <a:gd name="connsiteY3" fmla="*/ 1953321 h 1986949"/>
                  <a:gd name="connsiteX4" fmla="*/ 1235087 w 3310321"/>
                  <a:gd name="connsiteY4" fmla="*/ 1447311 h 1986949"/>
                  <a:gd name="connsiteX5" fmla="*/ 518 w 3310321"/>
                  <a:gd name="connsiteY5" fmla="*/ 1561197 h 1986949"/>
                  <a:gd name="connsiteX0" fmla="*/ 252954 w 3562757"/>
                  <a:gd name="connsiteY0" fmla="*/ 1561197 h 1986950"/>
                  <a:gd name="connsiteX1" fmla="*/ 1632293 w 3562757"/>
                  <a:gd name="connsiteY1" fmla="*/ 469469 h 1986950"/>
                  <a:gd name="connsiteX2" fmla="*/ 3331186 w 3562757"/>
                  <a:gd name="connsiteY2" fmla="*/ 346368 h 1986950"/>
                  <a:gd name="connsiteX3" fmla="*/ 2865084 w 3562757"/>
                  <a:gd name="connsiteY3" fmla="*/ 1953321 h 1986950"/>
                  <a:gd name="connsiteX4" fmla="*/ 1487523 w 3562757"/>
                  <a:gd name="connsiteY4" fmla="*/ 1447311 h 1986950"/>
                  <a:gd name="connsiteX5" fmla="*/ 252954 w 3562757"/>
                  <a:gd name="connsiteY5" fmla="*/ 1561197 h 1986950"/>
                  <a:gd name="connsiteX0" fmla="*/ 275988 w 4836894"/>
                  <a:gd name="connsiteY0" fmla="*/ 1254188 h 1664972"/>
                  <a:gd name="connsiteX1" fmla="*/ 1655327 w 4836894"/>
                  <a:gd name="connsiteY1" fmla="*/ 162460 h 1664972"/>
                  <a:gd name="connsiteX2" fmla="*/ 4715739 w 4836894"/>
                  <a:gd name="connsiteY2" fmla="*/ 494988 h 1664972"/>
                  <a:gd name="connsiteX3" fmla="*/ 2888118 w 4836894"/>
                  <a:gd name="connsiteY3" fmla="*/ 1646312 h 1664972"/>
                  <a:gd name="connsiteX4" fmla="*/ 1510557 w 4836894"/>
                  <a:gd name="connsiteY4" fmla="*/ 1140302 h 1664972"/>
                  <a:gd name="connsiteX5" fmla="*/ 275988 w 4836894"/>
                  <a:gd name="connsiteY5" fmla="*/ 1254188 h 1664972"/>
                  <a:gd name="connsiteX0" fmla="*/ 275988 w 4716813"/>
                  <a:gd name="connsiteY0" fmla="*/ 1630321 h 2049242"/>
                  <a:gd name="connsiteX1" fmla="*/ 1655327 w 4716813"/>
                  <a:gd name="connsiteY1" fmla="*/ 538593 h 2049242"/>
                  <a:gd name="connsiteX2" fmla="*/ 4715739 w 4716813"/>
                  <a:gd name="connsiteY2" fmla="*/ 871121 h 2049242"/>
                  <a:gd name="connsiteX3" fmla="*/ 2888118 w 4716813"/>
                  <a:gd name="connsiteY3" fmla="*/ 2022445 h 2049242"/>
                  <a:gd name="connsiteX4" fmla="*/ 1510557 w 4716813"/>
                  <a:gd name="connsiteY4" fmla="*/ 1516435 h 2049242"/>
                  <a:gd name="connsiteX5" fmla="*/ 275988 w 4716813"/>
                  <a:gd name="connsiteY5" fmla="*/ 1630321 h 2049242"/>
                  <a:gd name="connsiteX0" fmla="*/ 275988 w 4749030"/>
                  <a:gd name="connsiteY0" fmla="*/ 1124638 h 1545870"/>
                  <a:gd name="connsiteX1" fmla="*/ 1655327 w 4749030"/>
                  <a:gd name="connsiteY1" fmla="*/ 32910 h 1545870"/>
                  <a:gd name="connsiteX2" fmla="*/ 4715739 w 4749030"/>
                  <a:gd name="connsiteY2" fmla="*/ 365438 h 1545870"/>
                  <a:gd name="connsiteX3" fmla="*/ 3175706 w 4749030"/>
                  <a:gd name="connsiteY3" fmla="*/ 1192854 h 1545870"/>
                  <a:gd name="connsiteX4" fmla="*/ 1510557 w 4749030"/>
                  <a:gd name="connsiteY4" fmla="*/ 1010752 h 1545870"/>
                  <a:gd name="connsiteX5" fmla="*/ 275988 w 4749030"/>
                  <a:gd name="connsiteY5" fmla="*/ 1124638 h 1545870"/>
                  <a:gd name="connsiteX0" fmla="*/ 275988 w 4727950"/>
                  <a:gd name="connsiteY0" fmla="*/ 1387914 h 1809146"/>
                  <a:gd name="connsiteX1" fmla="*/ 1655327 w 4727950"/>
                  <a:gd name="connsiteY1" fmla="*/ 296186 h 1809146"/>
                  <a:gd name="connsiteX2" fmla="*/ 4715739 w 4727950"/>
                  <a:gd name="connsiteY2" fmla="*/ 628714 h 1809146"/>
                  <a:gd name="connsiteX3" fmla="*/ 3175706 w 4727950"/>
                  <a:gd name="connsiteY3" fmla="*/ 1456130 h 1809146"/>
                  <a:gd name="connsiteX4" fmla="*/ 1510557 w 4727950"/>
                  <a:gd name="connsiteY4" fmla="*/ 1274028 h 1809146"/>
                  <a:gd name="connsiteX5" fmla="*/ 275988 w 4727950"/>
                  <a:gd name="connsiteY5" fmla="*/ 1387914 h 1809146"/>
                  <a:gd name="connsiteX0" fmla="*/ 275988 w 4727950"/>
                  <a:gd name="connsiteY0" fmla="*/ 1387914 h 1809146"/>
                  <a:gd name="connsiteX1" fmla="*/ 1655327 w 4727950"/>
                  <a:gd name="connsiteY1" fmla="*/ 296186 h 1809146"/>
                  <a:gd name="connsiteX2" fmla="*/ 4715739 w 4727950"/>
                  <a:gd name="connsiteY2" fmla="*/ 628714 h 1809146"/>
                  <a:gd name="connsiteX3" fmla="*/ 3175706 w 4727950"/>
                  <a:gd name="connsiteY3" fmla="*/ 1456130 h 1809146"/>
                  <a:gd name="connsiteX4" fmla="*/ 1510557 w 4727950"/>
                  <a:gd name="connsiteY4" fmla="*/ 1274028 h 1809146"/>
                  <a:gd name="connsiteX5" fmla="*/ 275988 w 4727950"/>
                  <a:gd name="connsiteY5" fmla="*/ 1387914 h 1809146"/>
                  <a:gd name="connsiteX0" fmla="*/ 275988 w 4740315"/>
                  <a:gd name="connsiteY0" fmla="*/ 1132875 h 1722803"/>
                  <a:gd name="connsiteX1" fmla="*/ 1655327 w 4740315"/>
                  <a:gd name="connsiteY1" fmla="*/ 41147 h 1722803"/>
                  <a:gd name="connsiteX2" fmla="*/ 4715739 w 4740315"/>
                  <a:gd name="connsiteY2" fmla="*/ 373675 h 1722803"/>
                  <a:gd name="connsiteX3" fmla="*/ 3012343 w 4740315"/>
                  <a:gd name="connsiteY3" fmla="*/ 1711656 h 1722803"/>
                  <a:gd name="connsiteX4" fmla="*/ 1510557 w 4740315"/>
                  <a:gd name="connsiteY4" fmla="*/ 1018989 h 1722803"/>
                  <a:gd name="connsiteX5" fmla="*/ 275988 w 4740315"/>
                  <a:gd name="connsiteY5" fmla="*/ 1132875 h 1722803"/>
                  <a:gd name="connsiteX0" fmla="*/ 275988 w 4756119"/>
                  <a:gd name="connsiteY0" fmla="*/ 1127108 h 1542684"/>
                  <a:gd name="connsiteX1" fmla="*/ 1655327 w 4756119"/>
                  <a:gd name="connsiteY1" fmla="*/ 35380 h 1542684"/>
                  <a:gd name="connsiteX2" fmla="*/ 4715739 w 4756119"/>
                  <a:gd name="connsiteY2" fmla="*/ 367908 h 1542684"/>
                  <a:gd name="connsiteX3" fmla="*/ 3285074 w 4756119"/>
                  <a:gd name="connsiteY3" fmla="*/ 1369029 h 1542684"/>
                  <a:gd name="connsiteX4" fmla="*/ 1510557 w 4756119"/>
                  <a:gd name="connsiteY4" fmla="*/ 1013222 h 1542684"/>
                  <a:gd name="connsiteX5" fmla="*/ 275988 w 4756119"/>
                  <a:gd name="connsiteY5" fmla="*/ 1127108 h 1542684"/>
                  <a:gd name="connsiteX0" fmla="*/ 275988 w 4715923"/>
                  <a:gd name="connsiteY0" fmla="*/ 1122352 h 1572226"/>
                  <a:gd name="connsiteX1" fmla="*/ 1655327 w 4715923"/>
                  <a:gd name="connsiteY1" fmla="*/ 30624 h 1572226"/>
                  <a:gd name="connsiteX2" fmla="*/ 4715739 w 4715923"/>
                  <a:gd name="connsiteY2" fmla="*/ 363152 h 1572226"/>
                  <a:gd name="connsiteX3" fmla="*/ 1510557 w 4715923"/>
                  <a:gd name="connsiteY3" fmla="*/ 1008466 h 1572226"/>
                  <a:gd name="connsiteX4" fmla="*/ 275988 w 4715923"/>
                  <a:gd name="connsiteY4" fmla="*/ 1122352 h 1572226"/>
                  <a:gd name="connsiteX0" fmla="*/ 25029 w 4476010"/>
                  <a:gd name="connsiteY0" fmla="*/ 1892393 h 2022034"/>
                  <a:gd name="connsiteX1" fmla="*/ 2236847 w 4476010"/>
                  <a:gd name="connsiteY1" fmla="*/ 11492 h 2022034"/>
                  <a:gd name="connsiteX2" fmla="*/ 4464780 w 4476010"/>
                  <a:gd name="connsiteY2" fmla="*/ 1133193 h 2022034"/>
                  <a:gd name="connsiteX3" fmla="*/ 1259598 w 4476010"/>
                  <a:gd name="connsiteY3" fmla="*/ 1778507 h 2022034"/>
                  <a:gd name="connsiteX4" fmla="*/ 25029 w 4476010"/>
                  <a:gd name="connsiteY4" fmla="*/ 1892393 h 2022034"/>
                  <a:gd name="connsiteX0" fmla="*/ 19312 w 4468531"/>
                  <a:gd name="connsiteY0" fmla="*/ 1893478 h 2350831"/>
                  <a:gd name="connsiteX1" fmla="*/ 2231130 w 4468531"/>
                  <a:gd name="connsiteY1" fmla="*/ 12577 h 2350831"/>
                  <a:gd name="connsiteX2" fmla="*/ 4459063 w 4468531"/>
                  <a:gd name="connsiteY2" fmla="*/ 1134278 h 2350831"/>
                  <a:gd name="connsiteX3" fmla="*/ 2962196 w 4468531"/>
                  <a:gd name="connsiteY3" fmla="*/ 2337807 h 2350831"/>
                  <a:gd name="connsiteX4" fmla="*/ 1253881 w 4468531"/>
                  <a:gd name="connsiteY4" fmla="*/ 1779592 h 2350831"/>
                  <a:gd name="connsiteX5" fmla="*/ 19312 w 4468531"/>
                  <a:gd name="connsiteY5" fmla="*/ 1893478 h 2350831"/>
                  <a:gd name="connsiteX0" fmla="*/ 114931 w 4564151"/>
                  <a:gd name="connsiteY0" fmla="*/ 1893478 h 2606070"/>
                  <a:gd name="connsiteX1" fmla="*/ 2326749 w 4564151"/>
                  <a:gd name="connsiteY1" fmla="*/ 12577 h 2606070"/>
                  <a:gd name="connsiteX2" fmla="*/ 4554682 w 4564151"/>
                  <a:gd name="connsiteY2" fmla="*/ 1134278 h 2606070"/>
                  <a:gd name="connsiteX3" fmla="*/ 3057815 w 4564151"/>
                  <a:gd name="connsiteY3" fmla="*/ 2337807 h 2606070"/>
                  <a:gd name="connsiteX4" fmla="*/ 602599 w 4564151"/>
                  <a:gd name="connsiteY4" fmla="*/ 2591133 h 2606070"/>
                  <a:gd name="connsiteX5" fmla="*/ 114931 w 4564151"/>
                  <a:gd name="connsiteY5" fmla="*/ 1893478 h 2606070"/>
                  <a:gd name="connsiteX0" fmla="*/ 339436 w 4163621"/>
                  <a:gd name="connsiteY0" fmla="*/ 711041 h 2677547"/>
                  <a:gd name="connsiteX1" fmla="*/ 1926219 w 4163621"/>
                  <a:gd name="connsiteY1" fmla="*/ 9118 h 2677547"/>
                  <a:gd name="connsiteX2" fmla="*/ 4154152 w 4163621"/>
                  <a:gd name="connsiteY2" fmla="*/ 1130819 h 2677547"/>
                  <a:gd name="connsiteX3" fmla="*/ 2657285 w 4163621"/>
                  <a:gd name="connsiteY3" fmla="*/ 2334348 h 2677547"/>
                  <a:gd name="connsiteX4" fmla="*/ 202069 w 4163621"/>
                  <a:gd name="connsiteY4" fmla="*/ 2587674 h 2677547"/>
                  <a:gd name="connsiteX5" fmla="*/ 339436 w 4163621"/>
                  <a:gd name="connsiteY5" fmla="*/ 711041 h 2677547"/>
                  <a:gd name="connsiteX0" fmla="*/ 8699 w 3970251"/>
                  <a:gd name="connsiteY0" fmla="*/ 2578556 h 2717756"/>
                  <a:gd name="connsiteX1" fmla="*/ 1732849 w 3970251"/>
                  <a:gd name="connsiteY1" fmla="*/ 0 h 2717756"/>
                  <a:gd name="connsiteX2" fmla="*/ 3960782 w 3970251"/>
                  <a:gd name="connsiteY2" fmla="*/ 1121701 h 2717756"/>
                  <a:gd name="connsiteX3" fmla="*/ 2463915 w 3970251"/>
                  <a:gd name="connsiteY3" fmla="*/ 2325230 h 2717756"/>
                  <a:gd name="connsiteX4" fmla="*/ 8699 w 3970251"/>
                  <a:gd name="connsiteY4" fmla="*/ 2578556 h 2717756"/>
                  <a:gd name="connsiteX0" fmla="*/ 11617 w 3584652"/>
                  <a:gd name="connsiteY0" fmla="*/ 1430838 h 2340009"/>
                  <a:gd name="connsiteX1" fmla="*/ 1347250 w 3584652"/>
                  <a:gd name="connsiteY1" fmla="*/ 2380 h 2340009"/>
                  <a:gd name="connsiteX2" fmla="*/ 3575183 w 3584652"/>
                  <a:gd name="connsiteY2" fmla="*/ 1124081 h 2340009"/>
                  <a:gd name="connsiteX3" fmla="*/ 2078316 w 3584652"/>
                  <a:gd name="connsiteY3" fmla="*/ 2327610 h 2340009"/>
                  <a:gd name="connsiteX4" fmla="*/ 11617 w 3584652"/>
                  <a:gd name="connsiteY4" fmla="*/ 1430838 h 2340009"/>
                  <a:gd name="connsiteX0" fmla="*/ 36322 w 3609357"/>
                  <a:gd name="connsiteY0" fmla="*/ 1430838 h 2532978"/>
                  <a:gd name="connsiteX1" fmla="*/ 1371955 w 3609357"/>
                  <a:gd name="connsiteY1" fmla="*/ 2380 h 2532978"/>
                  <a:gd name="connsiteX2" fmla="*/ 3599888 w 3609357"/>
                  <a:gd name="connsiteY2" fmla="*/ 1124081 h 2532978"/>
                  <a:gd name="connsiteX3" fmla="*/ 2103021 w 3609357"/>
                  <a:gd name="connsiteY3" fmla="*/ 2327610 h 2532978"/>
                  <a:gd name="connsiteX4" fmla="*/ 36322 w 3609357"/>
                  <a:gd name="connsiteY4" fmla="*/ 1430838 h 2532978"/>
                  <a:gd name="connsiteX0" fmla="*/ 3580 w 3569301"/>
                  <a:gd name="connsiteY0" fmla="*/ 1431089 h 2816320"/>
                  <a:gd name="connsiteX1" fmla="*/ 1339213 w 3569301"/>
                  <a:gd name="connsiteY1" fmla="*/ 2631 h 2816320"/>
                  <a:gd name="connsiteX2" fmla="*/ 3567146 w 3569301"/>
                  <a:gd name="connsiteY2" fmla="*/ 1124332 h 2816320"/>
                  <a:gd name="connsiteX3" fmla="*/ 1722688 w 3569301"/>
                  <a:gd name="connsiteY3" fmla="*/ 2808414 h 2816320"/>
                  <a:gd name="connsiteX4" fmla="*/ 3580 w 3569301"/>
                  <a:gd name="connsiteY4" fmla="*/ 1431089 h 2816320"/>
                  <a:gd name="connsiteX0" fmla="*/ 3579 w 3569300"/>
                  <a:gd name="connsiteY0" fmla="*/ 1431089 h 2808414"/>
                  <a:gd name="connsiteX1" fmla="*/ 1339212 w 3569300"/>
                  <a:gd name="connsiteY1" fmla="*/ 2631 h 2808414"/>
                  <a:gd name="connsiteX2" fmla="*/ 3567145 w 3569300"/>
                  <a:gd name="connsiteY2" fmla="*/ 1124332 h 2808414"/>
                  <a:gd name="connsiteX3" fmla="*/ 1722687 w 3569300"/>
                  <a:gd name="connsiteY3" fmla="*/ 2808414 h 2808414"/>
                  <a:gd name="connsiteX4" fmla="*/ 3579 w 3569300"/>
                  <a:gd name="connsiteY4" fmla="*/ 1431089 h 2808414"/>
                  <a:gd name="connsiteX0" fmla="*/ 3579 w 3570402"/>
                  <a:gd name="connsiteY0" fmla="*/ 1431089 h 2845664"/>
                  <a:gd name="connsiteX1" fmla="*/ 1339212 w 3570402"/>
                  <a:gd name="connsiteY1" fmla="*/ 2631 h 2845664"/>
                  <a:gd name="connsiteX2" fmla="*/ 3567145 w 3570402"/>
                  <a:gd name="connsiteY2" fmla="*/ 1124332 h 2845664"/>
                  <a:gd name="connsiteX3" fmla="*/ 1722687 w 3570402"/>
                  <a:gd name="connsiteY3" fmla="*/ 2808414 h 2845664"/>
                  <a:gd name="connsiteX4" fmla="*/ 3579 w 3570402"/>
                  <a:gd name="connsiteY4" fmla="*/ 1431089 h 2845664"/>
                  <a:gd name="connsiteX0" fmla="*/ 3579 w 3571531"/>
                  <a:gd name="connsiteY0" fmla="*/ 1431089 h 2809355"/>
                  <a:gd name="connsiteX1" fmla="*/ 1339212 w 3571531"/>
                  <a:gd name="connsiteY1" fmla="*/ 2631 h 2809355"/>
                  <a:gd name="connsiteX2" fmla="*/ 3567145 w 3571531"/>
                  <a:gd name="connsiteY2" fmla="*/ 1124332 h 2809355"/>
                  <a:gd name="connsiteX3" fmla="*/ 1722687 w 3571531"/>
                  <a:gd name="connsiteY3" fmla="*/ 2808414 h 2809355"/>
                  <a:gd name="connsiteX4" fmla="*/ 3579 w 3571531"/>
                  <a:gd name="connsiteY4" fmla="*/ 1431089 h 2809355"/>
                  <a:gd name="connsiteX0" fmla="*/ 3579 w 3570449"/>
                  <a:gd name="connsiteY0" fmla="*/ 1431089 h 2811091"/>
                  <a:gd name="connsiteX1" fmla="*/ 1339212 w 3570449"/>
                  <a:gd name="connsiteY1" fmla="*/ 2631 h 2811091"/>
                  <a:gd name="connsiteX2" fmla="*/ 3567145 w 3570449"/>
                  <a:gd name="connsiteY2" fmla="*/ 1124332 h 2811091"/>
                  <a:gd name="connsiteX3" fmla="*/ 1722687 w 3570449"/>
                  <a:gd name="connsiteY3" fmla="*/ 2808414 h 2811091"/>
                  <a:gd name="connsiteX4" fmla="*/ 3579 w 3570449"/>
                  <a:gd name="connsiteY4" fmla="*/ 1431089 h 2811091"/>
                  <a:gd name="connsiteX0" fmla="*/ 9477 w 3576347"/>
                  <a:gd name="connsiteY0" fmla="*/ 1454488 h 2834490"/>
                  <a:gd name="connsiteX1" fmla="*/ 1345110 w 3576347"/>
                  <a:gd name="connsiteY1" fmla="*/ 26030 h 2834490"/>
                  <a:gd name="connsiteX2" fmla="*/ 3573043 w 3576347"/>
                  <a:gd name="connsiteY2" fmla="*/ 1147731 h 2834490"/>
                  <a:gd name="connsiteX3" fmla="*/ 1728585 w 3576347"/>
                  <a:gd name="connsiteY3" fmla="*/ 2831813 h 2834490"/>
                  <a:gd name="connsiteX4" fmla="*/ 9477 w 3576347"/>
                  <a:gd name="connsiteY4" fmla="*/ 1454488 h 2834490"/>
                  <a:gd name="connsiteX0" fmla="*/ 11200 w 3578070"/>
                  <a:gd name="connsiteY0" fmla="*/ 1454488 h 2834490"/>
                  <a:gd name="connsiteX1" fmla="*/ 1346833 w 3578070"/>
                  <a:gd name="connsiteY1" fmla="*/ 26030 h 2834490"/>
                  <a:gd name="connsiteX2" fmla="*/ 3574766 w 3578070"/>
                  <a:gd name="connsiteY2" fmla="*/ 1147731 h 2834490"/>
                  <a:gd name="connsiteX3" fmla="*/ 1730308 w 3578070"/>
                  <a:gd name="connsiteY3" fmla="*/ 2831813 h 2834490"/>
                  <a:gd name="connsiteX4" fmla="*/ 11200 w 3578070"/>
                  <a:gd name="connsiteY4" fmla="*/ 1454488 h 2834490"/>
                  <a:gd name="connsiteX0" fmla="*/ 5238 w 3394494"/>
                  <a:gd name="connsiteY0" fmla="*/ 1561249 h 2815719"/>
                  <a:gd name="connsiteX1" fmla="*/ 1164359 w 3394494"/>
                  <a:gd name="connsiteY1" fmla="*/ 5027 h 2815719"/>
                  <a:gd name="connsiteX2" fmla="*/ 3392292 w 3394494"/>
                  <a:gd name="connsiteY2" fmla="*/ 1126728 h 2815719"/>
                  <a:gd name="connsiteX3" fmla="*/ 1547834 w 3394494"/>
                  <a:gd name="connsiteY3" fmla="*/ 2810810 h 2815719"/>
                  <a:gd name="connsiteX4" fmla="*/ 5238 w 3394494"/>
                  <a:gd name="connsiteY4" fmla="*/ 1561249 h 2815719"/>
                  <a:gd name="connsiteX0" fmla="*/ 1714 w 3390970"/>
                  <a:gd name="connsiteY0" fmla="*/ 1561249 h 2816846"/>
                  <a:gd name="connsiteX1" fmla="*/ 1160835 w 3390970"/>
                  <a:gd name="connsiteY1" fmla="*/ 5027 h 2816846"/>
                  <a:gd name="connsiteX2" fmla="*/ 3388768 w 3390970"/>
                  <a:gd name="connsiteY2" fmla="*/ 1126728 h 2816846"/>
                  <a:gd name="connsiteX3" fmla="*/ 1544310 w 3390970"/>
                  <a:gd name="connsiteY3" fmla="*/ 2810810 h 2816846"/>
                  <a:gd name="connsiteX4" fmla="*/ 1714 w 3390970"/>
                  <a:gd name="connsiteY4" fmla="*/ 1561249 h 2816846"/>
                  <a:gd name="connsiteX0" fmla="*/ 1714 w 3392183"/>
                  <a:gd name="connsiteY0" fmla="*/ 1561249 h 2822298"/>
                  <a:gd name="connsiteX1" fmla="*/ 1160835 w 3392183"/>
                  <a:gd name="connsiteY1" fmla="*/ 5027 h 2822298"/>
                  <a:gd name="connsiteX2" fmla="*/ 3388768 w 3392183"/>
                  <a:gd name="connsiteY2" fmla="*/ 1126728 h 2822298"/>
                  <a:gd name="connsiteX3" fmla="*/ 1544310 w 3392183"/>
                  <a:gd name="connsiteY3" fmla="*/ 2810810 h 2822298"/>
                  <a:gd name="connsiteX4" fmla="*/ 1714 w 3392183"/>
                  <a:gd name="connsiteY4" fmla="*/ 1561249 h 2822298"/>
                  <a:gd name="connsiteX0" fmla="*/ 1599 w 3099681"/>
                  <a:gd name="connsiteY0" fmla="*/ 1556274 h 2805936"/>
                  <a:gd name="connsiteX1" fmla="*/ 1160720 w 3099681"/>
                  <a:gd name="connsiteY1" fmla="*/ 52 h 2805936"/>
                  <a:gd name="connsiteX2" fmla="*/ 3097014 w 3099681"/>
                  <a:gd name="connsiteY2" fmla="*/ 1505235 h 2805936"/>
                  <a:gd name="connsiteX3" fmla="*/ 1544195 w 3099681"/>
                  <a:gd name="connsiteY3" fmla="*/ 2805835 h 2805936"/>
                  <a:gd name="connsiteX4" fmla="*/ 1599 w 3099681"/>
                  <a:gd name="connsiteY4" fmla="*/ 1556274 h 2805936"/>
                  <a:gd name="connsiteX0" fmla="*/ 1599 w 3098266"/>
                  <a:gd name="connsiteY0" fmla="*/ 1556274 h 2805936"/>
                  <a:gd name="connsiteX1" fmla="*/ 1160720 w 3098266"/>
                  <a:gd name="connsiteY1" fmla="*/ 52 h 2805936"/>
                  <a:gd name="connsiteX2" fmla="*/ 3097014 w 3098266"/>
                  <a:gd name="connsiteY2" fmla="*/ 1505235 h 2805936"/>
                  <a:gd name="connsiteX3" fmla="*/ 1544195 w 3098266"/>
                  <a:gd name="connsiteY3" fmla="*/ 2805835 h 2805936"/>
                  <a:gd name="connsiteX4" fmla="*/ 1599 w 3098266"/>
                  <a:gd name="connsiteY4" fmla="*/ 1556274 h 2805936"/>
                  <a:gd name="connsiteX0" fmla="*/ 6698 w 3107113"/>
                  <a:gd name="connsiteY0" fmla="*/ 1556268 h 1995204"/>
                  <a:gd name="connsiteX1" fmla="*/ 1165819 w 3107113"/>
                  <a:gd name="connsiteY1" fmla="*/ 46 h 1995204"/>
                  <a:gd name="connsiteX2" fmla="*/ 3102113 w 3107113"/>
                  <a:gd name="connsiteY2" fmla="*/ 1505229 h 1995204"/>
                  <a:gd name="connsiteX3" fmla="*/ 1670895 w 3107113"/>
                  <a:gd name="connsiteY3" fmla="*/ 1994767 h 1995204"/>
                  <a:gd name="connsiteX4" fmla="*/ 6698 w 3107113"/>
                  <a:gd name="connsiteY4" fmla="*/ 1556268 h 1995204"/>
                  <a:gd name="connsiteX0" fmla="*/ 6698 w 3107610"/>
                  <a:gd name="connsiteY0" fmla="*/ 1556268 h 2094159"/>
                  <a:gd name="connsiteX1" fmla="*/ 1165819 w 3107610"/>
                  <a:gd name="connsiteY1" fmla="*/ 46 h 2094159"/>
                  <a:gd name="connsiteX2" fmla="*/ 3102113 w 3107610"/>
                  <a:gd name="connsiteY2" fmla="*/ 1505229 h 2094159"/>
                  <a:gd name="connsiteX3" fmla="*/ 1670895 w 3107610"/>
                  <a:gd name="connsiteY3" fmla="*/ 1994767 h 2094159"/>
                  <a:gd name="connsiteX4" fmla="*/ 6698 w 3107610"/>
                  <a:gd name="connsiteY4" fmla="*/ 1556268 h 2094159"/>
                  <a:gd name="connsiteX0" fmla="*/ 6698 w 3108326"/>
                  <a:gd name="connsiteY0" fmla="*/ 1556268 h 2032117"/>
                  <a:gd name="connsiteX1" fmla="*/ 1165819 w 3108326"/>
                  <a:gd name="connsiteY1" fmla="*/ 46 h 2032117"/>
                  <a:gd name="connsiteX2" fmla="*/ 3102113 w 3108326"/>
                  <a:gd name="connsiteY2" fmla="*/ 1505229 h 2032117"/>
                  <a:gd name="connsiteX3" fmla="*/ 1670895 w 3108326"/>
                  <a:gd name="connsiteY3" fmla="*/ 1994767 h 2032117"/>
                  <a:gd name="connsiteX4" fmla="*/ 6698 w 3108326"/>
                  <a:gd name="connsiteY4" fmla="*/ 1556268 h 2032117"/>
                  <a:gd name="connsiteX0" fmla="*/ 2700 w 3101149"/>
                  <a:gd name="connsiteY0" fmla="*/ 1588985 h 2065259"/>
                  <a:gd name="connsiteX1" fmla="*/ 1324169 w 3101149"/>
                  <a:gd name="connsiteY1" fmla="*/ 44 h 2065259"/>
                  <a:gd name="connsiteX2" fmla="*/ 3098115 w 3101149"/>
                  <a:gd name="connsiteY2" fmla="*/ 1537946 h 2065259"/>
                  <a:gd name="connsiteX3" fmla="*/ 1666897 w 3101149"/>
                  <a:gd name="connsiteY3" fmla="*/ 2027484 h 2065259"/>
                  <a:gd name="connsiteX4" fmla="*/ 2700 w 3101149"/>
                  <a:gd name="connsiteY4" fmla="*/ 1588985 h 2065259"/>
                  <a:gd name="connsiteX0" fmla="*/ 2700 w 3100106"/>
                  <a:gd name="connsiteY0" fmla="*/ 1588985 h 2163738"/>
                  <a:gd name="connsiteX1" fmla="*/ 1324169 w 3100106"/>
                  <a:gd name="connsiteY1" fmla="*/ 44 h 2163738"/>
                  <a:gd name="connsiteX2" fmla="*/ 3098115 w 3100106"/>
                  <a:gd name="connsiteY2" fmla="*/ 1537946 h 2163738"/>
                  <a:gd name="connsiteX3" fmla="*/ 1666897 w 3100106"/>
                  <a:gd name="connsiteY3" fmla="*/ 2027484 h 2163738"/>
                  <a:gd name="connsiteX4" fmla="*/ 2700 w 3100106"/>
                  <a:gd name="connsiteY4" fmla="*/ 1588985 h 2163738"/>
                  <a:gd name="connsiteX0" fmla="*/ 2700 w 3100834"/>
                  <a:gd name="connsiteY0" fmla="*/ 1588985 h 2056082"/>
                  <a:gd name="connsiteX1" fmla="*/ 1324169 w 3100834"/>
                  <a:gd name="connsiteY1" fmla="*/ 44 h 2056082"/>
                  <a:gd name="connsiteX2" fmla="*/ 3098115 w 3100834"/>
                  <a:gd name="connsiteY2" fmla="*/ 1537946 h 2056082"/>
                  <a:gd name="connsiteX3" fmla="*/ 1666897 w 3100834"/>
                  <a:gd name="connsiteY3" fmla="*/ 2027484 h 2056082"/>
                  <a:gd name="connsiteX4" fmla="*/ 2700 w 3100834"/>
                  <a:gd name="connsiteY4" fmla="*/ 1588985 h 2056082"/>
                  <a:gd name="connsiteX0" fmla="*/ 2700 w 3101100"/>
                  <a:gd name="connsiteY0" fmla="*/ 1588985 h 2041075"/>
                  <a:gd name="connsiteX1" fmla="*/ 1324169 w 3101100"/>
                  <a:gd name="connsiteY1" fmla="*/ 44 h 2041075"/>
                  <a:gd name="connsiteX2" fmla="*/ 3098115 w 3101100"/>
                  <a:gd name="connsiteY2" fmla="*/ 1537946 h 2041075"/>
                  <a:gd name="connsiteX3" fmla="*/ 1666897 w 3101100"/>
                  <a:gd name="connsiteY3" fmla="*/ 2027484 h 2041075"/>
                  <a:gd name="connsiteX4" fmla="*/ 2700 w 3101100"/>
                  <a:gd name="connsiteY4" fmla="*/ 1588985 h 2041075"/>
                  <a:gd name="connsiteX0" fmla="*/ 2700 w 3101100"/>
                  <a:gd name="connsiteY0" fmla="*/ 1588985 h 2041075"/>
                  <a:gd name="connsiteX1" fmla="*/ 1324169 w 3101100"/>
                  <a:gd name="connsiteY1" fmla="*/ 44 h 2041075"/>
                  <a:gd name="connsiteX2" fmla="*/ 3098115 w 3101100"/>
                  <a:gd name="connsiteY2" fmla="*/ 1537946 h 2041075"/>
                  <a:gd name="connsiteX3" fmla="*/ 1666897 w 3101100"/>
                  <a:gd name="connsiteY3" fmla="*/ 2027484 h 2041075"/>
                  <a:gd name="connsiteX4" fmla="*/ 2700 w 3101100"/>
                  <a:gd name="connsiteY4" fmla="*/ 1588985 h 2041075"/>
                  <a:gd name="connsiteX0" fmla="*/ 2700 w 3101100"/>
                  <a:gd name="connsiteY0" fmla="*/ 1588985 h 2041075"/>
                  <a:gd name="connsiteX1" fmla="*/ 1324169 w 3101100"/>
                  <a:gd name="connsiteY1" fmla="*/ 44 h 2041075"/>
                  <a:gd name="connsiteX2" fmla="*/ 3098115 w 3101100"/>
                  <a:gd name="connsiteY2" fmla="*/ 1537946 h 2041075"/>
                  <a:gd name="connsiteX3" fmla="*/ 1666897 w 3101100"/>
                  <a:gd name="connsiteY3" fmla="*/ 2027484 h 2041075"/>
                  <a:gd name="connsiteX4" fmla="*/ 2700 w 3101100"/>
                  <a:gd name="connsiteY4" fmla="*/ 1588985 h 20410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01100" h="2041075">
                    <a:moveTo>
                      <a:pt x="2700" y="1588985"/>
                    </a:moveTo>
                    <a:cubicBezTo>
                      <a:pt x="-54421" y="1251078"/>
                      <a:pt x="808267" y="8550"/>
                      <a:pt x="1324169" y="44"/>
                    </a:cubicBezTo>
                    <a:cubicBezTo>
                      <a:pt x="1840071" y="-8462"/>
                      <a:pt x="3040994" y="1200039"/>
                      <a:pt x="3098115" y="1537946"/>
                    </a:cubicBezTo>
                    <a:cubicBezTo>
                      <a:pt x="3155236" y="1875853"/>
                      <a:pt x="2382291" y="1963492"/>
                      <a:pt x="1666897" y="2027484"/>
                    </a:cubicBezTo>
                    <a:cubicBezTo>
                      <a:pt x="951503" y="2091476"/>
                      <a:pt x="59821" y="1926892"/>
                      <a:pt x="2700" y="1588985"/>
                    </a:cubicBezTo>
                    <a:close/>
                  </a:path>
                </a:pathLst>
              </a:custGeom>
              <a:solidFill>
                <a:srgbClr val="F07F3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  <p:sp>
            <p:nvSpPr>
              <p:cNvPr id="13" name="Freihandform 12">
                <a:extLst>
                  <a:ext uri="{FF2B5EF4-FFF2-40B4-BE49-F238E27FC236}">
                    <a16:creationId xmlns:a16="http://schemas.microsoft.com/office/drawing/2014/main" id="{DFD1980A-3636-3326-E22D-8E9333AEC2A2}"/>
                  </a:ext>
                </a:extLst>
              </p:cNvPr>
              <p:cNvSpPr/>
              <p:nvPr/>
            </p:nvSpPr>
            <p:spPr>
              <a:xfrm rot="20823310" flipV="1">
                <a:off x="6947206" y="5460057"/>
                <a:ext cx="6636396" cy="3176678"/>
              </a:xfrm>
              <a:custGeom>
                <a:avLst/>
                <a:gdLst>
                  <a:gd name="connsiteX0" fmla="*/ 346842 w 3373821"/>
                  <a:gd name="connsiteY0" fmla="*/ 283779 h 2963917"/>
                  <a:gd name="connsiteX1" fmla="*/ 3016469 w 3373821"/>
                  <a:gd name="connsiteY1" fmla="*/ 0 h 2963917"/>
                  <a:gd name="connsiteX2" fmla="*/ 3373821 w 3373821"/>
                  <a:gd name="connsiteY2" fmla="*/ 1502979 h 2963917"/>
                  <a:gd name="connsiteX3" fmla="*/ 1902373 w 3373821"/>
                  <a:gd name="connsiteY3" fmla="*/ 2963917 h 2963917"/>
                  <a:gd name="connsiteX4" fmla="*/ 0 w 3373821"/>
                  <a:gd name="connsiteY4" fmla="*/ 2165131 h 2963917"/>
                  <a:gd name="connsiteX5" fmla="*/ 346842 w 3373821"/>
                  <a:gd name="connsiteY5" fmla="*/ 283779 h 2963917"/>
                  <a:gd name="connsiteX0" fmla="*/ 777766 w 3373821"/>
                  <a:gd name="connsiteY0" fmla="*/ 536028 h 2963917"/>
                  <a:gd name="connsiteX1" fmla="*/ 3016469 w 3373821"/>
                  <a:gd name="connsiteY1" fmla="*/ 0 h 2963917"/>
                  <a:gd name="connsiteX2" fmla="*/ 3373821 w 3373821"/>
                  <a:gd name="connsiteY2" fmla="*/ 1502979 h 2963917"/>
                  <a:gd name="connsiteX3" fmla="*/ 1902373 w 3373821"/>
                  <a:gd name="connsiteY3" fmla="*/ 2963917 h 2963917"/>
                  <a:gd name="connsiteX4" fmla="*/ 0 w 3373821"/>
                  <a:gd name="connsiteY4" fmla="*/ 2165131 h 2963917"/>
                  <a:gd name="connsiteX5" fmla="*/ 777766 w 3373821"/>
                  <a:gd name="connsiteY5" fmla="*/ 536028 h 2963917"/>
                  <a:gd name="connsiteX0" fmla="*/ 777766 w 3373821"/>
                  <a:gd name="connsiteY0" fmla="*/ 536028 h 2963917"/>
                  <a:gd name="connsiteX1" fmla="*/ 3016469 w 3373821"/>
                  <a:gd name="connsiteY1" fmla="*/ 0 h 2963917"/>
                  <a:gd name="connsiteX2" fmla="*/ 3373821 w 3373821"/>
                  <a:gd name="connsiteY2" fmla="*/ 1502979 h 2963917"/>
                  <a:gd name="connsiteX3" fmla="*/ 1902373 w 3373821"/>
                  <a:gd name="connsiteY3" fmla="*/ 2963917 h 2963917"/>
                  <a:gd name="connsiteX4" fmla="*/ 0 w 3373821"/>
                  <a:gd name="connsiteY4" fmla="*/ 2165131 h 2963917"/>
                  <a:gd name="connsiteX5" fmla="*/ 777766 w 3373821"/>
                  <a:gd name="connsiteY5" fmla="*/ 536028 h 2963917"/>
                  <a:gd name="connsiteX0" fmla="*/ 777766 w 3373821"/>
                  <a:gd name="connsiteY0" fmla="*/ 536028 h 2963917"/>
                  <a:gd name="connsiteX1" fmla="*/ 3016469 w 3373821"/>
                  <a:gd name="connsiteY1" fmla="*/ 0 h 2963917"/>
                  <a:gd name="connsiteX2" fmla="*/ 3373821 w 3373821"/>
                  <a:gd name="connsiteY2" fmla="*/ 1502979 h 2963917"/>
                  <a:gd name="connsiteX3" fmla="*/ 1902373 w 3373821"/>
                  <a:gd name="connsiteY3" fmla="*/ 2963917 h 2963917"/>
                  <a:gd name="connsiteX4" fmla="*/ 0 w 3373821"/>
                  <a:gd name="connsiteY4" fmla="*/ 2165131 h 2963917"/>
                  <a:gd name="connsiteX5" fmla="*/ 777766 w 3373821"/>
                  <a:gd name="connsiteY5" fmla="*/ 536028 h 2963917"/>
                  <a:gd name="connsiteX0" fmla="*/ 777766 w 3373821"/>
                  <a:gd name="connsiteY0" fmla="*/ 882870 h 3310759"/>
                  <a:gd name="connsiteX1" fmla="*/ 3090042 w 3373821"/>
                  <a:gd name="connsiteY1" fmla="*/ 0 h 3310759"/>
                  <a:gd name="connsiteX2" fmla="*/ 3373821 w 3373821"/>
                  <a:gd name="connsiteY2" fmla="*/ 1849821 h 3310759"/>
                  <a:gd name="connsiteX3" fmla="*/ 1902373 w 3373821"/>
                  <a:gd name="connsiteY3" fmla="*/ 3310759 h 3310759"/>
                  <a:gd name="connsiteX4" fmla="*/ 0 w 3373821"/>
                  <a:gd name="connsiteY4" fmla="*/ 2511973 h 3310759"/>
                  <a:gd name="connsiteX5" fmla="*/ 777766 w 3373821"/>
                  <a:gd name="connsiteY5" fmla="*/ 882870 h 3310759"/>
                  <a:gd name="connsiteX0" fmla="*/ 777766 w 3373821"/>
                  <a:gd name="connsiteY0" fmla="*/ 1065668 h 3493557"/>
                  <a:gd name="connsiteX1" fmla="*/ 3090042 w 3373821"/>
                  <a:gd name="connsiteY1" fmla="*/ 182798 h 3493557"/>
                  <a:gd name="connsiteX2" fmla="*/ 3373821 w 3373821"/>
                  <a:gd name="connsiteY2" fmla="*/ 2032619 h 3493557"/>
                  <a:gd name="connsiteX3" fmla="*/ 1902373 w 3373821"/>
                  <a:gd name="connsiteY3" fmla="*/ 3493557 h 3493557"/>
                  <a:gd name="connsiteX4" fmla="*/ 0 w 3373821"/>
                  <a:gd name="connsiteY4" fmla="*/ 2694771 h 3493557"/>
                  <a:gd name="connsiteX5" fmla="*/ 777766 w 3373821"/>
                  <a:gd name="connsiteY5" fmla="*/ 1065668 h 3493557"/>
                  <a:gd name="connsiteX0" fmla="*/ 777766 w 3373821"/>
                  <a:gd name="connsiteY0" fmla="*/ 1065668 h 3493557"/>
                  <a:gd name="connsiteX1" fmla="*/ 3090042 w 3373821"/>
                  <a:gd name="connsiteY1" fmla="*/ 182798 h 3493557"/>
                  <a:gd name="connsiteX2" fmla="*/ 3373821 w 3373821"/>
                  <a:gd name="connsiteY2" fmla="*/ 2032619 h 3493557"/>
                  <a:gd name="connsiteX3" fmla="*/ 1902373 w 3373821"/>
                  <a:gd name="connsiteY3" fmla="*/ 3493557 h 3493557"/>
                  <a:gd name="connsiteX4" fmla="*/ 0 w 3373821"/>
                  <a:gd name="connsiteY4" fmla="*/ 2694771 h 3493557"/>
                  <a:gd name="connsiteX5" fmla="*/ 777766 w 3373821"/>
                  <a:gd name="connsiteY5" fmla="*/ 1065668 h 3493557"/>
                  <a:gd name="connsiteX0" fmla="*/ 777766 w 3373821"/>
                  <a:gd name="connsiteY0" fmla="*/ 1035451 h 3463340"/>
                  <a:gd name="connsiteX1" fmla="*/ 3090042 w 3373821"/>
                  <a:gd name="connsiteY1" fmla="*/ 152581 h 3463340"/>
                  <a:gd name="connsiteX2" fmla="*/ 3373821 w 3373821"/>
                  <a:gd name="connsiteY2" fmla="*/ 2002402 h 3463340"/>
                  <a:gd name="connsiteX3" fmla="*/ 1902373 w 3373821"/>
                  <a:gd name="connsiteY3" fmla="*/ 3463340 h 3463340"/>
                  <a:gd name="connsiteX4" fmla="*/ 0 w 3373821"/>
                  <a:gd name="connsiteY4" fmla="*/ 2664554 h 3463340"/>
                  <a:gd name="connsiteX5" fmla="*/ 777766 w 3373821"/>
                  <a:gd name="connsiteY5" fmla="*/ 1035451 h 3463340"/>
                  <a:gd name="connsiteX0" fmla="*/ 777766 w 3468415"/>
                  <a:gd name="connsiteY0" fmla="*/ 1035451 h 3463340"/>
                  <a:gd name="connsiteX1" fmla="*/ 3090042 w 3468415"/>
                  <a:gd name="connsiteY1" fmla="*/ 152581 h 3463340"/>
                  <a:gd name="connsiteX2" fmla="*/ 3468415 w 3468415"/>
                  <a:gd name="connsiteY2" fmla="*/ 2202098 h 3463340"/>
                  <a:gd name="connsiteX3" fmla="*/ 1902373 w 3468415"/>
                  <a:gd name="connsiteY3" fmla="*/ 3463340 h 3463340"/>
                  <a:gd name="connsiteX4" fmla="*/ 0 w 3468415"/>
                  <a:gd name="connsiteY4" fmla="*/ 2664554 h 3463340"/>
                  <a:gd name="connsiteX5" fmla="*/ 777766 w 3468415"/>
                  <a:gd name="connsiteY5" fmla="*/ 1035451 h 3463340"/>
                  <a:gd name="connsiteX0" fmla="*/ 777766 w 3520921"/>
                  <a:gd name="connsiteY0" fmla="*/ 1035451 h 3463340"/>
                  <a:gd name="connsiteX1" fmla="*/ 3090042 w 3520921"/>
                  <a:gd name="connsiteY1" fmla="*/ 152581 h 3463340"/>
                  <a:gd name="connsiteX2" fmla="*/ 3468415 w 3520921"/>
                  <a:gd name="connsiteY2" fmla="*/ 2202098 h 3463340"/>
                  <a:gd name="connsiteX3" fmla="*/ 1902373 w 3520921"/>
                  <a:gd name="connsiteY3" fmla="*/ 3463340 h 3463340"/>
                  <a:gd name="connsiteX4" fmla="*/ 0 w 3520921"/>
                  <a:gd name="connsiteY4" fmla="*/ 2664554 h 3463340"/>
                  <a:gd name="connsiteX5" fmla="*/ 777766 w 3520921"/>
                  <a:gd name="connsiteY5" fmla="*/ 1035451 h 3463340"/>
                  <a:gd name="connsiteX0" fmla="*/ 777766 w 3520921"/>
                  <a:gd name="connsiteY0" fmla="*/ 1035451 h 3463340"/>
                  <a:gd name="connsiteX1" fmla="*/ 3090042 w 3520921"/>
                  <a:gd name="connsiteY1" fmla="*/ 152581 h 3463340"/>
                  <a:gd name="connsiteX2" fmla="*/ 3468415 w 3520921"/>
                  <a:gd name="connsiteY2" fmla="*/ 2202098 h 3463340"/>
                  <a:gd name="connsiteX3" fmla="*/ 1902373 w 3520921"/>
                  <a:gd name="connsiteY3" fmla="*/ 3463340 h 3463340"/>
                  <a:gd name="connsiteX4" fmla="*/ 0 w 3520921"/>
                  <a:gd name="connsiteY4" fmla="*/ 2664554 h 3463340"/>
                  <a:gd name="connsiteX5" fmla="*/ 777766 w 3520921"/>
                  <a:gd name="connsiteY5" fmla="*/ 1035451 h 3463340"/>
                  <a:gd name="connsiteX0" fmla="*/ 777766 w 3520921"/>
                  <a:gd name="connsiteY0" fmla="*/ 1035451 h 3465338"/>
                  <a:gd name="connsiteX1" fmla="*/ 3090042 w 3520921"/>
                  <a:gd name="connsiteY1" fmla="*/ 152581 h 3465338"/>
                  <a:gd name="connsiteX2" fmla="*/ 3468415 w 3520921"/>
                  <a:gd name="connsiteY2" fmla="*/ 2202098 h 3465338"/>
                  <a:gd name="connsiteX3" fmla="*/ 1902373 w 3520921"/>
                  <a:gd name="connsiteY3" fmla="*/ 3463340 h 3465338"/>
                  <a:gd name="connsiteX4" fmla="*/ 0 w 3520921"/>
                  <a:gd name="connsiteY4" fmla="*/ 2664554 h 3465338"/>
                  <a:gd name="connsiteX5" fmla="*/ 777766 w 3520921"/>
                  <a:gd name="connsiteY5" fmla="*/ 1035451 h 3465338"/>
                  <a:gd name="connsiteX0" fmla="*/ 777766 w 3520921"/>
                  <a:gd name="connsiteY0" fmla="*/ 1035451 h 3465338"/>
                  <a:gd name="connsiteX1" fmla="*/ 3090042 w 3520921"/>
                  <a:gd name="connsiteY1" fmla="*/ 152581 h 3465338"/>
                  <a:gd name="connsiteX2" fmla="*/ 3468415 w 3520921"/>
                  <a:gd name="connsiteY2" fmla="*/ 2202098 h 3465338"/>
                  <a:gd name="connsiteX3" fmla="*/ 1902373 w 3520921"/>
                  <a:gd name="connsiteY3" fmla="*/ 3463340 h 3465338"/>
                  <a:gd name="connsiteX4" fmla="*/ 0 w 3520921"/>
                  <a:gd name="connsiteY4" fmla="*/ 2664554 h 3465338"/>
                  <a:gd name="connsiteX5" fmla="*/ 777766 w 3520921"/>
                  <a:gd name="connsiteY5" fmla="*/ 1035451 h 3465338"/>
                  <a:gd name="connsiteX0" fmla="*/ 777766 w 3520921"/>
                  <a:gd name="connsiteY0" fmla="*/ 1035451 h 3463748"/>
                  <a:gd name="connsiteX1" fmla="*/ 3090042 w 3520921"/>
                  <a:gd name="connsiteY1" fmla="*/ 152581 h 3463748"/>
                  <a:gd name="connsiteX2" fmla="*/ 3468415 w 3520921"/>
                  <a:gd name="connsiteY2" fmla="*/ 2202098 h 3463748"/>
                  <a:gd name="connsiteX3" fmla="*/ 1902373 w 3520921"/>
                  <a:gd name="connsiteY3" fmla="*/ 3463340 h 3463748"/>
                  <a:gd name="connsiteX4" fmla="*/ 0 w 3520921"/>
                  <a:gd name="connsiteY4" fmla="*/ 2664554 h 3463748"/>
                  <a:gd name="connsiteX5" fmla="*/ 777766 w 3520921"/>
                  <a:gd name="connsiteY5" fmla="*/ 1035451 h 3463748"/>
                  <a:gd name="connsiteX0" fmla="*/ 815379 w 3558534"/>
                  <a:gd name="connsiteY0" fmla="*/ 1035451 h 3463748"/>
                  <a:gd name="connsiteX1" fmla="*/ 3127655 w 3558534"/>
                  <a:gd name="connsiteY1" fmla="*/ 152581 h 3463748"/>
                  <a:gd name="connsiteX2" fmla="*/ 3506028 w 3558534"/>
                  <a:gd name="connsiteY2" fmla="*/ 2202098 h 3463748"/>
                  <a:gd name="connsiteX3" fmla="*/ 1939986 w 3558534"/>
                  <a:gd name="connsiteY3" fmla="*/ 3463340 h 3463748"/>
                  <a:gd name="connsiteX4" fmla="*/ 37613 w 3558534"/>
                  <a:gd name="connsiteY4" fmla="*/ 2664554 h 3463748"/>
                  <a:gd name="connsiteX5" fmla="*/ 815379 w 3558534"/>
                  <a:gd name="connsiteY5" fmla="*/ 1035451 h 3463748"/>
                  <a:gd name="connsiteX0" fmla="*/ 815379 w 3558534"/>
                  <a:gd name="connsiteY0" fmla="*/ 1035451 h 3464371"/>
                  <a:gd name="connsiteX1" fmla="*/ 3127655 w 3558534"/>
                  <a:gd name="connsiteY1" fmla="*/ 152581 h 3464371"/>
                  <a:gd name="connsiteX2" fmla="*/ 3506028 w 3558534"/>
                  <a:gd name="connsiteY2" fmla="*/ 2202098 h 3464371"/>
                  <a:gd name="connsiteX3" fmla="*/ 1939986 w 3558534"/>
                  <a:gd name="connsiteY3" fmla="*/ 3463340 h 3464371"/>
                  <a:gd name="connsiteX4" fmla="*/ 37613 w 3558534"/>
                  <a:gd name="connsiteY4" fmla="*/ 2664554 h 3464371"/>
                  <a:gd name="connsiteX5" fmla="*/ 815379 w 3558534"/>
                  <a:gd name="connsiteY5" fmla="*/ 1035451 h 3464371"/>
                  <a:gd name="connsiteX0" fmla="*/ 815379 w 3150376"/>
                  <a:gd name="connsiteY0" fmla="*/ 1035451 h 3464371"/>
                  <a:gd name="connsiteX1" fmla="*/ 3127655 w 3150376"/>
                  <a:gd name="connsiteY1" fmla="*/ 152581 h 3464371"/>
                  <a:gd name="connsiteX2" fmla="*/ 1961008 w 3150376"/>
                  <a:gd name="connsiteY2" fmla="*/ 1655560 h 3464371"/>
                  <a:gd name="connsiteX3" fmla="*/ 1939986 w 3150376"/>
                  <a:gd name="connsiteY3" fmla="*/ 3463340 h 3464371"/>
                  <a:gd name="connsiteX4" fmla="*/ 37613 w 3150376"/>
                  <a:gd name="connsiteY4" fmla="*/ 2664554 h 3464371"/>
                  <a:gd name="connsiteX5" fmla="*/ 815379 w 3150376"/>
                  <a:gd name="connsiteY5" fmla="*/ 1035451 h 3464371"/>
                  <a:gd name="connsiteX0" fmla="*/ 815379 w 3162532"/>
                  <a:gd name="connsiteY0" fmla="*/ 1035451 h 3464371"/>
                  <a:gd name="connsiteX1" fmla="*/ 3127655 w 3162532"/>
                  <a:gd name="connsiteY1" fmla="*/ 152581 h 3464371"/>
                  <a:gd name="connsiteX2" fmla="*/ 2423463 w 3162532"/>
                  <a:gd name="connsiteY2" fmla="*/ 1645049 h 3464371"/>
                  <a:gd name="connsiteX3" fmla="*/ 1939986 w 3162532"/>
                  <a:gd name="connsiteY3" fmla="*/ 3463340 h 3464371"/>
                  <a:gd name="connsiteX4" fmla="*/ 37613 w 3162532"/>
                  <a:gd name="connsiteY4" fmla="*/ 2664554 h 3464371"/>
                  <a:gd name="connsiteX5" fmla="*/ 815379 w 3162532"/>
                  <a:gd name="connsiteY5" fmla="*/ 1035451 h 3464371"/>
                  <a:gd name="connsiteX0" fmla="*/ 815379 w 3171514"/>
                  <a:gd name="connsiteY0" fmla="*/ 1035451 h 3464371"/>
                  <a:gd name="connsiteX1" fmla="*/ 3127655 w 3171514"/>
                  <a:gd name="connsiteY1" fmla="*/ 152581 h 3464371"/>
                  <a:gd name="connsiteX2" fmla="*/ 2423463 w 3171514"/>
                  <a:gd name="connsiteY2" fmla="*/ 1645049 h 3464371"/>
                  <a:gd name="connsiteX3" fmla="*/ 1939986 w 3171514"/>
                  <a:gd name="connsiteY3" fmla="*/ 3463340 h 3464371"/>
                  <a:gd name="connsiteX4" fmla="*/ 37613 w 3171514"/>
                  <a:gd name="connsiteY4" fmla="*/ 2664554 h 3464371"/>
                  <a:gd name="connsiteX5" fmla="*/ 815379 w 3171514"/>
                  <a:gd name="connsiteY5" fmla="*/ 1035451 h 3464371"/>
                  <a:gd name="connsiteX0" fmla="*/ 815379 w 3171514"/>
                  <a:gd name="connsiteY0" fmla="*/ 1035451 h 3464371"/>
                  <a:gd name="connsiteX1" fmla="*/ 3127655 w 3171514"/>
                  <a:gd name="connsiteY1" fmla="*/ 152581 h 3464371"/>
                  <a:gd name="connsiteX2" fmla="*/ 2423463 w 3171514"/>
                  <a:gd name="connsiteY2" fmla="*/ 1645049 h 3464371"/>
                  <a:gd name="connsiteX3" fmla="*/ 1939986 w 3171514"/>
                  <a:gd name="connsiteY3" fmla="*/ 3463340 h 3464371"/>
                  <a:gd name="connsiteX4" fmla="*/ 37613 w 3171514"/>
                  <a:gd name="connsiteY4" fmla="*/ 2664554 h 3464371"/>
                  <a:gd name="connsiteX5" fmla="*/ 815379 w 3171514"/>
                  <a:gd name="connsiteY5" fmla="*/ 1035451 h 3464371"/>
                  <a:gd name="connsiteX0" fmla="*/ 815379 w 3171514"/>
                  <a:gd name="connsiteY0" fmla="*/ 1035451 h 3474836"/>
                  <a:gd name="connsiteX1" fmla="*/ 3127655 w 3171514"/>
                  <a:gd name="connsiteY1" fmla="*/ 152581 h 3474836"/>
                  <a:gd name="connsiteX2" fmla="*/ 2423463 w 3171514"/>
                  <a:gd name="connsiteY2" fmla="*/ 1645049 h 3474836"/>
                  <a:gd name="connsiteX3" fmla="*/ 2307848 w 3171514"/>
                  <a:gd name="connsiteY3" fmla="*/ 3473850 h 3474836"/>
                  <a:gd name="connsiteX4" fmla="*/ 37613 w 3171514"/>
                  <a:gd name="connsiteY4" fmla="*/ 2664554 h 3474836"/>
                  <a:gd name="connsiteX5" fmla="*/ 815379 w 3171514"/>
                  <a:gd name="connsiteY5" fmla="*/ 1035451 h 3474836"/>
                  <a:gd name="connsiteX0" fmla="*/ 815379 w 3171514"/>
                  <a:gd name="connsiteY0" fmla="*/ 1035451 h 3474836"/>
                  <a:gd name="connsiteX1" fmla="*/ 3127655 w 3171514"/>
                  <a:gd name="connsiteY1" fmla="*/ 152581 h 3474836"/>
                  <a:gd name="connsiteX2" fmla="*/ 2423463 w 3171514"/>
                  <a:gd name="connsiteY2" fmla="*/ 1645049 h 3474836"/>
                  <a:gd name="connsiteX3" fmla="*/ 2307848 w 3171514"/>
                  <a:gd name="connsiteY3" fmla="*/ 3473850 h 3474836"/>
                  <a:gd name="connsiteX4" fmla="*/ 37613 w 3171514"/>
                  <a:gd name="connsiteY4" fmla="*/ 2664554 h 3474836"/>
                  <a:gd name="connsiteX5" fmla="*/ 815379 w 3171514"/>
                  <a:gd name="connsiteY5" fmla="*/ 1035451 h 3474836"/>
                  <a:gd name="connsiteX0" fmla="*/ 815379 w 3171514"/>
                  <a:gd name="connsiteY0" fmla="*/ 1035451 h 3606310"/>
                  <a:gd name="connsiteX1" fmla="*/ 3127655 w 3171514"/>
                  <a:gd name="connsiteY1" fmla="*/ 152581 h 3606310"/>
                  <a:gd name="connsiteX2" fmla="*/ 2423463 w 3171514"/>
                  <a:gd name="connsiteY2" fmla="*/ 1645049 h 3606310"/>
                  <a:gd name="connsiteX3" fmla="*/ 2307848 w 3171514"/>
                  <a:gd name="connsiteY3" fmla="*/ 3473850 h 3606310"/>
                  <a:gd name="connsiteX4" fmla="*/ 37613 w 3171514"/>
                  <a:gd name="connsiteY4" fmla="*/ 2664554 h 3606310"/>
                  <a:gd name="connsiteX5" fmla="*/ 815379 w 3171514"/>
                  <a:gd name="connsiteY5" fmla="*/ 1035451 h 3606310"/>
                  <a:gd name="connsiteX0" fmla="*/ 815379 w 3173427"/>
                  <a:gd name="connsiteY0" fmla="*/ 1035451 h 3606310"/>
                  <a:gd name="connsiteX1" fmla="*/ 3127655 w 3173427"/>
                  <a:gd name="connsiteY1" fmla="*/ 152581 h 3606310"/>
                  <a:gd name="connsiteX2" fmla="*/ 2423463 w 3173427"/>
                  <a:gd name="connsiteY2" fmla="*/ 1645049 h 3606310"/>
                  <a:gd name="connsiteX3" fmla="*/ 2307848 w 3173427"/>
                  <a:gd name="connsiteY3" fmla="*/ 3473850 h 3606310"/>
                  <a:gd name="connsiteX4" fmla="*/ 37613 w 3173427"/>
                  <a:gd name="connsiteY4" fmla="*/ 2664554 h 3606310"/>
                  <a:gd name="connsiteX5" fmla="*/ 815379 w 3173427"/>
                  <a:gd name="connsiteY5" fmla="*/ 1035451 h 3606310"/>
                  <a:gd name="connsiteX0" fmla="*/ 815379 w 3173427"/>
                  <a:gd name="connsiteY0" fmla="*/ 1035451 h 3606310"/>
                  <a:gd name="connsiteX1" fmla="*/ 3127655 w 3173427"/>
                  <a:gd name="connsiteY1" fmla="*/ 152581 h 3606310"/>
                  <a:gd name="connsiteX2" fmla="*/ 2423463 w 3173427"/>
                  <a:gd name="connsiteY2" fmla="*/ 1645049 h 3606310"/>
                  <a:gd name="connsiteX3" fmla="*/ 2307848 w 3173427"/>
                  <a:gd name="connsiteY3" fmla="*/ 3473850 h 3606310"/>
                  <a:gd name="connsiteX4" fmla="*/ 37613 w 3173427"/>
                  <a:gd name="connsiteY4" fmla="*/ 2664554 h 3606310"/>
                  <a:gd name="connsiteX5" fmla="*/ 815379 w 3173427"/>
                  <a:gd name="connsiteY5" fmla="*/ 1035451 h 3606310"/>
                  <a:gd name="connsiteX0" fmla="*/ 815379 w 3159224"/>
                  <a:gd name="connsiteY0" fmla="*/ 1035451 h 3606310"/>
                  <a:gd name="connsiteX1" fmla="*/ 3127655 w 3159224"/>
                  <a:gd name="connsiteY1" fmla="*/ 152581 h 3606310"/>
                  <a:gd name="connsiteX2" fmla="*/ 2423463 w 3159224"/>
                  <a:gd name="connsiteY2" fmla="*/ 1645049 h 3606310"/>
                  <a:gd name="connsiteX3" fmla="*/ 2307848 w 3159224"/>
                  <a:gd name="connsiteY3" fmla="*/ 3473850 h 3606310"/>
                  <a:gd name="connsiteX4" fmla="*/ 37613 w 3159224"/>
                  <a:gd name="connsiteY4" fmla="*/ 2664554 h 3606310"/>
                  <a:gd name="connsiteX5" fmla="*/ 815379 w 3159224"/>
                  <a:gd name="connsiteY5" fmla="*/ 1035451 h 3606310"/>
                  <a:gd name="connsiteX0" fmla="*/ 815379 w 3159224"/>
                  <a:gd name="connsiteY0" fmla="*/ 1035451 h 3606310"/>
                  <a:gd name="connsiteX1" fmla="*/ 3127655 w 3159224"/>
                  <a:gd name="connsiteY1" fmla="*/ 152581 h 3606310"/>
                  <a:gd name="connsiteX2" fmla="*/ 2423463 w 3159224"/>
                  <a:gd name="connsiteY2" fmla="*/ 1645049 h 3606310"/>
                  <a:gd name="connsiteX3" fmla="*/ 2307848 w 3159224"/>
                  <a:gd name="connsiteY3" fmla="*/ 3473850 h 3606310"/>
                  <a:gd name="connsiteX4" fmla="*/ 37613 w 3159224"/>
                  <a:gd name="connsiteY4" fmla="*/ 2664554 h 3606310"/>
                  <a:gd name="connsiteX5" fmla="*/ 815379 w 3159224"/>
                  <a:gd name="connsiteY5" fmla="*/ 1035451 h 3606310"/>
                  <a:gd name="connsiteX0" fmla="*/ 815379 w 3164502"/>
                  <a:gd name="connsiteY0" fmla="*/ 1035451 h 3606310"/>
                  <a:gd name="connsiteX1" fmla="*/ 3127655 w 3164502"/>
                  <a:gd name="connsiteY1" fmla="*/ 152581 h 3606310"/>
                  <a:gd name="connsiteX2" fmla="*/ 2560098 w 3164502"/>
                  <a:gd name="connsiteY2" fmla="*/ 1666070 h 3606310"/>
                  <a:gd name="connsiteX3" fmla="*/ 2307848 w 3164502"/>
                  <a:gd name="connsiteY3" fmla="*/ 3473850 h 3606310"/>
                  <a:gd name="connsiteX4" fmla="*/ 37613 w 3164502"/>
                  <a:gd name="connsiteY4" fmla="*/ 2664554 h 3606310"/>
                  <a:gd name="connsiteX5" fmla="*/ 815379 w 3164502"/>
                  <a:gd name="connsiteY5" fmla="*/ 1035451 h 3606310"/>
                  <a:gd name="connsiteX0" fmla="*/ 815379 w 3162777"/>
                  <a:gd name="connsiteY0" fmla="*/ 1035451 h 3606310"/>
                  <a:gd name="connsiteX1" fmla="*/ 3127655 w 3162777"/>
                  <a:gd name="connsiteY1" fmla="*/ 152581 h 3606310"/>
                  <a:gd name="connsiteX2" fmla="*/ 2560098 w 3162777"/>
                  <a:gd name="connsiteY2" fmla="*/ 1666070 h 3606310"/>
                  <a:gd name="connsiteX3" fmla="*/ 2307848 w 3162777"/>
                  <a:gd name="connsiteY3" fmla="*/ 3473850 h 3606310"/>
                  <a:gd name="connsiteX4" fmla="*/ 37613 w 3162777"/>
                  <a:gd name="connsiteY4" fmla="*/ 2664554 h 3606310"/>
                  <a:gd name="connsiteX5" fmla="*/ 815379 w 3162777"/>
                  <a:gd name="connsiteY5" fmla="*/ 1035451 h 3606310"/>
                  <a:gd name="connsiteX0" fmla="*/ 815379 w 3162777"/>
                  <a:gd name="connsiteY0" fmla="*/ 1035451 h 3606310"/>
                  <a:gd name="connsiteX1" fmla="*/ 3127655 w 3162777"/>
                  <a:gd name="connsiteY1" fmla="*/ 152581 h 3606310"/>
                  <a:gd name="connsiteX2" fmla="*/ 2560098 w 3162777"/>
                  <a:gd name="connsiteY2" fmla="*/ 1666070 h 3606310"/>
                  <a:gd name="connsiteX3" fmla="*/ 2307848 w 3162777"/>
                  <a:gd name="connsiteY3" fmla="*/ 3473850 h 3606310"/>
                  <a:gd name="connsiteX4" fmla="*/ 37613 w 3162777"/>
                  <a:gd name="connsiteY4" fmla="*/ 2664554 h 3606310"/>
                  <a:gd name="connsiteX5" fmla="*/ 815379 w 3162777"/>
                  <a:gd name="connsiteY5" fmla="*/ 1035451 h 3606310"/>
                  <a:gd name="connsiteX0" fmla="*/ 829312 w 3176710"/>
                  <a:gd name="connsiteY0" fmla="*/ 1035451 h 3606310"/>
                  <a:gd name="connsiteX1" fmla="*/ 3141588 w 3176710"/>
                  <a:gd name="connsiteY1" fmla="*/ 152581 h 3606310"/>
                  <a:gd name="connsiteX2" fmla="*/ 2574031 w 3176710"/>
                  <a:gd name="connsiteY2" fmla="*/ 1666070 h 3606310"/>
                  <a:gd name="connsiteX3" fmla="*/ 2321781 w 3176710"/>
                  <a:gd name="connsiteY3" fmla="*/ 3473850 h 3606310"/>
                  <a:gd name="connsiteX4" fmla="*/ 51546 w 3176710"/>
                  <a:gd name="connsiteY4" fmla="*/ 2664554 h 3606310"/>
                  <a:gd name="connsiteX5" fmla="*/ 829312 w 3176710"/>
                  <a:gd name="connsiteY5" fmla="*/ 1035451 h 3606310"/>
                  <a:gd name="connsiteX0" fmla="*/ 829312 w 3177410"/>
                  <a:gd name="connsiteY0" fmla="*/ 1035451 h 3606310"/>
                  <a:gd name="connsiteX1" fmla="*/ 3141588 w 3177410"/>
                  <a:gd name="connsiteY1" fmla="*/ 152581 h 3606310"/>
                  <a:gd name="connsiteX2" fmla="*/ 2574031 w 3177410"/>
                  <a:gd name="connsiteY2" fmla="*/ 1666070 h 3606310"/>
                  <a:gd name="connsiteX3" fmla="*/ 2321781 w 3177410"/>
                  <a:gd name="connsiteY3" fmla="*/ 3473850 h 3606310"/>
                  <a:gd name="connsiteX4" fmla="*/ 51546 w 3177410"/>
                  <a:gd name="connsiteY4" fmla="*/ 2664554 h 3606310"/>
                  <a:gd name="connsiteX5" fmla="*/ 829312 w 3177410"/>
                  <a:gd name="connsiteY5" fmla="*/ 1035451 h 3606310"/>
                  <a:gd name="connsiteX0" fmla="*/ 829312 w 3177410"/>
                  <a:gd name="connsiteY0" fmla="*/ 1013703 h 3584562"/>
                  <a:gd name="connsiteX1" fmla="*/ 3141588 w 3177410"/>
                  <a:gd name="connsiteY1" fmla="*/ 130833 h 3584562"/>
                  <a:gd name="connsiteX2" fmla="*/ 2574031 w 3177410"/>
                  <a:gd name="connsiteY2" fmla="*/ 1644322 h 3584562"/>
                  <a:gd name="connsiteX3" fmla="*/ 2321781 w 3177410"/>
                  <a:gd name="connsiteY3" fmla="*/ 3452102 h 3584562"/>
                  <a:gd name="connsiteX4" fmla="*/ 51546 w 3177410"/>
                  <a:gd name="connsiteY4" fmla="*/ 2642806 h 3584562"/>
                  <a:gd name="connsiteX5" fmla="*/ 829312 w 3177410"/>
                  <a:gd name="connsiteY5" fmla="*/ 1013703 h 3584562"/>
                  <a:gd name="connsiteX0" fmla="*/ 829578 w 3177676"/>
                  <a:gd name="connsiteY0" fmla="*/ 1013703 h 3584562"/>
                  <a:gd name="connsiteX1" fmla="*/ 3141854 w 3177676"/>
                  <a:gd name="connsiteY1" fmla="*/ 130833 h 3584562"/>
                  <a:gd name="connsiteX2" fmla="*/ 2574297 w 3177676"/>
                  <a:gd name="connsiteY2" fmla="*/ 1644322 h 3584562"/>
                  <a:gd name="connsiteX3" fmla="*/ 2322047 w 3177676"/>
                  <a:gd name="connsiteY3" fmla="*/ 3452102 h 3584562"/>
                  <a:gd name="connsiteX4" fmla="*/ 51812 w 3177676"/>
                  <a:gd name="connsiteY4" fmla="*/ 2642806 h 3584562"/>
                  <a:gd name="connsiteX5" fmla="*/ 829578 w 3177676"/>
                  <a:gd name="connsiteY5" fmla="*/ 1013703 h 3584562"/>
                  <a:gd name="connsiteX0" fmla="*/ 829578 w 3177676"/>
                  <a:gd name="connsiteY0" fmla="*/ 1013703 h 3588900"/>
                  <a:gd name="connsiteX1" fmla="*/ 3141854 w 3177676"/>
                  <a:gd name="connsiteY1" fmla="*/ 130833 h 3588900"/>
                  <a:gd name="connsiteX2" fmla="*/ 2574297 w 3177676"/>
                  <a:gd name="connsiteY2" fmla="*/ 1644322 h 3588900"/>
                  <a:gd name="connsiteX3" fmla="*/ 2322047 w 3177676"/>
                  <a:gd name="connsiteY3" fmla="*/ 3452102 h 3588900"/>
                  <a:gd name="connsiteX4" fmla="*/ 51812 w 3177676"/>
                  <a:gd name="connsiteY4" fmla="*/ 2642806 h 3588900"/>
                  <a:gd name="connsiteX5" fmla="*/ 829578 w 3177676"/>
                  <a:gd name="connsiteY5" fmla="*/ 1013703 h 3588900"/>
                  <a:gd name="connsiteX0" fmla="*/ 829578 w 3177676"/>
                  <a:gd name="connsiteY0" fmla="*/ 1013703 h 3588900"/>
                  <a:gd name="connsiteX1" fmla="*/ 3141854 w 3177676"/>
                  <a:gd name="connsiteY1" fmla="*/ 130833 h 3588900"/>
                  <a:gd name="connsiteX2" fmla="*/ 2574297 w 3177676"/>
                  <a:gd name="connsiteY2" fmla="*/ 1644322 h 3588900"/>
                  <a:gd name="connsiteX3" fmla="*/ 2322047 w 3177676"/>
                  <a:gd name="connsiteY3" fmla="*/ 3452102 h 3588900"/>
                  <a:gd name="connsiteX4" fmla="*/ 51812 w 3177676"/>
                  <a:gd name="connsiteY4" fmla="*/ 2642806 h 3588900"/>
                  <a:gd name="connsiteX5" fmla="*/ 829578 w 3177676"/>
                  <a:gd name="connsiteY5" fmla="*/ 1013703 h 3588900"/>
                  <a:gd name="connsiteX0" fmla="*/ 811178 w 2672400"/>
                  <a:gd name="connsiteY0" fmla="*/ 7864 h 2583061"/>
                  <a:gd name="connsiteX1" fmla="*/ 1318755 w 2672400"/>
                  <a:gd name="connsiteY1" fmla="*/ 1092175 h 2583061"/>
                  <a:gd name="connsiteX2" fmla="*/ 2555897 w 2672400"/>
                  <a:gd name="connsiteY2" fmla="*/ 638483 h 2583061"/>
                  <a:gd name="connsiteX3" fmla="*/ 2303647 w 2672400"/>
                  <a:gd name="connsiteY3" fmla="*/ 2446263 h 2583061"/>
                  <a:gd name="connsiteX4" fmla="*/ 33412 w 2672400"/>
                  <a:gd name="connsiteY4" fmla="*/ 1636967 h 2583061"/>
                  <a:gd name="connsiteX5" fmla="*/ 811178 w 2672400"/>
                  <a:gd name="connsiteY5" fmla="*/ 7864 h 2583061"/>
                  <a:gd name="connsiteX0" fmla="*/ 811178 w 3223026"/>
                  <a:gd name="connsiteY0" fmla="*/ 5596 h 2477281"/>
                  <a:gd name="connsiteX1" fmla="*/ 1318755 w 3223026"/>
                  <a:gd name="connsiteY1" fmla="*/ 1089907 h 2477281"/>
                  <a:gd name="connsiteX2" fmla="*/ 3192488 w 3223026"/>
                  <a:gd name="connsiteY2" fmla="*/ 802600 h 2477281"/>
                  <a:gd name="connsiteX3" fmla="*/ 2303647 w 3223026"/>
                  <a:gd name="connsiteY3" fmla="*/ 2443995 h 2477281"/>
                  <a:gd name="connsiteX4" fmla="*/ 33412 w 3223026"/>
                  <a:gd name="connsiteY4" fmla="*/ 1634699 h 2477281"/>
                  <a:gd name="connsiteX5" fmla="*/ 811178 w 3223026"/>
                  <a:gd name="connsiteY5" fmla="*/ 5596 h 2477281"/>
                  <a:gd name="connsiteX0" fmla="*/ 846588 w 3330250"/>
                  <a:gd name="connsiteY0" fmla="*/ 5596 h 2432711"/>
                  <a:gd name="connsiteX1" fmla="*/ 1354165 w 3330250"/>
                  <a:gd name="connsiteY1" fmla="*/ 1089907 h 2432711"/>
                  <a:gd name="connsiteX2" fmla="*/ 3227898 w 3330250"/>
                  <a:gd name="connsiteY2" fmla="*/ 802600 h 2432711"/>
                  <a:gd name="connsiteX3" fmla="*/ 2761796 w 3330250"/>
                  <a:gd name="connsiteY3" fmla="*/ 2409553 h 2432711"/>
                  <a:gd name="connsiteX4" fmla="*/ 68822 w 3330250"/>
                  <a:gd name="connsiteY4" fmla="*/ 1634699 h 2432711"/>
                  <a:gd name="connsiteX5" fmla="*/ 846588 w 3330250"/>
                  <a:gd name="connsiteY5" fmla="*/ 5596 h 2432711"/>
                  <a:gd name="connsiteX0" fmla="*/ 846588 w 3514825"/>
                  <a:gd name="connsiteY0" fmla="*/ 5596 h 2432711"/>
                  <a:gd name="connsiteX1" fmla="*/ 1354165 w 3514825"/>
                  <a:gd name="connsiteY1" fmla="*/ 1089907 h 2432711"/>
                  <a:gd name="connsiteX2" fmla="*/ 3227898 w 3514825"/>
                  <a:gd name="connsiteY2" fmla="*/ 802600 h 2432711"/>
                  <a:gd name="connsiteX3" fmla="*/ 2761796 w 3514825"/>
                  <a:gd name="connsiteY3" fmla="*/ 2409553 h 2432711"/>
                  <a:gd name="connsiteX4" fmla="*/ 68822 w 3514825"/>
                  <a:gd name="connsiteY4" fmla="*/ 1634699 h 2432711"/>
                  <a:gd name="connsiteX5" fmla="*/ 846588 w 3514825"/>
                  <a:gd name="connsiteY5" fmla="*/ 5596 h 2432711"/>
                  <a:gd name="connsiteX0" fmla="*/ 875402 w 3543639"/>
                  <a:gd name="connsiteY0" fmla="*/ 2708 h 2429823"/>
                  <a:gd name="connsiteX1" fmla="*/ 1382979 w 3543639"/>
                  <a:gd name="connsiteY1" fmla="*/ 1087019 h 2429823"/>
                  <a:gd name="connsiteX2" fmla="*/ 3256712 w 3543639"/>
                  <a:gd name="connsiteY2" fmla="*/ 799712 h 2429823"/>
                  <a:gd name="connsiteX3" fmla="*/ 2790610 w 3543639"/>
                  <a:gd name="connsiteY3" fmla="*/ 2406665 h 2429823"/>
                  <a:gd name="connsiteX4" fmla="*/ 97636 w 3543639"/>
                  <a:gd name="connsiteY4" fmla="*/ 1631811 h 2429823"/>
                  <a:gd name="connsiteX5" fmla="*/ 875402 w 3543639"/>
                  <a:gd name="connsiteY5" fmla="*/ 2708 h 2429823"/>
                  <a:gd name="connsiteX0" fmla="*/ 1035116 w 3703353"/>
                  <a:gd name="connsiteY0" fmla="*/ 3586 h 2450893"/>
                  <a:gd name="connsiteX1" fmla="*/ 1542693 w 3703353"/>
                  <a:gd name="connsiteY1" fmla="*/ 1087897 h 2450893"/>
                  <a:gd name="connsiteX2" fmla="*/ 3416426 w 3703353"/>
                  <a:gd name="connsiteY2" fmla="*/ 800590 h 2450893"/>
                  <a:gd name="connsiteX3" fmla="*/ 2950324 w 3703353"/>
                  <a:gd name="connsiteY3" fmla="*/ 2407543 h 2450893"/>
                  <a:gd name="connsiteX4" fmla="*/ 257350 w 3703353"/>
                  <a:gd name="connsiteY4" fmla="*/ 1632689 h 2450893"/>
                  <a:gd name="connsiteX5" fmla="*/ 1035116 w 3703353"/>
                  <a:gd name="connsiteY5" fmla="*/ 3586 h 2450893"/>
                  <a:gd name="connsiteX0" fmla="*/ 991689 w 3462563"/>
                  <a:gd name="connsiteY0" fmla="*/ 10605 h 2457912"/>
                  <a:gd name="connsiteX1" fmla="*/ 1674106 w 3462563"/>
                  <a:gd name="connsiteY1" fmla="*/ 930710 h 2457912"/>
                  <a:gd name="connsiteX2" fmla="*/ 3372999 w 3462563"/>
                  <a:gd name="connsiteY2" fmla="*/ 807609 h 2457912"/>
                  <a:gd name="connsiteX3" fmla="*/ 2906897 w 3462563"/>
                  <a:gd name="connsiteY3" fmla="*/ 2414562 h 2457912"/>
                  <a:gd name="connsiteX4" fmla="*/ 213923 w 3462563"/>
                  <a:gd name="connsiteY4" fmla="*/ 1639708 h 2457912"/>
                  <a:gd name="connsiteX5" fmla="*/ 991689 w 3462563"/>
                  <a:gd name="connsiteY5" fmla="*/ 10605 h 2457912"/>
                  <a:gd name="connsiteX0" fmla="*/ 991689 w 3644113"/>
                  <a:gd name="connsiteY0" fmla="*/ 10605 h 2457912"/>
                  <a:gd name="connsiteX1" fmla="*/ 1674106 w 3644113"/>
                  <a:gd name="connsiteY1" fmla="*/ 930710 h 2457912"/>
                  <a:gd name="connsiteX2" fmla="*/ 3372999 w 3644113"/>
                  <a:gd name="connsiteY2" fmla="*/ 807609 h 2457912"/>
                  <a:gd name="connsiteX3" fmla="*/ 2906897 w 3644113"/>
                  <a:gd name="connsiteY3" fmla="*/ 2414562 h 2457912"/>
                  <a:gd name="connsiteX4" fmla="*/ 213923 w 3644113"/>
                  <a:gd name="connsiteY4" fmla="*/ 1639708 h 2457912"/>
                  <a:gd name="connsiteX5" fmla="*/ 991689 w 3644113"/>
                  <a:gd name="connsiteY5" fmla="*/ 10605 h 2457912"/>
                  <a:gd name="connsiteX0" fmla="*/ 1054352 w 3706777"/>
                  <a:gd name="connsiteY0" fmla="*/ 1046 h 2448353"/>
                  <a:gd name="connsiteX1" fmla="*/ 1736769 w 3706777"/>
                  <a:gd name="connsiteY1" fmla="*/ 921151 h 2448353"/>
                  <a:gd name="connsiteX2" fmla="*/ 3435662 w 3706777"/>
                  <a:gd name="connsiteY2" fmla="*/ 798050 h 2448353"/>
                  <a:gd name="connsiteX3" fmla="*/ 2969560 w 3706777"/>
                  <a:gd name="connsiteY3" fmla="*/ 2405003 h 2448353"/>
                  <a:gd name="connsiteX4" fmla="*/ 276586 w 3706777"/>
                  <a:gd name="connsiteY4" fmla="*/ 1630149 h 2448353"/>
                  <a:gd name="connsiteX5" fmla="*/ 1054352 w 3706777"/>
                  <a:gd name="connsiteY5" fmla="*/ 1046 h 2448353"/>
                  <a:gd name="connsiteX0" fmla="*/ 590056 w 3683836"/>
                  <a:gd name="connsiteY0" fmla="*/ 1109 h 1961431"/>
                  <a:gd name="connsiteX1" fmla="*/ 1713828 w 3683836"/>
                  <a:gd name="connsiteY1" fmla="*/ 456838 h 1961431"/>
                  <a:gd name="connsiteX2" fmla="*/ 3412721 w 3683836"/>
                  <a:gd name="connsiteY2" fmla="*/ 333737 h 1961431"/>
                  <a:gd name="connsiteX3" fmla="*/ 2946619 w 3683836"/>
                  <a:gd name="connsiteY3" fmla="*/ 1940690 h 1961431"/>
                  <a:gd name="connsiteX4" fmla="*/ 253645 w 3683836"/>
                  <a:gd name="connsiteY4" fmla="*/ 1165836 h 1961431"/>
                  <a:gd name="connsiteX5" fmla="*/ 590056 w 3683836"/>
                  <a:gd name="connsiteY5" fmla="*/ 1109 h 1961431"/>
                  <a:gd name="connsiteX0" fmla="*/ 577152 w 3670932"/>
                  <a:gd name="connsiteY0" fmla="*/ 28557 h 1988879"/>
                  <a:gd name="connsiteX1" fmla="*/ 1700924 w 3670932"/>
                  <a:gd name="connsiteY1" fmla="*/ 484286 h 1988879"/>
                  <a:gd name="connsiteX2" fmla="*/ 3399817 w 3670932"/>
                  <a:gd name="connsiteY2" fmla="*/ 361185 h 1988879"/>
                  <a:gd name="connsiteX3" fmla="*/ 2933715 w 3670932"/>
                  <a:gd name="connsiteY3" fmla="*/ 1968138 h 1988879"/>
                  <a:gd name="connsiteX4" fmla="*/ 240741 w 3670932"/>
                  <a:gd name="connsiteY4" fmla="*/ 1193284 h 1988879"/>
                  <a:gd name="connsiteX5" fmla="*/ 577152 w 3670932"/>
                  <a:gd name="connsiteY5" fmla="*/ 28557 h 1988879"/>
                  <a:gd name="connsiteX0" fmla="*/ 5660 w 3065770"/>
                  <a:gd name="connsiteY0" fmla="*/ 41752 h 2084853"/>
                  <a:gd name="connsiteX1" fmla="*/ 1129432 w 3065770"/>
                  <a:gd name="connsiteY1" fmla="*/ 497481 h 2084853"/>
                  <a:gd name="connsiteX2" fmla="*/ 2828325 w 3065770"/>
                  <a:gd name="connsiteY2" fmla="*/ 374380 h 2084853"/>
                  <a:gd name="connsiteX3" fmla="*/ 2362223 w 3065770"/>
                  <a:gd name="connsiteY3" fmla="*/ 1981333 h 2084853"/>
                  <a:gd name="connsiteX4" fmla="*/ 768571 w 3065770"/>
                  <a:gd name="connsiteY4" fmla="*/ 1718703 h 2084853"/>
                  <a:gd name="connsiteX5" fmla="*/ 5660 w 3065770"/>
                  <a:gd name="connsiteY5" fmla="*/ 41752 h 2084853"/>
                  <a:gd name="connsiteX0" fmla="*/ 12471 w 3072581"/>
                  <a:gd name="connsiteY0" fmla="*/ 41752 h 2092530"/>
                  <a:gd name="connsiteX1" fmla="*/ 1136243 w 3072581"/>
                  <a:gd name="connsiteY1" fmla="*/ 497481 h 2092530"/>
                  <a:gd name="connsiteX2" fmla="*/ 2835136 w 3072581"/>
                  <a:gd name="connsiteY2" fmla="*/ 374380 h 2092530"/>
                  <a:gd name="connsiteX3" fmla="*/ 2369034 w 3072581"/>
                  <a:gd name="connsiteY3" fmla="*/ 1981333 h 2092530"/>
                  <a:gd name="connsiteX4" fmla="*/ 775382 w 3072581"/>
                  <a:gd name="connsiteY4" fmla="*/ 1718703 h 2092530"/>
                  <a:gd name="connsiteX5" fmla="*/ 12471 w 3072581"/>
                  <a:gd name="connsiteY5" fmla="*/ 41752 h 2092530"/>
                  <a:gd name="connsiteX0" fmla="*/ 2798 w 3655173"/>
                  <a:gd name="connsiteY0" fmla="*/ 869129 h 2007317"/>
                  <a:gd name="connsiteX1" fmla="*/ 1718835 w 3655173"/>
                  <a:gd name="connsiteY1" fmla="*/ 445136 h 2007317"/>
                  <a:gd name="connsiteX2" fmla="*/ 3417728 w 3655173"/>
                  <a:gd name="connsiteY2" fmla="*/ 322035 h 2007317"/>
                  <a:gd name="connsiteX3" fmla="*/ 2951626 w 3655173"/>
                  <a:gd name="connsiteY3" fmla="*/ 1928988 h 2007317"/>
                  <a:gd name="connsiteX4" fmla="*/ 1357974 w 3655173"/>
                  <a:gd name="connsiteY4" fmla="*/ 1666358 h 2007317"/>
                  <a:gd name="connsiteX5" fmla="*/ 2798 w 3655173"/>
                  <a:gd name="connsiteY5" fmla="*/ 869129 h 2007317"/>
                  <a:gd name="connsiteX0" fmla="*/ 542 w 3652917"/>
                  <a:gd name="connsiteY0" fmla="*/ 869129 h 2007318"/>
                  <a:gd name="connsiteX1" fmla="*/ 1716579 w 3652917"/>
                  <a:gd name="connsiteY1" fmla="*/ 445136 h 2007318"/>
                  <a:gd name="connsiteX2" fmla="*/ 3415472 w 3652917"/>
                  <a:gd name="connsiteY2" fmla="*/ 322035 h 2007318"/>
                  <a:gd name="connsiteX3" fmla="*/ 2949370 w 3652917"/>
                  <a:gd name="connsiteY3" fmla="*/ 1928988 h 2007318"/>
                  <a:gd name="connsiteX4" fmla="*/ 1355718 w 3652917"/>
                  <a:gd name="connsiteY4" fmla="*/ 1666358 h 2007318"/>
                  <a:gd name="connsiteX5" fmla="*/ 542 w 3652917"/>
                  <a:gd name="connsiteY5" fmla="*/ 869129 h 2007318"/>
                  <a:gd name="connsiteX0" fmla="*/ 243 w 3639926"/>
                  <a:gd name="connsiteY0" fmla="*/ 869129 h 1955507"/>
                  <a:gd name="connsiteX1" fmla="*/ 1716280 w 3639926"/>
                  <a:gd name="connsiteY1" fmla="*/ 445136 h 1955507"/>
                  <a:gd name="connsiteX2" fmla="*/ 3415173 w 3639926"/>
                  <a:gd name="connsiteY2" fmla="*/ 322035 h 1955507"/>
                  <a:gd name="connsiteX3" fmla="*/ 2949071 w 3639926"/>
                  <a:gd name="connsiteY3" fmla="*/ 1928988 h 1955507"/>
                  <a:gd name="connsiteX4" fmla="*/ 1833458 w 3639926"/>
                  <a:gd name="connsiteY4" fmla="*/ 1291535 h 1955507"/>
                  <a:gd name="connsiteX5" fmla="*/ 243 w 3639926"/>
                  <a:gd name="connsiteY5" fmla="*/ 869129 h 1955507"/>
                  <a:gd name="connsiteX0" fmla="*/ 243 w 3639926"/>
                  <a:gd name="connsiteY0" fmla="*/ 869129 h 1947022"/>
                  <a:gd name="connsiteX1" fmla="*/ 1716280 w 3639926"/>
                  <a:gd name="connsiteY1" fmla="*/ 445136 h 1947022"/>
                  <a:gd name="connsiteX2" fmla="*/ 3415173 w 3639926"/>
                  <a:gd name="connsiteY2" fmla="*/ 322035 h 1947022"/>
                  <a:gd name="connsiteX3" fmla="*/ 2949071 w 3639926"/>
                  <a:gd name="connsiteY3" fmla="*/ 1928988 h 1947022"/>
                  <a:gd name="connsiteX4" fmla="*/ 1833458 w 3639926"/>
                  <a:gd name="connsiteY4" fmla="*/ 1291535 h 1947022"/>
                  <a:gd name="connsiteX5" fmla="*/ 243 w 3639926"/>
                  <a:gd name="connsiteY5" fmla="*/ 869129 h 1947022"/>
                  <a:gd name="connsiteX0" fmla="*/ 7345 w 3647028"/>
                  <a:gd name="connsiteY0" fmla="*/ 869129 h 1947022"/>
                  <a:gd name="connsiteX1" fmla="*/ 1723382 w 3647028"/>
                  <a:gd name="connsiteY1" fmla="*/ 445136 h 1947022"/>
                  <a:gd name="connsiteX2" fmla="*/ 3422275 w 3647028"/>
                  <a:gd name="connsiteY2" fmla="*/ 322035 h 1947022"/>
                  <a:gd name="connsiteX3" fmla="*/ 2956173 w 3647028"/>
                  <a:gd name="connsiteY3" fmla="*/ 1928988 h 1947022"/>
                  <a:gd name="connsiteX4" fmla="*/ 1840560 w 3647028"/>
                  <a:gd name="connsiteY4" fmla="*/ 1291535 h 1947022"/>
                  <a:gd name="connsiteX5" fmla="*/ 7345 w 3647028"/>
                  <a:gd name="connsiteY5" fmla="*/ 869129 h 1947022"/>
                  <a:gd name="connsiteX0" fmla="*/ 7345 w 3811052"/>
                  <a:gd name="connsiteY0" fmla="*/ 869129 h 1929159"/>
                  <a:gd name="connsiteX1" fmla="*/ 1723382 w 3811052"/>
                  <a:gd name="connsiteY1" fmla="*/ 445136 h 1929159"/>
                  <a:gd name="connsiteX2" fmla="*/ 3422275 w 3811052"/>
                  <a:gd name="connsiteY2" fmla="*/ 322035 h 1929159"/>
                  <a:gd name="connsiteX3" fmla="*/ 2956173 w 3811052"/>
                  <a:gd name="connsiteY3" fmla="*/ 1928988 h 1929159"/>
                  <a:gd name="connsiteX4" fmla="*/ 1840560 w 3811052"/>
                  <a:gd name="connsiteY4" fmla="*/ 1291535 h 1929159"/>
                  <a:gd name="connsiteX5" fmla="*/ 7345 w 3811052"/>
                  <a:gd name="connsiteY5" fmla="*/ 869129 h 1929159"/>
                  <a:gd name="connsiteX0" fmla="*/ 5264 w 3937957"/>
                  <a:gd name="connsiteY0" fmla="*/ 1155023 h 1938909"/>
                  <a:gd name="connsiteX1" fmla="*/ 1850286 w 3937957"/>
                  <a:gd name="connsiteY1" fmla="*/ 454886 h 1938909"/>
                  <a:gd name="connsiteX2" fmla="*/ 3549179 w 3937957"/>
                  <a:gd name="connsiteY2" fmla="*/ 331785 h 1938909"/>
                  <a:gd name="connsiteX3" fmla="*/ 3083077 w 3937957"/>
                  <a:gd name="connsiteY3" fmla="*/ 1938738 h 1938909"/>
                  <a:gd name="connsiteX4" fmla="*/ 1967464 w 3937957"/>
                  <a:gd name="connsiteY4" fmla="*/ 1301285 h 1938909"/>
                  <a:gd name="connsiteX5" fmla="*/ 5264 w 3937957"/>
                  <a:gd name="connsiteY5" fmla="*/ 1155023 h 1938909"/>
                  <a:gd name="connsiteX0" fmla="*/ 23607 w 3956300"/>
                  <a:gd name="connsiteY0" fmla="*/ 1155023 h 1938909"/>
                  <a:gd name="connsiteX1" fmla="*/ 1868629 w 3956300"/>
                  <a:gd name="connsiteY1" fmla="*/ 454886 h 1938909"/>
                  <a:gd name="connsiteX2" fmla="*/ 3567522 w 3956300"/>
                  <a:gd name="connsiteY2" fmla="*/ 331785 h 1938909"/>
                  <a:gd name="connsiteX3" fmla="*/ 3101420 w 3956300"/>
                  <a:gd name="connsiteY3" fmla="*/ 1938738 h 1938909"/>
                  <a:gd name="connsiteX4" fmla="*/ 1985807 w 3956300"/>
                  <a:gd name="connsiteY4" fmla="*/ 1301285 h 1938909"/>
                  <a:gd name="connsiteX5" fmla="*/ 23607 w 3956300"/>
                  <a:gd name="connsiteY5" fmla="*/ 1155023 h 1938909"/>
                  <a:gd name="connsiteX0" fmla="*/ 356 w 3775841"/>
                  <a:gd name="connsiteY0" fmla="*/ 1155023 h 1975367"/>
                  <a:gd name="connsiteX1" fmla="*/ 1845378 w 3775841"/>
                  <a:gd name="connsiteY1" fmla="*/ 454886 h 1975367"/>
                  <a:gd name="connsiteX2" fmla="*/ 3544271 w 3775841"/>
                  <a:gd name="connsiteY2" fmla="*/ 331785 h 1975367"/>
                  <a:gd name="connsiteX3" fmla="*/ 3078169 w 3775841"/>
                  <a:gd name="connsiteY3" fmla="*/ 1938738 h 1975367"/>
                  <a:gd name="connsiteX4" fmla="*/ 1700608 w 3775841"/>
                  <a:gd name="connsiteY4" fmla="*/ 1432728 h 1975367"/>
                  <a:gd name="connsiteX5" fmla="*/ 356 w 3775841"/>
                  <a:gd name="connsiteY5" fmla="*/ 1155023 h 1975367"/>
                  <a:gd name="connsiteX0" fmla="*/ 385 w 3775871"/>
                  <a:gd name="connsiteY0" fmla="*/ 1155023 h 1964875"/>
                  <a:gd name="connsiteX1" fmla="*/ 1845407 w 3775871"/>
                  <a:gd name="connsiteY1" fmla="*/ 454886 h 1964875"/>
                  <a:gd name="connsiteX2" fmla="*/ 3544300 w 3775871"/>
                  <a:gd name="connsiteY2" fmla="*/ 331785 h 1964875"/>
                  <a:gd name="connsiteX3" fmla="*/ 3078198 w 3775871"/>
                  <a:gd name="connsiteY3" fmla="*/ 1938738 h 1964875"/>
                  <a:gd name="connsiteX4" fmla="*/ 1700637 w 3775871"/>
                  <a:gd name="connsiteY4" fmla="*/ 1432728 h 1964875"/>
                  <a:gd name="connsiteX5" fmla="*/ 385 w 3775871"/>
                  <a:gd name="connsiteY5" fmla="*/ 1155023 h 1964875"/>
                  <a:gd name="connsiteX0" fmla="*/ 518 w 3310321"/>
                  <a:gd name="connsiteY0" fmla="*/ 1561197 h 1986949"/>
                  <a:gd name="connsiteX1" fmla="*/ 1379857 w 3310321"/>
                  <a:gd name="connsiteY1" fmla="*/ 469469 h 1986949"/>
                  <a:gd name="connsiteX2" fmla="*/ 3078750 w 3310321"/>
                  <a:gd name="connsiteY2" fmla="*/ 346368 h 1986949"/>
                  <a:gd name="connsiteX3" fmla="*/ 2612648 w 3310321"/>
                  <a:gd name="connsiteY3" fmla="*/ 1953321 h 1986949"/>
                  <a:gd name="connsiteX4" fmla="*/ 1235087 w 3310321"/>
                  <a:gd name="connsiteY4" fmla="*/ 1447311 h 1986949"/>
                  <a:gd name="connsiteX5" fmla="*/ 518 w 3310321"/>
                  <a:gd name="connsiteY5" fmla="*/ 1561197 h 1986949"/>
                  <a:gd name="connsiteX0" fmla="*/ 252954 w 3562757"/>
                  <a:gd name="connsiteY0" fmla="*/ 1561197 h 1986950"/>
                  <a:gd name="connsiteX1" fmla="*/ 1632293 w 3562757"/>
                  <a:gd name="connsiteY1" fmla="*/ 469469 h 1986950"/>
                  <a:gd name="connsiteX2" fmla="*/ 3331186 w 3562757"/>
                  <a:gd name="connsiteY2" fmla="*/ 346368 h 1986950"/>
                  <a:gd name="connsiteX3" fmla="*/ 2865084 w 3562757"/>
                  <a:gd name="connsiteY3" fmla="*/ 1953321 h 1986950"/>
                  <a:gd name="connsiteX4" fmla="*/ 1487523 w 3562757"/>
                  <a:gd name="connsiteY4" fmla="*/ 1447311 h 1986950"/>
                  <a:gd name="connsiteX5" fmla="*/ 252954 w 3562757"/>
                  <a:gd name="connsiteY5" fmla="*/ 1561197 h 1986950"/>
                  <a:gd name="connsiteX0" fmla="*/ 275988 w 4836894"/>
                  <a:gd name="connsiteY0" fmla="*/ 1254188 h 1664972"/>
                  <a:gd name="connsiteX1" fmla="*/ 1655327 w 4836894"/>
                  <a:gd name="connsiteY1" fmla="*/ 162460 h 1664972"/>
                  <a:gd name="connsiteX2" fmla="*/ 4715739 w 4836894"/>
                  <a:gd name="connsiteY2" fmla="*/ 494988 h 1664972"/>
                  <a:gd name="connsiteX3" fmla="*/ 2888118 w 4836894"/>
                  <a:gd name="connsiteY3" fmla="*/ 1646312 h 1664972"/>
                  <a:gd name="connsiteX4" fmla="*/ 1510557 w 4836894"/>
                  <a:gd name="connsiteY4" fmla="*/ 1140302 h 1664972"/>
                  <a:gd name="connsiteX5" fmla="*/ 275988 w 4836894"/>
                  <a:gd name="connsiteY5" fmla="*/ 1254188 h 1664972"/>
                  <a:gd name="connsiteX0" fmla="*/ 275988 w 4716813"/>
                  <a:gd name="connsiteY0" fmla="*/ 1630321 h 2049242"/>
                  <a:gd name="connsiteX1" fmla="*/ 1655327 w 4716813"/>
                  <a:gd name="connsiteY1" fmla="*/ 538593 h 2049242"/>
                  <a:gd name="connsiteX2" fmla="*/ 4715739 w 4716813"/>
                  <a:gd name="connsiteY2" fmla="*/ 871121 h 2049242"/>
                  <a:gd name="connsiteX3" fmla="*/ 2888118 w 4716813"/>
                  <a:gd name="connsiteY3" fmla="*/ 2022445 h 2049242"/>
                  <a:gd name="connsiteX4" fmla="*/ 1510557 w 4716813"/>
                  <a:gd name="connsiteY4" fmla="*/ 1516435 h 2049242"/>
                  <a:gd name="connsiteX5" fmla="*/ 275988 w 4716813"/>
                  <a:gd name="connsiteY5" fmla="*/ 1630321 h 2049242"/>
                  <a:gd name="connsiteX0" fmla="*/ 275988 w 4749030"/>
                  <a:gd name="connsiteY0" fmla="*/ 1124638 h 1545870"/>
                  <a:gd name="connsiteX1" fmla="*/ 1655327 w 4749030"/>
                  <a:gd name="connsiteY1" fmla="*/ 32910 h 1545870"/>
                  <a:gd name="connsiteX2" fmla="*/ 4715739 w 4749030"/>
                  <a:gd name="connsiteY2" fmla="*/ 365438 h 1545870"/>
                  <a:gd name="connsiteX3" fmla="*/ 3175706 w 4749030"/>
                  <a:gd name="connsiteY3" fmla="*/ 1192854 h 1545870"/>
                  <a:gd name="connsiteX4" fmla="*/ 1510557 w 4749030"/>
                  <a:gd name="connsiteY4" fmla="*/ 1010752 h 1545870"/>
                  <a:gd name="connsiteX5" fmla="*/ 275988 w 4749030"/>
                  <a:gd name="connsiteY5" fmla="*/ 1124638 h 1545870"/>
                  <a:gd name="connsiteX0" fmla="*/ 275988 w 4727950"/>
                  <a:gd name="connsiteY0" fmla="*/ 1387914 h 1809146"/>
                  <a:gd name="connsiteX1" fmla="*/ 1655327 w 4727950"/>
                  <a:gd name="connsiteY1" fmla="*/ 296186 h 1809146"/>
                  <a:gd name="connsiteX2" fmla="*/ 4715739 w 4727950"/>
                  <a:gd name="connsiteY2" fmla="*/ 628714 h 1809146"/>
                  <a:gd name="connsiteX3" fmla="*/ 3175706 w 4727950"/>
                  <a:gd name="connsiteY3" fmla="*/ 1456130 h 1809146"/>
                  <a:gd name="connsiteX4" fmla="*/ 1510557 w 4727950"/>
                  <a:gd name="connsiteY4" fmla="*/ 1274028 h 1809146"/>
                  <a:gd name="connsiteX5" fmla="*/ 275988 w 4727950"/>
                  <a:gd name="connsiteY5" fmla="*/ 1387914 h 1809146"/>
                  <a:gd name="connsiteX0" fmla="*/ 275988 w 4727950"/>
                  <a:gd name="connsiteY0" fmla="*/ 1387914 h 1809146"/>
                  <a:gd name="connsiteX1" fmla="*/ 1655327 w 4727950"/>
                  <a:gd name="connsiteY1" fmla="*/ 296186 h 1809146"/>
                  <a:gd name="connsiteX2" fmla="*/ 4715739 w 4727950"/>
                  <a:gd name="connsiteY2" fmla="*/ 628714 h 1809146"/>
                  <a:gd name="connsiteX3" fmla="*/ 3175706 w 4727950"/>
                  <a:gd name="connsiteY3" fmla="*/ 1456130 h 1809146"/>
                  <a:gd name="connsiteX4" fmla="*/ 1510557 w 4727950"/>
                  <a:gd name="connsiteY4" fmla="*/ 1274028 h 1809146"/>
                  <a:gd name="connsiteX5" fmla="*/ 275988 w 4727950"/>
                  <a:gd name="connsiteY5" fmla="*/ 1387914 h 1809146"/>
                  <a:gd name="connsiteX0" fmla="*/ 275988 w 4740315"/>
                  <a:gd name="connsiteY0" fmla="*/ 1132875 h 1722803"/>
                  <a:gd name="connsiteX1" fmla="*/ 1655327 w 4740315"/>
                  <a:gd name="connsiteY1" fmla="*/ 41147 h 1722803"/>
                  <a:gd name="connsiteX2" fmla="*/ 4715739 w 4740315"/>
                  <a:gd name="connsiteY2" fmla="*/ 373675 h 1722803"/>
                  <a:gd name="connsiteX3" fmla="*/ 3012343 w 4740315"/>
                  <a:gd name="connsiteY3" fmla="*/ 1711656 h 1722803"/>
                  <a:gd name="connsiteX4" fmla="*/ 1510557 w 4740315"/>
                  <a:gd name="connsiteY4" fmla="*/ 1018989 h 1722803"/>
                  <a:gd name="connsiteX5" fmla="*/ 275988 w 4740315"/>
                  <a:gd name="connsiteY5" fmla="*/ 1132875 h 1722803"/>
                  <a:gd name="connsiteX0" fmla="*/ 275988 w 4756119"/>
                  <a:gd name="connsiteY0" fmla="*/ 1127108 h 1542684"/>
                  <a:gd name="connsiteX1" fmla="*/ 1655327 w 4756119"/>
                  <a:gd name="connsiteY1" fmla="*/ 35380 h 1542684"/>
                  <a:gd name="connsiteX2" fmla="*/ 4715739 w 4756119"/>
                  <a:gd name="connsiteY2" fmla="*/ 367908 h 1542684"/>
                  <a:gd name="connsiteX3" fmla="*/ 3285074 w 4756119"/>
                  <a:gd name="connsiteY3" fmla="*/ 1369029 h 1542684"/>
                  <a:gd name="connsiteX4" fmla="*/ 1510557 w 4756119"/>
                  <a:gd name="connsiteY4" fmla="*/ 1013222 h 1542684"/>
                  <a:gd name="connsiteX5" fmla="*/ 275988 w 4756119"/>
                  <a:gd name="connsiteY5" fmla="*/ 1127108 h 1542684"/>
                  <a:gd name="connsiteX0" fmla="*/ 275988 w 4715923"/>
                  <a:gd name="connsiteY0" fmla="*/ 1122352 h 1572226"/>
                  <a:gd name="connsiteX1" fmla="*/ 1655327 w 4715923"/>
                  <a:gd name="connsiteY1" fmla="*/ 30624 h 1572226"/>
                  <a:gd name="connsiteX2" fmla="*/ 4715739 w 4715923"/>
                  <a:gd name="connsiteY2" fmla="*/ 363152 h 1572226"/>
                  <a:gd name="connsiteX3" fmla="*/ 1510557 w 4715923"/>
                  <a:gd name="connsiteY3" fmla="*/ 1008466 h 1572226"/>
                  <a:gd name="connsiteX4" fmla="*/ 275988 w 4715923"/>
                  <a:gd name="connsiteY4" fmla="*/ 1122352 h 1572226"/>
                  <a:gd name="connsiteX0" fmla="*/ 25029 w 4476010"/>
                  <a:gd name="connsiteY0" fmla="*/ 1892393 h 2022034"/>
                  <a:gd name="connsiteX1" fmla="*/ 2236847 w 4476010"/>
                  <a:gd name="connsiteY1" fmla="*/ 11492 h 2022034"/>
                  <a:gd name="connsiteX2" fmla="*/ 4464780 w 4476010"/>
                  <a:gd name="connsiteY2" fmla="*/ 1133193 h 2022034"/>
                  <a:gd name="connsiteX3" fmla="*/ 1259598 w 4476010"/>
                  <a:gd name="connsiteY3" fmla="*/ 1778507 h 2022034"/>
                  <a:gd name="connsiteX4" fmla="*/ 25029 w 4476010"/>
                  <a:gd name="connsiteY4" fmla="*/ 1892393 h 2022034"/>
                  <a:gd name="connsiteX0" fmla="*/ 19312 w 4468531"/>
                  <a:gd name="connsiteY0" fmla="*/ 1893478 h 2350831"/>
                  <a:gd name="connsiteX1" fmla="*/ 2231130 w 4468531"/>
                  <a:gd name="connsiteY1" fmla="*/ 12577 h 2350831"/>
                  <a:gd name="connsiteX2" fmla="*/ 4459063 w 4468531"/>
                  <a:gd name="connsiteY2" fmla="*/ 1134278 h 2350831"/>
                  <a:gd name="connsiteX3" fmla="*/ 2962196 w 4468531"/>
                  <a:gd name="connsiteY3" fmla="*/ 2337807 h 2350831"/>
                  <a:gd name="connsiteX4" fmla="*/ 1253881 w 4468531"/>
                  <a:gd name="connsiteY4" fmla="*/ 1779592 h 2350831"/>
                  <a:gd name="connsiteX5" fmla="*/ 19312 w 4468531"/>
                  <a:gd name="connsiteY5" fmla="*/ 1893478 h 2350831"/>
                  <a:gd name="connsiteX0" fmla="*/ 114931 w 4564151"/>
                  <a:gd name="connsiteY0" fmla="*/ 1893478 h 2606070"/>
                  <a:gd name="connsiteX1" fmla="*/ 2326749 w 4564151"/>
                  <a:gd name="connsiteY1" fmla="*/ 12577 h 2606070"/>
                  <a:gd name="connsiteX2" fmla="*/ 4554682 w 4564151"/>
                  <a:gd name="connsiteY2" fmla="*/ 1134278 h 2606070"/>
                  <a:gd name="connsiteX3" fmla="*/ 3057815 w 4564151"/>
                  <a:gd name="connsiteY3" fmla="*/ 2337807 h 2606070"/>
                  <a:gd name="connsiteX4" fmla="*/ 602599 w 4564151"/>
                  <a:gd name="connsiteY4" fmla="*/ 2591133 h 2606070"/>
                  <a:gd name="connsiteX5" fmla="*/ 114931 w 4564151"/>
                  <a:gd name="connsiteY5" fmla="*/ 1893478 h 2606070"/>
                  <a:gd name="connsiteX0" fmla="*/ 339436 w 4163621"/>
                  <a:gd name="connsiteY0" fmla="*/ 711041 h 2677547"/>
                  <a:gd name="connsiteX1" fmla="*/ 1926219 w 4163621"/>
                  <a:gd name="connsiteY1" fmla="*/ 9118 h 2677547"/>
                  <a:gd name="connsiteX2" fmla="*/ 4154152 w 4163621"/>
                  <a:gd name="connsiteY2" fmla="*/ 1130819 h 2677547"/>
                  <a:gd name="connsiteX3" fmla="*/ 2657285 w 4163621"/>
                  <a:gd name="connsiteY3" fmla="*/ 2334348 h 2677547"/>
                  <a:gd name="connsiteX4" fmla="*/ 202069 w 4163621"/>
                  <a:gd name="connsiteY4" fmla="*/ 2587674 h 2677547"/>
                  <a:gd name="connsiteX5" fmla="*/ 339436 w 4163621"/>
                  <a:gd name="connsiteY5" fmla="*/ 711041 h 2677547"/>
                  <a:gd name="connsiteX0" fmla="*/ 8699 w 3970251"/>
                  <a:gd name="connsiteY0" fmla="*/ 2578556 h 2717756"/>
                  <a:gd name="connsiteX1" fmla="*/ 1732849 w 3970251"/>
                  <a:gd name="connsiteY1" fmla="*/ 0 h 2717756"/>
                  <a:gd name="connsiteX2" fmla="*/ 3960782 w 3970251"/>
                  <a:gd name="connsiteY2" fmla="*/ 1121701 h 2717756"/>
                  <a:gd name="connsiteX3" fmla="*/ 2463915 w 3970251"/>
                  <a:gd name="connsiteY3" fmla="*/ 2325230 h 2717756"/>
                  <a:gd name="connsiteX4" fmla="*/ 8699 w 3970251"/>
                  <a:gd name="connsiteY4" fmla="*/ 2578556 h 2717756"/>
                  <a:gd name="connsiteX0" fmla="*/ 11617 w 3584652"/>
                  <a:gd name="connsiteY0" fmla="*/ 1430838 h 2340009"/>
                  <a:gd name="connsiteX1" fmla="*/ 1347250 w 3584652"/>
                  <a:gd name="connsiteY1" fmla="*/ 2380 h 2340009"/>
                  <a:gd name="connsiteX2" fmla="*/ 3575183 w 3584652"/>
                  <a:gd name="connsiteY2" fmla="*/ 1124081 h 2340009"/>
                  <a:gd name="connsiteX3" fmla="*/ 2078316 w 3584652"/>
                  <a:gd name="connsiteY3" fmla="*/ 2327610 h 2340009"/>
                  <a:gd name="connsiteX4" fmla="*/ 11617 w 3584652"/>
                  <a:gd name="connsiteY4" fmla="*/ 1430838 h 2340009"/>
                  <a:gd name="connsiteX0" fmla="*/ 36322 w 3609357"/>
                  <a:gd name="connsiteY0" fmla="*/ 1430838 h 2532978"/>
                  <a:gd name="connsiteX1" fmla="*/ 1371955 w 3609357"/>
                  <a:gd name="connsiteY1" fmla="*/ 2380 h 2532978"/>
                  <a:gd name="connsiteX2" fmla="*/ 3599888 w 3609357"/>
                  <a:gd name="connsiteY2" fmla="*/ 1124081 h 2532978"/>
                  <a:gd name="connsiteX3" fmla="*/ 2103021 w 3609357"/>
                  <a:gd name="connsiteY3" fmla="*/ 2327610 h 2532978"/>
                  <a:gd name="connsiteX4" fmla="*/ 36322 w 3609357"/>
                  <a:gd name="connsiteY4" fmla="*/ 1430838 h 2532978"/>
                  <a:gd name="connsiteX0" fmla="*/ 3580 w 3569301"/>
                  <a:gd name="connsiteY0" fmla="*/ 1431089 h 2816320"/>
                  <a:gd name="connsiteX1" fmla="*/ 1339213 w 3569301"/>
                  <a:gd name="connsiteY1" fmla="*/ 2631 h 2816320"/>
                  <a:gd name="connsiteX2" fmla="*/ 3567146 w 3569301"/>
                  <a:gd name="connsiteY2" fmla="*/ 1124332 h 2816320"/>
                  <a:gd name="connsiteX3" fmla="*/ 1722688 w 3569301"/>
                  <a:gd name="connsiteY3" fmla="*/ 2808414 h 2816320"/>
                  <a:gd name="connsiteX4" fmla="*/ 3580 w 3569301"/>
                  <a:gd name="connsiteY4" fmla="*/ 1431089 h 2816320"/>
                  <a:gd name="connsiteX0" fmla="*/ 3579 w 3569300"/>
                  <a:gd name="connsiteY0" fmla="*/ 1431089 h 2808414"/>
                  <a:gd name="connsiteX1" fmla="*/ 1339212 w 3569300"/>
                  <a:gd name="connsiteY1" fmla="*/ 2631 h 2808414"/>
                  <a:gd name="connsiteX2" fmla="*/ 3567145 w 3569300"/>
                  <a:gd name="connsiteY2" fmla="*/ 1124332 h 2808414"/>
                  <a:gd name="connsiteX3" fmla="*/ 1722687 w 3569300"/>
                  <a:gd name="connsiteY3" fmla="*/ 2808414 h 2808414"/>
                  <a:gd name="connsiteX4" fmla="*/ 3579 w 3569300"/>
                  <a:gd name="connsiteY4" fmla="*/ 1431089 h 2808414"/>
                  <a:gd name="connsiteX0" fmla="*/ 3579 w 3570402"/>
                  <a:gd name="connsiteY0" fmla="*/ 1431089 h 2845664"/>
                  <a:gd name="connsiteX1" fmla="*/ 1339212 w 3570402"/>
                  <a:gd name="connsiteY1" fmla="*/ 2631 h 2845664"/>
                  <a:gd name="connsiteX2" fmla="*/ 3567145 w 3570402"/>
                  <a:gd name="connsiteY2" fmla="*/ 1124332 h 2845664"/>
                  <a:gd name="connsiteX3" fmla="*/ 1722687 w 3570402"/>
                  <a:gd name="connsiteY3" fmla="*/ 2808414 h 2845664"/>
                  <a:gd name="connsiteX4" fmla="*/ 3579 w 3570402"/>
                  <a:gd name="connsiteY4" fmla="*/ 1431089 h 2845664"/>
                  <a:gd name="connsiteX0" fmla="*/ 3579 w 3571531"/>
                  <a:gd name="connsiteY0" fmla="*/ 1431089 h 2809355"/>
                  <a:gd name="connsiteX1" fmla="*/ 1339212 w 3571531"/>
                  <a:gd name="connsiteY1" fmla="*/ 2631 h 2809355"/>
                  <a:gd name="connsiteX2" fmla="*/ 3567145 w 3571531"/>
                  <a:gd name="connsiteY2" fmla="*/ 1124332 h 2809355"/>
                  <a:gd name="connsiteX3" fmla="*/ 1722687 w 3571531"/>
                  <a:gd name="connsiteY3" fmla="*/ 2808414 h 2809355"/>
                  <a:gd name="connsiteX4" fmla="*/ 3579 w 3571531"/>
                  <a:gd name="connsiteY4" fmla="*/ 1431089 h 2809355"/>
                  <a:gd name="connsiteX0" fmla="*/ 3579 w 3570449"/>
                  <a:gd name="connsiteY0" fmla="*/ 1431089 h 2811091"/>
                  <a:gd name="connsiteX1" fmla="*/ 1339212 w 3570449"/>
                  <a:gd name="connsiteY1" fmla="*/ 2631 h 2811091"/>
                  <a:gd name="connsiteX2" fmla="*/ 3567145 w 3570449"/>
                  <a:gd name="connsiteY2" fmla="*/ 1124332 h 2811091"/>
                  <a:gd name="connsiteX3" fmla="*/ 1722687 w 3570449"/>
                  <a:gd name="connsiteY3" fmla="*/ 2808414 h 2811091"/>
                  <a:gd name="connsiteX4" fmla="*/ 3579 w 3570449"/>
                  <a:gd name="connsiteY4" fmla="*/ 1431089 h 2811091"/>
                  <a:gd name="connsiteX0" fmla="*/ 9477 w 3576347"/>
                  <a:gd name="connsiteY0" fmla="*/ 1454488 h 2834490"/>
                  <a:gd name="connsiteX1" fmla="*/ 1345110 w 3576347"/>
                  <a:gd name="connsiteY1" fmla="*/ 26030 h 2834490"/>
                  <a:gd name="connsiteX2" fmla="*/ 3573043 w 3576347"/>
                  <a:gd name="connsiteY2" fmla="*/ 1147731 h 2834490"/>
                  <a:gd name="connsiteX3" fmla="*/ 1728585 w 3576347"/>
                  <a:gd name="connsiteY3" fmla="*/ 2831813 h 2834490"/>
                  <a:gd name="connsiteX4" fmla="*/ 9477 w 3576347"/>
                  <a:gd name="connsiteY4" fmla="*/ 1454488 h 2834490"/>
                  <a:gd name="connsiteX0" fmla="*/ 11200 w 3578070"/>
                  <a:gd name="connsiteY0" fmla="*/ 1454488 h 2834490"/>
                  <a:gd name="connsiteX1" fmla="*/ 1346833 w 3578070"/>
                  <a:gd name="connsiteY1" fmla="*/ 26030 h 2834490"/>
                  <a:gd name="connsiteX2" fmla="*/ 3574766 w 3578070"/>
                  <a:gd name="connsiteY2" fmla="*/ 1147731 h 2834490"/>
                  <a:gd name="connsiteX3" fmla="*/ 1730308 w 3578070"/>
                  <a:gd name="connsiteY3" fmla="*/ 2831813 h 2834490"/>
                  <a:gd name="connsiteX4" fmla="*/ 11200 w 3578070"/>
                  <a:gd name="connsiteY4" fmla="*/ 1454488 h 2834490"/>
                  <a:gd name="connsiteX0" fmla="*/ 5238 w 3394494"/>
                  <a:gd name="connsiteY0" fmla="*/ 1561249 h 2815719"/>
                  <a:gd name="connsiteX1" fmla="*/ 1164359 w 3394494"/>
                  <a:gd name="connsiteY1" fmla="*/ 5027 h 2815719"/>
                  <a:gd name="connsiteX2" fmla="*/ 3392292 w 3394494"/>
                  <a:gd name="connsiteY2" fmla="*/ 1126728 h 2815719"/>
                  <a:gd name="connsiteX3" fmla="*/ 1547834 w 3394494"/>
                  <a:gd name="connsiteY3" fmla="*/ 2810810 h 2815719"/>
                  <a:gd name="connsiteX4" fmla="*/ 5238 w 3394494"/>
                  <a:gd name="connsiteY4" fmla="*/ 1561249 h 2815719"/>
                  <a:gd name="connsiteX0" fmla="*/ 1714 w 3390970"/>
                  <a:gd name="connsiteY0" fmla="*/ 1561249 h 2816846"/>
                  <a:gd name="connsiteX1" fmla="*/ 1160835 w 3390970"/>
                  <a:gd name="connsiteY1" fmla="*/ 5027 h 2816846"/>
                  <a:gd name="connsiteX2" fmla="*/ 3388768 w 3390970"/>
                  <a:gd name="connsiteY2" fmla="*/ 1126728 h 2816846"/>
                  <a:gd name="connsiteX3" fmla="*/ 1544310 w 3390970"/>
                  <a:gd name="connsiteY3" fmla="*/ 2810810 h 2816846"/>
                  <a:gd name="connsiteX4" fmla="*/ 1714 w 3390970"/>
                  <a:gd name="connsiteY4" fmla="*/ 1561249 h 2816846"/>
                  <a:gd name="connsiteX0" fmla="*/ 1714 w 3392183"/>
                  <a:gd name="connsiteY0" fmla="*/ 1561249 h 2822298"/>
                  <a:gd name="connsiteX1" fmla="*/ 1160835 w 3392183"/>
                  <a:gd name="connsiteY1" fmla="*/ 5027 h 2822298"/>
                  <a:gd name="connsiteX2" fmla="*/ 3388768 w 3392183"/>
                  <a:gd name="connsiteY2" fmla="*/ 1126728 h 2822298"/>
                  <a:gd name="connsiteX3" fmla="*/ 1544310 w 3392183"/>
                  <a:gd name="connsiteY3" fmla="*/ 2810810 h 2822298"/>
                  <a:gd name="connsiteX4" fmla="*/ 1714 w 3392183"/>
                  <a:gd name="connsiteY4" fmla="*/ 1561249 h 2822298"/>
                  <a:gd name="connsiteX0" fmla="*/ 1599 w 3099681"/>
                  <a:gd name="connsiteY0" fmla="*/ 1556274 h 2805936"/>
                  <a:gd name="connsiteX1" fmla="*/ 1160720 w 3099681"/>
                  <a:gd name="connsiteY1" fmla="*/ 52 h 2805936"/>
                  <a:gd name="connsiteX2" fmla="*/ 3097014 w 3099681"/>
                  <a:gd name="connsiteY2" fmla="*/ 1505235 h 2805936"/>
                  <a:gd name="connsiteX3" fmla="*/ 1544195 w 3099681"/>
                  <a:gd name="connsiteY3" fmla="*/ 2805835 h 2805936"/>
                  <a:gd name="connsiteX4" fmla="*/ 1599 w 3099681"/>
                  <a:gd name="connsiteY4" fmla="*/ 1556274 h 2805936"/>
                  <a:gd name="connsiteX0" fmla="*/ 1599 w 3098266"/>
                  <a:gd name="connsiteY0" fmla="*/ 1556274 h 2805936"/>
                  <a:gd name="connsiteX1" fmla="*/ 1160720 w 3098266"/>
                  <a:gd name="connsiteY1" fmla="*/ 52 h 2805936"/>
                  <a:gd name="connsiteX2" fmla="*/ 3097014 w 3098266"/>
                  <a:gd name="connsiteY2" fmla="*/ 1505235 h 2805936"/>
                  <a:gd name="connsiteX3" fmla="*/ 1544195 w 3098266"/>
                  <a:gd name="connsiteY3" fmla="*/ 2805835 h 2805936"/>
                  <a:gd name="connsiteX4" fmla="*/ 1599 w 3098266"/>
                  <a:gd name="connsiteY4" fmla="*/ 1556274 h 2805936"/>
                  <a:gd name="connsiteX0" fmla="*/ 6698 w 3107113"/>
                  <a:gd name="connsiteY0" fmla="*/ 1556268 h 1995204"/>
                  <a:gd name="connsiteX1" fmla="*/ 1165819 w 3107113"/>
                  <a:gd name="connsiteY1" fmla="*/ 46 h 1995204"/>
                  <a:gd name="connsiteX2" fmla="*/ 3102113 w 3107113"/>
                  <a:gd name="connsiteY2" fmla="*/ 1505229 h 1995204"/>
                  <a:gd name="connsiteX3" fmla="*/ 1670895 w 3107113"/>
                  <a:gd name="connsiteY3" fmla="*/ 1994767 h 1995204"/>
                  <a:gd name="connsiteX4" fmla="*/ 6698 w 3107113"/>
                  <a:gd name="connsiteY4" fmla="*/ 1556268 h 1995204"/>
                  <a:gd name="connsiteX0" fmla="*/ 6698 w 3107610"/>
                  <a:gd name="connsiteY0" fmla="*/ 1556268 h 2094159"/>
                  <a:gd name="connsiteX1" fmla="*/ 1165819 w 3107610"/>
                  <a:gd name="connsiteY1" fmla="*/ 46 h 2094159"/>
                  <a:gd name="connsiteX2" fmla="*/ 3102113 w 3107610"/>
                  <a:gd name="connsiteY2" fmla="*/ 1505229 h 2094159"/>
                  <a:gd name="connsiteX3" fmla="*/ 1670895 w 3107610"/>
                  <a:gd name="connsiteY3" fmla="*/ 1994767 h 2094159"/>
                  <a:gd name="connsiteX4" fmla="*/ 6698 w 3107610"/>
                  <a:gd name="connsiteY4" fmla="*/ 1556268 h 2094159"/>
                  <a:gd name="connsiteX0" fmla="*/ 6698 w 3108326"/>
                  <a:gd name="connsiteY0" fmla="*/ 1556268 h 2032117"/>
                  <a:gd name="connsiteX1" fmla="*/ 1165819 w 3108326"/>
                  <a:gd name="connsiteY1" fmla="*/ 46 h 2032117"/>
                  <a:gd name="connsiteX2" fmla="*/ 3102113 w 3108326"/>
                  <a:gd name="connsiteY2" fmla="*/ 1505229 h 2032117"/>
                  <a:gd name="connsiteX3" fmla="*/ 1670895 w 3108326"/>
                  <a:gd name="connsiteY3" fmla="*/ 1994767 h 2032117"/>
                  <a:gd name="connsiteX4" fmla="*/ 6698 w 3108326"/>
                  <a:gd name="connsiteY4" fmla="*/ 1556268 h 2032117"/>
                  <a:gd name="connsiteX0" fmla="*/ 2700 w 3101149"/>
                  <a:gd name="connsiteY0" fmla="*/ 1588985 h 2065259"/>
                  <a:gd name="connsiteX1" fmla="*/ 1324169 w 3101149"/>
                  <a:gd name="connsiteY1" fmla="*/ 44 h 2065259"/>
                  <a:gd name="connsiteX2" fmla="*/ 3098115 w 3101149"/>
                  <a:gd name="connsiteY2" fmla="*/ 1537946 h 2065259"/>
                  <a:gd name="connsiteX3" fmla="*/ 1666897 w 3101149"/>
                  <a:gd name="connsiteY3" fmla="*/ 2027484 h 2065259"/>
                  <a:gd name="connsiteX4" fmla="*/ 2700 w 3101149"/>
                  <a:gd name="connsiteY4" fmla="*/ 1588985 h 2065259"/>
                  <a:gd name="connsiteX0" fmla="*/ 2700 w 3100106"/>
                  <a:gd name="connsiteY0" fmla="*/ 1588985 h 2163738"/>
                  <a:gd name="connsiteX1" fmla="*/ 1324169 w 3100106"/>
                  <a:gd name="connsiteY1" fmla="*/ 44 h 2163738"/>
                  <a:gd name="connsiteX2" fmla="*/ 3098115 w 3100106"/>
                  <a:gd name="connsiteY2" fmla="*/ 1537946 h 2163738"/>
                  <a:gd name="connsiteX3" fmla="*/ 1666897 w 3100106"/>
                  <a:gd name="connsiteY3" fmla="*/ 2027484 h 2163738"/>
                  <a:gd name="connsiteX4" fmla="*/ 2700 w 3100106"/>
                  <a:gd name="connsiteY4" fmla="*/ 1588985 h 2163738"/>
                  <a:gd name="connsiteX0" fmla="*/ 2700 w 3100834"/>
                  <a:gd name="connsiteY0" fmla="*/ 1588985 h 2056082"/>
                  <a:gd name="connsiteX1" fmla="*/ 1324169 w 3100834"/>
                  <a:gd name="connsiteY1" fmla="*/ 44 h 2056082"/>
                  <a:gd name="connsiteX2" fmla="*/ 3098115 w 3100834"/>
                  <a:gd name="connsiteY2" fmla="*/ 1537946 h 2056082"/>
                  <a:gd name="connsiteX3" fmla="*/ 1666897 w 3100834"/>
                  <a:gd name="connsiteY3" fmla="*/ 2027484 h 2056082"/>
                  <a:gd name="connsiteX4" fmla="*/ 2700 w 3100834"/>
                  <a:gd name="connsiteY4" fmla="*/ 1588985 h 2056082"/>
                  <a:gd name="connsiteX0" fmla="*/ 2700 w 3101100"/>
                  <a:gd name="connsiteY0" fmla="*/ 1588985 h 2041075"/>
                  <a:gd name="connsiteX1" fmla="*/ 1324169 w 3101100"/>
                  <a:gd name="connsiteY1" fmla="*/ 44 h 2041075"/>
                  <a:gd name="connsiteX2" fmla="*/ 3098115 w 3101100"/>
                  <a:gd name="connsiteY2" fmla="*/ 1537946 h 2041075"/>
                  <a:gd name="connsiteX3" fmla="*/ 1666897 w 3101100"/>
                  <a:gd name="connsiteY3" fmla="*/ 2027484 h 2041075"/>
                  <a:gd name="connsiteX4" fmla="*/ 2700 w 3101100"/>
                  <a:gd name="connsiteY4" fmla="*/ 1588985 h 2041075"/>
                  <a:gd name="connsiteX0" fmla="*/ 2700 w 3101100"/>
                  <a:gd name="connsiteY0" fmla="*/ 1588985 h 2041075"/>
                  <a:gd name="connsiteX1" fmla="*/ 1324169 w 3101100"/>
                  <a:gd name="connsiteY1" fmla="*/ 44 h 2041075"/>
                  <a:gd name="connsiteX2" fmla="*/ 3098115 w 3101100"/>
                  <a:gd name="connsiteY2" fmla="*/ 1537946 h 2041075"/>
                  <a:gd name="connsiteX3" fmla="*/ 1666897 w 3101100"/>
                  <a:gd name="connsiteY3" fmla="*/ 2027484 h 2041075"/>
                  <a:gd name="connsiteX4" fmla="*/ 2700 w 3101100"/>
                  <a:gd name="connsiteY4" fmla="*/ 1588985 h 2041075"/>
                  <a:gd name="connsiteX0" fmla="*/ 2700 w 3101100"/>
                  <a:gd name="connsiteY0" fmla="*/ 1588985 h 2041075"/>
                  <a:gd name="connsiteX1" fmla="*/ 1324169 w 3101100"/>
                  <a:gd name="connsiteY1" fmla="*/ 44 h 2041075"/>
                  <a:gd name="connsiteX2" fmla="*/ 3098115 w 3101100"/>
                  <a:gd name="connsiteY2" fmla="*/ 1537946 h 2041075"/>
                  <a:gd name="connsiteX3" fmla="*/ 1666897 w 3101100"/>
                  <a:gd name="connsiteY3" fmla="*/ 2027484 h 2041075"/>
                  <a:gd name="connsiteX4" fmla="*/ 2700 w 3101100"/>
                  <a:gd name="connsiteY4" fmla="*/ 1588985 h 20410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01100" h="2041075">
                    <a:moveTo>
                      <a:pt x="2700" y="1588985"/>
                    </a:moveTo>
                    <a:cubicBezTo>
                      <a:pt x="-54421" y="1251078"/>
                      <a:pt x="808267" y="8550"/>
                      <a:pt x="1324169" y="44"/>
                    </a:cubicBezTo>
                    <a:cubicBezTo>
                      <a:pt x="1840071" y="-8462"/>
                      <a:pt x="3040994" y="1200039"/>
                      <a:pt x="3098115" y="1537946"/>
                    </a:cubicBezTo>
                    <a:cubicBezTo>
                      <a:pt x="3155236" y="1875853"/>
                      <a:pt x="2382291" y="1963492"/>
                      <a:pt x="1666897" y="2027484"/>
                    </a:cubicBezTo>
                    <a:cubicBezTo>
                      <a:pt x="951503" y="2091476"/>
                      <a:pt x="59821" y="1926892"/>
                      <a:pt x="2700" y="1588985"/>
                    </a:cubicBezTo>
                    <a:close/>
                  </a:path>
                </a:pathLst>
              </a:custGeom>
              <a:noFill/>
              <a:ln w="50800">
                <a:solidFill>
                  <a:srgbClr val="647A8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  <p:sp>
            <p:nvSpPr>
              <p:cNvPr id="14" name="Titel 1">
                <a:extLst>
                  <a:ext uri="{FF2B5EF4-FFF2-40B4-BE49-F238E27FC236}">
                    <a16:creationId xmlns:a16="http://schemas.microsoft.com/office/drawing/2014/main" id="{E741F060-DF1B-02C1-AADF-5F486B3E731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051859" y="6045499"/>
                <a:ext cx="2276638" cy="489887"/>
              </a:xfrm>
              <a:prstGeom prst="rect">
                <a:avLst/>
              </a:prstGeom>
            </p:spPr>
            <p:txBody>
              <a:bodyPr anchor="ctr"/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r"/>
                <a:r>
                  <a:rPr lang="de-DE" sz="1200" b="0" dirty="0">
                    <a:solidFill>
                      <a:schemeClr val="bg1"/>
                    </a:solidFill>
                    <a:latin typeface="TheSans Plain" pitchFamily="2" charset="0"/>
                    <a:cs typeface="Kannada Sangam MN" pitchFamily="2" charset="0"/>
                  </a:rPr>
                  <a:t>Fachschule</a:t>
                </a:r>
              </a:p>
            </p:txBody>
          </p:sp>
        </p:grpSp>
        <p:pic>
          <p:nvPicPr>
            <p:cNvPr id="7" name="Grafik 6">
              <a:extLst>
                <a:ext uri="{FF2B5EF4-FFF2-40B4-BE49-F238E27FC236}">
                  <a16:creationId xmlns:a16="http://schemas.microsoft.com/office/drawing/2014/main" id="{72C787CD-1A6F-6C6D-0C6B-C16F57640F8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1425451" y="6045531"/>
              <a:ext cx="480356" cy="62163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81027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ET_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ihandform 17">
            <a:extLst>
              <a:ext uri="{FF2B5EF4-FFF2-40B4-BE49-F238E27FC236}">
                <a16:creationId xmlns:a16="http://schemas.microsoft.com/office/drawing/2014/main" id="{CEAD9B20-91CB-AE47-12BA-AB1C886877EF}"/>
              </a:ext>
            </a:extLst>
          </p:cNvPr>
          <p:cNvSpPr/>
          <p:nvPr userDrawn="1"/>
        </p:nvSpPr>
        <p:spPr>
          <a:xfrm rot="12664814" flipV="1">
            <a:off x="8029177" y="301128"/>
            <a:ext cx="5610720" cy="8294818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3177410"/>
              <a:gd name="connsiteY0" fmla="*/ 1035451 h 3606310"/>
              <a:gd name="connsiteX1" fmla="*/ 3141588 w 3177410"/>
              <a:gd name="connsiteY1" fmla="*/ 152581 h 3606310"/>
              <a:gd name="connsiteX2" fmla="*/ 2574031 w 3177410"/>
              <a:gd name="connsiteY2" fmla="*/ 1666070 h 3606310"/>
              <a:gd name="connsiteX3" fmla="*/ 2321781 w 3177410"/>
              <a:gd name="connsiteY3" fmla="*/ 3473850 h 3606310"/>
              <a:gd name="connsiteX4" fmla="*/ 51546 w 3177410"/>
              <a:gd name="connsiteY4" fmla="*/ 2664554 h 3606310"/>
              <a:gd name="connsiteX5" fmla="*/ 829312 w 3177410"/>
              <a:gd name="connsiteY5" fmla="*/ 1035451 h 3606310"/>
              <a:gd name="connsiteX0" fmla="*/ 829312 w 3177410"/>
              <a:gd name="connsiteY0" fmla="*/ 1013703 h 3584562"/>
              <a:gd name="connsiteX1" fmla="*/ 3141588 w 3177410"/>
              <a:gd name="connsiteY1" fmla="*/ 130833 h 3584562"/>
              <a:gd name="connsiteX2" fmla="*/ 2574031 w 3177410"/>
              <a:gd name="connsiteY2" fmla="*/ 1644322 h 3584562"/>
              <a:gd name="connsiteX3" fmla="*/ 2321781 w 3177410"/>
              <a:gd name="connsiteY3" fmla="*/ 3452102 h 3584562"/>
              <a:gd name="connsiteX4" fmla="*/ 51546 w 3177410"/>
              <a:gd name="connsiteY4" fmla="*/ 2642806 h 3584562"/>
              <a:gd name="connsiteX5" fmla="*/ 829312 w 3177410"/>
              <a:gd name="connsiteY5" fmla="*/ 1013703 h 3584562"/>
              <a:gd name="connsiteX0" fmla="*/ 829578 w 3177676"/>
              <a:gd name="connsiteY0" fmla="*/ 1013703 h 3584562"/>
              <a:gd name="connsiteX1" fmla="*/ 3141854 w 3177676"/>
              <a:gd name="connsiteY1" fmla="*/ 130833 h 3584562"/>
              <a:gd name="connsiteX2" fmla="*/ 2574297 w 3177676"/>
              <a:gd name="connsiteY2" fmla="*/ 1644322 h 3584562"/>
              <a:gd name="connsiteX3" fmla="*/ 2322047 w 3177676"/>
              <a:gd name="connsiteY3" fmla="*/ 3452102 h 3584562"/>
              <a:gd name="connsiteX4" fmla="*/ 51812 w 3177676"/>
              <a:gd name="connsiteY4" fmla="*/ 2642806 h 3584562"/>
              <a:gd name="connsiteX5" fmla="*/ 829578 w 3177676"/>
              <a:gd name="connsiteY5" fmla="*/ 1013703 h 3584562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77676" h="3588900">
                <a:moveTo>
                  <a:pt x="829578" y="1013703"/>
                </a:moveTo>
                <a:cubicBezTo>
                  <a:pt x="1397137" y="530228"/>
                  <a:pt x="2942157" y="-328119"/>
                  <a:pt x="3141854" y="130833"/>
                </a:cubicBezTo>
                <a:cubicBezTo>
                  <a:pt x="3341551" y="589785"/>
                  <a:pt x="2644367" y="1160846"/>
                  <a:pt x="2574297" y="1644322"/>
                </a:cubicBezTo>
                <a:cubicBezTo>
                  <a:pt x="2504227" y="2127798"/>
                  <a:pt x="2788005" y="3045702"/>
                  <a:pt x="2322047" y="3452102"/>
                </a:cubicBezTo>
                <a:cubicBezTo>
                  <a:pt x="1856089" y="3858502"/>
                  <a:pt x="253064" y="3291335"/>
                  <a:pt x="51812" y="2642806"/>
                </a:cubicBezTo>
                <a:cubicBezTo>
                  <a:pt x="-149440" y="1994277"/>
                  <a:pt x="262019" y="1497178"/>
                  <a:pt x="829578" y="1013703"/>
                </a:cubicBezTo>
                <a:close/>
              </a:path>
            </a:pathLst>
          </a:custGeom>
          <a:solidFill>
            <a:srgbClr val="E7E7E7">
              <a:alpha val="52941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502BA19-22BB-9749-A27A-7E43EF050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137DF-46F0-194D-B8E6-89251B633EEA}" type="slidenum">
              <a:rPr lang="de-DE" smtClean="0"/>
              <a:t>‹Nr.›</a:t>
            </a:fld>
            <a:endParaRPr lang="de-DE"/>
          </a:p>
        </p:txBody>
      </p:sp>
      <p:sp>
        <p:nvSpPr>
          <p:cNvPr id="10" name="Freihandform 9">
            <a:extLst>
              <a:ext uri="{FF2B5EF4-FFF2-40B4-BE49-F238E27FC236}">
                <a16:creationId xmlns:a16="http://schemas.microsoft.com/office/drawing/2014/main" id="{1223AABF-8467-4E9F-86F5-1F1ECB8048B1}"/>
              </a:ext>
            </a:extLst>
          </p:cNvPr>
          <p:cNvSpPr/>
          <p:nvPr userDrawn="1"/>
        </p:nvSpPr>
        <p:spPr>
          <a:xfrm rot="19240800">
            <a:off x="-3534515" y="-2092408"/>
            <a:ext cx="6636396" cy="4457866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3177410"/>
              <a:gd name="connsiteY0" fmla="*/ 1035451 h 3606310"/>
              <a:gd name="connsiteX1" fmla="*/ 3141588 w 3177410"/>
              <a:gd name="connsiteY1" fmla="*/ 152581 h 3606310"/>
              <a:gd name="connsiteX2" fmla="*/ 2574031 w 3177410"/>
              <a:gd name="connsiteY2" fmla="*/ 1666070 h 3606310"/>
              <a:gd name="connsiteX3" fmla="*/ 2321781 w 3177410"/>
              <a:gd name="connsiteY3" fmla="*/ 3473850 h 3606310"/>
              <a:gd name="connsiteX4" fmla="*/ 51546 w 3177410"/>
              <a:gd name="connsiteY4" fmla="*/ 2664554 h 3606310"/>
              <a:gd name="connsiteX5" fmla="*/ 829312 w 3177410"/>
              <a:gd name="connsiteY5" fmla="*/ 1035451 h 3606310"/>
              <a:gd name="connsiteX0" fmla="*/ 829312 w 3177410"/>
              <a:gd name="connsiteY0" fmla="*/ 1013703 h 3584562"/>
              <a:gd name="connsiteX1" fmla="*/ 3141588 w 3177410"/>
              <a:gd name="connsiteY1" fmla="*/ 130833 h 3584562"/>
              <a:gd name="connsiteX2" fmla="*/ 2574031 w 3177410"/>
              <a:gd name="connsiteY2" fmla="*/ 1644322 h 3584562"/>
              <a:gd name="connsiteX3" fmla="*/ 2321781 w 3177410"/>
              <a:gd name="connsiteY3" fmla="*/ 3452102 h 3584562"/>
              <a:gd name="connsiteX4" fmla="*/ 51546 w 3177410"/>
              <a:gd name="connsiteY4" fmla="*/ 2642806 h 3584562"/>
              <a:gd name="connsiteX5" fmla="*/ 829312 w 3177410"/>
              <a:gd name="connsiteY5" fmla="*/ 1013703 h 3584562"/>
              <a:gd name="connsiteX0" fmla="*/ 829578 w 3177676"/>
              <a:gd name="connsiteY0" fmla="*/ 1013703 h 3584562"/>
              <a:gd name="connsiteX1" fmla="*/ 3141854 w 3177676"/>
              <a:gd name="connsiteY1" fmla="*/ 130833 h 3584562"/>
              <a:gd name="connsiteX2" fmla="*/ 2574297 w 3177676"/>
              <a:gd name="connsiteY2" fmla="*/ 1644322 h 3584562"/>
              <a:gd name="connsiteX3" fmla="*/ 2322047 w 3177676"/>
              <a:gd name="connsiteY3" fmla="*/ 3452102 h 3584562"/>
              <a:gd name="connsiteX4" fmla="*/ 51812 w 3177676"/>
              <a:gd name="connsiteY4" fmla="*/ 2642806 h 3584562"/>
              <a:gd name="connsiteX5" fmla="*/ 829578 w 3177676"/>
              <a:gd name="connsiteY5" fmla="*/ 1013703 h 3584562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11178 w 2672400"/>
              <a:gd name="connsiteY0" fmla="*/ 7864 h 2583061"/>
              <a:gd name="connsiteX1" fmla="*/ 1318755 w 2672400"/>
              <a:gd name="connsiteY1" fmla="*/ 1092175 h 2583061"/>
              <a:gd name="connsiteX2" fmla="*/ 2555897 w 2672400"/>
              <a:gd name="connsiteY2" fmla="*/ 638483 h 2583061"/>
              <a:gd name="connsiteX3" fmla="*/ 2303647 w 2672400"/>
              <a:gd name="connsiteY3" fmla="*/ 2446263 h 2583061"/>
              <a:gd name="connsiteX4" fmla="*/ 33412 w 2672400"/>
              <a:gd name="connsiteY4" fmla="*/ 1636967 h 2583061"/>
              <a:gd name="connsiteX5" fmla="*/ 811178 w 2672400"/>
              <a:gd name="connsiteY5" fmla="*/ 7864 h 2583061"/>
              <a:gd name="connsiteX0" fmla="*/ 811178 w 3223026"/>
              <a:gd name="connsiteY0" fmla="*/ 5596 h 2477281"/>
              <a:gd name="connsiteX1" fmla="*/ 1318755 w 3223026"/>
              <a:gd name="connsiteY1" fmla="*/ 1089907 h 2477281"/>
              <a:gd name="connsiteX2" fmla="*/ 3192488 w 3223026"/>
              <a:gd name="connsiteY2" fmla="*/ 802600 h 2477281"/>
              <a:gd name="connsiteX3" fmla="*/ 2303647 w 3223026"/>
              <a:gd name="connsiteY3" fmla="*/ 2443995 h 2477281"/>
              <a:gd name="connsiteX4" fmla="*/ 33412 w 3223026"/>
              <a:gd name="connsiteY4" fmla="*/ 1634699 h 2477281"/>
              <a:gd name="connsiteX5" fmla="*/ 811178 w 3223026"/>
              <a:gd name="connsiteY5" fmla="*/ 5596 h 2477281"/>
              <a:gd name="connsiteX0" fmla="*/ 846588 w 3330250"/>
              <a:gd name="connsiteY0" fmla="*/ 5596 h 2432711"/>
              <a:gd name="connsiteX1" fmla="*/ 1354165 w 3330250"/>
              <a:gd name="connsiteY1" fmla="*/ 1089907 h 2432711"/>
              <a:gd name="connsiteX2" fmla="*/ 3227898 w 3330250"/>
              <a:gd name="connsiteY2" fmla="*/ 802600 h 2432711"/>
              <a:gd name="connsiteX3" fmla="*/ 2761796 w 3330250"/>
              <a:gd name="connsiteY3" fmla="*/ 2409553 h 2432711"/>
              <a:gd name="connsiteX4" fmla="*/ 68822 w 3330250"/>
              <a:gd name="connsiteY4" fmla="*/ 1634699 h 2432711"/>
              <a:gd name="connsiteX5" fmla="*/ 846588 w 3330250"/>
              <a:gd name="connsiteY5" fmla="*/ 5596 h 2432711"/>
              <a:gd name="connsiteX0" fmla="*/ 846588 w 3514825"/>
              <a:gd name="connsiteY0" fmla="*/ 5596 h 2432711"/>
              <a:gd name="connsiteX1" fmla="*/ 1354165 w 3514825"/>
              <a:gd name="connsiteY1" fmla="*/ 1089907 h 2432711"/>
              <a:gd name="connsiteX2" fmla="*/ 3227898 w 3514825"/>
              <a:gd name="connsiteY2" fmla="*/ 802600 h 2432711"/>
              <a:gd name="connsiteX3" fmla="*/ 2761796 w 3514825"/>
              <a:gd name="connsiteY3" fmla="*/ 2409553 h 2432711"/>
              <a:gd name="connsiteX4" fmla="*/ 68822 w 3514825"/>
              <a:gd name="connsiteY4" fmla="*/ 1634699 h 2432711"/>
              <a:gd name="connsiteX5" fmla="*/ 846588 w 3514825"/>
              <a:gd name="connsiteY5" fmla="*/ 5596 h 2432711"/>
              <a:gd name="connsiteX0" fmla="*/ 875402 w 3543639"/>
              <a:gd name="connsiteY0" fmla="*/ 2708 h 2429823"/>
              <a:gd name="connsiteX1" fmla="*/ 1382979 w 3543639"/>
              <a:gd name="connsiteY1" fmla="*/ 1087019 h 2429823"/>
              <a:gd name="connsiteX2" fmla="*/ 3256712 w 3543639"/>
              <a:gd name="connsiteY2" fmla="*/ 799712 h 2429823"/>
              <a:gd name="connsiteX3" fmla="*/ 2790610 w 3543639"/>
              <a:gd name="connsiteY3" fmla="*/ 2406665 h 2429823"/>
              <a:gd name="connsiteX4" fmla="*/ 97636 w 3543639"/>
              <a:gd name="connsiteY4" fmla="*/ 1631811 h 2429823"/>
              <a:gd name="connsiteX5" fmla="*/ 875402 w 3543639"/>
              <a:gd name="connsiteY5" fmla="*/ 2708 h 2429823"/>
              <a:gd name="connsiteX0" fmla="*/ 1035116 w 3703353"/>
              <a:gd name="connsiteY0" fmla="*/ 3586 h 2450893"/>
              <a:gd name="connsiteX1" fmla="*/ 1542693 w 3703353"/>
              <a:gd name="connsiteY1" fmla="*/ 1087897 h 2450893"/>
              <a:gd name="connsiteX2" fmla="*/ 3416426 w 3703353"/>
              <a:gd name="connsiteY2" fmla="*/ 800590 h 2450893"/>
              <a:gd name="connsiteX3" fmla="*/ 2950324 w 3703353"/>
              <a:gd name="connsiteY3" fmla="*/ 2407543 h 2450893"/>
              <a:gd name="connsiteX4" fmla="*/ 257350 w 3703353"/>
              <a:gd name="connsiteY4" fmla="*/ 1632689 h 2450893"/>
              <a:gd name="connsiteX5" fmla="*/ 1035116 w 3703353"/>
              <a:gd name="connsiteY5" fmla="*/ 3586 h 2450893"/>
              <a:gd name="connsiteX0" fmla="*/ 991689 w 3462563"/>
              <a:gd name="connsiteY0" fmla="*/ 10605 h 2457912"/>
              <a:gd name="connsiteX1" fmla="*/ 1674106 w 3462563"/>
              <a:gd name="connsiteY1" fmla="*/ 930710 h 2457912"/>
              <a:gd name="connsiteX2" fmla="*/ 3372999 w 3462563"/>
              <a:gd name="connsiteY2" fmla="*/ 807609 h 2457912"/>
              <a:gd name="connsiteX3" fmla="*/ 2906897 w 3462563"/>
              <a:gd name="connsiteY3" fmla="*/ 2414562 h 2457912"/>
              <a:gd name="connsiteX4" fmla="*/ 213923 w 3462563"/>
              <a:gd name="connsiteY4" fmla="*/ 1639708 h 2457912"/>
              <a:gd name="connsiteX5" fmla="*/ 991689 w 3462563"/>
              <a:gd name="connsiteY5" fmla="*/ 10605 h 2457912"/>
              <a:gd name="connsiteX0" fmla="*/ 991689 w 3644113"/>
              <a:gd name="connsiteY0" fmla="*/ 10605 h 2457912"/>
              <a:gd name="connsiteX1" fmla="*/ 1674106 w 3644113"/>
              <a:gd name="connsiteY1" fmla="*/ 930710 h 2457912"/>
              <a:gd name="connsiteX2" fmla="*/ 3372999 w 3644113"/>
              <a:gd name="connsiteY2" fmla="*/ 807609 h 2457912"/>
              <a:gd name="connsiteX3" fmla="*/ 2906897 w 3644113"/>
              <a:gd name="connsiteY3" fmla="*/ 2414562 h 2457912"/>
              <a:gd name="connsiteX4" fmla="*/ 213923 w 3644113"/>
              <a:gd name="connsiteY4" fmla="*/ 1639708 h 2457912"/>
              <a:gd name="connsiteX5" fmla="*/ 991689 w 3644113"/>
              <a:gd name="connsiteY5" fmla="*/ 10605 h 2457912"/>
              <a:gd name="connsiteX0" fmla="*/ 1054352 w 3706777"/>
              <a:gd name="connsiteY0" fmla="*/ 1046 h 2448353"/>
              <a:gd name="connsiteX1" fmla="*/ 1736769 w 3706777"/>
              <a:gd name="connsiteY1" fmla="*/ 921151 h 2448353"/>
              <a:gd name="connsiteX2" fmla="*/ 3435662 w 3706777"/>
              <a:gd name="connsiteY2" fmla="*/ 798050 h 2448353"/>
              <a:gd name="connsiteX3" fmla="*/ 2969560 w 3706777"/>
              <a:gd name="connsiteY3" fmla="*/ 2405003 h 2448353"/>
              <a:gd name="connsiteX4" fmla="*/ 276586 w 3706777"/>
              <a:gd name="connsiteY4" fmla="*/ 1630149 h 2448353"/>
              <a:gd name="connsiteX5" fmla="*/ 1054352 w 3706777"/>
              <a:gd name="connsiteY5" fmla="*/ 1046 h 2448353"/>
              <a:gd name="connsiteX0" fmla="*/ 590056 w 3683836"/>
              <a:gd name="connsiteY0" fmla="*/ 1109 h 1961431"/>
              <a:gd name="connsiteX1" fmla="*/ 1713828 w 3683836"/>
              <a:gd name="connsiteY1" fmla="*/ 456838 h 1961431"/>
              <a:gd name="connsiteX2" fmla="*/ 3412721 w 3683836"/>
              <a:gd name="connsiteY2" fmla="*/ 333737 h 1961431"/>
              <a:gd name="connsiteX3" fmla="*/ 2946619 w 3683836"/>
              <a:gd name="connsiteY3" fmla="*/ 1940690 h 1961431"/>
              <a:gd name="connsiteX4" fmla="*/ 253645 w 3683836"/>
              <a:gd name="connsiteY4" fmla="*/ 1165836 h 1961431"/>
              <a:gd name="connsiteX5" fmla="*/ 590056 w 3683836"/>
              <a:gd name="connsiteY5" fmla="*/ 1109 h 1961431"/>
              <a:gd name="connsiteX0" fmla="*/ 577152 w 3670932"/>
              <a:gd name="connsiteY0" fmla="*/ 28557 h 1988879"/>
              <a:gd name="connsiteX1" fmla="*/ 1700924 w 3670932"/>
              <a:gd name="connsiteY1" fmla="*/ 484286 h 1988879"/>
              <a:gd name="connsiteX2" fmla="*/ 3399817 w 3670932"/>
              <a:gd name="connsiteY2" fmla="*/ 361185 h 1988879"/>
              <a:gd name="connsiteX3" fmla="*/ 2933715 w 3670932"/>
              <a:gd name="connsiteY3" fmla="*/ 1968138 h 1988879"/>
              <a:gd name="connsiteX4" fmla="*/ 240741 w 3670932"/>
              <a:gd name="connsiteY4" fmla="*/ 1193284 h 1988879"/>
              <a:gd name="connsiteX5" fmla="*/ 577152 w 3670932"/>
              <a:gd name="connsiteY5" fmla="*/ 28557 h 1988879"/>
              <a:gd name="connsiteX0" fmla="*/ 5660 w 3065770"/>
              <a:gd name="connsiteY0" fmla="*/ 41752 h 2084853"/>
              <a:gd name="connsiteX1" fmla="*/ 1129432 w 3065770"/>
              <a:gd name="connsiteY1" fmla="*/ 497481 h 2084853"/>
              <a:gd name="connsiteX2" fmla="*/ 2828325 w 3065770"/>
              <a:gd name="connsiteY2" fmla="*/ 374380 h 2084853"/>
              <a:gd name="connsiteX3" fmla="*/ 2362223 w 3065770"/>
              <a:gd name="connsiteY3" fmla="*/ 1981333 h 2084853"/>
              <a:gd name="connsiteX4" fmla="*/ 768571 w 3065770"/>
              <a:gd name="connsiteY4" fmla="*/ 1718703 h 2084853"/>
              <a:gd name="connsiteX5" fmla="*/ 5660 w 3065770"/>
              <a:gd name="connsiteY5" fmla="*/ 41752 h 2084853"/>
              <a:gd name="connsiteX0" fmla="*/ 12471 w 3072581"/>
              <a:gd name="connsiteY0" fmla="*/ 41752 h 2092530"/>
              <a:gd name="connsiteX1" fmla="*/ 1136243 w 3072581"/>
              <a:gd name="connsiteY1" fmla="*/ 497481 h 2092530"/>
              <a:gd name="connsiteX2" fmla="*/ 2835136 w 3072581"/>
              <a:gd name="connsiteY2" fmla="*/ 374380 h 2092530"/>
              <a:gd name="connsiteX3" fmla="*/ 2369034 w 3072581"/>
              <a:gd name="connsiteY3" fmla="*/ 1981333 h 2092530"/>
              <a:gd name="connsiteX4" fmla="*/ 775382 w 3072581"/>
              <a:gd name="connsiteY4" fmla="*/ 1718703 h 2092530"/>
              <a:gd name="connsiteX5" fmla="*/ 12471 w 3072581"/>
              <a:gd name="connsiteY5" fmla="*/ 41752 h 2092530"/>
              <a:gd name="connsiteX0" fmla="*/ 2798 w 3655173"/>
              <a:gd name="connsiteY0" fmla="*/ 869129 h 2007317"/>
              <a:gd name="connsiteX1" fmla="*/ 1718835 w 3655173"/>
              <a:gd name="connsiteY1" fmla="*/ 445136 h 2007317"/>
              <a:gd name="connsiteX2" fmla="*/ 3417728 w 3655173"/>
              <a:gd name="connsiteY2" fmla="*/ 322035 h 2007317"/>
              <a:gd name="connsiteX3" fmla="*/ 2951626 w 3655173"/>
              <a:gd name="connsiteY3" fmla="*/ 1928988 h 2007317"/>
              <a:gd name="connsiteX4" fmla="*/ 1357974 w 3655173"/>
              <a:gd name="connsiteY4" fmla="*/ 1666358 h 2007317"/>
              <a:gd name="connsiteX5" fmla="*/ 2798 w 3655173"/>
              <a:gd name="connsiteY5" fmla="*/ 869129 h 2007317"/>
              <a:gd name="connsiteX0" fmla="*/ 542 w 3652917"/>
              <a:gd name="connsiteY0" fmla="*/ 869129 h 2007318"/>
              <a:gd name="connsiteX1" fmla="*/ 1716579 w 3652917"/>
              <a:gd name="connsiteY1" fmla="*/ 445136 h 2007318"/>
              <a:gd name="connsiteX2" fmla="*/ 3415472 w 3652917"/>
              <a:gd name="connsiteY2" fmla="*/ 322035 h 2007318"/>
              <a:gd name="connsiteX3" fmla="*/ 2949370 w 3652917"/>
              <a:gd name="connsiteY3" fmla="*/ 1928988 h 2007318"/>
              <a:gd name="connsiteX4" fmla="*/ 1355718 w 3652917"/>
              <a:gd name="connsiteY4" fmla="*/ 1666358 h 2007318"/>
              <a:gd name="connsiteX5" fmla="*/ 542 w 3652917"/>
              <a:gd name="connsiteY5" fmla="*/ 869129 h 2007318"/>
              <a:gd name="connsiteX0" fmla="*/ 243 w 3639926"/>
              <a:gd name="connsiteY0" fmla="*/ 869129 h 1955507"/>
              <a:gd name="connsiteX1" fmla="*/ 1716280 w 3639926"/>
              <a:gd name="connsiteY1" fmla="*/ 445136 h 1955507"/>
              <a:gd name="connsiteX2" fmla="*/ 3415173 w 3639926"/>
              <a:gd name="connsiteY2" fmla="*/ 322035 h 1955507"/>
              <a:gd name="connsiteX3" fmla="*/ 2949071 w 3639926"/>
              <a:gd name="connsiteY3" fmla="*/ 1928988 h 1955507"/>
              <a:gd name="connsiteX4" fmla="*/ 1833458 w 3639926"/>
              <a:gd name="connsiteY4" fmla="*/ 1291535 h 1955507"/>
              <a:gd name="connsiteX5" fmla="*/ 243 w 3639926"/>
              <a:gd name="connsiteY5" fmla="*/ 869129 h 1955507"/>
              <a:gd name="connsiteX0" fmla="*/ 243 w 3639926"/>
              <a:gd name="connsiteY0" fmla="*/ 869129 h 1947022"/>
              <a:gd name="connsiteX1" fmla="*/ 1716280 w 3639926"/>
              <a:gd name="connsiteY1" fmla="*/ 445136 h 1947022"/>
              <a:gd name="connsiteX2" fmla="*/ 3415173 w 3639926"/>
              <a:gd name="connsiteY2" fmla="*/ 322035 h 1947022"/>
              <a:gd name="connsiteX3" fmla="*/ 2949071 w 3639926"/>
              <a:gd name="connsiteY3" fmla="*/ 1928988 h 1947022"/>
              <a:gd name="connsiteX4" fmla="*/ 1833458 w 3639926"/>
              <a:gd name="connsiteY4" fmla="*/ 1291535 h 1947022"/>
              <a:gd name="connsiteX5" fmla="*/ 243 w 3639926"/>
              <a:gd name="connsiteY5" fmla="*/ 869129 h 1947022"/>
              <a:gd name="connsiteX0" fmla="*/ 7345 w 3647028"/>
              <a:gd name="connsiteY0" fmla="*/ 869129 h 1947022"/>
              <a:gd name="connsiteX1" fmla="*/ 1723382 w 3647028"/>
              <a:gd name="connsiteY1" fmla="*/ 445136 h 1947022"/>
              <a:gd name="connsiteX2" fmla="*/ 3422275 w 3647028"/>
              <a:gd name="connsiteY2" fmla="*/ 322035 h 1947022"/>
              <a:gd name="connsiteX3" fmla="*/ 2956173 w 3647028"/>
              <a:gd name="connsiteY3" fmla="*/ 1928988 h 1947022"/>
              <a:gd name="connsiteX4" fmla="*/ 1840560 w 3647028"/>
              <a:gd name="connsiteY4" fmla="*/ 1291535 h 1947022"/>
              <a:gd name="connsiteX5" fmla="*/ 7345 w 3647028"/>
              <a:gd name="connsiteY5" fmla="*/ 869129 h 1947022"/>
              <a:gd name="connsiteX0" fmla="*/ 7345 w 3811052"/>
              <a:gd name="connsiteY0" fmla="*/ 869129 h 1929159"/>
              <a:gd name="connsiteX1" fmla="*/ 1723382 w 3811052"/>
              <a:gd name="connsiteY1" fmla="*/ 445136 h 1929159"/>
              <a:gd name="connsiteX2" fmla="*/ 3422275 w 3811052"/>
              <a:gd name="connsiteY2" fmla="*/ 322035 h 1929159"/>
              <a:gd name="connsiteX3" fmla="*/ 2956173 w 3811052"/>
              <a:gd name="connsiteY3" fmla="*/ 1928988 h 1929159"/>
              <a:gd name="connsiteX4" fmla="*/ 1840560 w 3811052"/>
              <a:gd name="connsiteY4" fmla="*/ 1291535 h 1929159"/>
              <a:gd name="connsiteX5" fmla="*/ 7345 w 3811052"/>
              <a:gd name="connsiteY5" fmla="*/ 869129 h 1929159"/>
              <a:gd name="connsiteX0" fmla="*/ 5264 w 3937957"/>
              <a:gd name="connsiteY0" fmla="*/ 1155023 h 1938909"/>
              <a:gd name="connsiteX1" fmla="*/ 1850286 w 3937957"/>
              <a:gd name="connsiteY1" fmla="*/ 454886 h 1938909"/>
              <a:gd name="connsiteX2" fmla="*/ 3549179 w 3937957"/>
              <a:gd name="connsiteY2" fmla="*/ 331785 h 1938909"/>
              <a:gd name="connsiteX3" fmla="*/ 3083077 w 3937957"/>
              <a:gd name="connsiteY3" fmla="*/ 1938738 h 1938909"/>
              <a:gd name="connsiteX4" fmla="*/ 1967464 w 3937957"/>
              <a:gd name="connsiteY4" fmla="*/ 1301285 h 1938909"/>
              <a:gd name="connsiteX5" fmla="*/ 5264 w 3937957"/>
              <a:gd name="connsiteY5" fmla="*/ 1155023 h 1938909"/>
              <a:gd name="connsiteX0" fmla="*/ 23607 w 3956300"/>
              <a:gd name="connsiteY0" fmla="*/ 1155023 h 1938909"/>
              <a:gd name="connsiteX1" fmla="*/ 1868629 w 3956300"/>
              <a:gd name="connsiteY1" fmla="*/ 454886 h 1938909"/>
              <a:gd name="connsiteX2" fmla="*/ 3567522 w 3956300"/>
              <a:gd name="connsiteY2" fmla="*/ 331785 h 1938909"/>
              <a:gd name="connsiteX3" fmla="*/ 3101420 w 3956300"/>
              <a:gd name="connsiteY3" fmla="*/ 1938738 h 1938909"/>
              <a:gd name="connsiteX4" fmla="*/ 1985807 w 3956300"/>
              <a:gd name="connsiteY4" fmla="*/ 1301285 h 1938909"/>
              <a:gd name="connsiteX5" fmla="*/ 23607 w 3956300"/>
              <a:gd name="connsiteY5" fmla="*/ 1155023 h 1938909"/>
              <a:gd name="connsiteX0" fmla="*/ 356 w 3775841"/>
              <a:gd name="connsiteY0" fmla="*/ 1155023 h 1975367"/>
              <a:gd name="connsiteX1" fmla="*/ 1845378 w 3775841"/>
              <a:gd name="connsiteY1" fmla="*/ 454886 h 1975367"/>
              <a:gd name="connsiteX2" fmla="*/ 3544271 w 3775841"/>
              <a:gd name="connsiteY2" fmla="*/ 331785 h 1975367"/>
              <a:gd name="connsiteX3" fmla="*/ 3078169 w 3775841"/>
              <a:gd name="connsiteY3" fmla="*/ 1938738 h 1975367"/>
              <a:gd name="connsiteX4" fmla="*/ 1700608 w 3775841"/>
              <a:gd name="connsiteY4" fmla="*/ 1432728 h 1975367"/>
              <a:gd name="connsiteX5" fmla="*/ 356 w 3775841"/>
              <a:gd name="connsiteY5" fmla="*/ 1155023 h 1975367"/>
              <a:gd name="connsiteX0" fmla="*/ 385 w 3775871"/>
              <a:gd name="connsiteY0" fmla="*/ 1155023 h 1964875"/>
              <a:gd name="connsiteX1" fmla="*/ 1845407 w 3775871"/>
              <a:gd name="connsiteY1" fmla="*/ 454886 h 1964875"/>
              <a:gd name="connsiteX2" fmla="*/ 3544300 w 3775871"/>
              <a:gd name="connsiteY2" fmla="*/ 331785 h 1964875"/>
              <a:gd name="connsiteX3" fmla="*/ 3078198 w 3775871"/>
              <a:gd name="connsiteY3" fmla="*/ 1938738 h 1964875"/>
              <a:gd name="connsiteX4" fmla="*/ 1700637 w 3775871"/>
              <a:gd name="connsiteY4" fmla="*/ 1432728 h 1964875"/>
              <a:gd name="connsiteX5" fmla="*/ 385 w 3775871"/>
              <a:gd name="connsiteY5" fmla="*/ 1155023 h 1964875"/>
              <a:gd name="connsiteX0" fmla="*/ 518 w 3310321"/>
              <a:gd name="connsiteY0" fmla="*/ 1561197 h 1986949"/>
              <a:gd name="connsiteX1" fmla="*/ 1379857 w 3310321"/>
              <a:gd name="connsiteY1" fmla="*/ 469469 h 1986949"/>
              <a:gd name="connsiteX2" fmla="*/ 3078750 w 3310321"/>
              <a:gd name="connsiteY2" fmla="*/ 346368 h 1986949"/>
              <a:gd name="connsiteX3" fmla="*/ 2612648 w 3310321"/>
              <a:gd name="connsiteY3" fmla="*/ 1953321 h 1986949"/>
              <a:gd name="connsiteX4" fmla="*/ 1235087 w 3310321"/>
              <a:gd name="connsiteY4" fmla="*/ 1447311 h 1986949"/>
              <a:gd name="connsiteX5" fmla="*/ 518 w 3310321"/>
              <a:gd name="connsiteY5" fmla="*/ 1561197 h 1986949"/>
              <a:gd name="connsiteX0" fmla="*/ 252954 w 3562757"/>
              <a:gd name="connsiteY0" fmla="*/ 1561197 h 1986950"/>
              <a:gd name="connsiteX1" fmla="*/ 1632293 w 3562757"/>
              <a:gd name="connsiteY1" fmla="*/ 469469 h 1986950"/>
              <a:gd name="connsiteX2" fmla="*/ 3331186 w 3562757"/>
              <a:gd name="connsiteY2" fmla="*/ 346368 h 1986950"/>
              <a:gd name="connsiteX3" fmla="*/ 2865084 w 3562757"/>
              <a:gd name="connsiteY3" fmla="*/ 1953321 h 1986950"/>
              <a:gd name="connsiteX4" fmla="*/ 1487523 w 3562757"/>
              <a:gd name="connsiteY4" fmla="*/ 1447311 h 1986950"/>
              <a:gd name="connsiteX5" fmla="*/ 252954 w 3562757"/>
              <a:gd name="connsiteY5" fmla="*/ 1561197 h 1986950"/>
              <a:gd name="connsiteX0" fmla="*/ 275988 w 4836894"/>
              <a:gd name="connsiteY0" fmla="*/ 1254188 h 1664972"/>
              <a:gd name="connsiteX1" fmla="*/ 1655327 w 4836894"/>
              <a:gd name="connsiteY1" fmla="*/ 162460 h 1664972"/>
              <a:gd name="connsiteX2" fmla="*/ 4715739 w 4836894"/>
              <a:gd name="connsiteY2" fmla="*/ 494988 h 1664972"/>
              <a:gd name="connsiteX3" fmla="*/ 2888118 w 4836894"/>
              <a:gd name="connsiteY3" fmla="*/ 1646312 h 1664972"/>
              <a:gd name="connsiteX4" fmla="*/ 1510557 w 4836894"/>
              <a:gd name="connsiteY4" fmla="*/ 1140302 h 1664972"/>
              <a:gd name="connsiteX5" fmla="*/ 275988 w 4836894"/>
              <a:gd name="connsiteY5" fmla="*/ 1254188 h 1664972"/>
              <a:gd name="connsiteX0" fmla="*/ 275988 w 4716813"/>
              <a:gd name="connsiteY0" fmla="*/ 1630321 h 2049242"/>
              <a:gd name="connsiteX1" fmla="*/ 1655327 w 4716813"/>
              <a:gd name="connsiteY1" fmla="*/ 538593 h 2049242"/>
              <a:gd name="connsiteX2" fmla="*/ 4715739 w 4716813"/>
              <a:gd name="connsiteY2" fmla="*/ 871121 h 2049242"/>
              <a:gd name="connsiteX3" fmla="*/ 2888118 w 4716813"/>
              <a:gd name="connsiteY3" fmla="*/ 2022445 h 2049242"/>
              <a:gd name="connsiteX4" fmla="*/ 1510557 w 4716813"/>
              <a:gd name="connsiteY4" fmla="*/ 1516435 h 2049242"/>
              <a:gd name="connsiteX5" fmla="*/ 275988 w 4716813"/>
              <a:gd name="connsiteY5" fmla="*/ 1630321 h 2049242"/>
              <a:gd name="connsiteX0" fmla="*/ 275988 w 4749030"/>
              <a:gd name="connsiteY0" fmla="*/ 1124638 h 1545870"/>
              <a:gd name="connsiteX1" fmla="*/ 1655327 w 4749030"/>
              <a:gd name="connsiteY1" fmla="*/ 32910 h 1545870"/>
              <a:gd name="connsiteX2" fmla="*/ 4715739 w 4749030"/>
              <a:gd name="connsiteY2" fmla="*/ 365438 h 1545870"/>
              <a:gd name="connsiteX3" fmla="*/ 3175706 w 4749030"/>
              <a:gd name="connsiteY3" fmla="*/ 1192854 h 1545870"/>
              <a:gd name="connsiteX4" fmla="*/ 1510557 w 4749030"/>
              <a:gd name="connsiteY4" fmla="*/ 1010752 h 1545870"/>
              <a:gd name="connsiteX5" fmla="*/ 275988 w 4749030"/>
              <a:gd name="connsiteY5" fmla="*/ 1124638 h 1545870"/>
              <a:gd name="connsiteX0" fmla="*/ 275988 w 4727950"/>
              <a:gd name="connsiteY0" fmla="*/ 1387914 h 1809146"/>
              <a:gd name="connsiteX1" fmla="*/ 1655327 w 4727950"/>
              <a:gd name="connsiteY1" fmla="*/ 296186 h 1809146"/>
              <a:gd name="connsiteX2" fmla="*/ 4715739 w 4727950"/>
              <a:gd name="connsiteY2" fmla="*/ 628714 h 1809146"/>
              <a:gd name="connsiteX3" fmla="*/ 3175706 w 4727950"/>
              <a:gd name="connsiteY3" fmla="*/ 1456130 h 1809146"/>
              <a:gd name="connsiteX4" fmla="*/ 1510557 w 4727950"/>
              <a:gd name="connsiteY4" fmla="*/ 1274028 h 1809146"/>
              <a:gd name="connsiteX5" fmla="*/ 275988 w 4727950"/>
              <a:gd name="connsiteY5" fmla="*/ 1387914 h 1809146"/>
              <a:gd name="connsiteX0" fmla="*/ 275988 w 4727950"/>
              <a:gd name="connsiteY0" fmla="*/ 1387914 h 1809146"/>
              <a:gd name="connsiteX1" fmla="*/ 1655327 w 4727950"/>
              <a:gd name="connsiteY1" fmla="*/ 296186 h 1809146"/>
              <a:gd name="connsiteX2" fmla="*/ 4715739 w 4727950"/>
              <a:gd name="connsiteY2" fmla="*/ 628714 h 1809146"/>
              <a:gd name="connsiteX3" fmla="*/ 3175706 w 4727950"/>
              <a:gd name="connsiteY3" fmla="*/ 1456130 h 1809146"/>
              <a:gd name="connsiteX4" fmla="*/ 1510557 w 4727950"/>
              <a:gd name="connsiteY4" fmla="*/ 1274028 h 1809146"/>
              <a:gd name="connsiteX5" fmla="*/ 275988 w 4727950"/>
              <a:gd name="connsiteY5" fmla="*/ 1387914 h 1809146"/>
              <a:gd name="connsiteX0" fmla="*/ 275988 w 4740315"/>
              <a:gd name="connsiteY0" fmla="*/ 1132875 h 1722803"/>
              <a:gd name="connsiteX1" fmla="*/ 1655327 w 4740315"/>
              <a:gd name="connsiteY1" fmla="*/ 41147 h 1722803"/>
              <a:gd name="connsiteX2" fmla="*/ 4715739 w 4740315"/>
              <a:gd name="connsiteY2" fmla="*/ 373675 h 1722803"/>
              <a:gd name="connsiteX3" fmla="*/ 3012343 w 4740315"/>
              <a:gd name="connsiteY3" fmla="*/ 1711656 h 1722803"/>
              <a:gd name="connsiteX4" fmla="*/ 1510557 w 4740315"/>
              <a:gd name="connsiteY4" fmla="*/ 1018989 h 1722803"/>
              <a:gd name="connsiteX5" fmla="*/ 275988 w 4740315"/>
              <a:gd name="connsiteY5" fmla="*/ 1132875 h 1722803"/>
              <a:gd name="connsiteX0" fmla="*/ 275988 w 4756119"/>
              <a:gd name="connsiteY0" fmla="*/ 1127108 h 1542684"/>
              <a:gd name="connsiteX1" fmla="*/ 1655327 w 4756119"/>
              <a:gd name="connsiteY1" fmla="*/ 35380 h 1542684"/>
              <a:gd name="connsiteX2" fmla="*/ 4715739 w 4756119"/>
              <a:gd name="connsiteY2" fmla="*/ 367908 h 1542684"/>
              <a:gd name="connsiteX3" fmla="*/ 3285074 w 4756119"/>
              <a:gd name="connsiteY3" fmla="*/ 1369029 h 1542684"/>
              <a:gd name="connsiteX4" fmla="*/ 1510557 w 4756119"/>
              <a:gd name="connsiteY4" fmla="*/ 1013222 h 1542684"/>
              <a:gd name="connsiteX5" fmla="*/ 275988 w 4756119"/>
              <a:gd name="connsiteY5" fmla="*/ 1127108 h 1542684"/>
              <a:gd name="connsiteX0" fmla="*/ 275988 w 4715923"/>
              <a:gd name="connsiteY0" fmla="*/ 1122352 h 1572226"/>
              <a:gd name="connsiteX1" fmla="*/ 1655327 w 4715923"/>
              <a:gd name="connsiteY1" fmla="*/ 30624 h 1572226"/>
              <a:gd name="connsiteX2" fmla="*/ 4715739 w 4715923"/>
              <a:gd name="connsiteY2" fmla="*/ 363152 h 1572226"/>
              <a:gd name="connsiteX3" fmla="*/ 1510557 w 4715923"/>
              <a:gd name="connsiteY3" fmla="*/ 1008466 h 1572226"/>
              <a:gd name="connsiteX4" fmla="*/ 275988 w 4715923"/>
              <a:gd name="connsiteY4" fmla="*/ 1122352 h 1572226"/>
              <a:gd name="connsiteX0" fmla="*/ 25029 w 4476010"/>
              <a:gd name="connsiteY0" fmla="*/ 1892393 h 2022034"/>
              <a:gd name="connsiteX1" fmla="*/ 2236847 w 4476010"/>
              <a:gd name="connsiteY1" fmla="*/ 11492 h 2022034"/>
              <a:gd name="connsiteX2" fmla="*/ 4464780 w 4476010"/>
              <a:gd name="connsiteY2" fmla="*/ 1133193 h 2022034"/>
              <a:gd name="connsiteX3" fmla="*/ 1259598 w 4476010"/>
              <a:gd name="connsiteY3" fmla="*/ 1778507 h 2022034"/>
              <a:gd name="connsiteX4" fmla="*/ 25029 w 4476010"/>
              <a:gd name="connsiteY4" fmla="*/ 1892393 h 2022034"/>
              <a:gd name="connsiteX0" fmla="*/ 19312 w 4468531"/>
              <a:gd name="connsiteY0" fmla="*/ 1893478 h 2350831"/>
              <a:gd name="connsiteX1" fmla="*/ 2231130 w 4468531"/>
              <a:gd name="connsiteY1" fmla="*/ 12577 h 2350831"/>
              <a:gd name="connsiteX2" fmla="*/ 4459063 w 4468531"/>
              <a:gd name="connsiteY2" fmla="*/ 1134278 h 2350831"/>
              <a:gd name="connsiteX3" fmla="*/ 2962196 w 4468531"/>
              <a:gd name="connsiteY3" fmla="*/ 2337807 h 2350831"/>
              <a:gd name="connsiteX4" fmla="*/ 1253881 w 4468531"/>
              <a:gd name="connsiteY4" fmla="*/ 1779592 h 2350831"/>
              <a:gd name="connsiteX5" fmla="*/ 19312 w 4468531"/>
              <a:gd name="connsiteY5" fmla="*/ 1893478 h 2350831"/>
              <a:gd name="connsiteX0" fmla="*/ 114931 w 4564151"/>
              <a:gd name="connsiteY0" fmla="*/ 1893478 h 2606070"/>
              <a:gd name="connsiteX1" fmla="*/ 2326749 w 4564151"/>
              <a:gd name="connsiteY1" fmla="*/ 12577 h 2606070"/>
              <a:gd name="connsiteX2" fmla="*/ 4554682 w 4564151"/>
              <a:gd name="connsiteY2" fmla="*/ 1134278 h 2606070"/>
              <a:gd name="connsiteX3" fmla="*/ 3057815 w 4564151"/>
              <a:gd name="connsiteY3" fmla="*/ 2337807 h 2606070"/>
              <a:gd name="connsiteX4" fmla="*/ 602599 w 4564151"/>
              <a:gd name="connsiteY4" fmla="*/ 2591133 h 2606070"/>
              <a:gd name="connsiteX5" fmla="*/ 114931 w 4564151"/>
              <a:gd name="connsiteY5" fmla="*/ 1893478 h 2606070"/>
              <a:gd name="connsiteX0" fmla="*/ 339436 w 4163621"/>
              <a:gd name="connsiteY0" fmla="*/ 711041 h 2677547"/>
              <a:gd name="connsiteX1" fmla="*/ 1926219 w 4163621"/>
              <a:gd name="connsiteY1" fmla="*/ 9118 h 2677547"/>
              <a:gd name="connsiteX2" fmla="*/ 4154152 w 4163621"/>
              <a:gd name="connsiteY2" fmla="*/ 1130819 h 2677547"/>
              <a:gd name="connsiteX3" fmla="*/ 2657285 w 4163621"/>
              <a:gd name="connsiteY3" fmla="*/ 2334348 h 2677547"/>
              <a:gd name="connsiteX4" fmla="*/ 202069 w 4163621"/>
              <a:gd name="connsiteY4" fmla="*/ 2587674 h 2677547"/>
              <a:gd name="connsiteX5" fmla="*/ 339436 w 4163621"/>
              <a:gd name="connsiteY5" fmla="*/ 711041 h 2677547"/>
              <a:gd name="connsiteX0" fmla="*/ 8699 w 3970251"/>
              <a:gd name="connsiteY0" fmla="*/ 2578556 h 2717756"/>
              <a:gd name="connsiteX1" fmla="*/ 1732849 w 3970251"/>
              <a:gd name="connsiteY1" fmla="*/ 0 h 2717756"/>
              <a:gd name="connsiteX2" fmla="*/ 3960782 w 3970251"/>
              <a:gd name="connsiteY2" fmla="*/ 1121701 h 2717756"/>
              <a:gd name="connsiteX3" fmla="*/ 2463915 w 3970251"/>
              <a:gd name="connsiteY3" fmla="*/ 2325230 h 2717756"/>
              <a:gd name="connsiteX4" fmla="*/ 8699 w 3970251"/>
              <a:gd name="connsiteY4" fmla="*/ 2578556 h 2717756"/>
              <a:gd name="connsiteX0" fmla="*/ 11617 w 3584652"/>
              <a:gd name="connsiteY0" fmla="*/ 1430838 h 2340009"/>
              <a:gd name="connsiteX1" fmla="*/ 1347250 w 3584652"/>
              <a:gd name="connsiteY1" fmla="*/ 2380 h 2340009"/>
              <a:gd name="connsiteX2" fmla="*/ 3575183 w 3584652"/>
              <a:gd name="connsiteY2" fmla="*/ 1124081 h 2340009"/>
              <a:gd name="connsiteX3" fmla="*/ 2078316 w 3584652"/>
              <a:gd name="connsiteY3" fmla="*/ 2327610 h 2340009"/>
              <a:gd name="connsiteX4" fmla="*/ 11617 w 3584652"/>
              <a:gd name="connsiteY4" fmla="*/ 1430838 h 2340009"/>
              <a:gd name="connsiteX0" fmla="*/ 36322 w 3609357"/>
              <a:gd name="connsiteY0" fmla="*/ 1430838 h 2532978"/>
              <a:gd name="connsiteX1" fmla="*/ 1371955 w 3609357"/>
              <a:gd name="connsiteY1" fmla="*/ 2380 h 2532978"/>
              <a:gd name="connsiteX2" fmla="*/ 3599888 w 3609357"/>
              <a:gd name="connsiteY2" fmla="*/ 1124081 h 2532978"/>
              <a:gd name="connsiteX3" fmla="*/ 2103021 w 3609357"/>
              <a:gd name="connsiteY3" fmla="*/ 2327610 h 2532978"/>
              <a:gd name="connsiteX4" fmla="*/ 36322 w 3609357"/>
              <a:gd name="connsiteY4" fmla="*/ 1430838 h 2532978"/>
              <a:gd name="connsiteX0" fmla="*/ 3580 w 3569301"/>
              <a:gd name="connsiteY0" fmla="*/ 1431089 h 2816320"/>
              <a:gd name="connsiteX1" fmla="*/ 1339213 w 3569301"/>
              <a:gd name="connsiteY1" fmla="*/ 2631 h 2816320"/>
              <a:gd name="connsiteX2" fmla="*/ 3567146 w 3569301"/>
              <a:gd name="connsiteY2" fmla="*/ 1124332 h 2816320"/>
              <a:gd name="connsiteX3" fmla="*/ 1722688 w 3569301"/>
              <a:gd name="connsiteY3" fmla="*/ 2808414 h 2816320"/>
              <a:gd name="connsiteX4" fmla="*/ 3580 w 3569301"/>
              <a:gd name="connsiteY4" fmla="*/ 1431089 h 2816320"/>
              <a:gd name="connsiteX0" fmla="*/ 3579 w 3569300"/>
              <a:gd name="connsiteY0" fmla="*/ 1431089 h 2808414"/>
              <a:gd name="connsiteX1" fmla="*/ 1339212 w 3569300"/>
              <a:gd name="connsiteY1" fmla="*/ 2631 h 2808414"/>
              <a:gd name="connsiteX2" fmla="*/ 3567145 w 3569300"/>
              <a:gd name="connsiteY2" fmla="*/ 1124332 h 2808414"/>
              <a:gd name="connsiteX3" fmla="*/ 1722687 w 3569300"/>
              <a:gd name="connsiteY3" fmla="*/ 2808414 h 2808414"/>
              <a:gd name="connsiteX4" fmla="*/ 3579 w 3569300"/>
              <a:gd name="connsiteY4" fmla="*/ 1431089 h 2808414"/>
              <a:gd name="connsiteX0" fmla="*/ 3579 w 3570402"/>
              <a:gd name="connsiteY0" fmla="*/ 1431089 h 2845664"/>
              <a:gd name="connsiteX1" fmla="*/ 1339212 w 3570402"/>
              <a:gd name="connsiteY1" fmla="*/ 2631 h 2845664"/>
              <a:gd name="connsiteX2" fmla="*/ 3567145 w 3570402"/>
              <a:gd name="connsiteY2" fmla="*/ 1124332 h 2845664"/>
              <a:gd name="connsiteX3" fmla="*/ 1722687 w 3570402"/>
              <a:gd name="connsiteY3" fmla="*/ 2808414 h 2845664"/>
              <a:gd name="connsiteX4" fmla="*/ 3579 w 3570402"/>
              <a:gd name="connsiteY4" fmla="*/ 1431089 h 2845664"/>
              <a:gd name="connsiteX0" fmla="*/ 3579 w 3571531"/>
              <a:gd name="connsiteY0" fmla="*/ 1431089 h 2809355"/>
              <a:gd name="connsiteX1" fmla="*/ 1339212 w 3571531"/>
              <a:gd name="connsiteY1" fmla="*/ 2631 h 2809355"/>
              <a:gd name="connsiteX2" fmla="*/ 3567145 w 3571531"/>
              <a:gd name="connsiteY2" fmla="*/ 1124332 h 2809355"/>
              <a:gd name="connsiteX3" fmla="*/ 1722687 w 3571531"/>
              <a:gd name="connsiteY3" fmla="*/ 2808414 h 2809355"/>
              <a:gd name="connsiteX4" fmla="*/ 3579 w 3571531"/>
              <a:gd name="connsiteY4" fmla="*/ 1431089 h 2809355"/>
              <a:gd name="connsiteX0" fmla="*/ 3579 w 3570449"/>
              <a:gd name="connsiteY0" fmla="*/ 1431089 h 2811091"/>
              <a:gd name="connsiteX1" fmla="*/ 1339212 w 3570449"/>
              <a:gd name="connsiteY1" fmla="*/ 2631 h 2811091"/>
              <a:gd name="connsiteX2" fmla="*/ 3567145 w 3570449"/>
              <a:gd name="connsiteY2" fmla="*/ 1124332 h 2811091"/>
              <a:gd name="connsiteX3" fmla="*/ 1722687 w 3570449"/>
              <a:gd name="connsiteY3" fmla="*/ 2808414 h 2811091"/>
              <a:gd name="connsiteX4" fmla="*/ 3579 w 3570449"/>
              <a:gd name="connsiteY4" fmla="*/ 1431089 h 2811091"/>
              <a:gd name="connsiteX0" fmla="*/ 9477 w 3576347"/>
              <a:gd name="connsiteY0" fmla="*/ 1454488 h 2834490"/>
              <a:gd name="connsiteX1" fmla="*/ 1345110 w 3576347"/>
              <a:gd name="connsiteY1" fmla="*/ 26030 h 2834490"/>
              <a:gd name="connsiteX2" fmla="*/ 3573043 w 3576347"/>
              <a:gd name="connsiteY2" fmla="*/ 1147731 h 2834490"/>
              <a:gd name="connsiteX3" fmla="*/ 1728585 w 3576347"/>
              <a:gd name="connsiteY3" fmla="*/ 2831813 h 2834490"/>
              <a:gd name="connsiteX4" fmla="*/ 9477 w 3576347"/>
              <a:gd name="connsiteY4" fmla="*/ 1454488 h 2834490"/>
              <a:gd name="connsiteX0" fmla="*/ 11200 w 3578070"/>
              <a:gd name="connsiteY0" fmla="*/ 1454488 h 2834490"/>
              <a:gd name="connsiteX1" fmla="*/ 1346833 w 3578070"/>
              <a:gd name="connsiteY1" fmla="*/ 26030 h 2834490"/>
              <a:gd name="connsiteX2" fmla="*/ 3574766 w 3578070"/>
              <a:gd name="connsiteY2" fmla="*/ 1147731 h 2834490"/>
              <a:gd name="connsiteX3" fmla="*/ 1730308 w 3578070"/>
              <a:gd name="connsiteY3" fmla="*/ 2831813 h 2834490"/>
              <a:gd name="connsiteX4" fmla="*/ 11200 w 3578070"/>
              <a:gd name="connsiteY4" fmla="*/ 1454488 h 2834490"/>
              <a:gd name="connsiteX0" fmla="*/ 5238 w 3394494"/>
              <a:gd name="connsiteY0" fmla="*/ 1561249 h 2815719"/>
              <a:gd name="connsiteX1" fmla="*/ 1164359 w 3394494"/>
              <a:gd name="connsiteY1" fmla="*/ 5027 h 2815719"/>
              <a:gd name="connsiteX2" fmla="*/ 3392292 w 3394494"/>
              <a:gd name="connsiteY2" fmla="*/ 1126728 h 2815719"/>
              <a:gd name="connsiteX3" fmla="*/ 1547834 w 3394494"/>
              <a:gd name="connsiteY3" fmla="*/ 2810810 h 2815719"/>
              <a:gd name="connsiteX4" fmla="*/ 5238 w 3394494"/>
              <a:gd name="connsiteY4" fmla="*/ 1561249 h 2815719"/>
              <a:gd name="connsiteX0" fmla="*/ 1714 w 3390970"/>
              <a:gd name="connsiteY0" fmla="*/ 1561249 h 2816846"/>
              <a:gd name="connsiteX1" fmla="*/ 1160835 w 3390970"/>
              <a:gd name="connsiteY1" fmla="*/ 5027 h 2816846"/>
              <a:gd name="connsiteX2" fmla="*/ 3388768 w 3390970"/>
              <a:gd name="connsiteY2" fmla="*/ 1126728 h 2816846"/>
              <a:gd name="connsiteX3" fmla="*/ 1544310 w 3390970"/>
              <a:gd name="connsiteY3" fmla="*/ 2810810 h 2816846"/>
              <a:gd name="connsiteX4" fmla="*/ 1714 w 3390970"/>
              <a:gd name="connsiteY4" fmla="*/ 1561249 h 2816846"/>
              <a:gd name="connsiteX0" fmla="*/ 1714 w 3392183"/>
              <a:gd name="connsiteY0" fmla="*/ 1561249 h 2822298"/>
              <a:gd name="connsiteX1" fmla="*/ 1160835 w 3392183"/>
              <a:gd name="connsiteY1" fmla="*/ 5027 h 2822298"/>
              <a:gd name="connsiteX2" fmla="*/ 3388768 w 3392183"/>
              <a:gd name="connsiteY2" fmla="*/ 1126728 h 2822298"/>
              <a:gd name="connsiteX3" fmla="*/ 1544310 w 3392183"/>
              <a:gd name="connsiteY3" fmla="*/ 2810810 h 2822298"/>
              <a:gd name="connsiteX4" fmla="*/ 1714 w 3392183"/>
              <a:gd name="connsiteY4" fmla="*/ 1561249 h 2822298"/>
              <a:gd name="connsiteX0" fmla="*/ 1599 w 3099681"/>
              <a:gd name="connsiteY0" fmla="*/ 1556274 h 2805936"/>
              <a:gd name="connsiteX1" fmla="*/ 1160720 w 3099681"/>
              <a:gd name="connsiteY1" fmla="*/ 52 h 2805936"/>
              <a:gd name="connsiteX2" fmla="*/ 3097014 w 3099681"/>
              <a:gd name="connsiteY2" fmla="*/ 1505235 h 2805936"/>
              <a:gd name="connsiteX3" fmla="*/ 1544195 w 3099681"/>
              <a:gd name="connsiteY3" fmla="*/ 2805835 h 2805936"/>
              <a:gd name="connsiteX4" fmla="*/ 1599 w 3099681"/>
              <a:gd name="connsiteY4" fmla="*/ 1556274 h 2805936"/>
              <a:gd name="connsiteX0" fmla="*/ 1599 w 3098266"/>
              <a:gd name="connsiteY0" fmla="*/ 1556274 h 2805936"/>
              <a:gd name="connsiteX1" fmla="*/ 1160720 w 3098266"/>
              <a:gd name="connsiteY1" fmla="*/ 52 h 2805936"/>
              <a:gd name="connsiteX2" fmla="*/ 3097014 w 3098266"/>
              <a:gd name="connsiteY2" fmla="*/ 1505235 h 2805936"/>
              <a:gd name="connsiteX3" fmla="*/ 1544195 w 3098266"/>
              <a:gd name="connsiteY3" fmla="*/ 2805835 h 2805936"/>
              <a:gd name="connsiteX4" fmla="*/ 1599 w 3098266"/>
              <a:gd name="connsiteY4" fmla="*/ 1556274 h 2805936"/>
              <a:gd name="connsiteX0" fmla="*/ 6698 w 3107113"/>
              <a:gd name="connsiteY0" fmla="*/ 1556268 h 1995204"/>
              <a:gd name="connsiteX1" fmla="*/ 1165819 w 3107113"/>
              <a:gd name="connsiteY1" fmla="*/ 46 h 1995204"/>
              <a:gd name="connsiteX2" fmla="*/ 3102113 w 3107113"/>
              <a:gd name="connsiteY2" fmla="*/ 1505229 h 1995204"/>
              <a:gd name="connsiteX3" fmla="*/ 1670895 w 3107113"/>
              <a:gd name="connsiteY3" fmla="*/ 1994767 h 1995204"/>
              <a:gd name="connsiteX4" fmla="*/ 6698 w 3107113"/>
              <a:gd name="connsiteY4" fmla="*/ 1556268 h 1995204"/>
              <a:gd name="connsiteX0" fmla="*/ 6698 w 3107610"/>
              <a:gd name="connsiteY0" fmla="*/ 1556268 h 2094159"/>
              <a:gd name="connsiteX1" fmla="*/ 1165819 w 3107610"/>
              <a:gd name="connsiteY1" fmla="*/ 46 h 2094159"/>
              <a:gd name="connsiteX2" fmla="*/ 3102113 w 3107610"/>
              <a:gd name="connsiteY2" fmla="*/ 1505229 h 2094159"/>
              <a:gd name="connsiteX3" fmla="*/ 1670895 w 3107610"/>
              <a:gd name="connsiteY3" fmla="*/ 1994767 h 2094159"/>
              <a:gd name="connsiteX4" fmla="*/ 6698 w 3107610"/>
              <a:gd name="connsiteY4" fmla="*/ 1556268 h 2094159"/>
              <a:gd name="connsiteX0" fmla="*/ 6698 w 3108326"/>
              <a:gd name="connsiteY0" fmla="*/ 1556268 h 2032117"/>
              <a:gd name="connsiteX1" fmla="*/ 1165819 w 3108326"/>
              <a:gd name="connsiteY1" fmla="*/ 46 h 2032117"/>
              <a:gd name="connsiteX2" fmla="*/ 3102113 w 3108326"/>
              <a:gd name="connsiteY2" fmla="*/ 1505229 h 2032117"/>
              <a:gd name="connsiteX3" fmla="*/ 1670895 w 3108326"/>
              <a:gd name="connsiteY3" fmla="*/ 1994767 h 2032117"/>
              <a:gd name="connsiteX4" fmla="*/ 6698 w 3108326"/>
              <a:gd name="connsiteY4" fmla="*/ 1556268 h 2032117"/>
              <a:gd name="connsiteX0" fmla="*/ 2700 w 3101149"/>
              <a:gd name="connsiteY0" fmla="*/ 1588985 h 2065259"/>
              <a:gd name="connsiteX1" fmla="*/ 1324169 w 3101149"/>
              <a:gd name="connsiteY1" fmla="*/ 44 h 2065259"/>
              <a:gd name="connsiteX2" fmla="*/ 3098115 w 3101149"/>
              <a:gd name="connsiteY2" fmla="*/ 1537946 h 2065259"/>
              <a:gd name="connsiteX3" fmla="*/ 1666897 w 3101149"/>
              <a:gd name="connsiteY3" fmla="*/ 2027484 h 2065259"/>
              <a:gd name="connsiteX4" fmla="*/ 2700 w 3101149"/>
              <a:gd name="connsiteY4" fmla="*/ 1588985 h 2065259"/>
              <a:gd name="connsiteX0" fmla="*/ 2700 w 3100106"/>
              <a:gd name="connsiteY0" fmla="*/ 1588985 h 2163738"/>
              <a:gd name="connsiteX1" fmla="*/ 1324169 w 3100106"/>
              <a:gd name="connsiteY1" fmla="*/ 44 h 2163738"/>
              <a:gd name="connsiteX2" fmla="*/ 3098115 w 3100106"/>
              <a:gd name="connsiteY2" fmla="*/ 1537946 h 2163738"/>
              <a:gd name="connsiteX3" fmla="*/ 1666897 w 3100106"/>
              <a:gd name="connsiteY3" fmla="*/ 2027484 h 2163738"/>
              <a:gd name="connsiteX4" fmla="*/ 2700 w 3100106"/>
              <a:gd name="connsiteY4" fmla="*/ 1588985 h 2163738"/>
              <a:gd name="connsiteX0" fmla="*/ 2700 w 3100834"/>
              <a:gd name="connsiteY0" fmla="*/ 1588985 h 2056082"/>
              <a:gd name="connsiteX1" fmla="*/ 1324169 w 3100834"/>
              <a:gd name="connsiteY1" fmla="*/ 44 h 2056082"/>
              <a:gd name="connsiteX2" fmla="*/ 3098115 w 3100834"/>
              <a:gd name="connsiteY2" fmla="*/ 1537946 h 2056082"/>
              <a:gd name="connsiteX3" fmla="*/ 1666897 w 3100834"/>
              <a:gd name="connsiteY3" fmla="*/ 2027484 h 2056082"/>
              <a:gd name="connsiteX4" fmla="*/ 2700 w 3100834"/>
              <a:gd name="connsiteY4" fmla="*/ 1588985 h 2056082"/>
              <a:gd name="connsiteX0" fmla="*/ 2700 w 3101100"/>
              <a:gd name="connsiteY0" fmla="*/ 1588985 h 2041075"/>
              <a:gd name="connsiteX1" fmla="*/ 1324169 w 3101100"/>
              <a:gd name="connsiteY1" fmla="*/ 44 h 2041075"/>
              <a:gd name="connsiteX2" fmla="*/ 3098115 w 3101100"/>
              <a:gd name="connsiteY2" fmla="*/ 1537946 h 2041075"/>
              <a:gd name="connsiteX3" fmla="*/ 1666897 w 3101100"/>
              <a:gd name="connsiteY3" fmla="*/ 2027484 h 2041075"/>
              <a:gd name="connsiteX4" fmla="*/ 2700 w 3101100"/>
              <a:gd name="connsiteY4" fmla="*/ 1588985 h 2041075"/>
              <a:gd name="connsiteX0" fmla="*/ 2700 w 3101100"/>
              <a:gd name="connsiteY0" fmla="*/ 1588985 h 2041075"/>
              <a:gd name="connsiteX1" fmla="*/ 1324169 w 3101100"/>
              <a:gd name="connsiteY1" fmla="*/ 44 h 2041075"/>
              <a:gd name="connsiteX2" fmla="*/ 3098115 w 3101100"/>
              <a:gd name="connsiteY2" fmla="*/ 1537946 h 2041075"/>
              <a:gd name="connsiteX3" fmla="*/ 1666897 w 3101100"/>
              <a:gd name="connsiteY3" fmla="*/ 2027484 h 2041075"/>
              <a:gd name="connsiteX4" fmla="*/ 2700 w 3101100"/>
              <a:gd name="connsiteY4" fmla="*/ 1588985 h 2041075"/>
              <a:gd name="connsiteX0" fmla="*/ 2700 w 3101100"/>
              <a:gd name="connsiteY0" fmla="*/ 1588985 h 2041075"/>
              <a:gd name="connsiteX1" fmla="*/ 1324169 w 3101100"/>
              <a:gd name="connsiteY1" fmla="*/ 44 h 2041075"/>
              <a:gd name="connsiteX2" fmla="*/ 3098115 w 3101100"/>
              <a:gd name="connsiteY2" fmla="*/ 1537946 h 2041075"/>
              <a:gd name="connsiteX3" fmla="*/ 1666897 w 3101100"/>
              <a:gd name="connsiteY3" fmla="*/ 2027484 h 2041075"/>
              <a:gd name="connsiteX4" fmla="*/ 2700 w 3101100"/>
              <a:gd name="connsiteY4" fmla="*/ 1588985 h 2041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01100" h="2041075">
                <a:moveTo>
                  <a:pt x="2700" y="1588985"/>
                </a:moveTo>
                <a:cubicBezTo>
                  <a:pt x="-54421" y="1251078"/>
                  <a:pt x="808267" y="8550"/>
                  <a:pt x="1324169" y="44"/>
                </a:cubicBezTo>
                <a:cubicBezTo>
                  <a:pt x="1840071" y="-8462"/>
                  <a:pt x="3040994" y="1200039"/>
                  <a:pt x="3098115" y="1537946"/>
                </a:cubicBezTo>
                <a:cubicBezTo>
                  <a:pt x="3155236" y="1875853"/>
                  <a:pt x="2382291" y="1963492"/>
                  <a:pt x="1666897" y="2027484"/>
                </a:cubicBezTo>
                <a:cubicBezTo>
                  <a:pt x="951503" y="2091476"/>
                  <a:pt x="59821" y="1926892"/>
                  <a:pt x="2700" y="1588985"/>
                </a:cubicBezTo>
                <a:close/>
              </a:path>
            </a:pathLst>
          </a:custGeom>
          <a:solidFill>
            <a:srgbClr val="F07F3E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4" name="Freihandform 13">
            <a:extLst>
              <a:ext uri="{FF2B5EF4-FFF2-40B4-BE49-F238E27FC236}">
                <a16:creationId xmlns:a16="http://schemas.microsoft.com/office/drawing/2014/main" id="{4B41898A-F8F9-4A92-44E7-C6856EDDF897}"/>
              </a:ext>
            </a:extLst>
          </p:cNvPr>
          <p:cNvSpPr/>
          <p:nvPr userDrawn="1"/>
        </p:nvSpPr>
        <p:spPr>
          <a:xfrm rot="18508693">
            <a:off x="-3762534" y="-3706289"/>
            <a:ext cx="6589168" cy="6276091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3177410"/>
              <a:gd name="connsiteY0" fmla="*/ 1035451 h 3606310"/>
              <a:gd name="connsiteX1" fmla="*/ 3141588 w 3177410"/>
              <a:gd name="connsiteY1" fmla="*/ 152581 h 3606310"/>
              <a:gd name="connsiteX2" fmla="*/ 2574031 w 3177410"/>
              <a:gd name="connsiteY2" fmla="*/ 1666070 h 3606310"/>
              <a:gd name="connsiteX3" fmla="*/ 2321781 w 3177410"/>
              <a:gd name="connsiteY3" fmla="*/ 3473850 h 3606310"/>
              <a:gd name="connsiteX4" fmla="*/ 51546 w 3177410"/>
              <a:gd name="connsiteY4" fmla="*/ 2664554 h 3606310"/>
              <a:gd name="connsiteX5" fmla="*/ 829312 w 3177410"/>
              <a:gd name="connsiteY5" fmla="*/ 1035451 h 3606310"/>
              <a:gd name="connsiteX0" fmla="*/ 829312 w 3177410"/>
              <a:gd name="connsiteY0" fmla="*/ 1013703 h 3584562"/>
              <a:gd name="connsiteX1" fmla="*/ 3141588 w 3177410"/>
              <a:gd name="connsiteY1" fmla="*/ 130833 h 3584562"/>
              <a:gd name="connsiteX2" fmla="*/ 2574031 w 3177410"/>
              <a:gd name="connsiteY2" fmla="*/ 1644322 h 3584562"/>
              <a:gd name="connsiteX3" fmla="*/ 2321781 w 3177410"/>
              <a:gd name="connsiteY3" fmla="*/ 3452102 h 3584562"/>
              <a:gd name="connsiteX4" fmla="*/ 51546 w 3177410"/>
              <a:gd name="connsiteY4" fmla="*/ 2642806 h 3584562"/>
              <a:gd name="connsiteX5" fmla="*/ 829312 w 3177410"/>
              <a:gd name="connsiteY5" fmla="*/ 1013703 h 3584562"/>
              <a:gd name="connsiteX0" fmla="*/ 829578 w 3177676"/>
              <a:gd name="connsiteY0" fmla="*/ 1013703 h 3584562"/>
              <a:gd name="connsiteX1" fmla="*/ 3141854 w 3177676"/>
              <a:gd name="connsiteY1" fmla="*/ 130833 h 3584562"/>
              <a:gd name="connsiteX2" fmla="*/ 2574297 w 3177676"/>
              <a:gd name="connsiteY2" fmla="*/ 1644322 h 3584562"/>
              <a:gd name="connsiteX3" fmla="*/ 2322047 w 3177676"/>
              <a:gd name="connsiteY3" fmla="*/ 3452102 h 3584562"/>
              <a:gd name="connsiteX4" fmla="*/ 51812 w 3177676"/>
              <a:gd name="connsiteY4" fmla="*/ 2642806 h 3584562"/>
              <a:gd name="connsiteX5" fmla="*/ 829578 w 3177676"/>
              <a:gd name="connsiteY5" fmla="*/ 1013703 h 3584562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11178 w 2672400"/>
              <a:gd name="connsiteY0" fmla="*/ 7864 h 2583061"/>
              <a:gd name="connsiteX1" fmla="*/ 1318755 w 2672400"/>
              <a:gd name="connsiteY1" fmla="*/ 1092175 h 2583061"/>
              <a:gd name="connsiteX2" fmla="*/ 2555897 w 2672400"/>
              <a:gd name="connsiteY2" fmla="*/ 638483 h 2583061"/>
              <a:gd name="connsiteX3" fmla="*/ 2303647 w 2672400"/>
              <a:gd name="connsiteY3" fmla="*/ 2446263 h 2583061"/>
              <a:gd name="connsiteX4" fmla="*/ 33412 w 2672400"/>
              <a:gd name="connsiteY4" fmla="*/ 1636967 h 2583061"/>
              <a:gd name="connsiteX5" fmla="*/ 811178 w 2672400"/>
              <a:gd name="connsiteY5" fmla="*/ 7864 h 2583061"/>
              <a:gd name="connsiteX0" fmla="*/ 811178 w 3223026"/>
              <a:gd name="connsiteY0" fmla="*/ 5596 h 2477281"/>
              <a:gd name="connsiteX1" fmla="*/ 1318755 w 3223026"/>
              <a:gd name="connsiteY1" fmla="*/ 1089907 h 2477281"/>
              <a:gd name="connsiteX2" fmla="*/ 3192488 w 3223026"/>
              <a:gd name="connsiteY2" fmla="*/ 802600 h 2477281"/>
              <a:gd name="connsiteX3" fmla="*/ 2303647 w 3223026"/>
              <a:gd name="connsiteY3" fmla="*/ 2443995 h 2477281"/>
              <a:gd name="connsiteX4" fmla="*/ 33412 w 3223026"/>
              <a:gd name="connsiteY4" fmla="*/ 1634699 h 2477281"/>
              <a:gd name="connsiteX5" fmla="*/ 811178 w 3223026"/>
              <a:gd name="connsiteY5" fmla="*/ 5596 h 2477281"/>
              <a:gd name="connsiteX0" fmla="*/ 846588 w 3330250"/>
              <a:gd name="connsiteY0" fmla="*/ 5596 h 2432711"/>
              <a:gd name="connsiteX1" fmla="*/ 1354165 w 3330250"/>
              <a:gd name="connsiteY1" fmla="*/ 1089907 h 2432711"/>
              <a:gd name="connsiteX2" fmla="*/ 3227898 w 3330250"/>
              <a:gd name="connsiteY2" fmla="*/ 802600 h 2432711"/>
              <a:gd name="connsiteX3" fmla="*/ 2761796 w 3330250"/>
              <a:gd name="connsiteY3" fmla="*/ 2409553 h 2432711"/>
              <a:gd name="connsiteX4" fmla="*/ 68822 w 3330250"/>
              <a:gd name="connsiteY4" fmla="*/ 1634699 h 2432711"/>
              <a:gd name="connsiteX5" fmla="*/ 846588 w 3330250"/>
              <a:gd name="connsiteY5" fmla="*/ 5596 h 2432711"/>
              <a:gd name="connsiteX0" fmla="*/ 846588 w 3514825"/>
              <a:gd name="connsiteY0" fmla="*/ 5596 h 2432711"/>
              <a:gd name="connsiteX1" fmla="*/ 1354165 w 3514825"/>
              <a:gd name="connsiteY1" fmla="*/ 1089907 h 2432711"/>
              <a:gd name="connsiteX2" fmla="*/ 3227898 w 3514825"/>
              <a:gd name="connsiteY2" fmla="*/ 802600 h 2432711"/>
              <a:gd name="connsiteX3" fmla="*/ 2761796 w 3514825"/>
              <a:gd name="connsiteY3" fmla="*/ 2409553 h 2432711"/>
              <a:gd name="connsiteX4" fmla="*/ 68822 w 3514825"/>
              <a:gd name="connsiteY4" fmla="*/ 1634699 h 2432711"/>
              <a:gd name="connsiteX5" fmla="*/ 846588 w 3514825"/>
              <a:gd name="connsiteY5" fmla="*/ 5596 h 2432711"/>
              <a:gd name="connsiteX0" fmla="*/ 875402 w 3543639"/>
              <a:gd name="connsiteY0" fmla="*/ 2708 h 2429823"/>
              <a:gd name="connsiteX1" fmla="*/ 1382979 w 3543639"/>
              <a:gd name="connsiteY1" fmla="*/ 1087019 h 2429823"/>
              <a:gd name="connsiteX2" fmla="*/ 3256712 w 3543639"/>
              <a:gd name="connsiteY2" fmla="*/ 799712 h 2429823"/>
              <a:gd name="connsiteX3" fmla="*/ 2790610 w 3543639"/>
              <a:gd name="connsiteY3" fmla="*/ 2406665 h 2429823"/>
              <a:gd name="connsiteX4" fmla="*/ 97636 w 3543639"/>
              <a:gd name="connsiteY4" fmla="*/ 1631811 h 2429823"/>
              <a:gd name="connsiteX5" fmla="*/ 875402 w 3543639"/>
              <a:gd name="connsiteY5" fmla="*/ 2708 h 2429823"/>
              <a:gd name="connsiteX0" fmla="*/ 1035116 w 3703353"/>
              <a:gd name="connsiteY0" fmla="*/ 3586 h 2450893"/>
              <a:gd name="connsiteX1" fmla="*/ 1542693 w 3703353"/>
              <a:gd name="connsiteY1" fmla="*/ 1087897 h 2450893"/>
              <a:gd name="connsiteX2" fmla="*/ 3416426 w 3703353"/>
              <a:gd name="connsiteY2" fmla="*/ 800590 h 2450893"/>
              <a:gd name="connsiteX3" fmla="*/ 2950324 w 3703353"/>
              <a:gd name="connsiteY3" fmla="*/ 2407543 h 2450893"/>
              <a:gd name="connsiteX4" fmla="*/ 257350 w 3703353"/>
              <a:gd name="connsiteY4" fmla="*/ 1632689 h 2450893"/>
              <a:gd name="connsiteX5" fmla="*/ 1035116 w 3703353"/>
              <a:gd name="connsiteY5" fmla="*/ 3586 h 2450893"/>
              <a:gd name="connsiteX0" fmla="*/ 991689 w 3462563"/>
              <a:gd name="connsiteY0" fmla="*/ 10605 h 2457912"/>
              <a:gd name="connsiteX1" fmla="*/ 1674106 w 3462563"/>
              <a:gd name="connsiteY1" fmla="*/ 930710 h 2457912"/>
              <a:gd name="connsiteX2" fmla="*/ 3372999 w 3462563"/>
              <a:gd name="connsiteY2" fmla="*/ 807609 h 2457912"/>
              <a:gd name="connsiteX3" fmla="*/ 2906897 w 3462563"/>
              <a:gd name="connsiteY3" fmla="*/ 2414562 h 2457912"/>
              <a:gd name="connsiteX4" fmla="*/ 213923 w 3462563"/>
              <a:gd name="connsiteY4" fmla="*/ 1639708 h 2457912"/>
              <a:gd name="connsiteX5" fmla="*/ 991689 w 3462563"/>
              <a:gd name="connsiteY5" fmla="*/ 10605 h 2457912"/>
              <a:gd name="connsiteX0" fmla="*/ 991689 w 3644113"/>
              <a:gd name="connsiteY0" fmla="*/ 10605 h 2457912"/>
              <a:gd name="connsiteX1" fmla="*/ 1674106 w 3644113"/>
              <a:gd name="connsiteY1" fmla="*/ 930710 h 2457912"/>
              <a:gd name="connsiteX2" fmla="*/ 3372999 w 3644113"/>
              <a:gd name="connsiteY2" fmla="*/ 807609 h 2457912"/>
              <a:gd name="connsiteX3" fmla="*/ 2906897 w 3644113"/>
              <a:gd name="connsiteY3" fmla="*/ 2414562 h 2457912"/>
              <a:gd name="connsiteX4" fmla="*/ 213923 w 3644113"/>
              <a:gd name="connsiteY4" fmla="*/ 1639708 h 2457912"/>
              <a:gd name="connsiteX5" fmla="*/ 991689 w 3644113"/>
              <a:gd name="connsiteY5" fmla="*/ 10605 h 2457912"/>
              <a:gd name="connsiteX0" fmla="*/ 1054352 w 3706777"/>
              <a:gd name="connsiteY0" fmla="*/ 1046 h 2448353"/>
              <a:gd name="connsiteX1" fmla="*/ 1736769 w 3706777"/>
              <a:gd name="connsiteY1" fmla="*/ 921151 h 2448353"/>
              <a:gd name="connsiteX2" fmla="*/ 3435662 w 3706777"/>
              <a:gd name="connsiteY2" fmla="*/ 798050 h 2448353"/>
              <a:gd name="connsiteX3" fmla="*/ 2969560 w 3706777"/>
              <a:gd name="connsiteY3" fmla="*/ 2405003 h 2448353"/>
              <a:gd name="connsiteX4" fmla="*/ 276586 w 3706777"/>
              <a:gd name="connsiteY4" fmla="*/ 1630149 h 2448353"/>
              <a:gd name="connsiteX5" fmla="*/ 1054352 w 3706777"/>
              <a:gd name="connsiteY5" fmla="*/ 1046 h 2448353"/>
              <a:gd name="connsiteX0" fmla="*/ 590056 w 3683836"/>
              <a:gd name="connsiteY0" fmla="*/ 1109 h 1961431"/>
              <a:gd name="connsiteX1" fmla="*/ 1713828 w 3683836"/>
              <a:gd name="connsiteY1" fmla="*/ 456838 h 1961431"/>
              <a:gd name="connsiteX2" fmla="*/ 3412721 w 3683836"/>
              <a:gd name="connsiteY2" fmla="*/ 333737 h 1961431"/>
              <a:gd name="connsiteX3" fmla="*/ 2946619 w 3683836"/>
              <a:gd name="connsiteY3" fmla="*/ 1940690 h 1961431"/>
              <a:gd name="connsiteX4" fmla="*/ 253645 w 3683836"/>
              <a:gd name="connsiteY4" fmla="*/ 1165836 h 1961431"/>
              <a:gd name="connsiteX5" fmla="*/ 590056 w 3683836"/>
              <a:gd name="connsiteY5" fmla="*/ 1109 h 1961431"/>
              <a:gd name="connsiteX0" fmla="*/ 577152 w 3670932"/>
              <a:gd name="connsiteY0" fmla="*/ 28557 h 1988879"/>
              <a:gd name="connsiteX1" fmla="*/ 1700924 w 3670932"/>
              <a:gd name="connsiteY1" fmla="*/ 484286 h 1988879"/>
              <a:gd name="connsiteX2" fmla="*/ 3399817 w 3670932"/>
              <a:gd name="connsiteY2" fmla="*/ 361185 h 1988879"/>
              <a:gd name="connsiteX3" fmla="*/ 2933715 w 3670932"/>
              <a:gd name="connsiteY3" fmla="*/ 1968138 h 1988879"/>
              <a:gd name="connsiteX4" fmla="*/ 240741 w 3670932"/>
              <a:gd name="connsiteY4" fmla="*/ 1193284 h 1988879"/>
              <a:gd name="connsiteX5" fmla="*/ 577152 w 3670932"/>
              <a:gd name="connsiteY5" fmla="*/ 28557 h 1988879"/>
              <a:gd name="connsiteX0" fmla="*/ 5660 w 3065770"/>
              <a:gd name="connsiteY0" fmla="*/ 41752 h 2084853"/>
              <a:gd name="connsiteX1" fmla="*/ 1129432 w 3065770"/>
              <a:gd name="connsiteY1" fmla="*/ 497481 h 2084853"/>
              <a:gd name="connsiteX2" fmla="*/ 2828325 w 3065770"/>
              <a:gd name="connsiteY2" fmla="*/ 374380 h 2084853"/>
              <a:gd name="connsiteX3" fmla="*/ 2362223 w 3065770"/>
              <a:gd name="connsiteY3" fmla="*/ 1981333 h 2084853"/>
              <a:gd name="connsiteX4" fmla="*/ 768571 w 3065770"/>
              <a:gd name="connsiteY4" fmla="*/ 1718703 h 2084853"/>
              <a:gd name="connsiteX5" fmla="*/ 5660 w 3065770"/>
              <a:gd name="connsiteY5" fmla="*/ 41752 h 2084853"/>
              <a:gd name="connsiteX0" fmla="*/ 12471 w 3072581"/>
              <a:gd name="connsiteY0" fmla="*/ 41752 h 2092530"/>
              <a:gd name="connsiteX1" fmla="*/ 1136243 w 3072581"/>
              <a:gd name="connsiteY1" fmla="*/ 497481 h 2092530"/>
              <a:gd name="connsiteX2" fmla="*/ 2835136 w 3072581"/>
              <a:gd name="connsiteY2" fmla="*/ 374380 h 2092530"/>
              <a:gd name="connsiteX3" fmla="*/ 2369034 w 3072581"/>
              <a:gd name="connsiteY3" fmla="*/ 1981333 h 2092530"/>
              <a:gd name="connsiteX4" fmla="*/ 775382 w 3072581"/>
              <a:gd name="connsiteY4" fmla="*/ 1718703 h 2092530"/>
              <a:gd name="connsiteX5" fmla="*/ 12471 w 3072581"/>
              <a:gd name="connsiteY5" fmla="*/ 41752 h 2092530"/>
              <a:gd name="connsiteX0" fmla="*/ 2798 w 3655173"/>
              <a:gd name="connsiteY0" fmla="*/ 869129 h 2007317"/>
              <a:gd name="connsiteX1" fmla="*/ 1718835 w 3655173"/>
              <a:gd name="connsiteY1" fmla="*/ 445136 h 2007317"/>
              <a:gd name="connsiteX2" fmla="*/ 3417728 w 3655173"/>
              <a:gd name="connsiteY2" fmla="*/ 322035 h 2007317"/>
              <a:gd name="connsiteX3" fmla="*/ 2951626 w 3655173"/>
              <a:gd name="connsiteY3" fmla="*/ 1928988 h 2007317"/>
              <a:gd name="connsiteX4" fmla="*/ 1357974 w 3655173"/>
              <a:gd name="connsiteY4" fmla="*/ 1666358 h 2007317"/>
              <a:gd name="connsiteX5" fmla="*/ 2798 w 3655173"/>
              <a:gd name="connsiteY5" fmla="*/ 869129 h 2007317"/>
              <a:gd name="connsiteX0" fmla="*/ 542 w 3652917"/>
              <a:gd name="connsiteY0" fmla="*/ 869129 h 2007318"/>
              <a:gd name="connsiteX1" fmla="*/ 1716579 w 3652917"/>
              <a:gd name="connsiteY1" fmla="*/ 445136 h 2007318"/>
              <a:gd name="connsiteX2" fmla="*/ 3415472 w 3652917"/>
              <a:gd name="connsiteY2" fmla="*/ 322035 h 2007318"/>
              <a:gd name="connsiteX3" fmla="*/ 2949370 w 3652917"/>
              <a:gd name="connsiteY3" fmla="*/ 1928988 h 2007318"/>
              <a:gd name="connsiteX4" fmla="*/ 1355718 w 3652917"/>
              <a:gd name="connsiteY4" fmla="*/ 1666358 h 2007318"/>
              <a:gd name="connsiteX5" fmla="*/ 542 w 3652917"/>
              <a:gd name="connsiteY5" fmla="*/ 869129 h 2007318"/>
              <a:gd name="connsiteX0" fmla="*/ 243 w 3639926"/>
              <a:gd name="connsiteY0" fmla="*/ 869129 h 1955507"/>
              <a:gd name="connsiteX1" fmla="*/ 1716280 w 3639926"/>
              <a:gd name="connsiteY1" fmla="*/ 445136 h 1955507"/>
              <a:gd name="connsiteX2" fmla="*/ 3415173 w 3639926"/>
              <a:gd name="connsiteY2" fmla="*/ 322035 h 1955507"/>
              <a:gd name="connsiteX3" fmla="*/ 2949071 w 3639926"/>
              <a:gd name="connsiteY3" fmla="*/ 1928988 h 1955507"/>
              <a:gd name="connsiteX4" fmla="*/ 1833458 w 3639926"/>
              <a:gd name="connsiteY4" fmla="*/ 1291535 h 1955507"/>
              <a:gd name="connsiteX5" fmla="*/ 243 w 3639926"/>
              <a:gd name="connsiteY5" fmla="*/ 869129 h 1955507"/>
              <a:gd name="connsiteX0" fmla="*/ 243 w 3639926"/>
              <a:gd name="connsiteY0" fmla="*/ 869129 h 1947022"/>
              <a:gd name="connsiteX1" fmla="*/ 1716280 w 3639926"/>
              <a:gd name="connsiteY1" fmla="*/ 445136 h 1947022"/>
              <a:gd name="connsiteX2" fmla="*/ 3415173 w 3639926"/>
              <a:gd name="connsiteY2" fmla="*/ 322035 h 1947022"/>
              <a:gd name="connsiteX3" fmla="*/ 2949071 w 3639926"/>
              <a:gd name="connsiteY3" fmla="*/ 1928988 h 1947022"/>
              <a:gd name="connsiteX4" fmla="*/ 1833458 w 3639926"/>
              <a:gd name="connsiteY4" fmla="*/ 1291535 h 1947022"/>
              <a:gd name="connsiteX5" fmla="*/ 243 w 3639926"/>
              <a:gd name="connsiteY5" fmla="*/ 869129 h 1947022"/>
              <a:gd name="connsiteX0" fmla="*/ 7345 w 3647028"/>
              <a:gd name="connsiteY0" fmla="*/ 869129 h 1947022"/>
              <a:gd name="connsiteX1" fmla="*/ 1723382 w 3647028"/>
              <a:gd name="connsiteY1" fmla="*/ 445136 h 1947022"/>
              <a:gd name="connsiteX2" fmla="*/ 3422275 w 3647028"/>
              <a:gd name="connsiteY2" fmla="*/ 322035 h 1947022"/>
              <a:gd name="connsiteX3" fmla="*/ 2956173 w 3647028"/>
              <a:gd name="connsiteY3" fmla="*/ 1928988 h 1947022"/>
              <a:gd name="connsiteX4" fmla="*/ 1840560 w 3647028"/>
              <a:gd name="connsiteY4" fmla="*/ 1291535 h 1947022"/>
              <a:gd name="connsiteX5" fmla="*/ 7345 w 3647028"/>
              <a:gd name="connsiteY5" fmla="*/ 869129 h 1947022"/>
              <a:gd name="connsiteX0" fmla="*/ 7345 w 3811052"/>
              <a:gd name="connsiteY0" fmla="*/ 869129 h 1929159"/>
              <a:gd name="connsiteX1" fmla="*/ 1723382 w 3811052"/>
              <a:gd name="connsiteY1" fmla="*/ 445136 h 1929159"/>
              <a:gd name="connsiteX2" fmla="*/ 3422275 w 3811052"/>
              <a:gd name="connsiteY2" fmla="*/ 322035 h 1929159"/>
              <a:gd name="connsiteX3" fmla="*/ 2956173 w 3811052"/>
              <a:gd name="connsiteY3" fmla="*/ 1928988 h 1929159"/>
              <a:gd name="connsiteX4" fmla="*/ 1840560 w 3811052"/>
              <a:gd name="connsiteY4" fmla="*/ 1291535 h 1929159"/>
              <a:gd name="connsiteX5" fmla="*/ 7345 w 3811052"/>
              <a:gd name="connsiteY5" fmla="*/ 869129 h 1929159"/>
              <a:gd name="connsiteX0" fmla="*/ 5264 w 3937957"/>
              <a:gd name="connsiteY0" fmla="*/ 1155023 h 1938909"/>
              <a:gd name="connsiteX1" fmla="*/ 1850286 w 3937957"/>
              <a:gd name="connsiteY1" fmla="*/ 454886 h 1938909"/>
              <a:gd name="connsiteX2" fmla="*/ 3549179 w 3937957"/>
              <a:gd name="connsiteY2" fmla="*/ 331785 h 1938909"/>
              <a:gd name="connsiteX3" fmla="*/ 3083077 w 3937957"/>
              <a:gd name="connsiteY3" fmla="*/ 1938738 h 1938909"/>
              <a:gd name="connsiteX4" fmla="*/ 1967464 w 3937957"/>
              <a:gd name="connsiteY4" fmla="*/ 1301285 h 1938909"/>
              <a:gd name="connsiteX5" fmla="*/ 5264 w 3937957"/>
              <a:gd name="connsiteY5" fmla="*/ 1155023 h 1938909"/>
              <a:gd name="connsiteX0" fmla="*/ 23607 w 3956300"/>
              <a:gd name="connsiteY0" fmla="*/ 1155023 h 1938909"/>
              <a:gd name="connsiteX1" fmla="*/ 1868629 w 3956300"/>
              <a:gd name="connsiteY1" fmla="*/ 454886 h 1938909"/>
              <a:gd name="connsiteX2" fmla="*/ 3567522 w 3956300"/>
              <a:gd name="connsiteY2" fmla="*/ 331785 h 1938909"/>
              <a:gd name="connsiteX3" fmla="*/ 3101420 w 3956300"/>
              <a:gd name="connsiteY3" fmla="*/ 1938738 h 1938909"/>
              <a:gd name="connsiteX4" fmla="*/ 1985807 w 3956300"/>
              <a:gd name="connsiteY4" fmla="*/ 1301285 h 1938909"/>
              <a:gd name="connsiteX5" fmla="*/ 23607 w 3956300"/>
              <a:gd name="connsiteY5" fmla="*/ 1155023 h 1938909"/>
              <a:gd name="connsiteX0" fmla="*/ 356 w 3775841"/>
              <a:gd name="connsiteY0" fmla="*/ 1155023 h 1975367"/>
              <a:gd name="connsiteX1" fmla="*/ 1845378 w 3775841"/>
              <a:gd name="connsiteY1" fmla="*/ 454886 h 1975367"/>
              <a:gd name="connsiteX2" fmla="*/ 3544271 w 3775841"/>
              <a:gd name="connsiteY2" fmla="*/ 331785 h 1975367"/>
              <a:gd name="connsiteX3" fmla="*/ 3078169 w 3775841"/>
              <a:gd name="connsiteY3" fmla="*/ 1938738 h 1975367"/>
              <a:gd name="connsiteX4" fmla="*/ 1700608 w 3775841"/>
              <a:gd name="connsiteY4" fmla="*/ 1432728 h 1975367"/>
              <a:gd name="connsiteX5" fmla="*/ 356 w 3775841"/>
              <a:gd name="connsiteY5" fmla="*/ 1155023 h 1975367"/>
              <a:gd name="connsiteX0" fmla="*/ 385 w 3775871"/>
              <a:gd name="connsiteY0" fmla="*/ 1155023 h 1964875"/>
              <a:gd name="connsiteX1" fmla="*/ 1845407 w 3775871"/>
              <a:gd name="connsiteY1" fmla="*/ 454886 h 1964875"/>
              <a:gd name="connsiteX2" fmla="*/ 3544300 w 3775871"/>
              <a:gd name="connsiteY2" fmla="*/ 331785 h 1964875"/>
              <a:gd name="connsiteX3" fmla="*/ 3078198 w 3775871"/>
              <a:gd name="connsiteY3" fmla="*/ 1938738 h 1964875"/>
              <a:gd name="connsiteX4" fmla="*/ 1700637 w 3775871"/>
              <a:gd name="connsiteY4" fmla="*/ 1432728 h 1964875"/>
              <a:gd name="connsiteX5" fmla="*/ 385 w 3775871"/>
              <a:gd name="connsiteY5" fmla="*/ 1155023 h 1964875"/>
              <a:gd name="connsiteX0" fmla="*/ 518 w 3310321"/>
              <a:gd name="connsiteY0" fmla="*/ 1561197 h 1986949"/>
              <a:gd name="connsiteX1" fmla="*/ 1379857 w 3310321"/>
              <a:gd name="connsiteY1" fmla="*/ 469469 h 1986949"/>
              <a:gd name="connsiteX2" fmla="*/ 3078750 w 3310321"/>
              <a:gd name="connsiteY2" fmla="*/ 346368 h 1986949"/>
              <a:gd name="connsiteX3" fmla="*/ 2612648 w 3310321"/>
              <a:gd name="connsiteY3" fmla="*/ 1953321 h 1986949"/>
              <a:gd name="connsiteX4" fmla="*/ 1235087 w 3310321"/>
              <a:gd name="connsiteY4" fmla="*/ 1447311 h 1986949"/>
              <a:gd name="connsiteX5" fmla="*/ 518 w 3310321"/>
              <a:gd name="connsiteY5" fmla="*/ 1561197 h 1986949"/>
              <a:gd name="connsiteX0" fmla="*/ 252954 w 3562757"/>
              <a:gd name="connsiteY0" fmla="*/ 1561197 h 1986950"/>
              <a:gd name="connsiteX1" fmla="*/ 1632293 w 3562757"/>
              <a:gd name="connsiteY1" fmla="*/ 469469 h 1986950"/>
              <a:gd name="connsiteX2" fmla="*/ 3331186 w 3562757"/>
              <a:gd name="connsiteY2" fmla="*/ 346368 h 1986950"/>
              <a:gd name="connsiteX3" fmla="*/ 2865084 w 3562757"/>
              <a:gd name="connsiteY3" fmla="*/ 1953321 h 1986950"/>
              <a:gd name="connsiteX4" fmla="*/ 1487523 w 3562757"/>
              <a:gd name="connsiteY4" fmla="*/ 1447311 h 1986950"/>
              <a:gd name="connsiteX5" fmla="*/ 252954 w 3562757"/>
              <a:gd name="connsiteY5" fmla="*/ 1561197 h 1986950"/>
              <a:gd name="connsiteX0" fmla="*/ 275988 w 4836894"/>
              <a:gd name="connsiteY0" fmla="*/ 1254188 h 1664972"/>
              <a:gd name="connsiteX1" fmla="*/ 1655327 w 4836894"/>
              <a:gd name="connsiteY1" fmla="*/ 162460 h 1664972"/>
              <a:gd name="connsiteX2" fmla="*/ 4715739 w 4836894"/>
              <a:gd name="connsiteY2" fmla="*/ 494988 h 1664972"/>
              <a:gd name="connsiteX3" fmla="*/ 2888118 w 4836894"/>
              <a:gd name="connsiteY3" fmla="*/ 1646312 h 1664972"/>
              <a:gd name="connsiteX4" fmla="*/ 1510557 w 4836894"/>
              <a:gd name="connsiteY4" fmla="*/ 1140302 h 1664972"/>
              <a:gd name="connsiteX5" fmla="*/ 275988 w 4836894"/>
              <a:gd name="connsiteY5" fmla="*/ 1254188 h 1664972"/>
              <a:gd name="connsiteX0" fmla="*/ 275988 w 4716813"/>
              <a:gd name="connsiteY0" fmla="*/ 1630321 h 2049242"/>
              <a:gd name="connsiteX1" fmla="*/ 1655327 w 4716813"/>
              <a:gd name="connsiteY1" fmla="*/ 538593 h 2049242"/>
              <a:gd name="connsiteX2" fmla="*/ 4715739 w 4716813"/>
              <a:gd name="connsiteY2" fmla="*/ 871121 h 2049242"/>
              <a:gd name="connsiteX3" fmla="*/ 2888118 w 4716813"/>
              <a:gd name="connsiteY3" fmla="*/ 2022445 h 2049242"/>
              <a:gd name="connsiteX4" fmla="*/ 1510557 w 4716813"/>
              <a:gd name="connsiteY4" fmla="*/ 1516435 h 2049242"/>
              <a:gd name="connsiteX5" fmla="*/ 275988 w 4716813"/>
              <a:gd name="connsiteY5" fmla="*/ 1630321 h 2049242"/>
              <a:gd name="connsiteX0" fmla="*/ 275988 w 4749030"/>
              <a:gd name="connsiteY0" fmla="*/ 1124638 h 1545870"/>
              <a:gd name="connsiteX1" fmla="*/ 1655327 w 4749030"/>
              <a:gd name="connsiteY1" fmla="*/ 32910 h 1545870"/>
              <a:gd name="connsiteX2" fmla="*/ 4715739 w 4749030"/>
              <a:gd name="connsiteY2" fmla="*/ 365438 h 1545870"/>
              <a:gd name="connsiteX3" fmla="*/ 3175706 w 4749030"/>
              <a:gd name="connsiteY3" fmla="*/ 1192854 h 1545870"/>
              <a:gd name="connsiteX4" fmla="*/ 1510557 w 4749030"/>
              <a:gd name="connsiteY4" fmla="*/ 1010752 h 1545870"/>
              <a:gd name="connsiteX5" fmla="*/ 275988 w 4749030"/>
              <a:gd name="connsiteY5" fmla="*/ 1124638 h 1545870"/>
              <a:gd name="connsiteX0" fmla="*/ 275988 w 4727950"/>
              <a:gd name="connsiteY0" fmla="*/ 1387914 h 1809146"/>
              <a:gd name="connsiteX1" fmla="*/ 1655327 w 4727950"/>
              <a:gd name="connsiteY1" fmla="*/ 296186 h 1809146"/>
              <a:gd name="connsiteX2" fmla="*/ 4715739 w 4727950"/>
              <a:gd name="connsiteY2" fmla="*/ 628714 h 1809146"/>
              <a:gd name="connsiteX3" fmla="*/ 3175706 w 4727950"/>
              <a:gd name="connsiteY3" fmla="*/ 1456130 h 1809146"/>
              <a:gd name="connsiteX4" fmla="*/ 1510557 w 4727950"/>
              <a:gd name="connsiteY4" fmla="*/ 1274028 h 1809146"/>
              <a:gd name="connsiteX5" fmla="*/ 275988 w 4727950"/>
              <a:gd name="connsiteY5" fmla="*/ 1387914 h 1809146"/>
              <a:gd name="connsiteX0" fmla="*/ 275988 w 4727950"/>
              <a:gd name="connsiteY0" fmla="*/ 1387914 h 1809146"/>
              <a:gd name="connsiteX1" fmla="*/ 1655327 w 4727950"/>
              <a:gd name="connsiteY1" fmla="*/ 296186 h 1809146"/>
              <a:gd name="connsiteX2" fmla="*/ 4715739 w 4727950"/>
              <a:gd name="connsiteY2" fmla="*/ 628714 h 1809146"/>
              <a:gd name="connsiteX3" fmla="*/ 3175706 w 4727950"/>
              <a:gd name="connsiteY3" fmla="*/ 1456130 h 1809146"/>
              <a:gd name="connsiteX4" fmla="*/ 1510557 w 4727950"/>
              <a:gd name="connsiteY4" fmla="*/ 1274028 h 1809146"/>
              <a:gd name="connsiteX5" fmla="*/ 275988 w 4727950"/>
              <a:gd name="connsiteY5" fmla="*/ 1387914 h 1809146"/>
              <a:gd name="connsiteX0" fmla="*/ 275988 w 4740315"/>
              <a:gd name="connsiteY0" fmla="*/ 1132875 h 1722803"/>
              <a:gd name="connsiteX1" fmla="*/ 1655327 w 4740315"/>
              <a:gd name="connsiteY1" fmla="*/ 41147 h 1722803"/>
              <a:gd name="connsiteX2" fmla="*/ 4715739 w 4740315"/>
              <a:gd name="connsiteY2" fmla="*/ 373675 h 1722803"/>
              <a:gd name="connsiteX3" fmla="*/ 3012343 w 4740315"/>
              <a:gd name="connsiteY3" fmla="*/ 1711656 h 1722803"/>
              <a:gd name="connsiteX4" fmla="*/ 1510557 w 4740315"/>
              <a:gd name="connsiteY4" fmla="*/ 1018989 h 1722803"/>
              <a:gd name="connsiteX5" fmla="*/ 275988 w 4740315"/>
              <a:gd name="connsiteY5" fmla="*/ 1132875 h 1722803"/>
              <a:gd name="connsiteX0" fmla="*/ 275988 w 4756119"/>
              <a:gd name="connsiteY0" fmla="*/ 1127108 h 1542684"/>
              <a:gd name="connsiteX1" fmla="*/ 1655327 w 4756119"/>
              <a:gd name="connsiteY1" fmla="*/ 35380 h 1542684"/>
              <a:gd name="connsiteX2" fmla="*/ 4715739 w 4756119"/>
              <a:gd name="connsiteY2" fmla="*/ 367908 h 1542684"/>
              <a:gd name="connsiteX3" fmla="*/ 3285074 w 4756119"/>
              <a:gd name="connsiteY3" fmla="*/ 1369029 h 1542684"/>
              <a:gd name="connsiteX4" fmla="*/ 1510557 w 4756119"/>
              <a:gd name="connsiteY4" fmla="*/ 1013222 h 1542684"/>
              <a:gd name="connsiteX5" fmla="*/ 275988 w 4756119"/>
              <a:gd name="connsiteY5" fmla="*/ 1127108 h 1542684"/>
              <a:gd name="connsiteX0" fmla="*/ 275988 w 4715923"/>
              <a:gd name="connsiteY0" fmla="*/ 1122352 h 1572226"/>
              <a:gd name="connsiteX1" fmla="*/ 1655327 w 4715923"/>
              <a:gd name="connsiteY1" fmla="*/ 30624 h 1572226"/>
              <a:gd name="connsiteX2" fmla="*/ 4715739 w 4715923"/>
              <a:gd name="connsiteY2" fmla="*/ 363152 h 1572226"/>
              <a:gd name="connsiteX3" fmla="*/ 1510557 w 4715923"/>
              <a:gd name="connsiteY3" fmla="*/ 1008466 h 1572226"/>
              <a:gd name="connsiteX4" fmla="*/ 275988 w 4715923"/>
              <a:gd name="connsiteY4" fmla="*/ 1122352 h 1572226"/>
              <a:gd name="connsiteX0" fmla="*/ 25029 w 4476010"/>
              <a:gd name="connsiteY0" fmla="*/ 1892393 h 2022034"/>
              <a:gd name="connsiteX1" fmla="*/ 2236847 w 4476010"/>
              <a:gd name="connsiteY1" fmla="*/ 11492 h 2022034"/>
              <a:gd name="connsiteX2" fmla="*/ 4464780 w 4476010"/>
              <a:gd name="connsiteY2" fmla="*/ 1133193 h 2022034"/>
              <a:gd name="connsiteX3" fmla="*/ 1259598 w 4476010"/>
              <a:gd name="connsiteY3" fmla="*/ 1778507 h 2022034"/>
              <a:gd name="connsiteX4" fmla="*/ 25029 w 4476010"/>
              <a:gd name="connsiteY4" fmla="*/ 1892393 h 2022034"/>
              <a:gd name="connsiteX0" fmla="*/ 19312 w 4468531"/>
              <a:gd name="connsiteY0" fmla="*/ 1893478 h 2350831"/>
              <a:gd name="connsiteX1" fmla="*/ 2231130 w 4468531"/>
              <a:gd name="connsiteY1" fmla="*/ 12577 h 2350831"/>
              <a:gd name="connsiteX2" fmla="*/ 4459063 w 4468531"/>
              <a:gd name="connsiteY2" fmla="*/ 1134278 h 2350831"/>
              <a:gd name="connsiteX3" fmla="*/ 2962196 w 4468531"/>
              <a:gd name="connsiteY3" fmla="*/ 2337807 h 2350831"/>
              <a:gd name="connsiteX4" fmla="*/ 1253881 w 4468531"/>
              <a:gd name="connsiteY4" fmla="*/ 1779592 h 2350831"/>
              <a:gd name="connsiteX5" fmla="*/ 19312 w 4468531"/>
              <a:gd name="connsiteY5" fmla="*/ 1893478 h 2350831"/>
              <a:gd name="connsiteX0" fmla="*/ 114931 w 4564151"/>
              <a:gd name="connsiteY0" fmla="*/ 1893478 h 2606070"/>
              <a:gd name="connsiteX1" fmla="*/ 2326749 w 4564151"/>
              <a:gd name="connsiteY1" fmla="*/ 12577 h 2606070"/>
              <a:gd name="connsiteX2" fmla="*/ 4554682 w 4564151"/>
              <a:gd name="connsiteY2" fmla="*/ 1134278 h 2606070"/>
              <a:gd name="connsiteX3" fmla="*/ 3057815 w 4564151"/>
              <a:gd name="connsiteY3" fmla="*/ 2337807 h 2606070"/>
              <a:gd name="connsiteX4" fmla="*/ 602599 w 4564151"/>
              <a:gd name="connsiteY4" fmla="*/ 2591133 h 2606070"/>
              <a:gd name="connsiteX5" fmla="*/ 114931 w 4564151"/>
              <a:gd name="connsiteY5" fmla="*/ 1893478 h 2606070"/>
              <a:gd name="connsiteX0" fmla="*/ 339436 w 4163621"/>
              <a:gd name="connsiteY0" fmla="*/ 711041 h 2677547"/>
              <a:gd name="connsiteX1" fmla="*/ 1926219 w 4163621"/>
              <a:gd name="connsiteY1" fmla="*/ 9118 h 2677547"/>
              <a:gd name="connsiteX2" fmla="*/ 4154152 w 4163621"/>
              <a:gd name="connsiteY2" fmla="*/ 1130819 h 2677547"/>
              <a:gd name="connsiteX3" fmla="*/ 2657285 w 4163621"/>
              <a:gd name="connsiteY3" fmla="*/ 2334348 h 2677547"/>
              <a:gd name="connsiteX4" fmla="*/ 202069 w 4163621"/>
              <a:gd name="connsiteY4" fmla="*/ 2587674 h 2677547"/>
              <a:gd name="connsiteX5" fmla="*/ 339436 w 4163621"/>
              <a:gd name="connsiteY5" fmla="*/ 711041 h 2677547"/>
              <a:gd name="connsiteX0" fmla="*/ 8699 w 3970251"/>
              <a:gd name="connsiteY0" fmla="*/ 2578556 h 2717756"/>
              <a:gd name="connsiteX1" fmla="*/ 1732849 w 3970251"/>
              <a:gd name="connsiteY1" fmla="*/ 0 h 2717756"/>
              <a:gd name="connsiteX2" fmla="*/ 3960782 w 3970251"/>
              <a:gd name="connsiteY2" fmla="*/ 1121701 h 2717756"/>
              <a:gd name="connsiteX3" fmla="*/ 2463915 w 3970251"/>
              <a:gd name="connsiteY3" fmla="*/ 2325230 h 2717756"/>
              <a:gd name="connsiteX4" fmla="*/ 8699 w 3970251"/>
              <a:gd name="connsiteY4" fmla="*/ 2578556 h 2717756"/>
              <a:gd name="connsiteX0" fmla="*/ 11617 w 3584652"/>
              <a:gd name="connsiteY0" fmla="*/ 1430838 h 2340009"/>
              <a:gd name="connsiteX1" fmla="*/ 1347250 w 3584652"/>
              <a:gd name="connsiteY1" fmla="*/ 2380 h 2340009"/>
              <a:gd name="connsiteX2" fmla="*/ 3575183 w 3584652"/>
              <a:gd name="connsiteY2" fmla="*/ 1124081 h 2340009"/>
              <a:gd name="connsiteX3" fmla="*/ 2078316 w 3584652"/>
              <a:gd name="connsiteY3" fmla="*/ 2327610 h 2340009"/>
              <a:gd name="connsiteX4" fmla="*/ 11617 w 3584652"/>
              <a:gd name="connsiteY4" fmla="*/ 1430838 h 2340009"/>
              <a:gd name="connsiteX0" fmla="*/ 36322 w 3609357"/>
              <a:gd name="connsiteY0" fmla="*/ 1430838 h 2532978"/>
              <a:gd name="connsiteX1" fmla="*/ 1371955 w 3609357"/>
              <a:gd name="connsiteY1" fmla="*/ 2380 h 2532978"/>
              <a:gd name="connsiteX2" fmla="*/ 3599888 w 3609357"/>
              <a:gd name="connsiteY2" fmla="*/ 1124081 h 2532978"/>
              <a:gd name="connsiteX3" fmla="*/ 2103021 w 3609357"/>
              <a:gd name="connsiteY3" fmla="*/ 2327610 h 2532978"/>
              <a:gd name="connsiteX4" fmla="*/ 36322 w 3609357"/>
              <a:gd name="connsiteY4" fmla="*/ 1430838 h 2532978"/>
              <a:gd name="connsiteX0" fmla="*/ 3580 w 3569301"/>
              <a:gd name="connsiteY0" fmla="*/ 1431089 h 2816320"/>
              <a:gd name="connsiteX1" fmla="*/ 1339213 w 3569301"/>
              <a:gd name="connsiteY1" fmla="*/ 2631 h 2816320"/>
              <a:gd name="connsiteX2" fmla="*/ 3567146 w 3569301"/>
              <a:gd name="connsiteY2" fmla="*/ 1124332 h 2816320"/>
              <a:gd name="connsiteX3" fmla="*/ 1722688 w 3569301"/>
              <a:gd name="connsiteY3" fmla="*/ 2808414 h 2816320"/>
              <a:gd name="connsiteX4" fmla="*/ 3580 w 3569301"/>
              <a:gd name="connsiteY4" fmla="*/ 1431089 h 2816320"/>
              <a:gd name="connsiteX0" fmla="*/ 3579 w 3569300"/>
              <a:gd name="connsiteY0" fmla="*/ 1431089 h 2808414"/>
              <a:gd name="connsiteX1" fmla="*/ 1339212 w 3569300"/>
              <a:gd name="connsiteY1" fmla="*/ 2631 h 2808414"/>
              <a:gd name="connsiteX2" fmla="*/ 3567145 w 3569300"/>
              <a:gd name="connsiteY2" fmla="*/ 1124332 h 2808414"/>
              <a:gd name="connsiteX3" fmla="*/ 1722687 w 3569300"/>
              <a:gd name="connsiteY3" fmla="*/ 2808414 h 2808414"/>
              <a:gd name="connsiteX4" fmla="*/ 3579 w 3569300"/>
              <a:gd name="connsiteY4" fmla="*/ 1431089 h 2808414"/>
              <a:gd name="connsiteX0" fmla="*/ 3579 w 3570402"/>
              <a:gd name="connsiteY0" fmla="*/ 1431089 h 2845664"/>
              <a:gd name="connsiteX1" fmla="*/ 1339212 w 3570402"/>
              <a:gd name="connsiteY1" fmla="*/ 2631 h 2845664"/>
              <a:gd name="connsiteX2" fmla="*/ 3567145 w 3570402"/>
              <a:gd name="connsiteY2" fmla="*/ 1124332 h 2845664"/>
              <a:gd name="connsiteX3" fmla="*/ 1722687 w 3570402"/>
              <a:gd name="connsiteY3" fmla="*/ 2808414 h 2845664"/>
              <a:gd name="connsiteX4" fmla="*/ 3579 w 3570402"/>
              <a:gd name="connsiteY4" fmla="*/ 1431089 h 2845664"/>
              <a:gd name="connsiteX0" fmla="*/ 3579 w 3571531"/>
              <a:gd name="connsiteY0" fmla="*/ 1431089 h 2809355"/>
              <a:gd name="connsiteX1" fmla="*/ 1339212 w 3571531"/>
              <a:gd name="connsiteY1" fmla="*/ 2631 h 2809355"/>
              <a:gd name="connsiteX2" fmla="*/ 3567145 w 3571531"/>
              <a:gd name="connsiteY2" fmla="*/ 1124332 h 2809355"/>
              <a:gd name="connsiteX3" fmla="*/ 1722687 w 3571531"/>
              <a:gd name="connsiteY3" fmla="*/ 2808414 h 2809355"/>
              <a:gd name="connsiteX4" fmla="*/ 3579 w 3571531"/>
              <a:gd name="connsiteY4" fmla="*/ 1431089 h 2809355"/>
              <a:gd name="connsiteX0" fmla="*/ 3579 w 3570449"/>
              <a:gd name="connsiteY0" fmla="*/ 1431089 h 2811091"/>
              <a:gd name="connsiteX1" fmla="*/ 1339212 w 3570449"/>
              <a:gd name="connsiteY1" fmla="*/ 2631 h 2811091"/>
              <a:gd name="connsiteX2" fmla="*/ 3567145 w 3570449"/>
              <a:gd name="connsiteY2" fmla="*/ 1124332 h 2811091"/>
              <a:gd name="connsiteX3" fmla="*/ 1722687 w 3570449"/>
              <a:gd name="connsiteY3" fmla="*/ 2808414 h 2811091"/>
              <a:gd name="connsiteX4" fmla="*/ 3579 w 3570449"/>
              <a:gd name="connsiteY4" fmla="*/ 1431089 h 2811091"/>
              <a:gd name="connsiteX0" fmla="*/ 9477 w 3576347"/>
              <a:gd name="connsiteY0" fmla="*/ 1454488 h 2834490"/>
              <a:gd name="connsiteX1" fmla="*/ 1345110 w 3576347"/>
              <a:gd name="connsiteY1" fmla="*/ 26030 h 2834490"/>
              <a:gd name="connsiteX2" fmla="*/ 3573043 w 3576347"/>
              <a:gd name="connsiteY2" fmla="*/ 1147731 h 2834490"/>
              <a:gd name="connsiteX3" fmla="*/ 1728585 w 3576347"/>
              <a:gd name="connsiteY3" fmla="*/ 2831813 h 2834490"/>
              <a:gd name="connsiteX4" fmla="*/ 9477 w 3576347"/>
              <a:gd name="connsiteY4" fmla="*/ 1454488 h 2834490"/>
              <a:gd name="connsiteX0" fmla="*/ 11200 w 3578070"/>
              <a:gd name="connsiteY0" fmla="*/ 1454488 h 2834490"/>
              <a:gd name="connsiteX1" fmla="*/ 1346833 w 3578070"/>
              <a:gd name="connsiteY1" fmla="*/ 26030 h 2834490"/>
              <a:gd name="connsiteX2" fmla="*/ 3574766 w 3578070"/>
              <a:gd name="connsiteY2" fmla="*/ 1147731 h 2834490"/>
              <a:gd name="connsiteX3" fmla="*/ 1730308 w 3578070"/>
              <a:gd name="connsiteY3" fmla="*/ 2831813 h 2834490"/>
              <a:gd name="connsiteX4" fmla="*/ 11200 w 3578070"/>
              <a:gd name="connsiteY4" fmla="*/ 1454488 h 2834490"/>
              <a:gd name="connsiteX0" fmla="*/ 5238 w 3394494"/>
              <a:gd name="connsiteY0" fmla="*/ 1561249 h 2815719"/>
              <a:gd name="connsiteX1" fmla="*/ 1164359 w 3394494"/>
              <a:gd name="connsiteY1" fmla="*/ 5027 h 2815719"/>
              <a:gd name="connsiteX2" fmla="*/ 3392292 w 3394494"/>
              <a:gd name="connsiteY2" fmla="*/ 1126728 h 2815719"/>
              <a:gd name="connsiteX3" fmla="*/ 1547834 w 3394494"/>
              <a:gd name="connsiteY3" fmla="*/ 2810810 h 2815719"/>
              <a:gd name="connsiteX4" fmla="*/ 5238 w 3394494"/>
              <a:gd name="connsiteY4" fmla="*/ 1561249 h 2815719"/>
              <a:gd name="connsiteX0" fmla="*/ 1714 w 3390970"/>
              <a:gd name="connsiteY0" fmla="*/ 1561249 h 2816846"/>
              <a:gd name="connsiteX1" fmla="*/ 1160835 w 3390970"/>
              <a:gd name="connsiteY1" fmla="*/ 5027 h 2816846"/>
              <a:gd name="connsiteX2" fmla="*/ 3388768 w 3390970"/>
              <a:gd name="connsiteY2" fmla="*/ 1126728 h 2816846"/>
              <a:gd name="connsiteX3" fmla="*/ 1544310 w 3390970"/>
              <a:gd name="connsiteY3" fmla="*/ 2810810 h 2816846"/>
              <a:gd name="connsiteX4" fmla="*/ 1714 w 3390970"/>
              <a:gd name="connsiteY4" fmla="*/ 1561249 h 2816846"/>
              <a:gd name="connsiteX0" fmla="*/ 1714 w 3392183"/>
              <a:gd name="connsiteY0" fmla="*/ 1561249 h 2822298"/>
              <a:gd name="connsiteX1" fmla="*/ 1160835 w 3392183"/>
              <a:gd name="connsiteY1" fmla="*/ 5027 h 2822298"/>
              <a:gd name="connsiteX2" fmla="*/ 3388768 w 3392183"/>
              <a:gd name="connsiteY2" fmla="*/ 1126728 h 2822298"/>
              <a:gd name="connsiteX3" fmla="*/ 1544310 w 3392183"/>
              <a:gd name="connsiteY3" fmla="*/ 2810810 h 2822298"/>
              <a:gd name="connsiteX4" fmla="*/ 1714 w 3392183"/>
              <a:gd name="connsiteY4" fmla="*/ 1561249 h 28222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92183" h="2822298">
                <a:moveTo>
                  <a:pt x="1714" y="1561249"/>
                </a:moveTo>
                <a:cubicBezTo>
                  <a:pt x="-37269" y="828037"/>
                  <a:pt x="596326" y="77447"/>
                  <a:pt x="1160835" y="5027"/>
                </a:cubicBezTo>
                <a:cubicBezTo>
                  <a:pt x="1725344" y="-67393"/>
                  <a:pt x="3324856" y="659098"/>
                  <a:pt x="3388768" y="1126728"/>
                </a:cubicBezTo>
                <a:cubicBezTo>
                  <a:pt x="3452680" y="1594358"/>
                  <a:pt x="2611566" y="2706535"/>
                  <a:pt x="1544310" y="2810810"/>
                </a:cubicBezTo>
                <a:cubicBezTo>
                  <a:pt x="477054" y="2915085"/>
                  <a:pt x="40697" y="2294461"/>
                  <a:pt x="1714" y="1561249"/>
                </a:cubicBezTo>
                <a:close/>
              </a:path>
            </a:pathLst>
          </a:custGeom>
          <a:noFill/>
          <a:ln w="76200">
            <a:solidFill>
              <a:srgbClr val="F07F3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BC239B9-97EB-8147-A4B5-809E65FFBE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52861"/>
            <a:ext cx="9144000" cy="1767223"/>
          </a:xfrm>
        </p:spPr>
        <p:txBody>
          <a:bodyPr anchor="b">
            <a:normAutofit/>
          </a:bodyPr>
          <a:lstStyle>
            <a:lvl1pPr algn="ctr">
              <a:defRPr sz="4800" cap="all" spc="600" baseline="0">
                <a:solidFill>
                  <a:srgbClr val="647A84"/>
                </a:solidFill>
                <a:latin typeface="TheSans Plain" pitchFamily="2" charset="0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607B9D97-45D6-2E45-6F24-F1A04C2406B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81150" y="2465388"/>
            <a:ext cx="9086850" cy="3890962"/>
          </a:xfrm>
        </p:spPr>
        <p:txBody>
          <a:bodyPr/>
          <a:lstStyle>
            <a:lvl1pPr marL="0" indent="0" algn="ctr">
              <a:buNone/>
              <a:defRPr>
                <a:solidFill>
                  <a:srgbClr val="647A84"/>
                </a:solidFill>
                <a:latin typeface="TheSans Plain" pitchFamily="2" charset="0"/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C52D0D56-C509-3DFF-19F7-E0666DDDFD91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Lukas Peter Sumann, Maximilian Wolf Leopold Lindner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698C62A5-C458-9AF0-7E22-D578BCD73D1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99721" y="6093676"/>
            <a:ext cx="431554" cy="558481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0B6EFBF2-1106-553F-47A3-7781EA1B392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858375" y="216695"/>
            <a:ext cx="2078627" cy="466874"/>
          </a:xfrm>
          <a:prstGeom prst="rect">
            <a:avLst/>
          </a:prstGeom>
        </p:spPr>
      </p:pic>
      <p:pic>
        <p:nvPicPr>
          <p:cNvPr id="19" name="Grafik 18">
            <a:extLst>
              <a:ext uri="{FF2B5EF4-FFF2-40B4-BE49-F238E27FC236}">
                <a16:creationId xmlns:a16="http://schemas.microsoft.com/office/drawing/2014/main" id="{F570B224-0750-461E-270C-21E5C47D1287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425451" y="6038569"/>
            <a:ext cx="485673" cy="628517"/>
          </a:xfrm>
          <a:prstGeom prst="rect">
            <a:avLst/>
          </a:prstGeom>
        </p:spPr>
      </p:pic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56025BD0-DFC7-9370-5F39-C4EE04AB27D2}"/>
              </a:ext>
            </a:extLst>
          </p:cNvPr>
          <p:cNvGrpSpPr/>
          <p:nvPr userDrawn="1"/>
        </p:nvGrpSpPr>
        <p:grpSpPr>
          <a:xfrm>
            <a:off x="8372798" y="5651780"/>
            <a:ext cx="5498261" cy="2530969"/>
            <a:chOff x="8372798" y="5651780"/>
            <a:chExt cx="5498261" cy="2530969"/>
          </a:xfrm>
        </p:grpSpPr>
        <p:grpSp>
          <p:nvGrpSpPr>
            <p:cNvPr id="11" name="Gruppieren 10">
              <a:extLst>
                <a:ext uri="{FF2B5EF4-FFF2-40B4-BE49-F238E27FC236}">
                  <a16:creationId xmlns:a16="http://schemas.microsoft.com/office/drawing/2014/main" id="{2CD07D8F-CB3A-3B22-C5A4-BABDAD157337}"/>
                </a:ext>
              </a:extLst>
            </p:cNvPr>
            <p:cNvGrpSpPr/>
            <p:nvPr userDrawn="1"/>
          </p:nvGrpSpPr>
          <p:grpSpPr>
            <a:xfrm>
              <a:off x="8372798" y="5651780"/>
              <a:ext cx="5498261" cy="2530969"/>
              <a:chOff x="6265416" y="5268016"/>
              <a:chExt cx="7318186" cy="3368719"/>
            </a:xfrm>
          </p:grpSpPr>
          <p:sp>
            <p:nvSpPr>
              <p:cNvPr id="15" name="Freihandform 14">
                <a:extLst>
                  <a:ext uri="{FF2B5EF4-FFF2-40B4-BE49-F238E27FC236}">
                    <a16:creationId xmlns:a16="http://schemas.microsoft.com/office/drawing/2014/main" id="{59190A98-71F0-E3EA-E28A-A615FF51D475}"/>
                  </a:ext>
                </a:extLst>
              </p:cNvPr>
              <p:cNvSpPr/>
              <p:nvPr/>
            </p:nvSpPr>
            <p:spPr>
              <a:xfrm rot="19708695">
                <a:off x="6265416" y="5268016"/>
                <a:ext cx="6636396" cy="3214341"/>
              </a:xfrm>
              <a:custGeom>
                <a:avLst/>
                <a:gdLst>
                  <a:gd name="connsiteX0" fmla="*/ 346842 w 3373821"/>
                  <a:gd name="connsiteY0" fmla="*/ 283779 h 2963917"/>
                  <a:gd name="connsiteX1" fmla="*/ 3016469 w 3373821"/>
                  <a:gd name="connsiteY1" fmla="*/ 0 h 2963917"/>
                  <a:gd name="connsiteX2" fmla="*/ 3373821 w 3373821"/>
                  <a:gd name="connsiteY2" fmla="*/ 1502979 h 2963917"/>
                  <a:gd name="connsiteX3" fmla="*/ 1902373 w 3373821"/>
                  <a:gd name="connsiteY3" fmla="*/ 2963917 h 2963917"/>
                  <a:gd name="connsiteX4" fmla="*/ 0 w 3373821"/>
                  <a:gd name="connsiteY4" fmla="*/ 2165131 h 2963917"/>
                  <a:gd name="connsiteX5" fmla="*/ 346842 w 3373821"/>
                  <a:gd name="connsiteY5" fmla="*/ 283779 h 2963917"/>
                  <a:gd name="connsiteX0" fmla="*/ 777766 w 3373821"/>
                  <a:gd name="connsiteY0" fmla="*/ 536028 h 2963917"/>
                  <a:gd name="connsiteX1" fmla="*/ 3016469 w 3373821"/>
                  <a:gd name="connsiteY1" fmla="*/ 0 h 2963917"/>
                  <a:gd name="connsiteX2" fmla="*/ 3373821 w 3373821"/>
                  <a:gd name="connsiteY2" fmla="*/ 1502979 h 2963917"/>
                  <a:gd name="connsiteX3" fmla="*/ 1902373 w 3373821"/>
                  <a:gd name="connsiteY3" fmla="*/ 2963917 h 2963917"/>
                  <a:gd name="connsiteX4" fmla="*/ 0 w 3373821"/>
                  <a:gd name="connsiteY4" fmla="*/ 2165131 h 2963917"/>
                  <a:gd name="connsiteX5" fmla="*/ 777766 w 3373821"/>
                  <a:gd name="connsiteY5" fmla="*/ 536028 h 2963917"/>
                  <a:gd name="connsiteX0" fmla="*/ 777766 w 3373821"/>
                  <a:gd name="connsiteY0" fmla="*/ 536028 h 2963917"/>
                  <a:gd name="connsiteX1" fmla="*/ 3016469 w 3373821"/>
                  <a:gd name="connsiteY1" fmla="*/ 0 h 2963917"/>
                  <a:gd name="connsiteX2" fmla="*/ 3373821 w 3373821"/>
                  <a:gd name="connsiteY2" fmla="*/ 1502979 h 2963917"/>
                  <a:gd name="connsiteX3" fmla="*/ 1902373 w 3373821"/>
                  <a:gd name="connsiteY3" fmla="*/ 2963917 h 2963917"/>
                  <a:gd name="connsiteX4" fmla="*/ 0 w 3373821"/>
                  <a:gd name="connsiteY4" fmla="*/ 2165131 h 2963917"/>
                  <a:gd name="connsiteX5" fmla="*/ 777766 w 3373821"/>
                  <a:gd name="connsiteY5" fmla="*/ 536028 h 2963917"/>
                  <a:gd name="connsiteX0" fmla="*/ 777766 w 3373821"/>
                  <a:gd name="connsiteY0" fmla="*/ 536028 h 2963917"/>
                  <a:gd name="connsiteX1" fmla="*/ 3016469 w 3373821"/>
                  <a:gd name="connsiteY1" fmla="*/ 0 h 2963917"/>
                  <a:gd name="connsiteX2" fmla="*/ 3373821 w 3373821"/>
                  <a:gd name="connsiteY2" fmla="*/ 1502979 h 2963917"/>
                  <a:gd name="connsiteX3" fmla="*/ 1902373 w 3373821"/>
                  <a:gd name="connsiteY3" fmla="*/ 2963917 h 2963917"/>
                  <a:gd name="connsiteX4" fmla="*/ 0 w 3373821"/>
                  <a:gd name="connsiteY4" fmla="*/ 2165131 h 2963917"/>
                  <a:gd name="connsiteX5" fmla="*/ 777766 w 3373821"/>
                  <a:gd name="connsiteY5" fmla="*/ 536028 h 2963917"/>
                  <a:gd name="connsiteX0" fmla="*/ 777766 w 3373821"/>
                  <a:gd name="connsiteY0" fmla="*/ 882870 h 3310759"/>
                  <a:gd name="connsiteX1" fmla="*/ 3090042 w 3373821"/>
                  <a:gd name="connsiteY1" fmla="*/ 0 h 3310759"/>
                  <a:gd name="connsiteX2" fmla="*/ 3373821 w 3373821"/>
                  <a:gd name="connsiteY2" fmla="*/ 1849821 h 3310759"/>
                  <a:gd name="connsiteX3" fmla="*/ 1902373 w 3373821"/>
                  <a:gd name="connsiteY3" fmla="*/ 3310759 h 3310759"/>
                  <a:gd name="connsiteX4" fmla="*/ 0 w 3373821"/>
                  <a:gd name="connsiteY4" fmla="*/ 2511973 h 3310759"/>
                  <a:gd name="connsiteX5" fmla="*/ 777766 w 3373821"/>
                  <a:gd name="connsiteY5" fmla="*/ 882870 h 3310759"/>
                  <a:gd name="connsiteX0" fmla="*/ 777766 w 3373821"/>
                  <a:gd name="connsiteY0" fmla="*/ 1065668 h 3493557"/>
                  <a:gd name="connsiteX1" fmla="*/ 3090042 w 3373821"/>
                  <a:gd name="connsiteY1" fmla="*/ 182798 h 3493557"/>
                  <a:gd name="connsiteX2" fmla="*/ 3373821 w 3373821"/>
                  <a:gd name="connsiteY2" fmla="*/ 2032619 h 3493557"/>
                  <a:gd name="connsiteX3" fmla="*/ 1902373 w 3373821"/>
                  <a:gd name="connsiteY3" fmla="*/ 3493557 h 3493557"/>
                  <a:gd name="connsiteX4" fmla="*/ 0 w 3373821"/>
                  <a:gd name="connsiteY4" fmla="*/ 2694771 h 3493557"/>
                  <a:gd name="connsiteX5" fmla="*/ 777766 w 3373821"/>
                  <a:gd name="connsiteY5" fmla="*/ 1065668 h 3493557"/>
                  <a:gd name="connsiteX0" fmla="*/ 777766 w 3373821"/>
                  <a:gd name="connsiteY0" fmla="*/ 1065668 h 3493557"/>
                  <a:gd name="connsiteX1" fmla="*/ 3090042 w 3373821"/>
                  <a:gd name="connsiteY1" fmla="*/ 182798 h 3493557"/>
                  <a:gd name="connsiteX2" fmla="*/ 3373821 w 3373821"/>
                  <a:gd name="connsiteY2" fmla="*/ 2032619 h 3493557"/>
                  <a:gd name="connsiteX3" fmla="*/ 1902373 w 3373821"/>
                  <a:gd name="connsiteY3" fmla="*/ 3493557 h 3493557"/>
                  <a:gd name="connsiteX4" fmla="*/ 0 w 3373821"/>
                  <a:gd name="connsiteY4" fmla="*/ 2694771 h 3493557"/>
                  <a:gd name="connsiteX5" fmla="*/ 777766 w 3373821"/>
                  <a:gd name="connsiteY5" fmla="*/ 1065668 h 3493557"/>
                  <a:gd name="connsiteX0" fmla="*/ 777766 w 3373821"/>
                  <a:gd name="connsiteY0" fmla="*/ 1035451 h 3463340"/>
                  <a:gd name="connsiteX1" fmla="*/ 3090042 w 3373821"/>
                  <a:gd name="connsiteY1" fmla="*/ 152581 h 3463340"/>
                  <a:gd name="connsiteX2" fmla="*/ 3373821 w 3373821"/>
                  <a:gd name="connsiteY2" fmla="*/ 2002402 h 3463340"/>
                  <a:gd name="connsiteX3" fmla="*/ 1902373 w 3373821"/>
                  <a:gd name="connsiteY3" fmla="*/ 3463340 h 3463340"/>
                  <a:gd name="connsiteX4" fmla="*/ 0 w 3373821"/>
                  <a:gd name="connsiteY4" fmla="*/ 2664554 h 3463340"/>
                  <a:gd name="connsiteX5" fmla="*/ 777766 w 3373821"/>
                  <a:gd name="connsiteY5" fmla="*/ 1035451 h 3463340"/>
                  <a:gd name="connsiteX0" fmla="*/ 777766 w 3468415"/>
                  <a:gd name="connsiteY0" fmla="*/ 1035451 h 3463340"/>
                  <a:gd name="connsiteX1" fmla="*/ 3090042 w 3468415"/>
                  <a:gd name="connsiteY1" fmla="*/ 152581 h 3463340"/>
                  <a:gd name="connsiteX2" fmla="*/ 3468415 w 3468415"/>
                  <a:gd name="connsiteY2" fmla="*/ 2202098 h 3463340"/>
                  <a:gd name="connsiteX3" fmla="*/ 1902373 w 3468415"/>
                  <a:gd name="connsiteY3" fmla="*/ 3463340 h 3463340"/>
                  <a:gd name="connsiteX4" fmla="*/ 0 w 3468415"/>
                  <a:gd name="connsiteY4" fmla="*/ 2664554 h 3463340"/>
                  <a:gd name="connsiteX5" fmla="*/ 777766 w 3468415"/>
                  <a:gd name="connsiteY5" fmla="*/ 1035451 h 3463340"/>
                  <a:gd name="connsiteX0" fmla="*/ 777766 w 3520921"/>
                  <a:gd name="connsiteY0" fmla="*/ 1035451 h 3463340"/>
                  <a:gd name="connsiteX1" fmla="*/ 3090042 w 3520921"/>
                  <a:gd name="connsiteY1" fmla="*/ 152581 h 3463340"/>
                  <a:gd name="connsiteX2" fmla="*/ 3468415 w 3520921"/>
                  <a:gd name="connsiteY2" fmla="*/ 2202098 h 3463340"/>
                  <a:gd name="connsiteX3" fmla="*/ 1902373 w 3520921"/>
                  <a:gd name="connsiteY3" fmla="*/ 3463340 h 3463340"/>
                  <a:gd name="connsiteX4" fmla="*/ 0 w 3520921"/>
                  <a:gd name="connsiteY4" fmla="*/ 2664554 h 3463340"/>
                  <a:gd name="connsiteX5" fmla="*/ 777766 w 3520921"/>
                  <a:gd name="connsiteY5" fmla="*/ 1035451 h 3463340"/>
                  <a:gd name="connsiteX0" fmla="*/ 777766 w 3520921"/>
                  <a:gd name="connsiteY0" fmla="*/ 1035451 h 3463340"/>
                  <a:gd name="connsiteX1" fmla="*/ 3090042 w 3520921"/>
                  <a:gd name="connsiteY1" fmla="*/ 152581 h 3463340"/>
                  <a:gd name="connsiteX2" fmla="*/ 3468415 w 3520921"/>
                  <a:gd name="connsiteY2" fmla="*/ 2202098 h 3463340"/>
                  <a:gd name="connsiteX3" fmla="*/ 1902373 w 3520921"/>
                  <a:gd name="connsiteY3" fmla="*/ 3463340 h 3463340"/>
                  <a:gd name="connsiteX4" fmla="*/ 0 w 3520921"/>
                  <a:gd name="connsiteY4" fmla="*/ 2664554 h 3463340"/>
                  <a:gd name="connsiteX5" fmla="*/ 777766 w 3520921"/>
                  <a:gd name="connsiteY5" fmla="*/ 1035451 h 3463340"/>
                  <a:gd name="connsiteX0" fmla="*/ 777766 w 3520921"/>
                  <a:gd name="connsiteY0" fmla="*/ 1035451 h 3465338"/>
                  <a:gd name="connsiteX1" fmla="*/ 3090042 w 3520921"/>
                  <a:gd name="connsiteY1" fmla="*/ 152581 h 3465338"/>
                  <a:gd name="connsiteX2" fmla="*/ 3468415 w 3520921"/>
                  <a:gd name="connsiteY2" fmla="*/ 2202098 h 3465338"/>
                  <a:gd name="connsiteX3" fmla="*/ 1902373 w 3520921"/>
                  <a:gd name="connsiteY3" fmla="*/ 3463340 h 3465338"/>
                  <a:gd name="connsiteX4" fmla="*/ 0 w 3520921"/>
                  <a:gd name="connsiteY4" fmla="*/ 2664554 h 3465338"/>
                  <a:gd name="connsiteX5" fmla="*/ 777766 w 3520921"/>
                  <a:gd name="connsiteY5" fmla="*/ 1035451 h 3465338"/>
                  <a:gd name="connsiteX0" fmla="*/ 777766 w 3520921"/>
                  <a:gd name="connsiteY0" fmla="*/ 1035451 h 3465338"/>
                  <a:gd name="connsiteX1" fmla="*/ 3090042 w 3520921"/>
                  <a:gd name="connsiteY1" fmla="*/ 152581 h 3465338"/>
                  <a:gd name="connsiteX2" fmla="*/ 3468415 w 3520921"/>
                  <a:gd name="connsiteY2" fmla="*/ 2202098 h 3465338"/>
                  <a:gd name="connsiteX3" fmla="*/ 1902373 w 3520921"/>
                  <a:gd name="connsiteY3" fmla="*/ 3463340 h 3465338"/>
                  <a:gd name="connsiteX4" fmla="*/ 0 w 3520921"/>
                  <a:gd name="connsiteY4" fmla="*/ 2664554 h 3465338"/>
                  <a:gd name="connsiteX5" fmla="*/ 777766 w 3520921"/>
                  <a:gd name="connsiteY5" fmla="*/ 1035451 h 3465338"/>
                  <a:gd name="connsiteX0" fmla="*/ 777766 w 3520921"/>
                  <a:gd name="connsiteY0" fmla="*/ 1035451 h 3463748"/>
                  <a:gd name="connsiteX1" fmla="*/ 3090042 w 3520921"/>
                  <a:gd name="connsiteY1" fmla="*/ 152581 h 3463748"/>
                  <a:gd name="connsiteX2" fmla="*/ 3468415 w 3520921"/>
                  <a:gd name="connsiteY2" fmla="*/ 2202098 h 3463748"/>
                  <a:gd name="connsiteX3" fmla="*/ 1902373 w 3520921"/>
                  <a:gd name="connsiteY3" fmla="*/ 3463340 h 3463748"/>
                  <a:gd name="connsiteX4" fmla="*/ 0 w 3520921"/>
                  <a:gd name="connsiteY4" fmla="*/ 2664554 h 3463748"/>
                  <a:gd name="connsiteX5" fmla="*/ 777766 w 3520921"/>
                  <a:gd name="connsiteY5" fmla="*/ 1035451 h 3463748"/>
                  <a:gd name="connsiteX0" fmla="*/ 815379 w 3558534"/>
                  <a:gd name="connsiteY0" fmla="*/ 1035451 h 3463748"/>
                  <a:gd name="connsiteX1" fmla="*/ 3127655 w 3558534"/>
                  <a:gd name="connsiteY1" fmla="*/ 152581 h 3463748"/>
                  <a:gd name="connsiteX2" fmla="*/ 3506028 w 3558534"/>
                  <a:gd name="connsiteY2" fmla="*/ 2202098 h 3463748"/>
                  <a:gd name="connsiteX3" fmla="*/ 1939986 w 3558534"/>
                  <a:gd name="connsiteY3" fmla="*/ 3463340 h 3463748"/>
                  <a:gd name="connsiteX4" fmla="*/ 37613 w 3558534"/>
                  <a:gd name="connsiteY4" fmla="*/ 2664554 h 3463748"/>
                  <a:gd name="connsiteX5" fmla="*/ 815379 w 3558534"/>
                  <a:gd name="connsiteY5" fmla="*/ 1035451 h 3463748"/>
                  <a:gd name="connsiteX0" fmla="*/ 815379 w 3558534"/>
                  <a:gd name="connsiteY0" fmla="*/ 1035451 h 3464371"/>
                  <a:gd name="connsiteX1" fmla="*/ 3127655 w 3558534"/>
                  <a:gd name="connsiteY1" fmla="*/ 152581 h 3464371"/>
                  <a:gd name="connsiteX2" fmla="*/ 3506028 w 3558534"/>
                  <a:gd name="connsiteY2" fmla="*/ 2202098 h 3464371"/>
                  <a:gd name="connsiteX3" fmla="*/ 1939986 w 3558534"/>
                  <a:gd name="connsiteY3" fmla="*/ 3463340 h 3464371"/>
                  <a:gd name="connsiteX4" fmla="*/ 37613 w 3558534"/>
                  <a:gd name="connsiteY4" fmla="*/ 2664554 h 3464371"/>
                  <a:gd name="connsiteX5" fmla="*/ 815379 w 3558534"/>
                  <a:gd name="connsiteY5" fmla="*/ 1035451 h 3464371"/>
                  <a:gd name="connsiteX0" fmla="*/ 815379 w 3150376"/>
                  <a:gd name="connsiteY0" fmla="*/ 1035451 h 3464371"/>
                  <a:gd name="connsiteX1" fmla="*/ 3127655 w 3150376"/>
                  <a:gd name="connsiteY1" fmla="*/ 152581 h 3464371"/>
                  <a:gd name="connsiteX2" fmla="*/ 1961008 w 3150376"/>
                  <a:gd name="connsiteY2" fmla="*/ 1655560 h 3464371"/>
                  <a:gd name="connsiteX3" fmla="*/ 1939986 w 3150376"/>
                  <a:gd name="connsiteY3" fmla="*/ 3463340 h 3464371"/>
                  <a:gd name="connsiteX4" fmla="*/ 37613 w 3150376"/>
                  <a:gd name="connsiteY4" fmla="*/ 2664554 h 3464371"/>
                  <a:gd name="connsiteX5" fmla="*/ 815379 w 3150376"/>
                  <a:gd name="connsiteY5" fmla="*/ 1035451 h 3464371"/>
                  <a:gd name="connsiteX0" fmla="*/ 815379 w 3162532"/>
                  <a:gd name="connsiteY0" fmla="*/ 1035451 h 3464371"/>
                  <a:gd name="connsiteX1" fmla="*/ 3127655 w 3162532"/>
                  <a:gd name="connsiteY1" fmla="*/ 152581 h 3464371"/>
                  <a:gd name="connsiteX2" fmla="*/ 2423463 w 3162532"/>
                  <a:gd name="connsiteY2" fmla="*/ 1645049 h 3464371"/>
                  <a:gd name="connsiteX3" fmla="*/ 1939986 w 3162532"/>
                  <a:gd name="connsiteY3" fmla="*/ 3463340 h 3464371"/>
                  <a:gd name="connsiteX4" fmla="*/ 37613 w 3162532"/>
                  <a:gd name="connsiteY4" fmla="*/ 2664554 h 3464371"/>
                  <a:gd name="connsiteX5" fmla="*/ 815379 w 3162532"/>
                  <a:gd name="connsiteY5" fmla="*/ 1035451 h 3464371"/>
                  <a:gd name="connsiteX0" fmla="*/ 815379 w 3171514"/>
                  <a:gd name="connsiteY0" fmla="*/ 1035451 h 3464371"/>
                  <a:gd name="connsiteX1" fmla="*/ 3127655 w 3171514"/>
                  <a:gd name="connsiteY1" fmla="*/ 152581 h 3464371"/>
                  <a:gd name="connsiteX2" fmla="*/ 2423463 w 3171514"/>
                  <a:gd name="connsiteY2" fmla="*/ 1645049 h 3464371"/>
                  <a:gd name="connsiteX3" fmla="*/ 1939986 w 3171514"/>
                  <a:gd name="connsiteY3" fmla="*/ 3463340 h 3464371"/>
                  <a:gd name="connsiteX4" fmla="*/ 37613 w 3171514"/>
                  <a:gd name="connsiteY4" fmla="*/ 2664554 h 3464371"/>
                  <a:gd name="connsiteX5" fmla="*/ 815379 w 3171514"/>
                  <a:gd name="connsiteY5" fmla="*/ 1035451 h 3464371"/>
                  <a:gd name="connsiteX0" fmla="*/ 815379 w 3171514"/>
                  <a:gd name="connsiteY0" fmla="*/ 1035451 h 3464371"/>
                  <a:gd name="connsiteX1" fmla="*/ 3127655 w 3171514"/>
                  <a:gd name="connsiteY1" fmla="*/ 152581 h 3464371"/>
                  <a:gd name="connsiteX2" fmla="*/ 2423463 w 3171514"/>
                  <a:gd name="connsiteY2" fmla="*/ 1645049 h 3464371"/>
                  <a:gd name="connsiteX3" fmla="*/ 1939986 w 3171514"/>
                  <a:gd name="connsiteY3" fmla="*/ 3463340 h 3464371"/>
                  <a:gd name="connsiteX4" fmla="*/ 37613 w 3171514"/>
                  <a:gd name="connsiteY4" fmla="*/ 2664554 h 3464371"/>
                  <a:gd name="connsiteX5" fmla="*/ 815379 w 3171514"/>
                  <a:gd name="connsiteY5" fmla="*/ 1035451 h 3464371"/>
                  <a:gd name="connsiteX0" fmla="*/ 815379 w 3171514"/>
                  <a:gd name="connsiteY0" fmla="*/ 1035451 h 3474836"/>
                  <a:gd name="connsiteX1" fmla="*/ 3127655 w 3171514"/>
                  <a:gd name="connsiteY1" fmla="*/ 152581 h 3474836"/>
                  <a:gd name="connsiteX2" fmla="*/ 2423463 w 3171514"/>
                  <a:gd name="connsiteY2" fmla="*/ 1645049 h 3474836"/>
                  <a:gd name="connsiteX3" fmla="*/ 2307848 w 3171514"/>
                  <a:gd name="connsiteY3" fmla="*/ 3473850 h 3474836"/>
                  <a:gd name="connsiteX4" fmla="*/ 37613 w 3171514"/>
                  <a:gd name="connsiteY4" fmla="*/ 2664554 h 3474836"/>
                  <a:gd name="connsiteX5" fmla="*/ 815379 w 3171514"/>
                  <a:gd name="connsiteY5" fmla="*/ 1035451 h 3474836"/>
                  <a:gd name="connsiteX0" fmla="*/ 815379 w 3171514"/>
                  <a:gd name="connsiteY0" fmla="*/ 1035451 h 3474836"/>
                  <a:gd name="connsiteX1" fmla="*/ 3127655 w 3171514"/>
                  <a:gd name="connsiteY1" fmla="*/ 152581 h 3474836"/>
                  <a:gd name="connsiteX2" fmla="*/ 2423463 w 3171514"/>
                  <a:gd name="connsiteY2" fmla="*/ 1645049 h 3474836"/>
                  <a:gd name="connsiteX3" fmla="*/ 2307848 w 3171514"/>
                  <a:gd name="connsiteY3" fmla="*/ 3473850 h 3474836"/>
                  <a:gd name="connsiteX4" fmla="*/ 37613 w 3171514"/>
                  <a:gd name="connsiteY4" fmla="*/ 2664554 h 3474836"/>
                  <a:gd name="connsiteX5" fmla="*/ 815379 w 3171514"/>
                  <a:gd name="connsiteY5" fmla="*/ 1035451 h 3474836"/>
                  <a:gd name="connsiteX0" fmla="*/ 815379 w 3171514"/>
                  <a:gd name="connsiteY0" fmla="*/ 1035451 h 3606310"/>
                  <a:gd name="connsiteX1" fmla="*/ 3127655 w 3171514"/>
                  <a:gd name="connsiteY1" fmla="*/ 152581 h 3606310"/>
                  <a:gd name="connsiteX2" fmla="*/ 2423463 w 3171514"/>
                  <a:gd name="connsiteY2" fmla="*/ 1645049 h 3606310"/>
                  <a:gd name="connsiteX3" fmla="*/ 2307848 w 3171514"/>
                  <a:gd name="connsiteY3" fmla="*/ 3473850 h 3606310"/>
                  <a:gd name="connsiteX4" fmla="*/ 37613 w 3171514"/>
                  <a:gd name="connsiteY4" fmla="*/ 2664554 h 3606310"/>
                  <a:gd name="connsiteX5" fmla="*/ 815379 w 3171514"/>
                  <a:gd name="connsiteY5" fmla="*/ 1035451 h 3606310"/>
                  <a:gd name="connsiteX0" fmla="*/ 815379 w 3173427"/>
                  <a:gd name="connsiteY0" fmla="*/ 1035451 h 3606310"/>
                  <a:gd name="connsiteX1" fmla="*/ 3127655 w 3173427"/>
                  <a:gd name="connsiteY1" fmla="*/ 152581 h 3606310"/>
                  <a:gd name="connsiteX2" fmla="*/ 2423463 w 3173427"/>
                  <a:gd name="connsiteY2" fmla="*/ 1645049 h 3606310"/>
                  <a:gd name="connsiteX3" fmla="*/ 2307848 w 3173427"/>
                  <a:gd name="connsiteY3" fmla="*/ 3473850 h 3606310"/>
                  <a:gd name="connsiteX4" fmla="*/ 37613 w 3173427"/>
                  <a:gd name="connsiteY4" fmla="*/ 2664554 h 3606310"/>
                  <a:gd name="connsiteX5" fmla="*/ 815379 w 3173427"/>
                  <a:gd name="connsiteY5" fmla="*/ 1035451 h 3606310"/>
                  <a:gd name="connsiteX0" fmla="*/ 815379 w 3173427"/>
                  <a:gd name="connsiteY0" fmla="*/ 1035451 h 3606310"/>
                  <a:gd name="connsiteX1" fmla="*/ 3127655 w 3173427"/>
                  <a:gd name="connsiteY1" fmla="*/ 152581 h 3606310"/>
                  <a:gd name="connsiteX2" fmla="*/ 2423463 w 3173427"/>
                  <a:gd name="connsiteY2" fmla="*/ 1645049 h 3606310"/>
                  <a:gd name="connsiteX3" fmla="*/ 2307848 w 3173427"/>
                  <a:gd name="connsiteY3" fmla="*/ 3473850 h 3606310"/>
                  <a:gd name="connsiteX4" fmla="*/ 37613 w 3173427"/>
                  <a:gd name="connsiteY4" fmla="*/ 2664554 h 3606310"/>
                  <a:gd name="connsiteX5" fmla="*/ 815379 w 3173427"/>
                  <a:gd name="connsiteY5" fmla="*/ 1035451 h 3606310"/>
                  <a:gd name="connsiteX0" fmla="*/ 815379 w 3159224"/>
                  <a:gd name="connsiteY0" fmla="*/ 1035451 h 3606310"/>
                  <a:gd name="connsiteX1" fmla="*/ 3127655 w 3159224"/>
                  <a:gd name="connsiteY1" fmla="*/ 152581 h 3606310"/>
                  <a:gd name="connsiteX2" fmla="*/ 2423463 w 3159224"/>
                  <a:gd name="connsiteY2" fmla="*/ 1645049 h 3606310"/>
                  <a:gd name="connsiteX3" fmla="*/ 2307848 w 3159224"/>
                  <a:gd name="connsiteY3" fmla="*/ 3473850 h 3606310"/>
                  <a:gd name="connsiteX4" fmla="*/ 37613 w 3159224"/>
                  <a:gd name="connsiteY4" fmla="*/ 2664554 h 3606310"/>
                  <a:gd name="connsiteX5" fmla="*/ 815379 w 3159224"/>
                  <a:gd name="connsiteY5" fmla="*/ 1035451 h 3606310"/>
                  <a:gd name="connsiteX0" fmla="*/ 815379 w 3159224"/>
                  <a:gd name="connsiteY0" fmla="*/ 1035451 h 3606310"/>
                  <a:gd name="connsiteX1" fmla="*/ 3127655 w 3159224"/>
                  <a:gd name="connsiteY1" fmla="*/ 152581 h 3606310"/>
                  <a:gd name="connsiteX2" fmla="*/ 2423463 w 3159224"/>
                  <a:gd name="connsiteY2" fmla="*/ 1645049 h 3606310"/>
                  <a:gd name="connsiteX3" fmla="*/ 2307848 w 3159224"/>
                  <a:gd name="connsiteY3" fmla="*/ 3473850 h 3606310"/>
                  <a:gd name="connsiteX4" fmla="*/ 37613 w 3159224"/>
                  <a:gd name="connsiteY4" fmla="*/ 2664554 h 3606310"/>
                  <a:gd name="connsiteX5" fmla="*/ 815379 w 3159224"/>
                  <a:gd name="connsiteY5" fmla="*/ 1035451 h 3606310"/>
                  <a:gd name="connsiteX0" fmla="*/ 815379 w 3164502"/>
                  <a:gd name="connsiteY0" fmla="*/ 1035451 h 3606310"/>
                  <a:gd name="connsiteX1" fmla="*/ 3127655 w 3164502"/>
                  <a:gd name="connsiteY1" fmla="*/ 152581 h 3606310"/>
                  <a:gd name="connsiteX2" fmla="*/ 2560098 w 3164502"/>
                  <a:gd name="connsiteY2" fmla="*/ 1666070 h 3606310"/>
                  <a:gd name="connsiteX3" fmla="*/ 2307848 w 3164502"/>
                  <a:gd name="connsiteY3" fmla="*/ 3473850 h 3606310"/>
                  <a:gd name="connsiteX4" fmla="*/ 37613 w 3164502"/>
                  <a:gd name="connsiteY4" fmla="*/ 2664554 h 3606310"/>
                  <a:gd name="connsiteX5" fmla="*/ 815379 w 3164502"/>
                  <a:gd name="connsiteY5" fmla="*/ 1035451 h 3606310"/>
                  <a:gd name="connsiteX0" fmla="*/ 815379 w 3162777"/>
                  <a:gd name="connsiteY0" fmla="*/ 1035451 h 3606310"/>
                  <a:gd name="connsiteX1" fmla="*/ 3127655 w 3162777"/>
                  <a:gd name="connsiteY1" fmla="*/ 152581 h 3606310"/>
                  <a:gd name="connsiteX2" fmla="*/ 2560098 w 3162777"/>
                  <a:gd name="connsiteY2" fmla="*/ 1666070 h 3606310"/>
                  <a:gd name="connsiteX3" fmla="*/ 2307848 w 3162777"/>
                  <a:gd name="connsiteY3" fmla="*/ 3473850 h 3606310"/>
                  <a:gd name="connsiteX4" fmla="*/ 37613 w 3162777"/>
                  <a:gd name="connsiteY4" fmla="*/ 2664554 h 3606310"/>
                  <a:gd name="connsiteX5" fmla="*/ 815379 w 3162777"/>
                  <a:gd name="connsiteY5" fmla="*/ 1035451 h 3606310"/>
                  <a:gd name="connsiteX0" fmla="*/ 815379 w 3162777"/>
                  <a:gd name="connsiteY0" fmla="*/ 1035451 h 3606310"/>
                  <a:gd name="connsiteX1" fmla="*/ 3127655 w 3162777"/>
                  <a:gd name="connsiteY1" fmla="*/ 152581 h 3606310"/>
                  <a:gd name="connsiteX2" fmla="*/ 2560098 w 3162777"/>
                  <a:gd name="connsiteY2" fmla="*/ 1666070 h 3606310"/>
                  <a:gd name="connsiteX3" fmla="*/ 2307848 w 3162777"/>
                  <a:gd name="connsiteY3" fmla="*/ 3473850 h 3606310"/>
                  <a:gd name="connsiteX4" fmla="*/ 37613 w 3162777"/>
                  <a:gd name="connsiteY4" fmla="*/ 2664554 h 3606310"/>
                  <a:gd name="connsiteX5" fmla="*/ 815379 w 3162777"/>
                  <a:gd name="connsiteY5" fmla="*/ 1035451 h 3606310"/>
                  <a:gd name="connsiteX0" fmla="*/ 829312 w 3176710"/>
                  <a:gd name="connsiteY0" fmla="*/ 1035451 h 3606310"/>
                  <a:gd name="connsiteX1" fmla="*/ 3141588 w 3176710"/>
                  <a:gd name="connsiteY1" fmla="*/ 152581 h 3606310"/>
                  <a:gd name="connsiteX2" fmla="*/ 2574031 w 3176710"/>
                  <a:gd name="connsiteY2" fmla="*/ 1666070 h 3606310"/>
                  <a:gd name="connsiteX3" fmla="*/ 2321781 w 3176710"/>
                  <a:gd name="connsiteY3" fmla="*/ 3473850 h 3606310"/>
                  <a:gd name="connsiteX4" fmla="*/ 51546 w 3176710"/>
                  <a:gd name="connsiteY4" fmla="*/ 2664554 h 3606310"/>
                  <a:gd name="connsiteX5" fmla="*/ 829312 w 3176710"/>
                  <a:gd name="connsiteY5" fmla="*/ 1035451 h 3606310"/>
                  <a:gd name="connsiteX0" fmla="*/ 829312 w 3177410"/>
                  <a:gd name="connsiteY0" fmla="*/ 1035451 h 3606310"/>
                  <a:gd name="connsiteX1" fmla="*/ 3141588 w 3177410"/>
                  <a:gd name="connsiteY1" fmla="*/ 152581 h 3606310"/>
                  <a:gd name="connsiteX2" fmla="*/ 2574031 w 3177410"/>
                  <a:gd name="connsiteY2" fmla="*/ 1666070 h 3606310"/>
                  <a:gd name="connsiteX3" fmla="*/ 2321781 w 3177410"/>
                  <a:gd name="connsiteY3" fmla="*/ 3473850 h 3606310"/>
                  <a:gd name="connsiteX4" fmla="*/ 51546 w 3177410"/>
                  <a:gd name="connsiteY4" fmla="*/ 2664554 h 3606310"/>
                  <a:gd name="connsiteX5" fmla="*/ 829312 w 3177410"/>
                  <a:gd name="connsiteY5" fmla="*/ 1035451 h 3606310"/>
                  <a:gd name="connsiteX0" fmla="*/ 829312 w 3177410"/>
                  <a:gd name="connsiteY0" fmla="*/ 1013703 h 3584562"/>
                  <a:gd name="connsiteX1" fmla="*/ 3141588 w 3177410"/>
                  <a:gd name="connsiteY1" fmla="*/ 130833 h 3584562"/>
                  <a:gd name="connsiteX2" fmla="*/ 2574031 w 3177410"/>
                  <a:gd name="connsiteY2" fmla="*/ 1644322 h 3584562"/>
                  <a:gd name="connsiteX3" fmla="*/ 2321781 w 3177410"/>
                  <a:gd name="connsiteY3" fmla="*/ 3452102 h 3584562"/>
                  <a:gd name="connsiteX4" fmla="*/ 51546 w 3177410"/>
                  <a:gd name="connsiteY4" fmla="*/ 2642806 h 3584562"/>
                  <a:gd name="connsiteX5" fmla="*/ 829312 w 3177410"/>
                  <a:gd name="connsiteY5" fmla="*/ 1013703 h 3584562"/>
                  <a:gd name="connsiteX0" fmla="*/ 829578 w 3177676"/>
                  <a:gd name="connsiteY0" fmla="*/ 1013703 h 3584562"/>
                  <a:gd name="connsiteX1" fmla="*/ 3141854 w 3177676"/>
                  <a:gd name="connsiteY1" fmla="*/ 130833 h 3584562"/>
                  <a:gd name="connsiteX2" fmla="*/ 2574297 w 3177676"/>
                  <a:gd name="connsiteY2" fmla="*/ 1644322 h 3584562"/>
                  <a:gd name="connsiteX3" fmla="*/ 2322047 w 3177676"/>
                  <a:gd name="connsiteY3" fmla="*/ 3452102 h 3584562"/>
                  <a:gd name="connsiteX4" fmla="*/ 51812 w 3177676"/>
                  <a:gd name="connsiteY4" fmla="*/ 2642806 h 3584562"/>
                  <a:gd name="connsiteX5" fmla="*/ 829578 w 3177676"/>
                  <a:gd name="connsiteY5" fmla="*/ 1013703 h 3584562"/>
                  <a:gd name="connsiteX0" fmla="*/ 829578 w 3177676"/>
                  <a:gd name="connsiteY0" fmla="*/ 1013703 h 3588900"/>
                  <a:gd name="connsiteX1" fmla="*/ 3141854 w 3177676"/>
                  <a:gd name="connsiteY1" fmla="*/ 130833 h 3588900"/>
                  <a:gd name="connsiteX2" fmla="*/ 2574297 w 3177676"/>
                  <a:gd name="connsiteY2" fmla="*/ 1644322 h 3588900"/>
                  <a:gd name="connsiteX3" fmla="*/ 2322047 w 3177676"/>
                  <a:gd name="connsiteY3" fmla="*/ 3452102 h 3588900"/>
                  <a:gd name="connsiteX4" fmla="*/ 51812 w 3177676"/>
                  <a:gd name="connsiteY4" fmla="*/ 2642806 h 3588900"/>
                  <a:gd name="connsiteX5" fmla="*/ 829578 w 3177676"/>
                  <a:gd name="connsiteY5" fmla="*/ 1013703 h 3588900"/>
                  <a:gd name="connsiteX0" fmla="*/ 829578 w 3177676"/>
                  <a:gd name="connsiteY0" fmla="*/ 1013703 h 3588900"/>
                  <a:gd name="connsiteX1" fmla="*/ 3141854 w 3177676"/>
                  <a:gd name="connsiteY1" fmla="*/ 130833 h 3588900"/>
                  <a:gd name="connsiteX2" fmla="*/ 2574297 w 3177676"/>
                  <a:gd name="connsiteY2" fmla="*/ 1644322 h 3588900"/>
                  <a:gd name="connsiteX3" fmla="*/ 2322047 w 3177676"/>
                  <a:gd name="connsiteY3" fmla="*/ 3452102 h 3588900"/>
                  <a:gd name="connsiteX4" fmla="*/ 51812 w 3177676"/>
                  <a:gd name="connsiteY4" fmla="*/ 2642806 h 3588900"/>
                  <a:gd name="connsiteX5" fmla="*/ 829578 w 3177676"/>
                  <a:gd name="connsiteY5" fmla="*/ 1013703 h 3588900"/>
                  <a:gd name="connsiteX0" fmla="*/ 811178 w 2672400"/>
                  <a:gd name="connsiteY0" fmla="*/ 7864 h 2583061"/>
                  <a:gd name="connsiteX1" fmla="*/ 1318755 w 2672400"/>
                  <a:gd name="connsiteY1" fmla="*/ 1092175 h 2583061"/>
                  <a:gd name="connsiteX2" fmla="*/ 2555897 w 2672400"/>
                  <a:gd name="connsiteY2" fmla="*/ 638483 h 2583061"/>
                  <a:gd name="connsiteX3" fmla="*/ 2303647 w 2672400"/>
                  <a:gd name="connsiteY3" fmla="*/ 2446263 h 2583061"/>
                  <a:gd name="connsiteX4" fmla="*/ 33412 w 2672400"/>
                  <a:gd name="connsiteY4" fmla="*/ 1636967 h 2583061"/>
                  <a:gd name="connsiteX5" fmla="*/ 811178 w 2672400"/>
                  <a:gd name="connsiteY5" fmla="*/ 7864 h 2583061"/>
                  <a:gd name="connsiteX0" fmla="*/ 811178 w 3223026"/>
                  <a:gd name="connsiteY0" fmla="*/ 5596 h 2477281"/>
                  <a:gd name="connsiteX1" fmla="*/ 1318755 w 3223026"/>
                  <a:gd name="connsiteY1" fmla="*/ 1089907 h 2477281"/>
                  <a:gd name="connsiteX2" fmla="*/ 3192488 w 3223026"/>
                  <a:gd name="connsiteY2" fmla="*/ 802600 h 2477281"/>
                  <a:gd name="connsiteX3" fmla="*/ 2303647 w 3223026"/>
                  <a:gd name="connsiteY3" fmla="*/ 2443995 h 2477281"/>
                  <a:gd name="connsiteX4" fmla="*/ 33412 w 3223026"/>
                  <a:gd name="connsiteY4" fmla="*/ 1634699 h 2477281"/>
                  <a:gd name="connsiteX5" fmla="*/ 811178 w 3223026"/>
                  <a:gd name="connsiteY5" fmla="*/ 5596 h 2477281"/>
                  <a:gd name="connsiteX0" fmla="*/ 846588 w 3330250"/>
                  <a:gd name="connsiteY0" fmla="*/ 5596 h 2432711"/>
                  <a:gd name="connsiteX1" fmla="*/ 1354165 w 3330250"/>
                  <a:gd name="connsiteY1" fmla="*/ 1089907 h 2432711"/>
                  <a:gd name="connsiteX2" fmla="*/ 3227898 w 3330250"/>
                  <a:gd name="connsiteY2" fmla="*/ 802600 h 2432711"/>
                  <a:gd name="connsiteX3" fmla="*/ 2761796 w 3330250"/>
                  <a:gd name="connsiteY3" fmla="*/ 2409553 h 2432711"/>
                  <a:gd name="connsiteX4" fmla="*/ 68822 w 3330250"/>
                  <a:gd name="connsiteY4" fmla="*/ 1634699 h 2432711"/>
                  <a:gd name="connsiteX5" fmla="*/ 846588 w 3330250"/>
                  <a:gd name="connsiteY5" fmla="*/ 5596 h 2432711"/>
                  <a:gd name="connsiteX0" fmla="*/ 846588 w 3514825"/>
                  <a:gd name="connsiteY0" fmla="*/ 5596 h 2432711"/>
                  <a:gd name="connsiteX1" fmla="*/ 1354165 w 3514825"/>
                  <a:gd name="connsiteY1" fmla="*/ 1089907 h 2432711"/>
                  <a:gd name="connsiteX2" fmla="*/ 3227898 w 3514825"/>
                  <a:gd name="connsiteY2" fmla="*/ 802600 h 2432711"/>
                  <a:gd name="connsiteX3" fmla="*/ 2761796 w 3514825"/>
                  <a:gd name="connsiteY3" fmla="*/ 2409553 h 2432711"/>
                  <a:gd name="connsiteX4" fmla="*/ 68822 w 3514825"/>
                  <a:gd name="connsiteY4" fmla="*/ 1634699 h 2432711"/>
                  <a:gd name="connsiteX5" fmla="*/ 846588 w 3514825"/>
                  <a:gd name="connsiteY5" fmla="*/ 5596 h 2432711"/>
                  <a:gd name="connsiteX0" fmla="*/ 875402 w 3543639"/>
                  <a:gd name="connsiteY0" fmla="*/ 2708 h 2429823"/>
                  <a:gd name="connsiteX1" fmla="*/ 1382979 w 3543639"/>
                  <a:gd name="connsiteY1" fmla="*/ 1087019 h 2429823"/>
                  <a:gd name="connsiteX2" fmla="*/ 3256712 w 3543639"/>
                  <a:gd name="connsiteY2" fmla="*/ 799712 h 2429823"/>
                  <a:gd name="connsiteX3" fmla="*/ 2790610 w 3543639"/>
                  <a:gd name="connsiteY3" fmla="*/ 2406665 h 2429823"/>
                  <a:gd name="connsiteX4" fmla="*/ 97636 w 3543639"/>
                  <a:gd name="connsiteY4" fmla="*/ 1631811 h 2429823"/>
                  <a:gd name="connsiteX5" fmla="*/ 875402 w 3543639"/>
                  <a:gd name="connsiteY5" fmla="*/ 2708 h 2429823"/>
                  <a:gd name="connsiteX0" fmla="*/ 1035116 w 3703353"/>
                  <a:gd name="connsiteY0" fmla="*/ 3586 h 2450893"/>
                  <a:gd name="connsiteX1" fmla="*/ 1542693 w 3703353"/>
                  <a:gd name="connsiteY1" fmla="*/ 1087897 h 2450893"/>
                  <a:gd name="connsiteX2" fmla="*/ 3416426 w 3703353"/>
                  <a:gd name="connsiteY2" fmla="*/ 800590 h 2450893"/>
                  <a:gd name="connsiteX3" fmla="*/ 2950324 w 3703353"/>
                  <a:gd name="connsiteY3" fmla="*/ 2407543 h 2450893"/>
                  <a:gd name="connsiteX4" fmla="*/ 257350 w 3703353"/>
                  <a:gd name="connsiteY4" fmla="*/ 1632689 h 2450893"/>
                  <a:gd name="connsiteX5" fmla="*/ 1035116 w 3703353"/>
                  <a:gd name="connsiteY5" fmla="*/ 3586 h 2450893"/>
                  <a:gd name="connsiteX0" fmla="*/ 991689 w 3462563"/>
                  <a:gd name="connsiteY0" fmla="*/ 10605 h 2457912"/>
                  <a:gd name="connsiteX1" fmla="*/ 1674106 w 3462563"/>
                  <a:gd name="connsiteY1" fmla="*/ 930710 h 2457912"/>
                  <a:gd name="connsiteX2" fmla="*/ 3372999 w 3462563"/>
                  <a:gd name="connsiteY2" fmla="*/ 807609 h 2457912"/>
                  <a:gd name="connsiteX3" fmla="*/ 2906897 w 3462563"/>
                  <a:gd name="connsiteY3" fmla="*/ 2414562 h 2457912"/>
                  <a:gd name="connsiteX4" fmla="*/ 213923 w 3462563"/>
                  <a:gd name="connsiteY4" fmla="*/ 1639708 h 2457912"/>
                  <a:gd name="connsiteX5" fmla="*/ 991689 w 3462563"/>
                  <a:gd name="connsiteY5" fmla="*/ 10605 h 2457912"/>
                  <a:gd name="connsiteX0" fmla="*/ 991689 w 3644113"/>
                  <a:gd name="connsiteY0" fmla="*/ 10605 h 2457912"/>
                  <a:gd name="connsiteX1" fmla="*/ 1674106 w 3644113"/>
                  <a:gd name="connsiteY1" fmla="*/ 930710 h 2457912"/>
                  <a:gd name="connsiteX2" fmla="*/ 3372999 w 3644113"/>
                  <a:gd name="connsiteY2" fmla="*/ 807609 h 2457912"/>
                  <a:gd name="connsiteX3" fmla="*/ 2906897 w 3644113"/>
                  <a:gd name="connsiteY3" fmla="*/ 2414562 h 2457912"/>
                  <a:gd name="connsiteX4" fmla="*/ 213923 w 3644113"/>
                  <a:gd name="connsiteY4" fmla="*/ 1639708 h 2457912"/>
                  <a:gd name="connsiteX5" fmla="*/ 991689 w 3644113"/>
                  <a:gd name="connsiteY5" fmla="*/ 10605 h 2457912"/>
                  <a:gd name="connsiteX0" fmla="*/ 1054352 w 3706777"/>
                  <a:gd name="connsiteY0" fmla="*/ 1046 h 2448353"/>
                  <a:gd name="connsiteX1" fmla="*/ 1736769 w 3706777"/>
                  <a:gd name="connsiteY1" fmla="*/ 921151 h 2448353"/>
                  <a:gd name="connsiteX2" fmla="*/ 3435662 w 3706777"/>
                  <a:gd name="connsiteY2" fmla="*/ 798050 h 2448353"/>
                  <a:gd name="connsiteX3" fmla="*/ 2969560 w 3706777"/>
                  <a:gd name="connsiteY3" fmla="*/ 2405003 h 2448353"/>
                  <a:gd name="connsiteX4" fmla="*/ 276586 w 3706777"/>
                  <a:gd name="connsiteY4" fmla="*/ 1630149 h 2448353"/>
                  <a:gd name="connsiteX5" fmla="*/ 1054352 w 3706777"/>
                  <a:gd name="connsiteY5" fmla="*/ 1046 h 2448353"/>
                  <a:gd name="connsiteX0" fmla="*/ 590056 w 3683836"/>
                  <a:gd name="connsiteY0" fmla="*/ 1109 h 1961431"/>
                  <a:gd name="connsiteX1" fmla="*/ 1713828 w 3683836"/>
                  <a:gd name="connsiteY1" fmla="*/ 456838 h 1961431"/>
                  <a:gd name="connsiteX2" fmla="*/ 3412721 w 3683836"/>
                  <a:gd name="connsiteY2" fmla="*/ 333737 h 1961431"/>
                  <a:gd name="connsiteX3" fmla="*/ 2946619 w 3683836"/>
                  <a:gd name="connsiteY3" fmla="*/ 1940690 h 1961431"/>
                  <a:gd name="connsiteX4" fmla="*/ 253645 w 3683836"/>
                  <a:gd name="connsiteY4" fmla="*/ 1165836 h 1961431"/>
                  <a:gd name="connsiteX5" fmla="*/ 590056 w 3683836"/>
                  <a:gd name="connsiteY5" fmla="*/ 1109 h 1961431"/>
                  <a:gd name="connsiteX0" fmla="*/ 577152 w 3670932"/>
                  <a:gd name="connsiteY0" fmla="*/ 28557 h 1988879"/>
                  <a:gd name="connsiteX1" fmla="*/ 1700924 w 3670932"/>
                  <a:gd name="connsiteY1" fmla="*/ 484286 h 1988879"/>
                  <a:gd name="connsiteX2" fmla="*/ 3399817 w 3670932"/>
                  <a:gd name="connsiteY2" fmla="*/ 361185 h 1988879"/>
                  <a:gd name="connsiteX3" fmla="*/ 2933715 w 3670932"/>
                  <a:gd name="connsiteY3" fmla="*/ 1968138 h 1988879"/>
                  <a:gd name="connsiteX4" fmla="*/ 240741 w 3670932"/>
                  <a:gd name="connsiteY4" fmla="*/ 1193284 h 1988879"/>
                  <a:gd name="connsiteX5" fmla="*/ 577152 w 3670932"/>
                  <a:gd name="connsiteY5" fmla="*/ 28557 h 1988879"/>
                  <a:gd name="connsiteX0" fmla="*/ 5660 w 3065770"/>
                  <a:gd name="connsiteY0" fmla="*/ 41752 h 2084853"/>
                  <a:gd name="connsiteX1" fmla="*/ 1129432 w 3065770"/>
                  <a:gd name="connsiteY1" fmla="*/ 497481 h 2084853"/>
                  <a:gd name="connsiteX2" fmla="*/ 2828325 w 3065770"/>
                  <a:gd name="connsiteY2" fmla="*/ 374380 h 2084853"/>
                  <a:gd name="connsiteX3" fmla="*/ 2362223 w 3065770"/>
                  <a:gd name="connsiteY3" fmla="*/ 1981333 h 2084853"/>
                  <a:gd name="connsiteX4" fmla="*/ 768571 w 3065770"/>
                  <a:gd name="connsiteY4" fmla="*/ 1718703 h 2084853"/>
                  <a:gd name="connsiteX5" fmla="*/ 5660 w 3065770"/>
                  <a:gd name="connsiteY5" fmla="*/ 41752 h 2084853"/>
                  <a:gd name="connsiteX0" fmla="*/ 12471 w 3072581"/>
                  <a:gd name="connsiteY0" fmla="*/ 41752 h 2092530"/>
                  <a:gd name="connsiteX1" fmla="*/ 1136243 w 3072581"/>
                  <a:gd name="connsiteY1" fmla="*/ 497481 h 2092530"/>
                  <a:gd name="connsiteX2" fmla="*/ 2835136 w 3072581"/>
                  <a:gd name="connsiteY2" fmla="*/ 374380 h 2092530"/>
                  <a:gd name="connsiteX3" fmla="*/ 2369034 w 3072581"/>
                  <a:gd name="connsiteY3" fmla="*/ 1981333 h 2092530"/>
                  <a:gd name="connsiteX4" fmla="*/ 775382 w 3072581"/>
                  <a:gd name="connsiteY4" fmla="*/ 1718703 h 2092530"/>
                  <a:gd name="connsiteX5" fmla="*/ 12471 w 3072581"/>
                  <a:gd name="connsiteY5" fmla="*/ 41752 h 2092530"/>
                  <a:gd name="connsiteX0" fmla="*/ 2798 w 3655173"/>
                  <a:gd name="connsiteY0" fmla="*/ 869129 h 2007317"/>
                  <a:gd name="connsiteX1" fmla="*/ 1718835 w 3655173"/>
                  <a:gd name="connsiteY1" fmla="*/ 445136 h 2007317"/>
                  <a:gd name="connsiteX2" fmla="*/ 3417728 w 3655173"/>
                  <a:gd name="connsiteY2" fmla="*/ 322035 h 2007317"/>
                  <a:gd name="connsiteX3" fmla="*/ 2951626 w 3655173"/>
                  <a:gd name="connsiteY3" fmla="*/ 1928988 h 2007317"/>
                  <a:gd name="connsiteX4" fmla="*/ 1357974 w 3655173"/>
                  <a:gd name="connsiteY4" fmla="*/ 1666358 h 2007317"/>
                  <a:gd name="connsiteX5" fmla="*/ 2798 w 3655173"/>
                  <a:gd name="connsiteY5" fmla="*/ 869129 h 2007317"/>
                  <a:gd name="connsiteX0" fmla="*/ 542 w 3652917"/>
                  <a:gd name="connsiteY0" fmla="*/ 869129 h 2007318"/>
                  <a:gd name="connsiteX1" fmla="*/ 1716579 w 3652917"/>
                  <a:gd name="connsiteY1" fmla="*/ 445136 h 2007318"/>
                  <a:gd name="connsiteX2" fmla="*/ 3415472 w 3652917"/>
                  <a:gd name="connsiteY2" fmla="*/ 322035 h 2007318"/>
                  <a:gd name="connsiteX3" fmla="*/ 2949370 w 3652917"/>
                  <a:gd name="connsiteY3" fmla="*/ 1928988 h 2007318"/>
                  <a:gd name="connsiteX4" fmla="*/ 1355718 w 3652917"/>
                  <a:gd name="connsiteY4" fmla="*/ 1666358 h 2007318"/>
                  <a:gd name="connsiteX5" fmla="*/ 542 w 3652917"/>
                  <a:gd name="connsiteY5" fmla="*/ 869129 h 2007318"/>
                  <a:gd name="connsiteX0" fmla="*/ 243 w 3639926"/>
                  <a:gd name="connsiteY0" fmla="*/ 869129 h 1955507"/>
                  <a:gd name="connsiteX1" fmla="*/ 1716280 w 3639926"/>
                  <a:gd name="connsiteY1" fmla="*/ 445136 h 1955507"/>
                  <a:gd name="connsiteX2" fmla="*/ 3415173 w 3639926"/>
                  <a:gd name="connsiteY2" fmla="*/ 322035 h 1955507"/>
                  <a:gd name="connsiteX3" fmla="*/ 2949071 w 3639926"/>
                  <a:gd name="connsiteY3" fmla="*/ 1928988 h 1955507"/>
                  <a:gd name="connsiteX4" fmla="*/ 1833458 w 3639926"/>
                  <a:gd name="connsiteY4" fmla="*/ 1291535 h 1955507"/>
                  <a:gd name="connsiteX5" fmla="*/ 243 w 3639926"/>
                  <a:gd name="connsiteY5" fmla="*/ 869129 h 1955507"/>
                  <a:gd name="connsiteX0" fmla="*/ 243 w 3639926"/>
                  <a:gd name="connsiteY0" fmla="*/ 869129 h 1947022"/>
                  <a:gd name="connsiteX1" fmla="*/ 1716280 w 3639926"/>
                  <a:gd name="connsiteY1" fmla="*/ 445136 h 1947022"/>
                  <a:gd name="connsiteX2" fmla="*/ 3415173 w 3639926"/>
                  <a:gd name="connsiteY2" fmla="*/ 322035 h 1947022"/>
                  <a:gd name="connsiteX3" fmla="*/ 2949071 w 3639926"/>
                  <a:gd name="connsiteY3" fmla="*/ 1928988 h 1947022"/>
                  <a:gd name="connsiteX4" fmla="*/ 1833458 w 3639926"/>
                  <a:gd name="connsiteY4" fmla="*/ 1291535 h 1947022"/>
                  <a:gd name="connsiteX5" fmla="*/ 243 w 3639926"/>
                  <a:gd name="connsiteY5" fmla="*/ 869129 h 1947022"/>
                  <a:gd name="connsiteX0" fmla="*/ 7345 w 3647028"/>
                  <a:gd name="connsiteY0" fmla="*/ 869129 h 1947022"/>
                  <a:gd name="connsiteX1" fmla="*/ 1723382 w 3647028"/>
                  <a:gd name="connsiteY1" fmla="*/ 445136 h 1947022"/>
                  <a:gd name="connsiteX2" fmla="*/ 3422275 w 3647028"/>
                  <a:gd name="connsiteY2" fmla="*/ 322035 h 1947022"/>
                  <a:gd name="connsiteX3" fmla="*/ 2956173 w 3647028"/>
                  <a:gd name="connsiteY3" fmla="*/ 1928988 h 1947022"/>
                  <a:gd name="connsiteX4" fmla="*/ 1840560 w 3647028"/>
                  <a:gd name="connsiteY4" fmla="*/ 1291535 h 1947022"/>
                  <a:gd name="connsiteX5" fmla="*/ 7345 w 3647028"/>
                  <a:gd name="connsiteY5" fmla="*/ 869129 h 1947022"/>
                  <a:gd name="connsiteX0" fmla="*/ 7345 w 3811052"/>
                  <a:gd name="connsiteY0" fmla="*/ 869129 h 1929159"/>
                  <a:gd name="connsiteX1" fmla="*/ 1723382 w 3811052"/>
                  <a:gd name="connsiteY1" fmla="*/ 445136 h 1929159"/>
                  <a:gd name="connsiteX2" fmla="*/ 3422275 w 3811052"/>
                  <a:gd name="connsiteY2" fmla="*/ 322035 h 1929159"/>
                  <a:gd name="connsiteX3" fmla="*/ 2956173 w 3811052"/>
                  <a:gd name="connsiteY3" fmla="*/ 1928988 h 1929159"/>
                  <a:gd name="connsiteX4" fmla="*/ 1840560 w 3811052"/>
                  <a:gd name="connsiteY4" fmla="*/ 1291535 h 1929159"/>
                  <a:gd name="connsiteX5" fmla="*/ 7345 w 3811052"/>
                  <a:gd name="connsiteY5" fmla="*/ 869129 h 1929159"/>
                  <a:gd name="connsiteX0" fmla="*/ 5264 w 3937957"/>
                  <a:gd name="connsiteY0" fmla="*/ 1155023 h 1938909"/>
                  <a:gd name="connsiteX1" fmla="*/ 1850286 w 3937957"/>
                  <a:gd name="connsiteY1" fmla="*/ 454886 h 1938909"/>
                  <a:gd name="connsiteX2" fmla="*/ 3549179 w 3937957"/>
                  <a:gd name="connsiteY2" fmla="*/ 331785 h 1938909"/>
                  <a:gd name="connsiteX3" fmla="*/ 3083077 w 3937957"/>
                  <a:gd name="connsiteY3" fmla="*/ 1938738 h 1938909"/>
                  <a:gd name="connsiteX4" fmla="*/ 1967464 w 3937957"/>
                  <a:gd name="connsiteY4" fmla="*/ 1301285 h 1938909"/>
                  <a:gd name="connsiteX5" fmla="*/ 5264 w 3937957"/>
                  <a:gd name="connsiteY5" fmla="*/ 1155023 h 1938909"/>
                  <a:gd name="connsiteX0" fmla="*/ 23607 w 3956300"/>
                  <a:gd name="connsiteY0" fmla="*/ 1155023 h 1938909"/>
                  <a:gd name="connsiteX1" fmla="*/ 1868629 w 3956300"/>
                  <a:gd name="connsiteY1" fmla="*/ 454886 h 1938909"/>
                  <a:gd name="connsiteX2" fmla="*/ 3567522 w 3956300"/>
                  <a:gd name="connsiteY2" fmla="*/ 331785 h 1938909"/>
                  <a:gd name="connsiteX3" fmla="*/ 3101420 w 3956300"/>
                  <a:gd name="connsiteY3" fmla="*/ 1938738 h 1938909"/>
                  <a:gd name="connsiteX4" fmla="*/ 1985807 w 3956300"/>
                  <a:gd name="connsiteY4" fmla="*/ 1301285 h 1938909"/>
                  <a:gd name="connsiteX5" fmla="*/ 23607 w 3956300"/>
                  <a:gd name="connsiteY5" fmla="*/ 1155023 h 1938909"/>
                  <a:gd name="connsiteX0" fmla="*/ 356 w 3775841"/>
                  <a:gd name="connsiteY0" fmla="*/ 1155023 h 1975367"/>
                  <a:gd name="connsiteX1" fmla="*/ 1845378 w 3775841"/>
                  <a:gd name="connsiteY1" fmla="*/ 454886 h 1975367"/>
                  <a:gd name="connsiteX2" fmla="*/ 3544271 w 3775841"/>
                  <a:gd name="connsiteY2" fmla="*/ 331785 h 1975367"/>
                  <a:gd name="connsiteX3" fmla="*/ 3078169 w 3775841"/>
                  <a:gd name="connsiteY3" fmla="*/ 1938738 h 1975367"/>
                  <a:gd name="connsiteX4" fmla="*/ 1700608 w 3775841"/>
                  <a:gd name="connsiteY4" fmla="*/ 1432728 h 1975367"/>
                  <a:gd name="connsiteX5" fmla="*/ 356 w 3775841"/>
                  <a:gd name="connsiteY5" fmla="*/ 1155023 h 1975367"/>
                  <a:gd name="connsiteX0" fmla="*/ 385 w 3775871"/>
                  <a:gd name="connsiteY0" fmla="*/ 1155023 h 1964875"/>
                  <a:gd name="connsiteX1" fmla="*/ 1845407 w 3775871"/>
                  <a:gd name="connsiteY1" fmla="*/ 454886 h 1964875"/>
                  <a:gd name="connsiteX2" fmla="*/ 3544300 w 3775871"/>
                  <a:gd name="connsiteY2" fmla="*/ 331785 h 1964875"/>
                  <a:gd name="connsiteX3" fmla="*/ 3078198 w 3775871"/>
                  <a:gd name="connsiteY3" fmla="*/ 1938738 h 1964875"/>
                  <a:gd name="connsiteX4" fmla="*/ 1700637 w 3775871"/>
                  <a:gd name="connsiteY4" fmla="*/ 1432728 h 1964875"/>
                  <a:gd name="connsiteX5" fmla="*/ 385 w 3775871"/>
                  <a:gd name="connsiteY5" fmla="*/ 1155023 h 1964875"/>
                  <a:gd name="connsiteX0" fmla="*/ 518 w 3310321"/>
                  <a:gd name="connsiteY0" fmla="*/ 1561197 h 1986949"/>
                  <a:gd name="connsiteX1" fmla="*/ 1379857 w 3310321"/>
                  <a:gd name="connsiteY1" fmla="*/ 469469 h 1986949"/>
                  <a:gd name="connsiteX2" fmla="*/ 3078750 w 3310321"/>
                  <a:gd name="connsiteY2" fmla="*/ 346368 h 1986949"/>
                  <a:gd name="connsiteX3" fmla="*/ 2612648 w 3310321"/>
                  <a:gd name="connsiteY3" fmla="*/ 1953321 h 1986949"/>
                  <a:gd name="connsiteX4" fmla="*/ 1235087 w 3310321"/>
                  <a:gd name="connsiteY4" fmla="*/ 1447311 h 1986949"/>
                  <a:gd name="connsiteX5" fmla="*/ 518 w 3310321"/>
                  <a:gd name="connsiteY5" fmla="*/ 1561197 h 1986949"/>
                  <a:gd name="connsiteX0" fmla="*/ 252954 w 3562757"/>
                  <a:gd name="connsiteY0" fmla="*/ 1561197 h 1986950"/>
                  <a:gd name="connsiteX1" fmla="*/ 1632293 w 3562757"/>
                  <a:gd name="connsiteY1" fmla="*/ 469469 h 1986950"/>
                  <a:gd name="connsiteX2" fmla="*/ 3331186 w 3562757"/>
                  <a:gd name="connsiteY2" fmla="*/ 346368 h 1986950"/>
                  <a:gd name="connsiteX3" fmla="*/ 2865084 w 3562757"/>
                  <a:gd name="connsiteY3" fmla="*/ 1953321 h 1986950"/>
                  <a:gd name="connsiteX4" fmla="*/ 1487523 w 3562757"/>
                  <a:gd name="connsiteY4" fmla="*/ 1447311 h 1986950"/>
                  <a:gd name="connsiteX5" fmla="*/ 252954 w 3562757"/>
                  <a:gd name="connsiteY5" fmla="*/ 1561197 h 1986950"/>
                  <a:gd name="connsiteX0" fmla="*/ 275988 w 4836894"/>
                  <a:gd name="connsiteY0" fmla="*/ 1254188 h 1664972"/>
                  <a:gd name="connsiteX1" fmla="*/ 1655327 w 4836894"/>
                  <a:gd name="connsiteY1" fmla="*/ 162460 h 1664972"/>
                  <a:gd name="connsiteX2" fmla="*/ 4715739 w 4836894"/>
                  <a:gd name="connsiteY2" fmla="*/ 494988 h 1664972"/>
                  <a:gd name="connsiteX3" fmla="*/ 2888118 w 4836894"/>
                  <a:gd name="connsiteY3" fmla="*/ 1646312 h 1664972"/>
                  <a:gd name="connsiteX4" fmla="*/ 1510557 w 4836894"/>
                  <a:gd name="connsiteY4" fmla="*/ 1140302 h 1664972"/>
                  <a:gd name="connsiteX5" fmla="*/ 275988 w 4836894"/>
                  <a:gd name="connsiteY5" fmla="*/ 1254188 h 1664972"/>
                  <a:gd name="connsiteX0" fmla="*/ 275988 w 4716813"/>
                  <a:gd name="connsiteY0" fmla="*/ 1630321 h 2049242"/>
                  <a:gd name="connsiteX1" fmla="*/ 1655327 w 4716813"/>
                  <a:gd name="connsiteY1" fmla="*/ 538593 h 2049242"/>
                  <a:gd name="connsiteX2" fmla="*/ 4715739 w 4716813"/>
                  <a:gd name="connsiteY2" fmla="*/ 871121 h 2049242"/>
                  <a:gd name="connsiteX3" fmla="*/ 2888118 w 4716813"/>
                  <a:gd name="connsiteY3" fmla="*/ 2022445 h 2049242"/>
                  <a:gd name="connsiteX4" fmla="*/ 1510557 w 4716813"/>
                  <a:gd name="connsiteY4" fmla="*/ 1516435 h 2049242"/>
                  <a:gd name="connsiteX5" fmla="*/ 275988 w 4716813"/>
                  <a:gd name="connsiteY5" fmla="*/ 1630321 h 2049242"/>
                  <a:gd name="connsiteX0" fmla="*/ 275988 w 4749030"/>
                  <a:gd name="connsiteY0" fmla="*/ 1124638 h 1545870"/>
                  <a:gd name="connsiteX1" fmla="*/ 1655327 w 4749030"/>
                  <a:gd name="connsiteY1" fmla="*/ 32910 h 1545870"/>
                  <a:gd name="connsiteX2" fmla="*/ 4715739 w 4749030"/>
                  <a:gd name="connsiteY2" fmla="*/ 365438 h 1545870"/>
                  <a:gd name="connsiteX3" fmla="*/ 3175706 w 4749030"/>
                  <a:gd name="connsiteY3" fmla="*/ 1192854 h 1545870"/>
                  <a:gd name="connsiteX4" fmla="*/ 1510557 w 4749030"/>
                  <a:gd name="connsiteY4" fmla="*/ 1010752 h 1545870"/>
                  <a:gd name="connsiteX5" fmla="*/ 275988 w 4749030"/>
                  <a:gd name="connsiteY5" fmla="*/ 1124638 h 1545870"/>
                  <a:gd name="connsiteX0" fmla="*/ 275988 w 4727950"/>
                  <a:gd name="connsiteY0" fmla="*/ 1387914 h 1809146"/>
                  <a:gd name="connsiteX1" fmla="*/ 1655327 w 4727950"/>
                  <a:gd name="connsiteY1" fmla="*/ 296186 h 1809146"/>
                  <a:gd name="connsiteX2" fmla="*/ 4715739 w 4727950"/>
                  <a:gd name="connsiteY2" fmla="*/ 628714 h 1809146"/>
                  <a:gd name="connsiteX3" fmla="*/ 3175706 w 4727950"/>
                  <a:gd name="connsiteY3" fmla="*/ 1456130 h 1809146"/>
                  <a:gd name="connsiteX4" fmla="*/ 1510557 w 4727950"/>
                  <a:gd name="connsiteY4" fmla="*/ 1274028 h 1809146"/>
                  <a:gd name="connsiteX5" fmla="*/ 275988 w 4727950"/>
                  <a:gd name="connsiteY5" fmla="*/ 1387914 h 1809146"/>
                  <a:gd name="connsiteX0" fmla="*/ 275988 w 4727950"/>
                  <a:gd name="connsiteY0" fmla="*/ 1387914 h 1809146"/>
                  <a:gd name="connsiteX1" fmla="*/ 1655327 w 4727950"/>
                  <a:gd name="connsiteY1" fmla="*/ 296186 h 1809146"/>
                  <a:gd name="connsiteX2" fmla="*/ 4715739 w 4727950"/>
                  <a:gd name="connsiteY2" fmla="*/ 628714 h 1809146"/>
                  <a:gd name="connsiteX3" fmla="*/ 3175706 w 4727950"/>
                  <a:gd name="connsiteY3" fmla="*/ 1456130 h 1809146"/>
                  <a:gd name="connsiteX4" fmla="*/ 1510557 w 4727950"/>
                  <a:gd name="connsiteY4" fmla="*/ 1274028 h 1809146"/>
                  <a:gd name="connsiteX5" fmla="*/ 275988 w 4727950"/>
                  <a:gd name="connsiteY5" fmla="*/ 1387914 h 1809146"/>
                  <a:gd name="connsiteX0" fmla="*/ 275988 w 4740315"/>
                  <a:gd name="connsiteY0" fmla="*/ 1132875 h 1722803"/>
                  <a:gd name="connsiteX1" fmla="*/ 1655327 w 4740315"/>
                  <a:gd name="connsiteY1" fmla="*/ 41147 h 1722803"/>
                  <a:gd name="connsiteX2" fmla="*/ 4715739 w 4740315"/>
                  <a:gd name="connsiteY2" fmla="*/ 373675 h 1722803"/>
                  <a:gd name="connsiteX3" fmla="*/ 3012343 w 4740315"/>
                  <a:gd name="connsiteY3" fmla="*/ 1711656 h 1722803"/>
                  <a:gd name="connsiteX4" fmla="*/ 1510557 w 4740315"/>
                  <a:gd name="connsiteY4" fmla="*/ 1018989 h 1722803"/>
                  <a:gd name="connsiteX5" fmla="*/ 275988 w 4740315"/>
                  <a:gd name="connsiteY5" fmla="*/ 1132875 h 1722803"/>
                  <a:gd name="connsiteX0" fmla="*/ 275988 w 4756119"/>
                  <a:gd name="connsiteY0" fmla="*/ 1127108 h 1542684"/>
                  <a:gd name="connsiteX1" fmla="*/ 1655327 w 4756119"/>
                  <a:gd name="connsiteY1" fmla="*/ 35380 h 1542684"/>
                  <a:gd name="connsiteX2" fmla="*/ 4715739 w 4756119"/>
                  <a:gd name="connsiteY2" fmla="*/ 367908 h 1542684"/>
                  <a:gd name="connsiteX3" fmla="*/ 3285074 w 4756119"/>
                  <a:gd name="connsiteY3" fmla="*/ 1369029 h 1542684"/>
                  <a:gd name="connsiteX4" fmla="*/ 1510557 w 4756119"/>
                  <a:gd name="connsiteY4" fmla="*/ 1013222 h 1542684"/>
                  <a:gd name="connsiteX5" fmla="*/ 275988 w 4756119"/>
                  <a:gd name="connsiteY5" fmla="*/ 1127108 h 1542684"/>
                  <a:gd name="connsiteX0" fmla="*/ 275988 w 4715923"/>
                  <a:gd name="connsiteY0" fmla="*/ 1122352 h 1572226"/>
                  <a:gd name="connsiteX1" fmla="*/ 1655327 w 4715923"/>
                  <a:gd name="connsiteY1" fmla="*/ 30624 h 1572226"/>
                  <a:gd name="connsiteX2" fmla="*/ 4715739 w 4715923"/>
                  <a:gd name="connsiteY2" fmla="*/ 363152 h 1572226"/>
                  <a:gd name="connsiteX3" fmla="*/ 1510557 w 4715923"/>
                  <a:gd name="connsiteY3" fmla="*/ 1008466 h 1572226"/>
                  <a:gd name="connsiteX4" fmla="*/ 275988 w 4715923"/>
                  <a:gd name="connsiteY4" fmla="*/ 1122352 h 1572226"/>
                  <a:gd name="connsiteX0" fmla="*/ 25029 w 4476010"/>
                  <a:gd name="connsiteY0" fmla="*/ 1892393 h 2022034"/>
                  <a:gd name="connsiteX1" fmla="*/ 2236847 w 4476010"/>
                  <a:gd name="connsiteY1" fmla="*/ 11492 h 2022034"/>
                  <a:gd name="connsiteX2" fmla="*/ 4464780 w 4476010"/>
                  <a:gd name="connsiteY2" fmla="*/ 1133193 h 2022034"/>
                  <a:gd name="connsiteX3" fmla="*/ 1259598 w 4476010"/>
                  <a:gd name="connsiteY3" fmla="*/ 1778507 h 2022034"/>
                  <a:gd name="connsiteX4" fmla="*/ 25029 w 4476010"/>
                  <a:gd name="connsiteY4" fmla="*/ 1892393 h 2022034"/>
                  <a:gd name="connsiteX0" fmla="*/ 19312 w 4468531"/>
                  <a:gd name="connsiteY0" fmla="*/ 1893478 h 2350831"/>
                  <a:gd name="connsiteX1" fmla="*/ 2231130 w 4468531"/>
                  <a:gd name="connsiteY1" fmla="*/ 12577 h 2350831"/>
                  <a:gd name="connsiteX2" fmla="*/ 4459063 w 4468531"/>
                  <a:gd name="connsiteY2" fmla="*/ 1134278 h 2350831"/>
                  <a:gd name="connsiteX3" fmla="*/ 2962196 w 4468531"/>
                  <a:gd name="connsiteY3" fmla="*/ 2337807 h 2350831"/>
                  <a:gd name="connsiteX4" fmla="*/ 1253881 w 4468531"/>
                  <a:gd name="connsiteY4" fmla="*/ 1779592 h 2350831"/>
                  <a:gd name="connsiteX5" fmla="*/ 19312 w 4468531"/>
                  <a:gd name="connsiteY5" fmla="*/ 1893478 h 2350831"/>
                  <a:gd name="connsiteX0" fmla="*/ 114931 w 4564151"/>
                  <a:gd name="connsiteY0" fmla="*/ 1893478 h 2606070"/>
                  <a:gd name="connsiteX1" fmla="*/ 2326749 w 4564151"/>
                  <a:gd name="connsiteY1" fmla="*/ 12577 h 2606070"/>
                  <a:gd name="connsiteX2" fmla="*/ 4554682 w 4564151"/>
                  <a:gd name="connsiteY2" fmla="*/ 1134278 h 2606070"/>
                  <a:gd name="connsiteX3" fmla="*/ 3057815 w 4564151"/>
                  <a:gd name="connsiteY3" fmla="*/ 2337807 h 2606070"/>
                  <a:gd name="connsiteX4" fmla="*/ 602599 w 4564151"/>
                  <a:gd name="connsiteY4" fmla="*/ 2591133 h 2606070"/>
                  <a:gd name="connsiteX5" fmla="*/ 114931 w 4564151"/>
                  <a:gd name="connsiteY5" fmla="*/ 1893478 h 2606070"/>
                  <a:gd name="connsiteX0" fmla="*/ 339436 w 4163621"/>
                  <a:gd name="connsiteY0" fmla="*/ 711041 h 2677547"/>
                  <a:gd name="connsiteX1" fmla="*/ 1926219 w 4163621"/>
                  <a:gd name="connsiteY1" fmla="*/ 9118 h 2677547"/>
                  <a:gd name="connsiteX2" fmla="*/ 4154152 w 4163621"/>
                  <a:gd name="connsiteY2" fmla="*/ 1130819 h 2677547"/>
                  <a:gd name="connsiteX3" fmla="*/ 2657285 w 4163621"/>
                  <a:gd name="connsiteY3" fmla="*/ 2334348 h 2677547"/>
                  <a:gd name="connsiteX4" fmla="*/ 202069 w 4163621"/>
                  <a:gd name="connsiteY4" fmla="*/ 2587674 h 2677547"/>
                  <a:gd name="connsiteX5" fmla="*/ 339436 w 4163621"/>
                  <a:gd name="connsiteY5" fmla="*/ 711041 h 2677547"/>
                  <a:gd name="connsiteX0" fmla="*/ 8699 w 3970251"/>
                  <a:gd name="connsiteY0" fmla="*/ 2578556 h 2717756"/>
                  <a:gd name="connsiteX1" fmla="*/ 1732849 w 3970251"/>
                  <a:gd name="connsiteY1" fmla="*/ 0 h 2717756"/>
                  <a:gd name="connsiteX2" fmla="*/ 3960782 w 3970251"/>
                  <a:gd name="connsiteY2" fmla="*/ 1121701 h 2717756"/>
                  <a:gd name="connsiteX3" fmla="*/ 2463915 w 3970251"/>
                  <a:gd name="connsiteY3" fmla="*/ 2325230 h 2717756"/>
                  <a:gd name="connsiteX4" fmla="*/ 8699 w 3970251"/>
                  <a:gd name="connsiteY4" fmla="*/ 2578556 h 2717756"/>
                  <a:gd name="connsiteX0" fmla="*/ 11617 w 3584652"/>
                  <a:gd name="connsiteY0" fmla="*/ 1430838 h 2340009"/>
                  <a:gd name="connsiteX1" fmla="*/ 1347250 w 3584652"/>
                  <a:gd name="connsiteY1" fmla="*/ 2380 h 2340009"/>
                  <a:gd name="connsiteX2" fmla="*/ 3575183 w 3584652"/>
                  <a:gd name="connsiteY2" fmla="*/ 1124081 h 2340009"/>
                  <a:gd name="connsiteX3" fmla="*/ 2078316 w 3584652"/>
                  <a:gd name="connsiteY3" fmla="*/ 2327610 h 2340009"/>
                  <a:gd name="connsiteX4" fmla="*/ 11617 w 3584652"/>
                  <a:gd name="connsiteY4" fmla="*/ 1430838 h 2340009"/>
                  <a:gd name="connsiteX0" fmla="*/ 36322 w 3609357"/>
                  <a:gd name="connsiteY0" fmla="*/ 1430838 h 2532978"/>
                  <a:gd name="connsiteX1" fmla="*/ 1371955 w 3609357"/>
                  <a:gd name="connsiteY1" fmla="*/ 2380 h 2532978"/>
                  <a:gd name="connsiteX2" fmla="*/ 3599888 w 3609357"/>
                  <a:gd name="connsiteY2" fmla="*/ 1124081 h 2532978"/>
                  <a:gd name="connsiteX3" fmla="*/ 2103021 w 3609357"/>
                  <a:gd name="connsiteY3" fmla="*/ 2327610 h 2532978"/>
                  <a:gd name="connsiteX4" fmla="*/ 36322 w 3609357"/>
                  <a:gd name="connsiteY4" fmla="*/ 1430838 h 2532978"/>
                  <a:gd name="connsiteX0" fmla="*/ 3580 w 3569301"/>
                  <a:gd name="connsiteY0" fmla="*/ 1431089 h 2816320"/>
                  <a:gd name="connsiteX1" fmla="*/ 1339213 w 3569301"/>
                  <a:gd name="connsiteY1" fmla="*/ 2631 h 2816320"/>
                  <a:gd name="connsiteX2" fmla="*/ 3567146 w 3569301"/>
                  <a:gd name="connsiteY2" fmla="*/ 1124332 h 2816320"/>
                  <a:gd name="connsiteX3" fmla="*/ 1722688 w 3569301"/>
                  <a:gd name="connsiteY3" fmla="*/ 2808414 h 2816320"/>
                  <a:gd name="connsiteX4" fmla="*/ 3580 w 3569301"/>
                  <a:gd name="connsiteY4" fmla="*/ 1431089 h 2816320"/>
                  <a:gd name="connsiteX0" fmla="*/ 3579 w 3569300"/>
                  <a:gd name="connsiteY0" fmla="*/ 1431089 h 2808414"/>
                  <a:gd name="connsiteX1" fmla="*/ 1339212 w 3569300"/>
                  <a:gd name="connsiteY1" fmla="*/ 2631 h 2808414"/>
                  <a:gd name="connsiteX2" fmla="*/ 3567145 w 3569300"/>
                  <a:gd name="connsiteY2" fmla="*/ 1124332 h 2808414"/>
                  <a:gd name="connsiteX3" fmla="*/ 1722687 w 3569300"/>
                  <a:gd name="connsiteY3" fmla="*/ 2808414 h 2808414"/>
                  <a:gd name="connsiteX4" fmla="*/ 3579 w 3569300"/>
                  <a:gd name="connsiteY4" fmla="*/ 1431089 h 2808414"/>
                  <a:gd name="connsiteX0" fmla="*/ 3579 w 3570402"/>
                  <a:gd name="connsiteY0" fmla="*/ 1431089 h 2845664"/>
                  <a:gd name="connsiteX1" fmla="*/ 1339212 w 3570402"/>
                  <a:gd name="connsiteY1" fmla="*/ 2631 h 2845664"/>
                  <a:gd name="connsiteX2" fmla="*/ 3567145 w 3570402"/>
                  <a:gd name="connsiteY2" fmla="*/ 1124332 h 2845664"/>
                  <a:gd name="connsiteX3" fmla="*/ 1722687 w 3570402"/>
                  <a:gd name="connsiteY3" fmla="*/ 2808414 h 2845664"/>
                  <a:gd name="connsiteX4" fmla="*/ 3579 w 3570402"/>
                  <a:gd name="connsiteY4" fmla="*/ 1431089 h 2845664"/>
                  <a:gd name="connsiteX0" fmla="*/ 3579 w 3571531"/>
                  <a:gd name="connsiteY0" fmla="*/ 1431089 h 2809355"/>
                  <a:gd name="connsiteX1" fmla="*/ 1339212 w 3571531"/>
                  <a:gd name="connsiteY1" fmla="*/ 2631 h 2809355"/>
                  <a:gd name="connsiteX2" fmla="*/ 3567145 w 3571531"/>
                  <a:gd name="connsiteY2" fmla="*/ 1124332 h 2809355"/>
                  <a:gd name="connsiteX3" fmla="*/ 1722687 w 3571531"/>
                  <a:gd name="connsiteY3" fmla="*/ 2808414 h 2809355"/>
                  <a:gd name="connsiteX4" fmla="*/ 3579 w 3571531"/>
                  <a:gd name="connsiteY4" fmla="*/ 1431089 h 2809355"/>
                  <a:gd name="connsiteX0" fmla="*/ 3579 w 3570449"/>
                  <a:gd name="connsiteY0" fmla="*/ 1431089 h 2811091"/>
                  <a:gd name="connsiteX1" fmla="*/ 1339212 w 3570449"/>
                  <a:gd name="connsiteY1" fmla="*/ 2631 h 2811091"/>
                  <a:gd name="connsiteX2" fmla="*/ 3567145 w 3570449"/>
                  <a:gd name="connsiteY2" fmla="*/ 1124332 h 2811091"/>
                  <a:gd name="connsiteX3" fmla="*/ 1722687 w 3570449"/>
                  <a:gd name="connsiteY3" fmla="*/ 2808414 h 2811091"/>
                  <a:gd name="connsiteX4" fmla="*/ 3579 w 3570449"/>
                  <a:gd name="connsiteY4" fmla="*/ 1431089 h 2811091"/>
                  <a:gd name="connsiteX0" fmla="*/ 9477 w 3576347"/>
                  <a:gd name="connsiteY0" fmla="*/ 1454488 h 2834490"/>
                  <a:gd name="connsiteX1" fmla="*/ 1345110 w 3576347"/>
                  <a:gd name="connsiteY1" fmla="*/ 26030 h 2834490"/>
                  <a:gd name="connsiteX2" fmla="*/ 3573043 w 3576347"/>
                  <a:gd name="connsiteY2" fmla="*/ 1147731 h 2834490"/>
                  <a:gd name="connsiteX3" fmla="*/ 1728585 w 3576347"/>
                  <a:gd name="connsiteY3" fmla="*/ 2831813 h 2834490"/>
                  <a:gd name="connsiteX4" fmla="*/ 9477 w 3576347"/>
                  <a:gd name="connsiteY4" fmla="*/ 1454488 h 2834490"/>
                  <a:gd name="connsiteX0" fmla="*/ 11200 w 3578070"/>
                  <a:gd name="connsiteY0" fmla="*/ 1454488 h 2834490"/>
                  <a:gd name="connsiteX1" fmla="*/ 1346833 w 3578070"/>
                  <a:gd name="connsiteY1" fmla="*/ 26030 h 2834490"/>
                  <a:gd name="connsiteX2" fmla="*/ 3574766 w 3578070"/>
                  <a:gd name="connsiteY2" fmla="*/ 1147731 h 2834490"/>
                  <a:gd name="connsiteX3" fmla="*/ 1730308 w 3578070"/>
                  <a:gd name="connsiteY3" fmla="*/ 2831813 h 2834490"/>
                  <a:gd name="connsiteX4" fmla="*/ 11200 w 3578070"/>
                  <a:gd name="connsiteY4" fmla="*/ 1454488 h 2834490"/>
                  <a:gd name="connsiteX0" fmla="*/ 5238 w 3394494"/>
                  <a:gd name="connsiteY0" fmla="*/ 1561249 h 2815719"/>
                  <a:gd name="connsiteX1" fmla="*/ 1164359 w 3394494"/>
                  <a:gd name="connsiteY1" fmla="*/ 5027 h 2815719"/>
                  <a:gd name="connsiteX2" fmla="*/ 3392292 w 3394494"/>
                  <a:gd name="connsiteY2" fmla="*/ 1126728 h 2815719"/>
                  <a:gd name="connsiteX3" fmla="*/ 1547834 w 3394494"/>
                  <a:gd name="connsiteY3" fmla="*/ 2810810 h 2815719"/>
                  <a:gd name="connsiteX4" fmla="*/ 5238 w 3394494"/>
                  <a:gd name="connsiteY4" fmla="*/ 1561249 h 2815719"/>
                  <a:gd name="connsiteX0" fmla="*/ 1714 w 3390970"/>
                  <a:gd name="connsiteY0" fmla="*/ 1561249 h 2816846"/>
                  <a:gd name="connsiteX1" fmla="*/ 1160835 w 3390970"/>
                  <a:gd name="connsiteY1" fmla="*/ 5027 h 2816846"/>
                  <a:gd name="connsiteX2" fmla="*/ 3388768 w 3390970"/>
                  <a:gd name="connsiteY2" fmla="*/ 1126728 h 2816846"/>
                  <a:gd name="connsiteX3" fmla="*/ 1544310 w 3390970"/>
                  <a:gd name="connsiteY3" fmla="*/ 2810810 h 2816846"/>
                  <a:gd name="connsiteX4" fmla="*/ 1714 w 3390970"/>
                  <a:gd name="connsiteY4" fmla="*/ 1561249 h 2816846"/>
                  <a:gd name="connsiteX0" fmla="*/ 1714 w 3392183"/>
                  <a:gd name="connsiteY0" fmla="*/ 1561249 h 2822298"/>
                  <a:gd name="connsiteX1" fmla="*/ 1160835 w 3392183"/>
                  <a:gd name="connsiteY1" fmla="*/ 5027 h 2822298"/>
                  <a:gd name="connsiteX2" fmla="*/ 3388768 w 3392183"/>
                  <a:gd name="connsiteY2" fmla="*/ 1126728 h 2822298"/>
                  <a:gd name="connsiteX3" fmla="*/ 1544310 w 3392183"/>
                  <a:gd name="connsiteY3" fmla="*/ 2810810 h 2822298"/>
                  <a:gd name="connsiteX4" fmla="*/ 1714 w 3392183"/>
                  <a:gd name="connsiteY4" fmla="*/ 1561249 h 2822298"/>
                  <a:gd name="connsiteX0" fmla="*/ 1599 w 3099681"/>
                  <a:gd name="connsiteY0" fmla="*/ 1556274 h 2805936"/>
                  <a:gd name="connsiteX1" fmla="*/ 1160720 w 3099681"/>
                  <a:gd name="connsiteY1" fmla="*/ 52 h 2805936"/>
                  <a:gd name="connsiteX2" fmla="*/ 3097014 w 3099681"/>
                  <a:gd name="connsiteY2" fmla="*/ 1505235 h 2805936"/>
                  <a:gd name="connsiteX3" fmla="*/ 1544195 w 3099681"/>
                  <a:gd name="connsiteY3" fmla="*/ 2805835 h 2805936"/>
                  <a:gd name="connsiteX4" fmla="*/ 1599 w 3099681"/>
                  <a:gd name="connsiteY4" fmla="*/ 1556274 h 2805936"/>
                  <a:gd name="connsiteX0" fmla="*/ 1599 w 3098266"/>
                  <a:gd name="connsiteY0" fmla="*/ 1556274 h 2805936"/>
                  <a:gd name="connsiteX1" fmla="*/ 1160720 w 3098266"/>
                  <a:gd name="connsiteY1" fmla="*/ 52 h 2805936"/>
                  <a:gd name="connsiteX2" fmla="*/ 3097014 w 3098266"/>
                  <a:gd name="connsiteY2" fmla="*/ 1505235 h 2805936"/>
                  <a:gd name="connsiteX3" fmla="*/ 1544195 w 3098266"/>
                  <a:gd name="connsiteY3" fmla="*/ 2805835 h 2805936"/>
                  <a:gd name="connsiteX4" fmla="*/ 1599 w 3098266"/>
                  <a:gd name="connsiteY4" fmla="*/ 1556274 h 2805936"/>
                  <a:gd name="connsiteX0" fmla="*/ 6698 w 3107113"/>
                  <a:gd name="connsiteY0" fmla="*/ 1556268 h 1995204"/>
                  <a:gd name="connsiteX1" fmla="*/ 1165819 w 3107113"/>
                  <a:gd name="connsiteY1" fmla="*/ 46 h 1995204"/>
                  <a:gd name="connsiteX2" fmla="*/ 3102113 w 3107113"/>
                  <a:gd name="connsiteY2" fmla="*/ 1505229 h 1995204"/>
                  <a:gd name="connsiteX3" fmla="*/ 1670895 w 3107113"/>
                  <a:gd name="connsiteY3" fmla="*/ 1994767 h 1995204"/>
                  <a:gd name="connsiteX4" fmla="*/ 6698 w 3107113"/>
                  <a:gd name="connsiteY4" fmla="*/ 1556268 h 1995204"/>
                  <a:gd name="connsiteX0" fmla="*/ 6698 w 3107610"/>
                  <a:gd name="connsiteY0" fmla="*/ 1556268 h 2094159"/>
                  <a:gd name="connsiteX1" fmla="*/ 1165819 w 3107610"/>
                  <a:gd name="connsiteY1" fmla="*/ 46 h 2094159"/>
                  <a:gd name="connsiteX2" fmla="*/ 3102113 w 3107610"/>
                  <a:gd name="connsiteY2" fmla="*/ 1505229 h 2094159"/>
                  <a:gd name="connsiteX3" fmla="*/ 1670895 w 3107610"/>
                  <a:gd name="connsiteY3" fmla="*/ 1994767 h 2094159"/>
                  <a:gd name="connsiteX4" fmla="*/ 6698 w 3107610"/>
                  <a:gd name="connsiteY4" fmla="*/ 1556268 h 2094159"/>
                  <a:gd name="connsiteX0" fmla="*/ 6698 w 3108326"/>
                  <a:gd name="connsiteY0" fmla="*/ 1556268 h 2032117"/>
                  <a:gd name="connsiteX1" fmla="*/ 1165819 w 3108326"/>
                  <a:gd name="connsiteY1" fmla="*/ 46 h 2032117"/>
                  <a:gd name="connsiteX2" fmla="*/ 3102113 w 3108326"/>
                  <a:gd name="connsiteY2" fmla="*/ 1505229 h 2032117"/>
                  <a:gd name="connsiteX3" fmla="*/ 1670895 w 3108326"/>
                  <a:gd name="connsiteY3" fmla="*/ 1994767 h 2032117"/>
                  <a:gd name="connsiteX4" fmla="*/ 6698 w 3108326"/>
                  <a:gd name="connsiteY4" fmla="*/ 1556268 h 2032117"/>
                  <a:gd name="connsiteX0" fmla="*/ 2700 w 3101149"/>
                  <a:gd name="connsiteY0" fmla="*/ 1588985 h 2065259"/>
                  <a:gd name="connsiteX1" fmla="*/ 1324169 w 3101149"/>
                  <a:gd name="connsiteY1" fmla="*/ 44 h 2065259"/>
                  <a:gd name="connsiteX2" fmla="*/ 3098115 w 3101149"/>
                  <a:gd name="connsiteY2" fmla="*/ 1537946 h 2065259"/>
                  <a:gd name="connsiteX3" fmla="*/ 1666897 w 3101149"/>
                  <a:gd name="connsiteY3" fmla="*/ 2027484 h 2065259"/>
                  <a:gd name="connsiteX4" fmla="*/ 2700 w 3101149"/>
                  <a:gd name="connsiteY4" fmla="*/ 1588985 h 2065259"/>
                  <a:gd name="connsiteX0" fmla="*/ 2700 w 3100106"/>
                  <a:gd name="connsiteY0" fmla="*/ 1588985 h 2163738"/>
                  <a:gd name="connsiteX1" fmla="*/ 1324169 w 3100106"/>
                  <a:gd name="connsiteY1" fmla="*/ 44 h 2163738"/>
                  <a:gd name="connsiteX2" fmla="*/ 3098115 w 3100106"/>
                  <a:gd name="connsiteY2" fmla="*/ 1537946 h 2163738"/>
                  <a:gd name="connsiteX3" fmla="*/ 1666897 w 3100106"/>
                  <a:gd name="connsiteY3" fmla="*/ 2027484 h 2163738"/>
                  <a:gd name="connsiteX4" fmla="*/ 2700 w 3100106"/>
                  <a:gd name="connsiteY4" fmla="*/ 1588985 h 2163738"/>
                  <a:gd name="connsiteX0" fmla="*/ 2700 w 3100834"/>
                  <a:gd name="connsiteY0" fmla="*/ 1588985 h 2056082"/>
                  <a:gd name="connsiteX1" fmla="*/ 1324169 w 3100834"/>
                  <a:gd name="connsiteY1" fmla="*/ 44 h 2056082"/>
                  <a:gd name="connsiteX2" fmla="*/ 3098115 w 3100834"/>
                  <a:gd name="connsiteY2" fmla="*/ 1537946 h 2056082"/>
                  <a:gd name="connsiteX3" fmla="*/ 1666897 w 3100834"/>
                  <a:gd name="connsiteY3" fmla="*/ 2027484 h 2056082"/>
                  <a:gd name="connsiteX4" fmla="*/ 2700 w 3100834"/>
                  <a:gd name="connsiteY4" fmla="*/ 1588985 h 2056082"/>
                  <a:gd name="connsiteX0" fmla="*/ 2700 w 3101100"/>
                  <a:gd name="connsiteY0" fmla="*/ 1588985 h 2041075"/>
                  <a:gd name="connsiteX1" fmla="*/ 1324169 w 3101100"/>
                  <a:gd name="connsiteY1" fmla="*/ 44 h 2041075"/>
                  <a:gd name="connsiteX2" fmla="*/ 3098115 w 3101100"/>
                  <a:gd name="connsiteY2" fmla="*/ 1537946 h 2041075"/>
                  <a:gd name="connsiteX3" fmla="*/ 1666897 w 3101100"/>
                  <a:gd name="connsiteY3" fmla="*/ 2027484 h 2041075"/>
                  <a:gd name="connsiteX4" fmla="*/ 2700 w 3101100"/>
                  <a:gd name="connsiteY4" fmla="*/ 1588985 h 2041075"/>
                  <a:gd name="connsiteX0" fmla="*/ 2700 w 3101100"/>
                  <a:gd name="connsiteY0" fmla="*/ 1588985 h 2041075"/>
                  <a:gd name="connsiteX1" fmla="*/ 1324169 w 3101100"/>
                  <a:gd name="connsiteY1" fmla="*/ 44 h 2041075"/>
                  <a:gd name="connsiteX2" fmla="*/ 3098115 w 3101100"/>
                  <a:gd name="connsiteY2" fmla="*/ 1537946 h 2041075"/>
                  <a:gd name="connsiteX3" fmla="*/ 1666897 w 3101100"/>
                  <a:gd name="connsiteY3" fmla="*/ 2027484 h 2041075"/>
                  <a:gd name="connsiteX4" fmla="*/ 2700 w 3101100"/>
                  <a:gd name="connsiteY4" fmla="*/ 1588985 h 2041075"/>
                  <a:gd name="connsiteX0" fmla="*/ 2700 w 3101100"/>
                  <a:gd name="connsiteY0" fmla="*/ 1588985 h 2041075"/>
                  <a:gd name="connsiteX1" fmla="*/ 1324169 w 3101100"/>
                  <a:gd name="connsiteY1" fmla="*/ 44 h 2041075"/>
                  <a:gd name="connsiteX2" fmla="*/ 3098115 w 3101100"/>
                  <a:gd name="connsiteY2" fmla="*/ 1537946 h 2041075"/>
                  <a:gd name="connsiteX3" fmla="*/ 1666897 w 3101100"/>
                  <a:gd name="connsiteY3" fmla="*/ 2027484 h 2041075"/>
                  <a:gd name="connsiteX4" fmla="*/ 2700 w 3101100"/>
                  <a:gd name="connsiteY4" fmla="*/ 1588985 h 20410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01100" h="2041075">
                    <a:moveTo>
                      <a:pt x="2700" y="1588985"/>
                    </a:moveTo>
                    <a:cubicBezTo>
                      <a:pt x="-54421" y="1251078"/>
                      <a:pt x="808267" y="8550"/>
                      <a:pt x="1324169" y="44"/>
                    </a:cubicBezTo>
                    <a:cubicBezTo>
                      <a:pt x="1840071" y="-8462"/>
                      <a:pt x="3040994" y="1200039"/>
                      <a:pt x="3098115" y="1537946"/>
                    </a:cubicBezTo>
                    <a:cubicBezTo>
                      <a:pt x="3155236" y="1875853"/>
                      <a:pt x="2382291" y="1963492"/>
                      <a:pt x="1666897" y="2027484"/>
                    </a:cubicBezTo>
                    <a:cubicBezTo>
                      <a:pt x="951503" y="2091476"/>
                      <a:pt x="59821" y="1926892"/>
                      <a:pt x="2700" y="1588985"/>
                    </a:cubicBezTo>
                    <a:close/>
                  </a:path>
                </a:pathLst>
              </a:custGeom>
              <a:solidFill>
                <a:srgbClr val="F07F3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  <p:sp>
            <p:nvSpPr>
              <p:cNvPr id="20" name="Freihandform 19">
                <a:extLst>
                  <a:ext uri="{FF2B5EF4-FFF2-40B4-BE49-F238E27FC236}">
                    <a16:creationId xmlns:a16="http://schemas.microsoft.com/office/drawing/2014/main" id="{601D30AC-CD57-3CDD-7FFF-82B176E8B657}"/>
                  </a:ext>
                </a:extLst>
              </p:cNvPr>
              <p:cNvSpPr/>
              <p:nvPr/>
            </p:nvSpPr>
            <p:spPr>
              <a:xfrm rot="20823310" flipV="1">
                <a:off x="6947206" y="5460057"/>
                <a:ext cx="6636396" cy="3176678"/>
              </a:xfrm>
              <a:custGeom>
                <a:avLst/>
                <a:gdLst>
                  <a:gd name="connsiteX0" fmla="*/ 346842 w 3373821"/>
                  <a:gd name="connsiteY0" fmla="*/ 283779 h 2963917"/>
                  <a:gd name="connsiteX1" fmla="*/ 3016469 w 3373821"/>
                  <a:gd name="connsiteY1" fmla="*/ 0 h 2963917"/>
                  <a:gd name="connsiteX2" fmla="*/ 3373821 w 3373821"/>
                  <a:gd name="connsiteY2" fmla="*/ 1502979 h 2963917"/>
                  <a:gd name="connsiteX3" fmla="*/ 1902373 w 3373821"/>
                  <a:gd name="connsiteY3" fmla="*/ 2963917 h 2963917"/>
                  <a:gd name="connsiteX4" fmla="*/ 0 w 3373821"/>
                  <a:gd name="connsiteY4" fmla="*/ 2165131 h 2963917"/>
                  <a:gd name="connsiteX5" fmla="*/ 346842 w 3373821"/>
                  <a:gd name="connsiteY5" fmla="*/ 283779 h 2963917"/>
                  <a:gd name="connsiteX0" fmla="*/ 777766 w 3373821"/>
                  <a:gd name="connsiteY0" fmla="*/ 536028 h 2963917"/>
                  <a:gd name="connsiteX1" fmla="*/ 3016469 w 3373821"/>
                  <a:gd name="connsiteY1" fmla="*/ 0 h 2963917"/>
                  <a:gd name="connsiteX2" fmla="*/ 3373821 w 3373821"/>
                  <a:gd name="connsiteY2" fmla="*/ 1502979 h 2963917"/>
                  <a:gd name="connsiteX3" fmla="*/ 1902373 w 3373821"/>
                  <a:gd name="connsiteY3" fmla="*/ 2963917 h 2963917"/>
                  <a:gd name="connsiteX4" fmla="*/ 0 w 3373821"/>
                  <a:gd name="connsiteY4" fmla="*/ 2165131 h 2963917"/>
                  <a:gd name="connsiteX5" fmla="*/ 777766 w 3373821"/>
                  <a:gd name="connsiteY5" fmla="*/ 536028 h 2963917"/>
                  <a:gd name="connsiteX0" fmla="*/ 777766 w 3373821"/>
                  <a:gd name="connsiteY0" fmla="*/ 536028 h 2963917"/>
                  <a:gd name="connsiteX1" fmla="*/ 3016469 w 3373821"/>
                  <a:gd name="connsiteY1" fmla="*/ 0 h 2963917"/>
                  <a:gd name="connsiteX2" fmla="*/ 3373821 w 3373821"/>
                  <a:gd name="connsiteY2" fmla="*/ 1502979 h 2963917"/>
                  <a:gd name="connsiteX3" fmla="*/ 1902373 w 3373821"/>
                  <a:gd name="connsiteY3" fmla="*/ 2963917 h 2963917"/>
                  <a:gd name="connsiteX4" fmla="*/ 0 w 3373821"/>
                  <a:gd name="connsiteY4" fmla="*/ 2165131 h 2963917"/>
                  <a:gd name="connsiteX5" fmla="*/ 777766 w 3373821"/>
                  <a:gd name="connsiteY5" fmla="*/ 536028 h 2963917"/>
                  <a:gd name="connsiteX0" fmla="*/ 777766 w 3373821"/>
                  <a:gd name="connsiteY0" fmla="*/ 536028 h 2963917"/>
                  <a:gd name="connsiteX1" fmla="*/ 3016469 w 3373821"/>
                  <a:gd name="connsiteY1" fmla="*/ 0 h 2963917"/>
                  <a:gd name="connsiteX2" fmla="*/ 3373821 w 3373821"/>
                  <a:gd name="connsiteY2" fmla="*/ 1502979 h 2963917"/>
                  <a:gd name="connsiteX3" fmla="*/ 1902373 w 3373821"/>
                  <a:gd name="connsiteY3" fmla="*/ 2963917 h 2963917"/>
                  <a:gd name="connsiteX4" fmla="*/ 0 w 3373821"/>
                  <a:gd name="connsiteY4" fmla="*/ 2165131 h 2963917"/>
                  <a:gd name="connsiteX5" fmla="*/ 777766 w 3373821"/>
                  <a:gd name="connsiteY5" fmla="*/ 536028 h 2963917"/>
                  <a:gd name="connsiteX0" fmla="*/ 777766 w 3373821"/>
                  <a:gd name="connsiteY0" fmla="*/ 882870 h 3310759"/>
                  <a:gd name="connsiteX1" fmla="*/ 3090042 w 3373821"/>
                  <a:gd name="connsiteY1" fmla="*/ 0 h 3310759"/>
                  <a:gd name="connsiteX2" fmla="*/ 3373821 w 3373821"/>
                  <a:gd name="connsiteY2" fmla="*/ 1849821 h 3310759"/>
                  <a:gd name="connsiteX3" fmla="*/ 1902373 w 3373821"/>
                  <a:gd name="connsiteY3" fmla="*/ 3310759 h 3310759"/>
                  <a:gd name="connsiteX4" fmla="*/ 0 w 3373821"/>
                  <a:gd name="connsiteY4" fmla="*/ 2511973 h 3310759"/>
                  <a:gd name="connsiteX5" fmla="*/ 777766 w 3373821"/>
                  <a:gd name="connsiteY5" fmla="*/ 882870 h 3310759"/>
                  <a:gd name="connsiteX0" fmla="*/ 777766 w 3373821"/>
                  <a:gd name="connsiteY0" fmla="*/ 1065668 h 3493557"/>
                  <a:gd name="connsiteX1" fmla="*/ 3090042 w 3373821"/>
                  <a:gd name="connsiteY1" fmla="*/ 182798 h 3493557"/>
                  <a:gd name="connsiteX2" fmla="*/ 3373821 w 3373821"/>
                  <a:gd name="connsiteY2" fmla="*/ 2032619 h 3493557"/>
                  <a:gd name="connsiteX3" fmla="*/ 1902373 w 3373821"/>
                  <a:gd name="connsiteY3" fmla="*/ 3493557 h 3493557"/>
                  <a:gd name="connsiteX4" fmla="*/ 0 w 3373821"/>
                  <a:gd name="connsiteY4" fmla="*/ 2694771 h 3493557"/>
                  <a:gd name="connsiteX5" fmla="*/ 777766 w 3373821"/>
                  <a:gd name="connsiteY5" fmla="*/ 1065668 h 3493557"/>
                  <a:gd name="connsiteX0" fmla="*/ 777766 w 3373821"/>
                  <a:gd name="connsiteY0" fmla="*/ 1065668 h 3493557"/>
                  <a:gd name="connsiteX1" fmla="*/ 3090042 w 3373821"/>
                  <a:gd name="connsiteY1" fmla="*/ 182798 h 3493557"/>
                  <a:gd name="connsiteX2" fmla="*/ 3373821 w 3373821"/>
                  <a:gd name="connsiteY2" fmla="*/ 2032619 h 3493557"/>
                  <a:gd name="connsiteX3" fmla="*/ 1902373 w 3373821"/>
                  <a:gd name="connsiteY3" fmla="*/ 3493557 h 3493557"/>
                  <a:gd name="connsiteX4" fmla="*/ 0 w 3373821"/>
                  <a:gd name="connsiteY4" fmla="*/ 2694771 h 3493557"/>
                  <a:gd name="connsiteX5" fmla="*/ 777766 w 3373821"/>
                  <a:gd name="connsiteY5" fmla="*/ 1065668 h 3493557"/>
                  <a:gd name="connsiteX0" fmla="*/ 777766 w 3373821"/>
                  <a:gd name="connsiteY0" fmla="*/ 1035451 h 3463340"/>
                  <a:gd name="connsiteX1" fmla="*/ 3090042 w 3373821"/>
                  <a:gd name="connsiteY1" fmla="*/ 152581 h 3463340"/>
                  <a:gd name="connsiteX2" fmla="*/ 3373821 w 3373821"/>
                  <a:gd name="connsiteY2" fmla="*/ 2002402 h 3463340"/>
                  <a:gd name="connsiteX3" fmla="*/ 1902373 w 3373821"/>
                  <a:gd name="connsiteY3" fmla="*/ 3463340 h 3463340"/>
                  <a:gd name="connsiteX4" fmla="*/ 0 w 3373821"/>
                  <a:gd name="connsiteY4" fmla="*/ 2664554 h 3463340"/>
                  <a:gd name="connsiteX5" fmla="*/ 777766 w 3373821"/>
                  <a:gd name="connsiteY5" fmla="*/ 1035451 h 3463340"/>
                  <a:gd name="connsiteX0" fmla="*/ 777766 w 3468415"/>
                  <a:gd name="connsiteY0" fmla="*/ 1035451 h 3463340"/>
                  <a:gd name="connsiteX1" fmla="*/ 3090042 w 3468415"/>
                  <a:gd name="connsiteY1" fmla="*/ 152581 h 3463340"/>
                  <a:gd name="connsiteX2" fmla="*/ 3468415 w 3468415"/>
                  <a:gd name="connsiteY2" fmla="*/ 2202098 h 3463340"/>
                  <a:gd name="connsiteX3" fmla="*/ 1902373 w 3468415"/>
                  <a:gd name="connsiteY3" fmla="*/ 3463340 h 3463340"/>
                  <a:gd name="connsiteX4" fmla="*/ 0 w 3468415"/>
                  <a:gd name="connsiteY4" fmla="*/ 2664554 h 3463340"/>
                  <a:gd name="connsiteX5" fmla="*/ 777766 w 3468415"/>
                  <a:gd name="connsiteY5" fmla="*/ 1035451 h 3463340"/>
                  <a:gd name="connsiteX0" fmla="*/ 777766 w 3520921"/>
                  <a:gd name="connsiteY0" fmla="*/ 1035451 h 3463340"/>
                  <a:gd name="connsiteX1" fmla="*/ 3090042 w 3520921"/>
                  <a:gd name="connsiteY1" fmla="*/ 152581 h 3463340"/>
                  <a:gd name="connsiteX2" fmla="*/ 3468415 w 3520921"/>
                  <a:gd name="connsiteY2" fmla="*/ 2202098 h 3463340"/>
                  <a:gd name="connsiteX3" fmla="*/ 1902373 w 3520921"/>
                  <a:gd name="connsiteY3" fmla="*/ 3463340 h 3463340"/>
                  <a:gd name="connsiteX4" fmla="*/ 0 w 3520921"/>
                  <a:gd name="connsiteY4" fmla="*/ 2664554 h 3463340"/>
                  <a:gd name="connsiteX5" fmla="*/ 777766 w 3520921"/>
                  <a:gd name="connsiteY5" fmla="*/ 1035451 h 3463340"/>
                  <a:gd name="connsiteX0" fmla="*/ 777766 w 3520921"/>
                  <a:gd name="connsiteY0" fmla="*/ 1035451 h 3463340"/>
                  <a:gd name="connsiteX1" fmla="*/ 3090042 w 3520921"/>
                  <a:gd name="connsiteY1" fmla="*/ 152581 h 3463340"/>
                  <a:gd name="connsiteX2" fmla="*/ 3468415 w 3520921"/>
                  <a:gd name="connsiteY2" fmla="*/ 2202098 h 3463340"/>
                  <a:gd name="connsiteX3" fmla="*/ 1902373 w 3520921"/>
                  <a:gd name="connsiteY3" fmla="*/ 3463340 h 3463340"/>
                  <a:gd name="connsiteX4" fmla="*/ 0 w 3520921"/>
                  <a:gd name="connsiteY4" fmla="*/ 2664554 h 3463340"/>
                  <a:gd name="connsiteX5" fmla="*/ 777766 w 3520921"/>
                  <a:gd name="connsiteY5" fmla="*/ 1035451 h 3463340"/>
                  <a:gd name="connsiteX0" fmla="*/ 777766 w 3520921"/>
                  <a:gd name="connsiteY0" fmla="*/ 1035451 h 3465338"/>
                  <a:gd name="connsiteX1" fmla="*/ 3090042 w 3520921"/>
                  <a:gd name="connsiteY1" fmla="*/ 152581 h 3465338"/>
                  <a:gd name="connsiteX2" fmla="*/ 3468415 w 3520921"/>
                  <a:gd name="connsiteY2" fmla="*/ 2202098 h 3465338"/>
                  <a:gd name="connsiteX3" fmla="*/ 1902373 w 3520921"/>
                  <a:gd name="connsiteY3" fmla="*/ 3463340 h 3465338"/>
                  <a:gd name="connsiteX4" fmla="*/ 0 w 3520921"/>
                  <a:gd name="connsiteY4" fmla="*/ 2664554 h 3465338"/>
                  <a:gd name="connsiteX5" fmla="*/ 777766 w 3520921"/>
                  <a:gd name="connsiteY5" fmla="*/ 1035451 h 3465338"/>
                  <a:gd name="connsiteX0" fmla="*/ 777766 w 3520921"/>
                  <a:gd name="connsiteY0" fmla="*/ 1035451 h 3465338"/>
                  <a:gd name="connsiteX1" fmla="*/ 3090042 w 3520921"/>
                  <a:gd name="connsiteY1" fmla="*/ 152581 h 3465338"/>
                  <a:gd name="connsiteX2" fmla="*/ 3468415 w 3520921"/>
                  <a:gd name="connsiteY2" fmla="*/ 2202098 h 3465338"/>
                  <a:gd name="connsiteX3" fmla="*/ 1902373 w 3520921"/>
                  <a:gd name="connsiteY3" fmla="*/ 3463340 h 3465338"/>
                  <a:gd name="connsiteX4" fmla="*/ 0 w 3520921"/>
                  <a:gd name="connsiteY4" fmla="*/ 2664554 h 3465338"/>
                  <a:gd name="connsiteX5" fmla="*/ 777766 w 3520921"/>
                  <a:gd name="connsiteY5" fmla="*/ 1035451 h 3465338"/>
                  <a:gd name="connsiteX0" fmla="*/ 777766 w 3520921"/>
                  <a:gd name="connsiteY0" fmla="*/ 1035451 h 3463748"/>
                  <a:gd name="connsiteX1" fmla="*/ 3090042 w 3520921"/>
                  <a:gd name="connsiteY1" fmla="*/ 152581 h 3463748"/>
                  <a:gd name="connsiteX2" fmla="*/ 3468415 w 3520921"/>
                  <a:gd name="connsiteY2" fmla="*/ 2202098 h 3463748"/>
                  <a:gd name="connsiteX3" fmla="*/ 1902373 w 3520921"/>
                  <a:gd name="connsiteY3" fmla="*/ 3463340 h 3463748"/>
                  <a:gd name="connsiteX4" fmla="*/ 0 w 3520921"/>
                  <a:gd name="connsiteY4" fmla="*/ 2664554 h 3463748"/>
                  <a:gd name="connsiteX5" fmla="*/ 777766 w 3520921"/>
                  <a:gd name="connsiteY5" fmla="*/ 1035451 h 3463748"/>
                  <a:gd name="connsiteX0" fmla="*/ 815379 w 3558534"/>
                  <a:gd name="connsiteY0" fmla="*/ 1035451 h 3463748"/>
                  <a:gd name="connsiteX1" fmla="*/ 3127655 w 3558534"/>
                  <a:gd name="connsiteY1" fmla="*/ 152581 h 3463748"/>
                  <a:gd name="connsiteX2" fmla="*/ 3506028 w 3558534"/>
                  <a:gd name="connsiteY2" fmla="*/ 2202098 h 3463748"/>
                  <a:gd name="connsiteX3" fmla="*/ 1939986 w 3558534"/>
                  <a:gd name="connsiteY3" fmla="*/ 3463340 h 3463748"/>
                  <a:gd name="connsiteX4" fmla="*/ 37613 w 3558534"/>
                  <a:gd name="connsiteY4" fmla="*/ 2664554 h 3463748"/>
                  <a:gd name="connsiteX5" fmla="*/ 815379 w 3558534"/>
                  <a:gd name="connsiteY5" fmla="*/ 1035451 h 3463748"/>
                  <a:gd name="connsiteX0" fmla="*/ 815379 w 3558534"/>
                  <a:gd name="connsiteY0" fmla="*/ 1035451 h 3464371"/>
                  <a:gd name="connsiteX1" fmla="*/ 3127655 w 3558534"/>
                  <a:gd name="connsiteY1" fmla="*/ 152581 h 3464371"/>
                  <a:gd name="connsiteX2" fmla="*/ 3506028 w 3558534"/>
                  <a:gd name="connsiteY2" fmla="*/ 2202098 h 3464371"/>
                  <a:gd name="connsiteX3" fmla="*/ 1939986 w 3558534"/>
                  <a:gd name="connsiteY3" fmla="*/ 3463340 h 3464371"/>
                  <a:gd name="connsiteX4" fmla="*/ 37613 w 3558534"/>
                  <a:gd name="connsiteY4" fmla="*/ 2664554 h 3464371"/>
                  <a:gd name="connsiteX5" fmla="*/ 815379 w 3558534"/>
                  <a:gd name="connsiteY5" fmla="*/ 1035451 h 3464371"/>
                  <a:gd name="connsiteX0" fmla="*/ 815379 w 3150376"/>
                  <a:gd name="connsiteY0" fmla="*/ 1035451 h 3464371"/>
                  <a:gd name="connsiteX1" fmla="*/ 3127655 w 3150376"/>
                  <a:gd name="connsiteY1" fmla="*/ 152581 h 3464371"/>
                  <a:gd name="connsiteX2" fmla="*/ 1961008 w 3150376"/>
                  <a:gd name="connsiteY2" fmla="*/ 1655560 h 3464371"/>
                  <a:gd name="connsiteX3" fmla="*/ 1939986 w 3150376"/>
                  <a:gd name="connsiteY3" fmla="*/ 3463340 h 3464371"/>
                  <a:gd name="connsiteX4" fmla="*/ 37613 w 3150376"/>
                  <a:gd name="connsiteY4" fmla="*/ 2664554 h 3464371"/>
                  <a:gd name="connsiteX5" fmla="*/ 815379 w 3150376"/>
                  <a:gd name="connsiteY5" fmla="*/ 1035451 h 3464371"/>
                  <a:gd name="connsiteX0" fmla="*/ 815379 w 3162532"/>
                  <a:gd name="connsiteY0" fmla="*/ 1035451 h 3464371"/>
                  <a:gd name="connsiteX1" fmla="*/ 3127655 w 3162532"/>
                  <a:gd name="connsiteY1" fmla="*/ 152581 h 3464371"/>
                  <a:gd name="connsiteX2" fmla="*/ 2423463 w 3162532"/>
                  <a:gd name="connsiteY2" fmla="*/ 1645049 h 3464371"/>
                  <a:gd name="connsiteX3" fmla="*/ 1939986 w 3162532"/>
                  <a:gd name="connsiteY3" fmla="*/ 3463340 h 3464371"/>
                  <a:gd name="connsiteX4" fmla="*/ 37613 w 3162532"/>
                  <a:gd name="connsiteY4" fmla="*/ 2664554 h 3464371"/>
                  <a:gd name="connsiteX5" fmla="*/ 815379 w 3162532"/>
                  <a:gd name="connsiteY5" fmla="*/ 1035451 h 3464371"/>
                  <a:gd name="connsiteX0" fmla="*/ 815379 w 3171514"/>
                  <a:gd name="connsiteY0" fmla="*/ 1035451 h 3464371"/>
                  <a:gd name="connsiteX1" fmla="*/ 3127655 w 3171514"/>
                  <a:gd name="connsiteY1" fmla="*/ 152581 h 3464371"/>
                  <a:gd name="connsiteX2" fmla="*/ 2423463 w 3171514"/>
                  <a:gd name="connsiteY2" fmla="*/ 1645049 h 3464371"/>
                  <a:gd name="connsiteX3" fmla="*/ 1939986 w 3171514"/>
                  <a:gd name="connsiteY3" fmla="*/ 3463340 h 3464371"/>
                  <a:gd name="connsiteX4" fmla="*/ 37613 w 3171514"/>
                  <a:gd name="connsiteY4" fmla="*/ 2664554 h 3464371"/>
                  <a:gd name="connsiteX5" fmla="*/ 815379 w 3171514"/>
                  <a:gd name="connsiteY5" fmla="*/ 1035451 h 3464371"/>
                  <a:gd name="connsiteX0" fmla="*/ 815379 w 3171514"/>
                  <a:gd name="connsiteY0" fmla="*/ 1035451 h 3464371"/>
                  <a:gd name="connsiteX1" fmla="*/ 3127655 w 3171514"/>
                  <a:gd name="connsiteY1" fmla="*/ 152581 h 3464371"/>
                  <a:gd name="connsiteX2" fmla="*/ 2423463 w 3171514"/>
                  <a:gd name="connsiteY2" fmla="*/ 1645049 h 3464371"/>
                  <a:gd name="connsiteX3" fmla="*/ 1939986 w 3171514"/>
                  <a:gd name="connsiteY3" fmla="*/ 3463340 h 3464371"/>
                  <a:gd name="connsiteX4" fmla="*/ 37613 w 3171514"/>
                  <a:gd name="connsiteY4" fmla="*/ 2664554 h 3464371"/>
                  <a:gd name="connsiteX5" fmla="*/ 815379 w 3171514"/>
                  <a:gd name="connsiteY5" fmla="*/ 1035451 h 3464371"/>
                  <a:gd name="connsiteX0" fmla="*/ 815379 w 3171514"/>
                  <a:gd name="connsiteY0" fmla="*/ 1035451 h 3474836"/>
                  <a:gd name="connsiteX1" fmla="*/ 3127655 w 3171514"/>
                  <a:gd name="connsiteY1" fmla="*/ 152581 h 3474836"/>
                  <a:gd name="connsiteX2" fmla="*/ 2423463 w 3171514"/>
                  <a:gd name="connsiteY2" fmla="*/ 1645049 h 3474836"/>
                  <a:gd name="connsiteX3" fmla="*/ 2307848 w 3171514"/>
                  <a:gd name="connsiteY3" fmla="*/ 3473850 h 3474836"/>
                  <a:gd name="connsiteX4" fmla="*/ 37613 w 3171514"/>
                  <a:gd name="connsiteY4" fmla="*/ 2664554 h 3474836"/>
                  <a:gd name="connsiteX5" fmla="*/ 815379 w 3171514"/>
                  <a:gd name="connsiteY5" fmla="*/ 1035451 h 3474836"/>
                  <a:gd name="connsiteX0" fmla="*/ 815379 w 3171514"/>
                  <a:gd name="connsiteY0" fmla="*/ 1035451 h 3474836"/>
                  <a:gd name="connsiteX1" fmla="*/ 3127655 w 3171514"/>
                  <a:gd name="connsiteY1" fmla="*/ 152581 h 3474836"/>
                  <a:gd name="connsiteX2" fmla="*/ 2423463 w 3171514"/>
                  <a:gd name="connsiteY2" fmla="*/ 1645049 h 3474836"/>
                  <a:gd name="connsiteX3" fmla="*/ 2307848 w 3171514"/>
                  <a:gd name="connsiteY3" fmla="*/ 3473850 h 3474836"/>
                  <a:gd name="connsiteX4" fmla="*/ 37613 w 3171514"/>
                  <a:gd name="connsiteY4" fmla="*/ 2664554 h 3474836"/>
                  <a:gd name="connsiteX5" fmla="*/ 815379 w 3171514"/>
                  <a:gd name="connsiteY5" fmla="*/ 1035451 h 3474836"/>
                  <a:gd name="connsiteX0" fmla="*/ 815379 w 3171514"/>
                  <a:gd name="connsiteY0" fmla="*/ 1035451 h 3606310"/>
                  <a:gd name="connsiteX1" fmla="*/ 3127655 w 3171514"/>
                  <a:gd name="connsiteY1" fmla="*/ 152581 h 3606310"/>
                  <a:gd name="connsiteX2" fmla="*/ 2423463 w 3171514"/>
                  <a:gd name="connsiteY2" fmla="*/ 1645049 h 3606310"/>
                  <a:gd name="connsiteX3" fmla="*/ 2307848 w 3171514"/>
                  <a:gd name="connsiteY3" fmla="*/ 3473850 h 3606310"/>
                  <a:gd name="connsiteX4" fmla="*/ 37613 w 3171514"/>
                  <a:gd name="connsiteY4" fmla="*/ 2664554 h 3606310"/>
                  <a:gd name="connsiteX5" fmla="*/ 815379 w 3171514"/>
                  <a:gd name="connsiteY5" fmla="*/ 1035451 h 3606310"/>
                  <a:gd name="connsiteX0" fmla="*/ 815379 w 3173427"/>
                  <a:gd name="connsiteY0" fmla="*/ 1035451 h 3606310"/>
                  <a:gd name="connsiteX1" fmla="*/ 3127655 w 3173427"/>
                  <a:gd name="connsiteY1" fmla="*/ 152581 h 3606310"/>
                  <a:gd name="connsiteX2" fmla="*/ 2423463 w 3173427"/>
                  <a:gd name="connsiteY2" fmla="*/ 1645049 h 3606310"/>
                  <a:gd name="connsiteX3" fmla="*/ 2307848 w 3173427"/>
                  <a:gd name="connsiteY3" fmla="*/ 3473850 h 3606310"/>
                  <a:gd name="connsiteX4" fmla="*/ 37613 w 3173427"/>
                  <a:gd name="connsiteY4" fmla="*/ 2664554 h 3606310"/>
                  <a:gd name="connsiteX5" fmla="*/ 815379 w 3173427"/>
                  <a:gd name="connsiteY5" fmla="*/ 1035451 h 3606310"/>
                  <a:gd name="connsiteX0" fmla="*/ 815379 w 3173427"/>
                  <a:gd name="connsiteY0" fmla="*/ 1035451 h 3606310"/>
                  <a:gd name="connsiteX1" fmla="*/ 3127655 w 3173427"/>
                  <a:gd name="connsiteY1" fmla="*/ 152581 h 3606310"/>
                  <a:gd name="connsiteX2" fmla="*/ 2423463 w 3173427"/>
                  <a:gd name="connsiteY2" fmla="*/ 1645049 h 3606310"/>
                  <a:gd name="connsiteX3" fmla="*/ 2307848 w 3173427"/>
                  <a:gd name="connsiteY3" fmla="*/ 3473850 h 3606310"/>
                  <a:gd name="connsiteX4" fmla="*/ 37613 w 3173427"/>
                  <a:gd name="connsiteY4" fmla="*/ 2664554 h 3606310"/>
                  <a:gd name="connsiteX5" fmla="*/ 815379 w 3173427"/>
                  <a:gd name="connsiteY5" fmla="*/ 1035451 h 3606310"/>
                  <a:gd name="connsiteX0" fmla="*/ 815379 w 3159224"/>
                  <a:gd name="connsiteY0" fmla="*/ 1035451 h 3606310"/>
                  <a:gd name="connsiteX1" fmla="*/ 3127655 w 3159224"/>
                  <a:gd name="connsiteY1" fmla="*/ 152581 h 3606310"/>
                  <a:gd name="connsiteX2" fmla="*/ 2423463 w 3159224"/>
                  <a:gd name="connsiteY2" fmla="*/ 1645049 h 3606310"/>
                  <a:gd name="connsiteX3" fmla="*/ 2307848 w 3159224"/>
                  <a:gd name="connsiteY3" fmla="*/ 3473850 h 3606310"/>
                  <a:gd name="connsiteX4" fmla="*/ 37613 w 3159224"/>
                  <a:gd name="connsiteY4" fmla="*/ 2664554 h 3606310"/>
                  <a:gd name="connsiteX5" fmla="*/ 815379 w 3159224"/>
                  <a:gd name="connsiteY5" fmla="*/ 1035451 h 3606310"/>
                  <a:gd name="connsiteX0" fmla="*/ 815379 w 3159224"/>
                  <a:gd name="connsiteY0" fmla="*/ 1035451 h 3606310"/>
                  <a:gd name="connsiteX1" fmla="*/ 3127655 w 3159224"/>
                  <a:gd name="connsiteY1" fmla="*/ 152581 h 3606310"/>
                  <a:gd name="connsiteX2" fmla="*/ 2423463 w 3159224"/>
                  <a:gd name="connsiteY2" fmla="*/ 1645049 h 3606310"/>
                  <a:gd name="connsiteX3" fmla="*/ 2307848 w 3159224"/>
                  <a:gd name="connsiteY3" fmla="*/ 3473850 h 3606310"/>
                  <a:gd name="connsiteX4" fmla="*/ 37613 w 3159224"/>
                  <a:gd name="connsiteY4" fmla="*/ 2664554 h 3606310"/>
                  <a:gd name="connsiteX5" fmla="*/ 815379 w 3159224"/>
                  <a:gd name="connsiteY5" fmla="*/ 1035451 h 3606310"/>
                  <a:gd name="connsiteX0" fmla="*/ 815379 w 3164502"/>
                  <a:gd name="connsiteY0" fmla="*/ 1035451 h 3606310"/>
                  <a:gd name="connsiteX1" fmla="*/ 3127655 w 3164502"/>
                  <a:gd name="connsiteY1" fmla="*/ 152581 h 3606310"/>
                  <a:gd name="connsiteX2" fmla="*/ 2560098 w 3164502"/>
                  <a:gd name="connsiteY2" fmla="*/ 1666070 h 3606310"/>
                  <a:gd name="connsiteX3" fmla="*/ 2307848 w 3164502"/>
                  <a:gd name="connsiteY3" fmla="*/ 3473850 h 3606310"/>
                  <a:gd name="connsiteX4" fmla="*/ 37613 w 3164502"/>
                  <a:gd name="connsiteY4" fmla="*/ 2664554 h 3606310"/>
                  <a:gd name="connsiteX5" fmla="*/ 815379 w 3164502"/>
                  <a:gd name="connsiteY5" fmla="*/ 1035451 h 3606310"/>
                  <a:gd name="connsiteX0" fmla="*/ 815379 w 3162777"/>
                  <a:gd name="connsiteY0" fmla="*/ 1035451 h 3606310"/>
                  <a:gd name="connsiteX1" fmla="*/ 3127655 w 3162777"/>
                  <a:gd name="connsiteY1" fmla="*/ 152581 h 3606310"/>
                  <a:gd name="connsiteX2" fmla="*/ 2560098 w 3162777"/>
                  <a:gd name="connsiteY2" fmla="*/ 1666070 h 3606310"/>
                  <a:gd name="connsiteX3" fmla="*/ 2307848 w 3162777"/>
                  <a:gd name="connsiteY3" fmla="*/ 3473850 h 3606310"/>
                  <a:gd name="connsiteX4" fmla="*/ 37613 w 3162777"/>
                  <a:gd name="connsiteY4" fmla="*/ 2664554 h 3606310"/>
                  <a:gd name="connsiteX5" fmla="*/ 815379 w 3162777"/>
                  <a:gd name="connsiteY5" fmla="*/ 1035451 h 3606310"/>
                  <a:gd name="connsiteX0" fmla="*/ 815379 w 3162777"/>
                  <a:gd name="connsiteY0" fmla="*/ 1035451 h 3606310"/>
                  <a:gd name="connsiteX1" fmla="*/ 3127655 w 3162777"/>
                  <a:gd name="connsiteY1" fmla="*/ 152581 h 3606310"/>
                  <a:gd name="connsiteX2" fmla="*/ 2560098 w 3162777"/>
                  <a:gd name="connsiteY2" fmla="*/ 1666070 h 3606310"/>
                  <a:gd name="connsiteX3" fmla="*/ 2307848 w 3162777"/>
                  <a:gd name="connsiteY3" fmla="*/ 3473850 h 3606310"/>
                  <a:gd name="connsiteX4" fmla="*/ 37613 w 3162777"/>
                  <a:gd name="connsiteY4" fmla="*/ 2664554 h 3606310"/>
                  <a:gd name="connsiteX5" fmla="*/ 815379 w 3162777"/>
                  <a:gd name="connsiteY5" fmla="*/ 1035451 h 3606310"/>
                  <a:gd name="connsiteX0" fmla="*/ 829312 w 3176710"/>
                  <a:gd name="connsiteY0" fmla="*/ 1035451 h 3606310"/>
                  <a:gd name="connsiteX1" fmla="*/ 3141588 w 3176710"/>
                  <a:gd name="connsiteY1" fmla="*/ 152581 h 3606310"/>
                  <a:gd name="connsiteX2" fmla="*/ 2574031 w 3176710"/>
                  <a:gd name="connsiteY2" fmla="*/ 1666070 h 3606310"/>
                  <a:gd name="connsiteX3" fmla="*/ 2321781 w 3176710"/>
                  <a:gd name="connsiteY3" fmla="*/ 3473850 h 3606310"/>
                  <a:gd name="connsiteX4" fmla="*/ 51546 w 3176710"/>
                  <a:gd name="connsiteY4" fmla="*/ 2664554 h 3606310"/>
                  <a:gd name="connsiteX5" fmla="*/ 829312 w 3176710"/>
                  <a:gd name="connsiteY5" fmla="*/ 1035451 h 3606310"/>
                  <a:gd name="connsiteX0" fmla="*/ 829312 w 3177410"/>
                  <a:gd name="connsiteY0" fmla="*/ 1035451 h 3606310"/>
                  <a:gd name="connsiteX1" fmla="*/ 3141588 w 3177410"/>
                  <a:gd name="connsiteY1" fmla="*/ 152581 h 3606310"/>
                  <a:gd name="connsiteX2" fmla="*/ 2574031 w 3177410"/>
                  <a:gd name="connsiteY2" fmla="*/ 1666070 h 3606310"/>
                  <a:gd name="connsiteX3" fmla="*/ 2321781 w 3177410"/>
                  <a:gd name="connsiteY3" fmla="*/ 3473850 h 3606310"/>
                  <a:gd name="connsiteX4" fmla="*/ 51546 w 3177410"/>
                  <a:gd name="connsiteY4" fmla="*/ 2664554 h 3606310"/>
                  <a:gd name="connsiteX5" fmla="*/ 829312 w 3177410"/>
                  <a:gd name="connsiteY5" fmla="*/ 1035451 h 3606310"/>
                  <a:gd name="connsiteX0" fmla="*/ 829312 w 3177410"/>
                  <a:gd name="connsiteY0" fmla="*/ 1013703 h 3584562"/>
                  <a:gd name="connsiteX1" fmla="*/ 3141588 w 3177410"/>
                  <a:gd name="connsiteY1" fmla="*/ 130833 h 3584562"/>
                  <a:gd name="connsiteX2" fmla="*/ 2574031 w 3177410"/>
                  <a:gd name="connsiteY2" fmla="*/ 1644322 h 3584562"/>
                  <a:gd name="connsiteX3" fmla="*/ 2321781 w 3177410"/>
                  <a:gd name="connsiteY3" fmla="*/ 3452102 h 3584562"/>
                  <a:gd name="connsiteX4" fmla="*/ 51546 w 3177410"/>
                  <a:gd name="connsiteY4" fmla="*/ 2642806 h 3584562"/>
                  <a:gd name="connsiteX5" fmla="*/ 829312 w 3177410"/>
                  <a:gd name="connsiteY5" fmla="*/ 1013703 h 3584562"/>
                  <a:gd name="connsiteX0" fmla="*/ 829578 w 3177676"/>
                  <a:gd name="connsiteY0" fmla="*/ 1013703 h 3584562"/>
                  <a:gd name="connsiteX1" fmla="*/ 3141854 w 3177676"/>
                  <a:gd name="connsiteY1" fmla="*/ 130833 h 3584562"/>
                  <a:gd name="connsiteX2" fmla="*/ 2574297 w 3177676"/>
                  <a:gd name="connsiteY2" fmla="*/ 1644322 h 3584562"/>
                  <a:gd name="connsiteX3" fmla="*/ 2322047 w 3177676"/>
                  <a:gd name="connsiteY3" fmla="*/ 3452102 h 3584562"/>
                  <a:gd name="connsiteX4" fmla="*/ 51812 w 3177676"/>
                  <a:gd name="connsiteY4" fmla="*/ 2642806 h 3584562"/>
                  <a:gd name="connsiteX5" fmla="*/ 829578 w 3177676"/>
                  <a:gd name="connsiteY5" fmla="*/ 1013703 h 3584562"/>
                  <a:gd name="connsiteX0" fmla="*/ 829578 w 3177676"/>
                  <a:gd name="connsiteY0" fmla="*/ 1013703 h 3588900"/>
                  <a:gd name="connsiteX1" fmla="*/ 3141854 w 3177676"/>
                  <a:gd name="connsiteY1" fmla="*/ 130833 h 3588900"/>
                  <a:gd name="connsiteX2" fmla="*/ 2574297 w 3177676"/>
                  <a:gd name="connsiteY2" fmla="*/ 1644322 h 3588900"/>
                  <a:gd name="connsiteX3" fmla="*/ 2322047 w 3177676"/>
                  <a:gd name="connsiteY3" fmla="*/ 3452102 h 3588900"/>
                  <a:gd name="connsiteX4" fmla="*/ 51812 w 3177676"/>
                  <a:gd name="connsiteY4" fmla="*/ 2642806 h 3588900"/>
                  <a:gd name="connsiteX5" fmla="*/ 829578 w 3177676"/>
                  <a:gd name="connsiteY5" fmla="*/ 1013703 h 3588900"/>
                  <a:gd name="connsiteX0" fmla="*/ 829578 w 3177676"/>
                  <a:gd name="connsiteY0" fmla="*/ 1013703 h 3588900"/>
                  <a:gd name="connsiteX1" fmla="*/ 3141854 w 3177676"/>
                  <a:gd name="connsiteY1" fmla="*/ 130833 h 3588900"/>
                  <a:gd name="connsiteX2" fmla="*/ 2574297 w 3177676"/>
                  <a:gd name="connsiteY2" fmla="*/ 1644322 h 3588900"/>
                  <a:gd name="connsiteX3" fmla="*/ 2322047 w 3177676"/>
                  <a:gd name="connsiteY3" fmla="*/ 3452102 h 3588900"/>
                  <a:gd name="connsiteX4" fmla="*/ 51812 w 3177676"/>
                  <a:gd name="connsiteY4" fmla="*/ 2642806 h 3588900"/>
                  <a:gd name="connsiteX5" fmla="*/ 829578 w 3177676"/>
                  <a:gd name="connsiteY5" fmla="*/ 1013703 h 3588900"/>
                  <a:gd name="connsiteX0" fmla="*/ 811178 w 2672400"/>
                  <a:gd name="connsiteY0" fmla="*/ 7864 h 2583061"/>
                  <a:gd name="connsiteX1" fmla="*/ 1318755 w 2672400"/>
                  <a:gd name="connsiteY1" fmla="*/ 1092175 h 2583061"/>
                  <a:gd name="connsiteX2" fmla="*/ 2555897 w 2672400"/>
                  <a:gd name="connsiteY2" fmla="*/ 638483 h 2583061"/>
                  <a:gd name="connsiteX3" fmla="*/ 2303647 w 2672400"/>
                  <a:gd name="connsiteY3" fmla="*/ 2446263 h 2583061"/>
                  <a:gd name="connsiteX4" fmla="*/ 33412 w 2672400"/>
                  <a:gd name="connsiteY4" fmla="*/ 1636967 h 2583061"/>
                  <a:gd name="connsiteX5" fmla="*/ 811178 w 2672400"/>
                  <a:gd name="connsiteY5" fmla="*/ 7864 h 2583061"/>
                  <a:gd name="connsiteX0" fmla="*/ 811178 w 3223026"/>
                  <a:gd name="connsiteY0" fmla="*/ 5596 h 2477281"/>
                  <a:gd name="connsiteX1" fmla="*/ 1318755 w 3223026"/>
                  <a:gd name="connsiteY1" fmla="*/ 1089907 h 2477281"/>
                  <a:gd name="connsiteX2" fmla="*/ 3192488 w 3223026"/>
                  <a:gd name="connsiteY2" fmla="*/ 802600 h 2477281"/>
                  <a:gd name="connsiteX3" fmla="*/ 2303647 w 3223026"/>
                  <a:gd name="connsiteY3" fmla="*/ 2443995 h 2477281"/>
                  <a:gd name="connsiteX4" fmla="*/ 33412 w 3223026"/>
                  <a:gd name="connsiteY4" fmla="*/ 1634699 h 2477281"/>
                  <a:gd name="connsiteX5" fmla="*/ 811178 w 3223026"/>
                  <a:gd name="connsiteY5" fmla="*/ 5596 h 2477281"/>
                  <a:gd name="connsiteX0" fmla="*/ 846588 w 3330250"/>
                  <a:gd name="connsiteY0" fmla="*/ 5596 h 2432711"/>
                  <a:gd name="connsiteX1" fmla="*/ 1354165 w 3330250"/>
                  <a:gd name="connsiteY1" fmla="*/ 1089907 h 2432711"/>
                  <a:gd name="connsiteX2" fmla="*/ 3227898 w 3330250"/>
                  <a:gd name="connsiteY2" fmla="*/ 802600 h 2432711"/>
                  <a:gd name="connsiteX3" fmla="*/ 2761796 w 3330250"/>
                  <a:gd name="connsiteY3" fmla="*/ 2409553 h 2432711"/>
                  <a:gd name="connsiteX4" fmla="*/ 68822 w 3330250"/>
                  <a:gd name="connsiteY4" fmla="*/ 1634699 h 2432711"/>
                  <a:gd name="connsiteX5" fmla="*/ 846588 w 3330250"/>
                  <a:gd name="connsiteY5" fmla="*/ 5596 h 2432711"/>
                  <a:gd name="connsiteX0" fmla="*/ 846588 w 3514825"/>
                  <a:gd name="connsiteY0" fmla="*/ 5596 h 2432711"/>
                  <a:gd name="connsiteX1" fmla="*/ 1354165 w 3514825"/>
                  <a:gd name="connsiteY1" fmla="*/ 1089907 h 2432711"/>
                  <a:gd name="connsiteX2" fmla="*/ 3227898 w 3514825"/>
                  <a:gd name="connsiteY2" fmla="*/ 802600 h 2432711"/>
                  <a:gd name="connsiteX3" fmla="*/ 2761796 w 3514825"/>
                  <a:gd name="connsiteY3" fmla="*/ 2409553 h 2432711"/>
                  <a:gd name="connsiteX4" fmla="*/ 68822 w 3514825"/>
                  <a:gd name="connsiteY4" fmla="*/ 1634699 h 2432711"/>
                  <a:gd name="connsiteX5" fmla="*/ 846588 w 3514825"/>
                  <a:gd name="connsiteY5" fmla="*/ 5596 h 2432711"/>
                  <a:gd name="connsiteX0" fmla="*/ 875402 w 3543639"/>
                  <a:gd name="connsiteY0" fmla="*/ 2708 h 2429823"/>
                  <a:gd name="connsiteX1" fmla="*/ 1382979 w 3543639"/>
                  <a:gd name="connsiteY1" fmla="*/ 1087019 h 2429823"/>
                  <a:gd name="connsiteX2" fmla="*/ 3256712 w 3543639"/>
                  <a:gd name="connsiteY2" fmla="*/ 799712 h 2429823"/>
                  <a:gd name="connsiteX3" fmla="*/ 2790610 w 3543639"/>
                  <a:gd name="connsiteY3" fmla="*/ 2406665 h 2429823"/>
                  <a:gd name="connsiteX4" fmla="*/ 97636 w 3543639"/>
                  <a:gd name="connsiteY4" fmla="*/ 1631811 h 2429823"/>
                  <a:gd name="connsiteX5" fmla="*/ 875402 w 3543639"/>
                  <a:gd name="connsiteY5" fmla="*/ 2708 h 2429823"/>
                  <a:gd name="connsiteX0" fmla="*/ 1035116 w 3703353"/>
                  <a:gd name="connsiteY0" fmla="*/ 3586 h 2450893"/>
                  <a:gd name="connsiteX1" fmla="*/ 1542693 w 3703353"/>
                  <a:gd name="connsiteY1" fmla="*/ 1087897 h 2450893"/>
                  <a:gd name="connsiteX2" fmla="*/ 3416426 w 3703353"/>
                  <a:gd name="connsiteY2" fmla="*/ 800590 h 2450893"/>
                  <a:gd name="connsiteX3" fmla="*/ 2950324 w 3703353"/>
                  <a:gd name="connsiteY3" fmla="*/ 2407543 h 2450893"/>
                  <a:gd name="connsiteX4" fmla="*/ 257350 w 3703353"/>
                  <a:gd name="connsiteY4" fmla="*/ 1632689 h 2450893"/>
                  <a:gd name="connsiteX5" fmla="*/ 1035116 w 3703353"/>
                  <a:gd name="connsiteY5" fmla="*/ 3586 h 2450893"/>
                  <a:gd name="connsiteX0" fmla="*/ 991689 w 3462563"/>
                  <a:gd name="connsiteY0" fmla="*/ 10605 h 2457912"/>
                  <a:gd name="connsiteX1" fmla="*/ 1674106 w 3462563"/>
                  <a:gd name="connsiteY1" fmla="*/ 930710 h 2457912"/>
                  <a:gd name="connsiteX2" fmla="*/ 3372999 w 3462563"/>
                  <a:gd name="connsiteY2" fmla="*/ 807609 h 2457912"/>
                  <a:gd name="connsiteX3" fmla="*/ 2906897 w 3462563"/>
                  <a:gd name="connsiteY3" fmla="*/ 2414562 h 2457912"/>
                  <a:gd name="connsiteX4" fmla="*/ 213923 w 3462563"/>
                  <a:gd name="connsiteY4" fmla="*/ 1639708 h 2457912"/>
                  <a:gd name="connsiteX5" fmla="*/ 991689 w 3462563"/>
                  <a:gd name="connsiteY5" fmla="*/ 10605 h 2457912"/>
                  <a:gd name="connsiteX0" fmla="*/ 991689 w 3644113"/>
                  <a:gd name="connsiteY0" fmla="*/ 10605 h 2457912"/>
                  <a:gd name="connsiteX1" fmla="*/ 1674106 w 3644113"/>
                  <a:gd name="connsiteY1" fmla="*/ 930710 h 2457912"/>
                  <a:gd name="connsiteX2" fmla="*/ 3372999 w 3644113"/>
                  <a:gd name="connsiteY2" fmla="*/ 807609 h 2457912"/>
                  <a:gd name="connsiteX3" fmla="*/ 2906897 w 3644113"/>
                  <a:gd name="connsiteY3" fmla="*/ 2414562 h 2457912"/>
                  <a:gd name="connsiteX4" fmla="*/ 213923 w 3644113"/>
                  <a:gd name="connsiteY4" fmla="*/ 1639708 h 2457912"/>
                  <a:gd name="connsiteX5" fmla="*/ 991689 w 3644113"/>
                  <a:gd name="connsiteY5" fmla="*/ 10605 h 2457912"/>
                  <a:gd name="connsiteX0" fmla="*/ 1054352 w 3706777"/>
                  <a:gd name="connsiteY0" fmla="*/ 1046 h 2448353"/>
                  <a:gd name="connsiteX1" fmla="*/ 1736769 w 3706777"/>
                  <a:gd name="connsiteY1" fmla="*/ 921151 h 2448353"/>
                  <a:gd name="connsiteX2" fmla="*/ 3435662 w 3706777"/>
                  <a:gd name="connsiteY2" fmla="*/ 798050 h 2448353"/>
                  <a:gd name="connsiteX3" fmla="*/ 2969560 w 3706777"/>
                  <a:gd name="connsiteY3" fmla="*/ 2405003 h 2448353"/>
                  <a:gd name="connsiteX4" fmla="*/ 276586 w 3706777"/>
                  <a:gd name="connsiteY4" fmla="*/ 1630149 h 2448353"/>
                  <a:gd name="connsiteX5" fmla="*/ 1054352 w 3706777"/>
                  <a:gd name="connsiteY5" fmla="*/ 1046 h 2448353"/>
                  <a:gd name="connsiteX0" fmla="*/ 590056 w 3683836"/>
                  <a:gd name="connsiteY0" fmla="*/ 1109 h 1961431"/>
                  <a:gd name="connsiteX1" fmla="*/ 1713828 w 3683836"/>
                  <a:gd name="connsiteY1" fmla="*/ 456838 h 1961431"/>
                  <a:gd name="connsiteX2" fmla="*/ 3412721 w 3683836"/>
                  <a:gd name="connsiteY2" fmla="*/ 333737 h 1961431"/>
                  <a:gd name="connsiteX3" fmla="*/ 2946619 w 3683836"/>
                  <a:gd name="connsiteY3" fmla="*/ 1940690 h 1961431"/>
                  <a:gd name="connsiteX4" fmla="*/ 253645 w 3683836"/>
                  <a:gd name="connsiteY4" fmla="*/ 1165836 h 1961431"/>
                  <a:gd name="connsiteX5" fmla="*/ 590056 w 3683836"/>
                  <a:gd name="connsiteY5" fmla="*/ 1109 h 1961431"/>
                  <a:gd name="connsiteX0" fmla="*/ 577152 w 3670932"/>
                  <a:gd name="connsiteY0" fmla="*/ 28557 h 1988879"/>
                  <a:gd name="connsiteX1" fmla="*/ 1700924 w 3670932"/>
                  <a:gd name="connsiteY1" fmla="*/ 484286 h 1988879"/>
                  <a:gd name="connsiteX2" fmla="*/ 3399817 w 3670932"/>
                  <a:gd name="connsiteY2" fmla="*/ 361185 h 1988879"/>
                  <a:gd name="connsiteX3" fmla="*/ 2933715 w 3670932"/>
                  <a:gd name="connsiteY3" fmla="*/ 1968138 h 1988879"/>
                  <a:gd name="connsiteX4" fmla="*/ 240741 w 3670932"/>
                  <a:gd name="connsiteY4" fmla="*/ 1193284 h 1988879"/>
                  <a:gd name="connsiteX5" fmla="*/ 577152 w 3670932"/>
                  <a:gd name="connsiteY5" fmla="*/ 28557 h 1988879"/>
                  <a:gd name="connsiteX0" fmla="*/ 5660 w 3065770"/>
                  <a:gd name="connsiteY0" fmla="*/ 41752 h 2084853"/>
                  <a:gd name="connsiteX1" fmla="*/ 1129432 w 3065770"/>
                  <a:gd name="connsiteY1" fmla="*/ 497481 h 2084853"/>
                  <a:gd name="connsiteX2" fmla="*/ 2828325 w 3065770"/>
                  <a:gd name="connsiteY2" fmla="*/ 374380 h 2084853"/>
                  <a:gd name="connsiteX3" fmla="*/ 2362223 w 3065770"/>
                  <a:gd name="connsiteY3" fmla="*/ 1981333 h 2084853"/>
                  <a:gd name="connsiteX4" fmla="*/ 768571 w 3065770"/>
                  <a:gd name="connsiteY4" fmla="*/ 1718703 h 2084853"/>
                  <a:gd name="connsiteX5" fmla="*/ 5660 w 3065770"/>
                  <a:gd name="connsiteY5" fmla="*/ 41752 h 2084853"/>
                  <a:gd name="connsiteX0" fmla="*/ 12471 w 3072581"/>
                  <a:gd name="connsiteY0" fmla="*/ 41752 h 2092530"/>
                  <a:gd name="connsiteX1" fmla="*/ 1136243 w 3072581"/>
                  <a:gd name="connsiteY1" fmla="*/ 497481 h 2092530"/>
                  <a:gd name="connsiteX2" fmla="*/ 2835136 w 3072581"/>
                  <a:gd name="connsiteY2" fmla="*/ 374380 h 2092530"/>
                  <a:gd name="connsiteX3" fmla="*/ 2369034 w 3072581"/>
                  <a:gd name="connsiteY3" fmla="*/ 1981333 h 2092530"/>
                  <a:gd name="connsiteX4" fmla="*/ 775382 w 3072581"/>
                  <a:gd name="connsiteY4" fmla="*/ 1718703 h 2092530"/>
                  <a:gd name="connsiteX5" fmla="*/ 12471 w 3072581"/>
                  <a:gd name="connsiteY5" fmla="*/ 41752 h 2092530"/>
                  <a:gd name="connsiteX0" fmla="*/ 2798 w 3655173"/>
                  <a:gd name="connsiteY0" fmla="*/ 869129 h 2007317"/>
                  <a:gd name="connsiteX1" fmla="*/ 1718835 w 3655173"/>
                  <a:gd name="connsiteY1" fmla="*/ 445136 h 2007317"/>
                  <a:gd name="connsiteX2" fmla="*/ 3417728 w 3655173"/>
                  <a:gd name="connsiteY2" fmla="*/ 322035 h 2007317"/>
                  <a:gd name="connsiteX3" fmla="*/ 2951626 w 3655173"/>
                  <a:gd name="connsiteY3" fmla="*/ 1928988 h 2007317"/>
                  <a:gd name="connsiteX4" fmla="*/ 1357974 w 3655173"/>
                  <a:gd name="connsiteY4" fmla="*/ 1666358 h 2007317"/>
                  <a:gd name="connsiteX5" fmla="*/ 2798 w 3655173"/>
                  <a:gd name="connsiteY5" fmla="*/ 869129 h 2007317"/>
                  <a:gd name="connsiteX0" fmla="*/ 542 w 3652917"/>
                  <a:gd name="connsiteY0" fmla="*/ 869129 h 2007318"/>
                  <a:gd name="connsiteX1" fmla="*/ 1716579 w 3652917"/>
                  <a:gd name="connsiteY1" fmla="*/ 445136 h 2007318"/>
                  <a:gd name="connsiteX2" fmla="*/ 3415472 w 3652917"/>
                  <a:gd name="connsiteY2" fmla="*/ 322035 h 2007318"/>
                  <a:gd name="connsiteX3" fmla="*/ 2949370 w 3652917"/>
                  <a:gd name="connsiteY3" fmla="*/ 1928988 h 2007318"/>
                  <a:gd name="connsiteX4" fmla="*/ 1355718 w 3652917"/>
                  <a:gd name="connsiteY4" fmla="*/ 1666358 h 2007318"/>
                  <a:gd name="connsiteX5" fmla="*/ 542 w 3652917"/>
                  <a:gd name="connsiteY5" fmla="*/ 869129 h 2007318"/>
                  <a:gd name="connsiteX0" fmla="*/ 243 w 3639926"/>
                  <a:gd name="connsiteY0" fmla="*/ 869129 h 1955507"/>
                  <a:gd name="connsiteX1" fmla="*/ 1716280 w 3639926"/>
                  <a:gd name="connsiteY1" fmla="*/ 445136 h 1955507"/>
                  <a:gd name="connsiteX2" fmla="*/ 3415173 w 3639926"/>
                  <a:gd name="connsiteY2" fmla="*/ 322035 h 1955507"/>
                  <a:gd name="connsiteX3" fmla="*/ 2949071 w 3639926"/>
                  <a:gd name="connsiteY3" fmla="*/ 1928988 h 1955507"/>
                  <a:gd name="connsiteX4" fmla="*/ 1833458 w 3639926"/>
                  <a:gd name="connsiteY4" fmla="*/ 1291535 h 1955507"/>
                  <a:gd name="connsiteX5" fmla="*/ 243 w 3639926"/>
                  <a:gd name="connsiteY5" fmla="*/ 869129 h 1955507"/>
                  <a:gd name="connsiteX0" fmla="*/ 243 w 3639926"/>
                  <a:gd name="connsiteY0" fmla="*/ 869129 h 1947022"/>
                  <a:gd name="connsiteX1" fmla="*/ 1716280 w 3639926"/>
                  <a:gd name="connsiteY1" fmla="*/ 445136 h 1947022"/>
                  <a:gd name="connsiteX2" fmla="*/ 3415173 w 3639926"/>
                  <a:gd name="connsiteY2" fmla="*/ 322035 h 1947022"/>
                  <a:gd name="connsiteX3" fmla="*/ 2949071 w 3639926"/>
                  <a:gd name="connsiteY3" fmla="*/ 1928988 h 1947022"/>
                  <a:gd name="connsiteX4" fmla="*/ 1833458 w 3639926"/>
                  <a:gd name="connsiteY4" fmla="*/ 1291535 h 1947022"/>
                  <a:gd name="connsiteX5" fmla="*/ 243 w 3639926"/>
                  <a:gd name="connsiteY5" fmla="*/ 869129 h 1947022"/>
                  <a:gd name="connsiteX0" fmla="*/ 7345 w 3647028"/>
                  <a:gd name="connsiteY0" fmla="*/ 869129 h 1947022"/>
                  <a:gd name="connsiteX1" fmla="*/ 1723382 w 3647028"/>
                  <a:gd name="connsiteY1" fmla="*/ 445136 h 1947022"/>
                  <a:gd name="connsiteX2" fmla="*/ 3422275 w 3647028"/>
                  <a:gd name="connsiteY2" fmla="*/ 322035 h 1947022"/>
                  <a:gd name="connsiteX3" fmla="*/ 2956173 w 3647028"/>
                  <a:gd name="connsiteY3" fmla="*/ 1928988 h 1947022"/>
                  <a:gd name="connsiteX4" fmla="*/ 1840560 w 3647028"/>
                  <a:gd name="connsiteY4" fmla="*/ 1291535 h 1947022"/>
                  <a:gd name="connsiteX5" fmla="*/ 7345 w 3647028"/>
                  <a:gd name="connsiteY5" fmla="*/ 869129 h 1947022"/>
                  <a:gd name="connsiteX0" fmla="*/ 7345 w 3811052"/>
                  <a:gd name="connsiteY0" fmla="*/ 869129 h 1929159"/>
                  <a:gd name="connsiteX1" fmla="*/ 1723382 w 3811052"/>
                  <a:gd name="connsiteY1" fmla="*/ 445136 h 1929159"/>
                  <a:gd name="connsiteX2" fmla="*/ 3422275 w 3811052"/>
                  <a:gd name="connsiteY2" fmla="*/ 322035 h 1929159"/>
                  <a:gd name="connsiteX3" fmla="*/ 2956173 w 3811052"/>
                  <a:gd name="connsiteY3" fmla="*/ 1928988 h 1929159"/>
                  <a:gd name="connsiteX4" fmla="*/ 1840560 w 3811052"/>
                  <a:gd name="connsiteY4" fmla="*/ 1291535 h 1929159"/>
                  <a:gd name="connsiteX5" fmla="*/ 7345 w 3811052"/>
                  <a:gd name="connsiteY5" fmla="*/ 869129 h 1929159"/>
                  <a:gd name="connsiteX0" fmla="*/ 5264 w 3937957"/>
                  <a:gd name="connsiteY0" fmla="*/ 1155023 h 1938909"/>
                  <a:gd name="connsiteX1" fmla="*/ 1850286 w 3937957"/>
                  <a:gd name="connsiteY1" fmla="*/ 454886 h 1938909"/>
                  <a:gd name="connsiteX2" fmla="*/ 3549179 w 3937957"/>
                  <a:gd name="connsiteY2" fmla="*/ 331785 h 1938909"/>
                  <a:gd name="connsiteX3" fmla="*/ 3083077 w 3937957"/>
                  <a:gd name="connsiteY3" fmla="*/ 1938738 h 1938909"/>
                  <a:gd name="connsiteX4" fmla="*/ 1967464 w 3937957"/>
                  <a:gd name="connsiteY4" fmla="*/ 1301285 h 1938909"/>
                  <a:gd name="connsiteX5" fmla="*/ 5264 w 3937957"/>
                  <a:gd name="connsiteY5" fmla="*/ 1155023 h 1938909"/>
                  <a:gd name="connsiteX0" fmla="*/ 23607 w 3956300"/>
                  <a:gd name="connsiteY0" fmla="*/ 1155023 h 1938909"/>
                  <a:gd name="connsiteX1" fmla="*/ 1868629 w 3956300"/>
                  <a:gd name="connsiteY1" fmla="*/ 454886 h 1938909"/>
                  <a:gd name="connsiteX2" fmla="*/ 3567522 w 3956300"/>
                  <a:gd name="connsiteY2" fmla="*/ 331785 h 1938909"/>
                  <a:gd name="connsiteX3" fmla="*/ 3101420 w 3956300"/>
                  <a:gd name="connsiteY3" fmla="*/ 1938738 h 1938909"/>
                  <a:gd name="connsiteX4" fmla="*/ 1985807 w 3956300"/>
                  <a:gd name="connsiteY4" fmla="*/ 1301285 h 1938909"/>
                  <a:gd name="connsiteX5" fmla="*/ 23607 w 3956300"/>
                  <a:gd name="connsiteY5" fmla="*/ 1155023 h 1938909"/>
                  <a:gd name="connsiteX0" fmla="*/ 356 w 3775841"/>
                  <a:gd name="connsiteY0" fmla="*/ 1155023 h 1975367"/>
                  <a:gd name="connsiteX1" fmla="*/ 1845378 w 3775841"/>
                  <a:gd name="connsiteY1" fmla="*/ 454886 h 1975367"/>
                  <a:gd name="connsiteX2" fmla="*/ 3544271 w 3775841"/>
                  <a:gd name="connsiteY2" fmla="*/ 331785 h 1975367"/>
                  <a:gd name="connsiteX3" fmla="*/ 3078169 w 3775841"/>
                  <a:gd name="connsiteY3" fmla="*/ 1938738 h 1975367"/>
                  <a:gd name="connsiteX4" fmla="*/ 1700608 w 3775841"/>
                  <a:gd name="connsiteY4" fmla="*/ 1432728 h 1975367"/>
                  <a:gd name="connsiteX5" fmla="*/ 356 w 3775841"/>
                  <a:gd name="connsiteY5" fmla="*/ 1155023 h 1975367"/>
                  <a:gd name="connsiteX0" fmla="*/ 385 w 3775871"/>
                  <a:gd name="connsiteY0" fmla="*/ 1155023 h 1964875"/>
                  <a:gd name="connsiteX1" fmla="*/ 1845407 w 3775871"/>
                  <a:gd name="connsiteY1" fmla="*/ 454886 h 1964875"/>
                  <a:gd name="connsiteX2" fmla="*/ 3544300 w 3775871"/>
                  <a:gd name="connsiteY2" fmla="*/ 331785 h 1964875"/>
                  <a:gd name="connsiteX3" fmla="*/ 3078198 w 3775871"/>
                  <a:gd name="connsiteY3" fmla="*/ 1938738 h 1964875"/>
                  <a:gd name="connsiteX4" fmla="*/ 1700637 w 3775871"/>
                  <a:gd name="connsiteY4" fmla="*/ 1432728 h 1964875"/>
                  <a:gd name="connsiteX5" fmla="*/ 385 w 3775871"/>
                  <a:gd name="connsiteY5" fmla="*/ 1155023 h 1964875"/>
                  <a:gd name="connsiteX0" fmla="*/ 518 w 3310321"/>
                  <a:gd name="connsiteY0" fmla="*/ 1561197 h 1986949"/>
                  <a:gd name="connsiteX1" fmla="*/ 1379857 w 3310321"/>
                  <a:gd name="connsiteY1" fmla="*/ 469469 h 1986949"/>
                  <a:gd name="connsiteX2" fmla="*/ 3078750 w 3310321"/>
                  <a:gd name="connsiteY2" fmla="*/ 346368 h 1986949"/>
                  <a:gd name="connsiteX3" fmla="*/ 2612648 w 3310321"/>
                  <a:gd name="connsiteY3" fmla="*/ 1953321 h 1986949"/>
                  <a:gd name="connsiteX4" fmla="*/ 1235087 w 3310321"/>
                  <a:gd name="connsiteY4" fmla="*/ 1447311 h 1986949"/>
                  <a:gd name="connsiteX5" fmla="*/ 518 w 3310321"/>
                  <a:gd name="connsiteY5" fmla="*/ 1561197 h 1986949"/>
                  <a:gd name="connsiteX0" fmla="*/ 252954 w 3562757"/>
                  <a:gd name="connsiteY0" fmla="*/ 1561197 h 1986950"/>
                  <a:gd name="connsiteX1" fmla="*/ 1632293 w 3562757"/>
                  <a:gd name="connsiteY1" fmla="*/ 469469 h 1986950"/>
                  <a:gd name="connsiteX2" fmla="*/ 3331186 w 3562757"/>
                  <a:gd name="connsiteY2" fmla="*/ 346368 h 1986950"/>
                  <a:gd name="connsiteX3" fmla="*/ 2865084 w 3562757"/>
                  <a:gd name="connsiteY3" fmla="*/ 1953321 h 1986950"/>
                  <a:gd name="connsiteX4" fmla="*/ 1487523 w 3562757"/>
                  <a:gd name="connsiteY4" fmla="*/ 1447311 h 1986950"/>
                  <a:gd name="connsiteX5" fmla="*/ 252954 w 3562757"/>
                  <a:gd name="connsiteY5" fmla="*/ 1561197 h 1986950"/>
                  <a:gd name="connsiteX0" fmla="*/ 275988 w 4836894"/>
                  <a:gd name="connsiteY0" fmla="*/ 1254188 h 1664972"/>
                  <a:gd name="connsiteX1" fmla="*/ 1655327 w 4836894"/>
                  <a:gd name="connsiteY1" fmla="*/ 162460 h 1664972"/>
                  <a:gd name="connsiteX2" fmla="*/ 4715739 w 4836894"/>
                  <a:gd name="connsiteY2" fmla="*/ 494988 h 1664972"/>
                  <a:gd name="connsiteX3" fmla="*/ 2888118 w 4836894"/>
                  <a:gd name="connsiteY3" fmla="*/ 1646312 h 1664972"/>
                  <a:gd name="connsiteX4" fmla="*/ 1510557 w 4836894"/>
                  <a:gd name="connsiteY4" fmla="*/ 1140302 h 1664972"/>
                  <a:gd name="connsiteX5" fmla="*/ 275988 w 4836894"/>
                  <a:gd name="connsiteY5" fmla="*/ 1254188 h 1664972"/>
                  <a:gd name="connsiteX0" fmla="*/ 275988 w 4716813"/>
                  <a:gd name="connsiteY0" fmla="*/ 1630321 h 2049242"/>
                  <a:gd name="connsiteX1" fmla="*/ 1655327 w 4716813"/>
                  <a:gd name="connsiteY1" fmla="*/ 538593 h 2049242"/>
                  <a:gd name="connsiteX2" fmla="*/ 4715739 w 4716813"/>
                  <a:gd name="connsiteY2" fmla="*/ 871121 h 2049242"/>
                  <a:gd name="connsiteX3" fmla="*/ 2888118 w 4716813"/>
                  <a:gd name="connsiteY3" fmla="*/ 2022445 h 2049242"/>
                  <a:gd name="connsiteX4" fmla="*/ 1510557 w 4716813"/>
                  <a:gd name="connsiteY4" fmla="*/ 1516435 h 2049242"/>
                  <a:gd name="connsiteX5" fmla="*/ 275988 w 4716813"/>
                  <a:gd name="connsiteY5" fmla="*/ 1630321 h 2049242"/>
                  <a:gd name="connsiteX0" fmla="*/ 275988 w 4749030"/>
                  <a:gd name="connsiteY0" fmla="*/ 1124638 h 1545870"/>
                  <a:gd name="connsiteX1" fmla="*/ 1655327 w 4749030"/>
                  <a:gd name="connsiteY1" fmla="*/ 32910 h 1545870"/>
                  <a:gd name="connsiteX2" fmla="*/ 4715739 w 4749030"/>
                  <a:gd name="connsiteY2" fmla="*/ 365438 h 1545870"/>
                  <a:gd name="connsiteX3" fmla="*/ 3175706 w 4749030"/>
                  <a:gd name="connsiteY3" fmla="*/ 1192854 h 1545870"/>
                  <a:gd name="connsiteX4" fmla="*/ 1510557 w 4749030"/>
                  <a:gd name="connsiteY4" fmla="*/ 1010752 h 1545870"/>
                  <a:gd name="connsiteX5" fmla="*/ 275988 w 4749030"/>
                  <a:gd name="connsiteY5" fmla="*/ 1124638 h 1545870"/>
                  <a:gd name="connsiteX0" fmla="*/ 275988 w 4727950"/>
                  <a:gd name="connsiteY0" fmla="*/ 1387914 h 1809146"/>
                  <a:gd name="connsiteX1" fmla="*/ 1655327 w 4727950"/>
                  <a:gd name="connsiteY1" fmla="*/ 296186 h 1809146"/>
                  <a:gd name="connsiteX2" fmla="*/ 4715739 w 4727950"/>
                  <a:gd name="connsiteY2" fmla="*/ 628714 h 1809146"/>
                  <a:gd name="connsiteX3" fmla="*/ 3175706 w 4727950"/>
                  <a:gd name="connsiteY3" fmla="*/ 1456130 h 1809146"/>
                  <a:gd name="connsiteX4" fmla="*/ 1510557 w 4727950"/>
                  <a:gd name="connsiteY4" fmla="*/ 1274028 h 1809146"/>
                  <a:gd name="connsiteX5" fmla="*/ 275988 w 4727950"/>
                  <a:gd name="connsiteY5" fmla="*/ 1387914 h 1809146"/>
                  <a:gd name="connsiteX0" fmla="*/ 275988 w 4727950"/>
                  <a:gd name="connsiteY0" fmla="*/ 1387914 h 1809146"/>
                  <a:gd name="connsiteX1" fmla="*/ 1655327 w 4727950"/>
                  <a:gd name="connsiteY1" fmla="*/ 296186 h 1809146"/>
                  <a:gd name="connsiteX2" fmla="*/ 4715739 w 4727950"/>
                  <a:gd name="connsiteY2" fmla="*/ 628714 h 1809146"/>
                  <a:gd name="connsiteX3" fmla="*/ 3175706 w 4727950"/>
                  <a:gd name="connsiteY3" fmla="*/ 1456130 h 1809146"/>
                  <a:gd name="connsiteX4" fmla="*/ 1510557 w 4727950"/>
                  <a:gd name="connsiteY4" fmla="*/ 1274028 h 1809146"/>
                  <a:gd name="connsiteX5" fmla="*/ 275988 w 4727950"/>
                  <a:gd name="connsiteY5" fmla="*/ 1387914 h 1809146"/>
                  <a:gd name="connsiteX0" fmla="*/ 275988 w 4740315"/>
                  <a:gd name="connsiteY0" fmla="*/ 1132875 h 1722803"/>
                  <a:gd name="connsiteX1" fmla="*/ 1655327 w 4740315"/>
                  <a:gd name="connsiteY1" fmla="*/ 41147 h 1722803"/>
                  <a:gd name="connsiteX2" fmla="*/ 4715739 w 4740315"/>
                  <a:gd name="connsiteY2" fmla="*/ 373675 h 1722803"/>
                  <a:gd name="connsiteX3" fmla="*/ 3012343 w 4740315"/>
                  <a:gd name="connsiteY3" fmla="*/ 1711656 h 1722803"/>
                  <a:gd name="connsiteX4" fmla="*/ 1510557 w 4740315"/>
                  <a:gd name="connsiteY4" fmla="*/ 1018989 h 1722803"/>
                  <a:gd name="connsiteX5" fmla="*/ 275988 w 4740315"/>
                  <a:gd name="connsiteY5" fmla="*/ 1132875 h 1722803"/>
                  <a:gd name="connsiteX0" fmla="*/ 275988 w 4756119"/>
                  <a:gd name="connsiteY0" fmla="*/ 1127108 h 1542684"/>
                  <a:gd name="connsiteX1" fmla="*/ 1655327 w 4756119"/>
                  <a:gd name="connsiteY1" fmla="*/ 35380 h 1542684"/>
                  <a:gd name="connsiteX2" fmla="*/ 4715739 w 4756119"/>
                  <a:gd name="connsiteY2" fmla="*/ 367908 h 1542684"/>
                  <a:gd name="connsiteX3" fmla="*/ 3285074 w 4756119"/>
                  <a:gd name="connsiteY3" fmla="*/ 1369029 h 1542684"/>
                  <a:gd name="connsiteX4" fmla="*/ 1510557 w 4756119"/>
                  <a:gd name="connsiteY4" fmla="*/ 1013222 h 1542684"/>
                  <a:gd name="connsiteX5" fmla="*/ 275988 w 4756119"/>
                  <a:gd name="connsiteY5" fmla="*/ 1127108 h 1542684"/>
                  <a:gd name="connsiteX0" fmla="*/ 275988 w 4715923"/>
                  <a:gd name="connsiteY0" fmla="*/ 1122352 h 1572226"/>
                  <a:gd name="connsiteX1" fmla="*/ 1655327 w 4715923"/>
                  <a:gd name="connsiteY1" fmla="*/ 30624 h 1572226"/>
                  <a:gd name="connsiteX2" fmla="*/ 4715739 w 4715923"/>
                  <a:gd name="connsiteY2" fmla="*/ 363152 h 1572226"/>
                  <a:gd name="connsiteX3" fmla="*/ 1510557 w 4715923"/>
                  <a:gd name="connsiteY3" fmla="*/ 1008466 h 1572226"/>
                  <a:gd name="connsiteX4" fmla="*/ 275988 w 4715923"/>
                  <a:gd name="connsiteY4" fmla="*/ 1122352 h 1572226"/>
                  <a:gd name="connsiteX0" fmla="*/ 25029 w 4476010"/>
                  <a:gd name="connsiteY0" fmla="*/ 1892393 h 2022034"/>
                  <a:gd name="connsiteX1" fmla="*/ 2236847 w 4476010"/>
                  <a:gd name="connsiteY1" fmla="*/ 11492 h 2022034"/>
                  <a:gd name="connsiteX2" fmla="*/ 4464780 w 4476010"/>
                  <a:gd name="connsiteY2" fmla="*/ 1133193 h 2022034"/>
                  <a:gd name="connsiteX3" fmla="*/ 1259598 w 4476010"/>
                  <a:gd name="connsiteY3" fmla="*/ 1778507 h 2022034"/>
                  <a:gd name="connsiteX4" fmla="*/ 25029 w 4476010"/>
                  <a:gd name="connsiteY4" fmla="*/ 1892393 h 2022034"/>
                  <a:gd name="connsiteX0" fmla="*/ 19312 w 4468531"/>
                  <a:gd name="connsiteY0" fmla="*/ 1893478 h 2350831"/>
                  <a:gd name="connsiteX1" fmla="*/ 2231130 w 4468531"/>
                  <a:gd name="connsiteY1" fmla="*/ 12577 h 2350831"/>
                  <a:gd name="connsiteX2" fmla="*/ 4459063 w 4468531"/>
                  <a:gd name="connsiteY2" fmla="*/ 1134278 h 2350831"/>
                  <a:gd name="connsiteX3" fmla="*/ 2962196 w 4468531"/>
                  <a:gd name="connsiteY3" fmla="*/ 2337807 h 2350831"/>
                  <a:gd name="connsiteX4" fmla="*/ 1253881 w 4468531"/>
                  <a:gd name="connsiteY4" fmla="*/ 1779592 h 2350831"/>
                  <a:gd name="connsiteX5" fmla="*/ 19312 w 4468531"/>
                  <a:gd name="connsiteY5" fmla="*/ 1893478 h 2350831"/>
                  <a:gd name="connsiteX0" fmla="*/ 114931 w 4564151"/>
                  <a:gd name="connsiteY0" fmla="*/ 1893478 h 2606070"/>
                  <a:gd name="connsiteX1" fmla="*/ 2326749 w 4564151"/>
                  <a:gd name="connsiteY1" fmla="*/ 12577 h 2606070"/>
                  <a:gd name="connsiteX2" fmla="*/ 4554682 w 4564151"/>
                  <a:gd name="connsiteY2" fmla="*/ 1134278 h 2606070"/>
                  <a:gd name="connsiteX3" fmla="*/ 3057815 w 4564151"/>
                  <a:gd name="connsiteY3" fmla="*/ 2337807 h 2606070"/>
                  <a:gd name="connsiteX4" fmla="*/ 602599 w 4564151"/>
                  <a:gd name="connsiteY4" fmla="*/ 2591133 h 2606070"/>
                  <a:gd name="connsiteX5" fmla="*/ 114931 w 4564151"/>
                  <a:gd name="connsiteY5" fmla="*/ 1893478 h 2606070"/>
                  <a:gd name="connsiteX0" fmla="*/ 339436 w 4163621"/>
                  <a:gd name="connsiteY0" fmla="*/ 711041 h 2677547"/>
                  <a:gd name="connsiteX1" fmla="*/ 1926219 w 4163621"/>
                  <a:gd name="connsiteY1" fmla="*/ 9118 h 2677547"/>
                  <a:gd name="connsiteX2" fmla="*/ 4154152 w 4163621"/>
                  <a:gd name="connsiteY2" fmla="*/ 1130819 h 2677547"/>
                  <a:gd name="connsiteX3" fmla="*/ 2657285 w 4163621"/>
                  <a:gd name="connsiteY3" fmla="*/ 2334348 h 2677547"/>
                  <a:gd name="connsiteX4" fmla="*/ 202069 w 4163621"/>
                  <a:gd name="connsiteY4" fmla="*/ 2587674 h 2677547"/>
                  <a:gd name="connsiteX5" fmla="*/ 339436 w 4163621"/>
                  <a:gd name="connsiteY5" fmla="*/ 711041 h 2677547"/>
                  <a:gd name="connsiteX0" fmla="*/ 8699 w 3970251"/>
                  <a:gd name="connsiteY0" fmla="*/ 2578556 h 2717756"/>
                  <a:gd name="connsiteX1" fmla="*/ 1732849 w 3970251"/>
                  <a:gd name="connsiteY1" fmla="*/ 0 h 2717756"/>
                  <a:gd name="connsiteX2" fmla="*/ 3960782 w 3970251"/>
                  <a:gd name="connsiteY2" fmla="*/ 1121701 h 2717756"/>
                  <a:gd name="connsiteX3" fmla="*/ 2463915 w 3970251"/>
                  <a:gd name="connsiteY3" fmla="*/ 2325230 h 2717756"/>
                  <a:gd name="connsiteX4" fmla="*/ 8699 w 3970251"/>
                  <a:gd name="connsiteY4" fmla="*/ 2578556 h 2717756"/>
                  <a:gd name="connsiteX0" fmla="*/ 11617 w 3584652"/>
                  <a:gd name="connsiteY0" fmla="*/ 1430838 h 2340009"/>
                  <a:gd name="connsiteX1" fmla="*/ 1347250 w 3584652"/>
                  <a:gd name="connsiteY1" fmla="*/ 2380 h 2340009"/>
                  <a:gd name="connsiteX2" fmla="*/ 3575183 w 3584652"/>
                  <a:gd name="connsiteY2" fmla="*/ 1124081 h 2340009"/>
                  <a:gd name="connsiteX3" fmla="*/ 2078316 w 3584652"/>
                  <a:gd name="connsiteY3" fmla="*/ 2327610 h 2340009"/>
                  <a:gd name="connsiteX4" fmla="*/ 11617 w 3584652"/>
                  <a:gd name="connsiteY4" fmla="*/ 1430838 h 2340009"/>
                  <a:gd name="connsiteX0" fmla="*/ 36322 w 3609357"/>
                  <a:gd name="connsiteY0" fmla="*/ 1430838 h 2532978"/>
                  <a:gd name="connsiteX1" fmla="*/ 1371955 w 3609357"/>
                  <a:gd name="connsiteY1" fmla="*/ 2380 h 2532978"/>
                  <a:gd name="connsiteX2" fmla="*/ 3599888 w 3609357"/>
                  <a:gd name="connsiteY2" fmla="*/ 1124081 h 2532978"/>
                  <a:gd name="connsiteX3" fmla="*/ 2103021 w 3609357"/>
                  <a:gd name="connsiteY3" fmla="*/ 2327610 h 2532978"/>
                  <a:gd name="connsiteX4" fmla="*/ 36322 w 3609357"/>
                  <a:gd name="connsiteY4" fmla="*/ 1430838 h 2532978"/>
                  <a:gd name="connsiteX0" fmla="*/ 3580 w 3569301"/>
                  <a:gd name="connsiteY0" fmla="*/ 1431089 h 2816320"/>
                  <a:gd name="connsiteX1" fmla="*/ 1339213 w 3569301"/>
                  <a:gd name="connsiteY1" fmla="*/ 2631 h 2816320"/>
                  <a:gd name="connsiteX2" fmla="*/ 3567146 w 3569301"/>
                  <a:gd name="connsiteY2" fmla="*/ 1124332 h 2816320"/>
                  <a:gd name="connsiteX3" fmla="*/ 1722688 w 3569301"/>
                  <a:gd name="connsiteY3" fmla="*/ 2808414 h 2816320"/>
                  <a:gd name="connsiteX4" fmla="*/ 3580 w 3569301"/>
                  <a:gd name="connsiteY4" fmla="*/ 1431089 h 2816320"/>
                  <a:gd name="connsiteX0" fmla="*/ 3579 w 3569300"/>
                  <a:gd name="connsiteY0" fmla="*/ 1431089 h 2808414"/>
                  <a:gd name="connsiteX1" fmla="*/ 1339212 w 3569300"/>
                  <a:gd name="connsiteY1" fmla="*/ 2631 h 2808414"/>
                  <a:gd name="connsiteX2" fmla="*/ 3567145 w 3569300"/>
                  <a:gd name="connsiteY2" fmla="*/ 1124332 h 2808414"/>
                  <a:gd name="connsiteX3" fmla="*/ 1722687 w 3569300"/>
                  <a:gd name="connsiteY3" fmla="*/ 2808414 h 2808414"/>
                  <a:gd name="connsiteX4" fmla="*/ 3579 w 3569300"/>
                  <a:gd name="connsiteY4" fmla="*/ 1431089 h 2808414"/>
                  <a:gd name="connsiteX0" fmla="*/ 3579 w 3570402"/>
                  <a:gd name="connsiteY0" fmla="*/ 1431089 h 2845664"/>
                  <a:gd name="connsiteX1" fmla="*/ 1339212 w 3570402"/>
                  <a:gd name="connsiteY1" fmla="*/ 2631 h 2845664"/>
                  <a:gd name="connsiteX2" fmla="*/ 3567145 w 3570402"/>
                  <a:gd name="connsiteY2" fmla="*/ 1124332 h 2845664"/>
                  <a:gd name="connsiteX3" fmla="*/ 1722687 w 3570402"/>
                  <a:gd name="connsiteY3" fmla="*/ 2808414 h 2845664"/>
                  <a:gd name="connsiteX4" fmla="*/ 3579 w 3570402"/>
                  <a:gd name="connsiteY4" fmla="*/ 1431089 h 2845664"/>
                  <a:gd name="connsiteX0" fmla="*/ 3579 w 3571531"/>
                  <a:gd name="connsiteY0" fmla="*/ 1431089 h 2809355"/>
                  <a:gd name="connsiteX1" fmla="*/ 1339212 w 3571531"/>
                  <a:gd name="connsiteY1" fmla="*/ 2631 h 2809355"/>
                  <a:gd name="connsiteX2" fmla="*/ 3567145 w 3571531"/>
                  <a:gd name="connsiteY2" fmla="*/ 1124332 h 2809355"/>
                  <a:gd name="connsiteX3" fmla="*/ 1722687 w 3571531"/>
                  <a:gd name="connsiteY3" fmla="*/ 2808414 h 2809355"/>
                  <a:gd name="connsiteX4" fmla="*/ 3579 w 3571531"/>
                  <a:gd name="connsiteY4" fmla="*/ 1431089 h 2809355"/>
                  <a:gd name="connsiteX0" fmla="*/ 3579 w 3570449"/>
                  <a:gd name="connsiteY0" fmla="*/ 1431089 h 2811091"/>
                  <a:gd name="connsiteX1" fmla="*/ 1339212 w 3570449"/>
                  <a:gd name="connsiteY1" fmla="*/ 2631 h 2811091"/>
                  <a:gd name="connsiteX2" fmla="*/ 3567145 w 3570449"/>
                  <a:gd name="connsiteY2" fmla="*/ 1124332 h 2811091"/>
                  <a:gd name="connsiteX3" fmla="*/ 1722687 w 3570449"/>
                  <a:gd name="connsiteY3" fmla="*/ 2808414 h 2811091"/>
                  <a:gd name="connsiteX4" fmla="*/ 3579 w 3570449"/>
                  <a:gd name="connsiteY4" fmla="*/ 1431089 h 2811091"/>
                  <a:gd name="connsiteX0" fmla="*/ 9477 w 3576347"/>
                  <a:gd name="connsiteY0" fmla="*/ 1454488 h 2834490"/>
                  <a:gd name="connsiteX1" fmla="*/ 1345110 w 3576347"/>
                  <a:gd name="connsiteY1" fmla="*/ 26030 h 2834490"/>
                  <a:gd name="connsiteX2" fmla="*/ 3573043 w 3576347"/>
                  <a:gd name="connsiteY2" fmla="*/ 1147731 h 2834490"/>
                  <a:gd name="connsiteX3" fmla="*/ 1728585 w 3576347"/>
                  <a:gd name="connsiteY3" fmla="*/ 2831813 h 2834490"/>
                  <a:gd name="connsiteX4" fmla="*/ 9477 w 3576347"/>
                  <a:gd name="connsiteY4" fmla="*/ 1454488 h 2834490"/>
                  <a:gd name="connsiteX0" fmla="*/ 11200 w 3578070"/>
                  <a:gd name="connsiteY0" fmla="*/ 1454488 h 2834490"/>
                  <a:gd name="connsiteX1" fmla="*/ 1346833 w 3578070"/>
                  <a:gd name="connsiteY1" fmla="*/ 26030 h 2834490"/>
                  <a:gd name="connsiteX2" fmla="*/ 3574766 w 3578070"/>
                  <a:gd name="connsiteY2" fmla="*/ 1147731 h 2834490"/>
                  <a:gd name="connsiteX3" fmla="*/ 1730308 w 3578070"/>
                  <a:gd name="connsiteY3" fmla="*/ 2831813 h 2834490"/>
                  <a:gd name="connsiteX4" fmla="*/ 11200 w 3578070"/>
                  <a:gd name="connsiteY4" fmla="*/ 1454488 h 2834490"/>
                  <a:gd name="connsiteX0" fmla="*/ 5238 w 3394494"/>
                  <a:gd name="connsiteY0" fmla="*/ 1561249 h 2815719"/>
                  <a:gd name="connsiteX1" fmla="*/ 1164359 w 3394494"/>
                  <a:gd name="connsiteY1" fmla="*/ 5027 h 2815719"/>
                  <a:gd name="connsiteX2" fmla="*/ 3392292 w 3394494"/>
                  <a:gd name="connsiteY2" fmla="*/ 1126728 h 2815719"/>
                  <a:gd name="connsiteX3" fmla="*/ 1547834 w 3394494"/>
                  <a:gd name="connsiteY3" fmla="*/ 2810810 h 2815719"/>
                  <a:gd name="connsiteX4" fmla="*/ 5238 w 3394494"/>
                  <a:gd name="connsiteY4" fmla="*/ 1561249 h 2815719"/>
                  <a:gd name="connsiteX0" fmla="*/ 1714 w 3390970"/>
                  <a:gd name="connsiteY0" fmla="*/ 1561249 h 2816846"/>
                  <a:gd name="connsiteX1" fmla="*/ 1160835 w 3390970"/>
                  <a:gd name="connsiteY1" fmla="*/ 5027 h 2816846"/>
                  <a:gd name="connsiteX2" fmla="*/ 3388768 w 3390970"/>
                  <a:gd name="connsiteY2" fmla="*/ 1126728 h 2816846"/>
                  <a:gd name="connsiteX3" fmla="*/ 1544310 w 3390970"/>
                  <a:gd name="connsiteY3" fmla="*/ 2810810 h 2816846"/>
                  <a:gd name="connsiteX4" fmla="*/ 1714 w 3390970"/>
                  <a:gd name="connsiteY4" fmla="*/ 1561249 h 2816846"/>
                  <a:gd name="connsiteX0" fmla="*/ 1714 w 3392183"/>
                  <a:gd name="connsiteY0" fmla="*/ 1561249 h 2822298"/>
                  <a:gd name="connsiteX1" fmla="*/ 1160835 w 3392183"/>
                  <a:gd name="connsiteY1" fmla="*/ 5027 h 2822298"/>
                  <a:gd name="connsiteX2" fmla="*/ 3388768 w 3392183"/>
                  <a:gd name="connsiteY2" fmla="*/ 1126728 h 2822298"/>
                  <a:gd name="connsiteX3" fmla="*/ 1544310 w 3392183"/>
                  <a:gd name="connsiteY3" fmla="*/ 2810810 h 2822298"/>
                  <a:gd name="connsiteX4" fmla="*/ 1714 w 3392183"/>
                  <a:gd name="connsiteY4" fmla="*/ 1561249 h 2822298"/>
                  <a:gd name="connsiteX0" fmla="*/ 1599 w 3099681"/>
                  <a:gd name="connsiteY0" fmla="*/ 1556274 h 2805936"/>
                  <a:gd name="connsiteX1" fmla="*/ 1160720 w 3099681"/>
                  <a:gd name="connsiteY1" fmla="*/ 52 h 2805936"/>
                  <a:gd name="connsiteX2" fmla="*/ 3097014 w 3099681"/>
                  <a:gd name="connsiteY2" fmla="*/ 1505235 h 2805936"/>
                  <a:gd name="connsiteX3" fmla="*/ 1544195 w 3099681"/>
                  <a:gd name="connsiteY3" fmla="*/ 2805835 h 2805936"/>
                  <a:gd name="connsiteX4" fmla="*/ 1599 w 3099681"/>
                  <a:gd name="connsiteY4" fmla="*/ 1556274 h 2805936"/>
                  <a:gd name="connsiteX0" fmla="*/ 1599 w 3098266"/>
                  <a:gd name="connsiteY0" fmla="*/ 1556274 h 2805936"/>
                  <a:gd name="connsiteX1" fmla="*/ 1160720 w 3098266"/>
                  <a:gd name="connsiteY1" fmla="*/ 52 h 2805936"/>
                  <a:gd name="connsiteX2" fmla="*/ 3097014 w 3098266"/>
                  <a:gd name="connsiteY2" fmla="*/ 1505235 h 2805936"/>
                  <a:gd name="connsiteX3" fmla="*/ 1544195 w 3098266"/>
                  <a:gd name="connsiteY3" fmla="*/ 2805835 h 2805936"/>
                  <a:gd name="connsiteX4" fmla="*/ 1599 w 3098266"/>
                  <a:gd name="connsiteY4" fmla="*/ 1556274 h 2805936"/>
                  <a:gd name="connsiteX0" fmla="*/ 6698 w 3107113"/>
                  <a:gd name="connsiteY0" fmla="*/ 1556268 h 1995204"/>
                  <a:gd name="connsiteX1" fmla="*/ 1165819 w 3107113"/>
                  <a:gd name="connsiteY1" fmla="*/ 46 h 1995204"/>
                  <a:gd name="connsiteX2" fmla="*/ 3102113 w 3107113"/>
                  <a:gd name="connsiteY2" fmla="*/ 1505229 h 1995204"/>
                  <a:gd name="connsiteX3" fmla="*/ 1670895 w 3107113"/>
                  <a:gd name="connsiteY3" fmla="*/ 1994767 h 1995204"/>
                  <a:gd name="connsiteX4" fmla="*/ 6698 w 3107113"/>
                  <a:gd name="connsiteY4" fmla="*/ 1556268 h 1995204"/>
                  <a:gd name="connsiteX0" fmla="*/ 6698 w 3107610"/>
                  <a:gd name="connsiteY0" fmla="*/ 1556268 h 2094159"/>
                  <a:gd name="connsiteX1" fmla="*/ 1165819 w 3107610"/>
                  <a:gd name="connsiteY1" fmla="*/ 46 h 2094159"/>
                  <a:gd name="connsiteX2" fmla="*/ 3102113 w 3107610"/>
                  <a:gd name="connsiteY2" fmla="*/ 1505229 h 2094159"/>
                  <a:gd name="connsiteX3" fmla="*/ 1670895 w 3107610"/>
                  <a:gd name="connsiteY3" fmla="*/ 1994767 h 2094159"/>
                  <a:gd name="connsiteX4" fmla="*/ 6698 w 3107610"/>
                  <a:gd name="connsiteY4" fmla="*/ 1556268 h 2094159"/>
                  <a:gd name="connsiteX0" fmla="*/ 6698 w 3108326"/>
                  <a:gd name="connsiteY0" fmla="*/ 1556268 h 2032117"/>
                  <a:gd name="connsiteX1" fmla="*/ 1165819 w 3108326"/>
                  <a:gd name="connsiteY1" fmla="*/ 46 h 2032117"/>
                  <a:gd name="connsiteX2" fmla="*/ 3102113 w 3108326"/>
                  <a:gd name="connsiteY2" fmla="*/ 1505229 h 2032117"/>
                  <a:gd name="connsiteX3" fmla="*/ 1670895 w 3108326"/>
                  <a:gd name="connsiteY3" fmla="*/ 1994767 h 2032117"/>
                  <a:gd name="connsiteX4" fmla="*/ 6698 w 3108326"/>
                  <a:gd name="connsiteY4" fmla="*/ 1556268 h 2032117"/>
                  <a:gd name="connsiteX0" fmla="*/ 2700 w 3101149"/>
                  <a:gd name="connsiteY0" fmla="*/ 1588985 h 2065259"/>
                  <a:gd name="connsiteX1" fmla="*/ 1324169 w 3101149"/>
                  <a:gd name="connsiteY1" fmla="*/ 44 h 2065259"/>
                  <a:gd name="connsiteX2" fmla="*/ 3098115 w 3101149"/>
                  <a:gd name="connsiteY2" fmla="*/ 1537946 h 2065259"/>
                  <a:gd name="connsiteX3" fmla="*/ 1666897 w 3101149"/>
                  <a:gd name="connsiteY3" fmla="*/ 2027484 h 2065259"/>
                  <a:gd name="connsiteX4" fmla="*/ 2700 w 3101149"/>
                  <a:gd name="connsiteY4" fmla="*/ 1588985 h 2065259"/>
                  <a:gd name="connsiteX0" fmla="*/ 2700 w 3100106"/>
                  <a:gd name="connsiteY0" fmla="*/ 1588985 h 2163738"/>
                  <a:gd name="connsiteX1" fmla="*/ 1324169 w 3100106"/>
                  <a:gd name="connsiteY1" fmla="*/ 44 h 2163738"/>
                  <a:gd name="connsiteX2" fmla="*/ 3098115 w 3100106"/>
                  <a:gd name="connsiteY2" fmla="*/ 1537946 h 2163738"/>
                  <a:gd name="connsiteX3" fmla="*/ 1666897 w 3100106"/>
                  <a:gd name="connsiteY3" fmla="*/ 2027484 h 2163738"/>
                  <a:gd name="connsiteX4" fmla="*/ 2700 w 3100106"/>
                  <a:gd name="connsiteY4" fmla="*/ 1588985 h 2163738"/>
                  <a:gd name="connsiteX0" fmla="*/ 2700 w 3100834"/>
                  <a:gd name="connsiteY0" fmla="*/ 1588985 h 2056082"/>
                  <a:gd name="connsiteX1" fmla="*/ 1324169 w 3100834"/>
                  <a:gd name="connsiteY1" fmla="*/ 44 h 2056082"/>
                  <a:gd name="connsiteX2" fmla="*/ 3098115 w 3100834"/>
                  <a:gd name="connsiteY2" fmla="*/ 1537946 h 2056082"/>
                  <a:gd name="connsiteX3" fmla="*/ 1666897 w 3100834"/>
                  <a:gd name="connsiteY3" fmla="*/ 2027484 h 2056082"/>
                  <a:gd name="connsiteX4" fmla="*/ 2700 w 3100834"/>
                  <a:gd name="connsiteY4" fmla="*/ 1588985 h 2056082"/>
                  <a:gd name="connsiteX0" fmla="*/ 2700 w 3101100"/>
                  <a:gd name="connsiteY0" fmla="*/ 1588985 h 2041075"/>
                  <a:gd name="connsiteX1" fmla="*/ 1324169 w 3101100"/>
                  <a:gd name="connsiteY1" fmla="*/ 44 h 2041075"/>
                  <a:gd name="connsiteX2" fmla="*/ 3098115 w 3101100"/>
                  <a:gd name="connsiteY2" fmla="*/ 1537946 h 2041075"/>
                  <a:gd name="connsiteX3" fmla="*/ 1666897 w 3101100"/>
                  <a:gd name="connsiteY3" fmla="*/ 2027484 h 2041075"/>
                  <a:gd name="connsiteX4" fmla="*/ 2700 w 3101100"/>
                  <a:gd name="connsiteY4" fmla="*/ 1588985 h 2041075"/>
                  <a:gd name="connsiteX0" fmla="*/ 2700 w 3101100"/>
                  <a:gd name="connsiteY0" fmla="*/ 1588985 h 2041075"/>
                  <a:gd name="connsiteX1" fmla="*/ 1324169 w 3101100"/>
                  <a:gd name="connsiteY1" fmla="*/ 44 h 2041075"/>
                  <a:gd name="connsiteX2" fmla="*/ 3098115 w 3101100"/>
                  <a:gd name="connsiteY2" fmla="*/ 1537946 h 2041075"/>
                  <a:gd name="connsiteX3" fmla="*/ 1666897 w 3101100"/>
                  <a:gd name="connsiteY3" fmla="*/ 2027484 h 2041075"/>
                  <a:gd name="connsiteX4" fmla="*/ 2700 w 3101100"/>
                  <a:gd name="connsiteY4" fmla="*/ 1588985 h 2041075"/>
                  <a:gd name="connsiteX0" fmla="*/ 2700 w 3101100"/>
                  <a:gd name="connsiteY0" fmla="*/ 1588985 h 2041075"/>
                  <a:gd name="connsiteX1" fmla="*/ 1324169 w 3101100"/>
                  <a:gd name="connsiteY1" fmla="*/ 44 h 2041075"/>
                  <a:gd name="connsiteX2" fmla="*/ 3098115 w 3101100"/>
                  <a:gd name="connsiteY2" fmla="*/ 1537946 h 2041075"/>
                  <a:gd name="connsiteX3" fmla="*/ 1666897 w 3101100"/>
                  <a:gd name="connsiteY3" fmla="*/ 2027484 h 2041075"/>
                  <a:gd name="connsiteX4" fmla="*/ 2700 w 3101100"/>
                  <a:gd name="connsiteY4" fmla="*/ 1588985 h 20410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01100" h="2041075">
                    <a:moveTo>
                      <a:pt x="2700" y="1588985"/>
                    </a:moveTo>
                    <a:cubicBezTo>
                      <a:pt x="-54421" y="1251078"/>
                      <a:pt x="808267" y="8550"/>
                      <a:pt x="1324169" y="44"/>
                    </a:cubicBezTo>
                    <a:cubicBezTo>
                      <a:pt x="1840071" y="-8462"/>
                      <a:pt x="3040994" y="1200039"/>
                      <a:pt x="3098115" y="1537946"/>
                    </a:cubicBezTo>
                    <a:cubicBezTo>
                      <a:pt x="3155236" y="1875853"/>
                      <a:pt x="2382291" y="1963492"/>
                      <a:pt x="1666897" y="2027484"/>
                    </a:cubicBezTo>
                    <a:cubicBezTo>
                      <a:pt x="951503" y="2091476"/>
                      <a:pt x="59821" y="1926892"/>
                      <a:pt x="2700" y="1588985"/>
                    </a:cubicBezTo>
                    <a:close/>
                  </a:path>
                </a:pathLst>
              </a:custGeom>
              <a:noFill/>
              <a:ln w="50800">
                <a:solidFill>
                  <a:srgbClr val="647A8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  <p:sp>
            <p:nvSpPr>
              <p:cNvPr id="21" name="Titel 1">
                <a:extLst>
                  <a:ext uri="{FF2B5EF4-FFF2-40B4-BE49-F238E27FC236}">
                    <a16:creationId xmlns:a16="http://schemas.microsoft.com/office/drawing/2014/main" id="{8C0E83FF-3856-E911-1AF5-DA1E1D7CD76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051859" y="6045499"/>
                <a:ext cx="2276638" cy="489887"/>
              </a:xfrm>
              <a:prstGeom prst="rect">
                <a:avLst/>
              </a:prstGeom>
            </p:spPr>
            <p:txBody>
              <a:bodyPr anchor="ctr"/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r"/>
                <a:r>
                  <a:rPr lang="de-DE" sz="1200" b="0" dirty="0">
                    <a:solidFill>
                      <a:schemeClr val="bg1"/>
                    </a:solidFill>
                    <a:latin typeface="TheSans Plain" pitchFamily="2" charset="0"/>
                    <a:cs typeface="Kannada Sangam MN" pitchFamily="2" charset="0"/>
                  </a:rPr>
                  <a:t>Fachschule</a:t>
                </a:r>
              </a:p>
            </p:txBody>
          </p:sp>
        </p:grpSp>
        <p:pic>
          <p:nvPicPr>
            <p:cNvPr id="12" name="Grafik 11">
              <a:extLst>
                <a:ext uri="{FF2B5EF4-FFF2-40B4-BE49-F238E27FC236}">
                  <a16:creationId xmlns:a16="http://schemas.microsoft.com/office/drawing/2014/main" id="{8F200E25-86C0-1AE4-026E-64F44C974E9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1425451" y="6045531"/>
              <a:ext cx="480356" cy="62163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602943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ET_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ihandform 13">
            <a:extLst>
              <a:ext uri="{FF2B5EF4-FFF2-40B4-BE49-F238E27FC236}">
                <a16:creationId xmlns:a16="http://schemas.microsoft.com/office/drawing/2014/main" id="{44E8D287-3E84-0CEF-FE7D-A2F5ACFCCE39}"/>
              </a:ext>
            </a:extLst>
          </p:cNvPr>
          <p:cNvSpPr/>
          <p:nvPr userDrawn="1"/>
        </p:nvSpPr>
        <p:spPr>
          <a:xfrm rot="12964706">
            <a:off x="7061387" y="-688096"/>
            <a:ext cx="5830459" cy="6730241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2630869"/>
              <a:gd name="connsiteY0" fmla="*/ 1913201 h 4484060"/>
              <a:gd name="connsiteX1" fmla="*/ 2156275 w 2630869"/>
              <a:gd name="connsiteY1" fmla="*/ 89473 h 4484060"/>
              <a:gd name="connsiteX2" fmla="*/ 2574031 w 2630869"/>
              <a:gd name="connsiteY2" fmla="*/ 2543820 h 4484060"/>
              <a:gd name="connsiteX3" fmla="*/ 2321781 w 2630869"/>
              <a:gd name="connsiteY3" fmla="*/ 4351600 h 4484060"/>
              <a:gd name="connsiteX4" fmla="*/ 51546 w 2630869"/>
              <a:gd name="connsiteY4" fmla="*/ 3542304 h 4484060"/>
              <a:gd name="connsiteX5" fmla="*/ 829312 w 2630869"/>
              <a:gd name="connsiteY5" fmla="*/ 1913201 h 4484060"/>
              <a:gd name="connsiteX0" fmla="*/ 829312 w 2634983"/>
              <a:gd name="connsiteY0" fmla="*/ 1913201 h 4484060"/>
              <a:gd name="connsiteX1" fmla="*/ 2156275 w 2634983"/>
              <a:gd name="connsiteY1" fmla="*/ 89473 h 4484060"/>
              <a:gd name="connsiteX2" fmla="*/ 2574031 w 2634983"/>
              <a:gd name="connsiteY2" fmla="*/ 2543820 h 4484060"/>
              <a:gd name="connsiteX3" fmla="*/ 2321781 w 2634983"/>
              <a:gd name="connsiteY3" fmla="*/ 4351600 h 4484060"/>
              <a:gd name="connsiteX4" fmla="*/ 51546 w 2634983"/>
              <a:gd name="connsiteY4" fmla="*/ 3542304 h 4484060"/>
              <a:gd name="connsiteX5" fmla="*/ 829312 w 2634983"/>
              <a:gd name="connsiteY5" fmla="*/ 1913201 h 4484060"/>
              <a:gd name="connsiteX0" fmla="*/ 829312 w 2634983"/>
              <a:gd name="connsiteY0" fmla="*/ 1823911 h 4394770"/>
              <a:gd name="connsiteX1" fmla="*/ 2156275 w 2634983"/>
              <a:gd name="connsiteY1" fmla="*/ 183 h 4394770"/>
              <a:gd name="connsiteX2" fmla="*/ 2574031 w 2634983"/>
              <a:gd name="connsiteY2" fmla="*/ 2454530 h 4394770"/>
              <a:gd name="connsiteX3" fmla="*/ 2321781 w 2634983"/>
              <a:gd name="connsiteY3" fmla="*/ 4262310 h 4394770"/>
              <a:gd name="connsiteX4" fmla="*/ 51546 w 2634983"/>
              <a:gd name="connsiteY4" fmla="*/ 3453014 h 4394770"/>
              <a:gd name="connsiteX5" fmla="*/ 829312 w 2634983"/>
              <a:gd name="connsiteY5" fmla="*/ 1823911 h 4394770"/>
              <a:gd name="connsiteX0" fmla="*/ 550921 w 2356592"/>
              <a:gd name="connsiteY0" fmla="*/ 1823911 h 4375660"/>
              <a:gd name="connsiteX1" fmla="*/ 1877884 w 2356592"/>
              <a:gd name="connsiteY1" fmla="*/ 183 h 4375660"/>
              <a:gd name="connsiteX2" fmla="*/ 2295640 w 2356592"/>
              <a:gd name="connsiteY2" fmla="*/ 2454530 h 4375660"/>
              <a:gd name="connsiteX3" fmla="*/ 2043390 w 2356592"/>
              <a:gd name="connsiteY3" fmla="*/ 4262310 h 4375660"/>
              <a:gd name="connsiteX4" fmla="*/ 97666 w 2356592"/>
              <a:gd name="connsiteY4" fmla="*/ 3284751 h 4375660"/>
              <a:gd name="connsiteX5" fmla="*/ 550921 w 2356592"/>
              <a:gd name="connsiteY5" fmla="*/ 1823911 h 4375660"/>
              <a:gd name="connsiteX0" fmla="*/ 1187626 w 2290887"/>
              <a:gd name="connsiteY0" fmla="*/ 1491571 h 4375718"/>
              <a:gd name="connsiteX1" fmla="*/ 1812179 w 2290887"/>
              <a:gd name="connsiteY1" fmla="*/ 241 h 4375718"/>
              <a:gd name="connsiteX2" fmla="*/ 2229935 w 2290887"/>
              <a:gd name="connsiteY2" fmla="*/ 2454588 h 4375718"/>
              <a:gd name="connsiteX3" fmla="*/ 1977685 w 2290887"/>
              <a:gd name="connsiteY3" fmla="*/ 4262368 h 4375718"/>
              <a:gd name="connsiteX4" fmla="*/ 31961 w 2290887"/>
              <a:gd name="connsiteY4" fmla="*/ 3284809 h 4375718"/>
              <a:gd name="connsiteX5" fmla="*/ 1187626 w 2290887"/>
              <a:gd name="connsiteY5" fmla="*/ 1491571 h 4375718"/>
              <a:gd name="connsiteX0" fmla="*/ 1187626 w 2290887"/>
              <a:gd name="connsiteY0" fmla="*/ 1491690 h 4375837"/>
              <a:gd name="connsiteX1" fmla="*/ 1812179 w 2290887"/>
              <a:gd name="connsiteY1" fmla="*/ 360 h 4375837"/>
              <a:gd name="connsiteX2" fmla="*/ 2229935 w 2290887"/>
              <a:gd name="connsiteY2" fmla="*/ 2454707 h 4375837"/>
              <a:gd name="connsiteX3" fmla="*/ 1977685 w 2290887"/>
              <a:gd name="connsiteY3" fmla="*/ 4262487 h 4375837"/>
              <a:gd name="connsiteX4" fmla="*/ 31961 w 2290887"/>
              <a:gd name="connsiteY4" fmla="*/ 3284928 h 4375837"/>
              <a:gd name="connsiteX5" fmla="*/ 1187626 w 2290887"/>
              <a:gd name="connsiteY5" fmla="*/ 1491690 h 4375837"/>
              <a:gd name="connsiteX0" fmla="*/ 1177700 w 2280961"/>
              <a:gd name="connsiteY0" fmla="*/ 1491690 h 4375837"/>
              <a:gd name="connsiteX1" fmla="*/ 1802253 w 2280961"/>
              <a:gd name="connsiteY1" fmla="*/ 360 h 4375837"/>
              <a:gd name="connsiteX2" fmla="*/ 2220009 w 2280961"/>
              <a:gd name="connsiteY2" fmla="*/ 2454707 h 4375837"/>
              <a:gd name="connsiteX3" fmla="*/ 1967759 w 2280961"/>
              <a:gd name="connsiteY3" fmla="*/ 4262487 h 4375837"/>
              <a:gd name="connsiteX4" fmla="*/ 22035 w 2280961"/>
              <a:gd name="connsiteY4" fmla="*/ 3284928 h 4375837"/>
              <a:gd name="connsiteX5" fmla="*/ 1177700 w 2280961"/>
              <a:gd name="connsiteY5" fmla="*/ 1491690 h 4375837"/>
              <a:gd name="connsiteX0" fmla="*/ 1177700 w 2132201"/>
              <a:gd name="connsiteY0" fmla="*/ 1491690 h 4375837"/>
              <a:gd name="connsiteX1" fmla="*/ 1802253 w 2132201"/>
              <a:gd name="connsiteY1" fmla="*/ 360 h 4375837"/>
              <a:gd name="connsiteX2" fmla="*/ 1570986 w 2132201"/>
              <a:gd name="connsiteY2" fmla="*/ 2791232 h 4375837"/>
              <a:gd name="connsiteX3" fmla="*/ 1967759 w 2132201"/>
              <a:gd name="connsiteY3" fmla="*/ 4262487 h 4375837"/>
              <a:gd name="connsiteX4" fmla="*/ 22035 w 2132201"/>
              <a:gd name="connsiteY4" fmla="*/ 3284928 h 4375837"/>
              <a:gd name="connsiteX5" fmla="*/ 1177700 w 2132201"/>
              <a:gd name="connsiteY5" fmla="*/ 1491690 h 4375837"/>
              <a:gd name="connsiteX0" fmla="*/ 1177700 w 2303877"/>
              <a:gd name="connsiteY0" fmla="*/ 654980 h 3539127"/>
              <a:gd name="connsiteX1" fmla="*/ 2105842 w 2303877"/>
              <a:gd name="connsiteY1" fmla="*/ 30327 h 3539127"/>
              <a:gd name="connsiteX2" fmla="*/ 1570986 w 2303877"/>
              <a:gd name="connsiteY2" fmla="*/ 1954522 h 3539127"/>
              <a:gd name="connsiteX3" fmla="*/ 1967759 w 2303877"/>
              <a:gd name="connsiteY3" fmla="*/ 3425777 h 3539127"/>
              <a:gd name="connsiteX4" fmla="*/ 22035 w 2303877"/>
              <a:gd name="connsiteY4" fmla="*/ 2448218 h 3539127"/>
              <a:gd name="connsiteX5" fmla="*/ 1177700 w 2303877"/>
              <a:gd name="connsiteY5" fmla="*/ 654980 h 3539127"/>
              <a:gd name="connsiteX0" fmla="*/ 1177700 w 2303877"/>
              <a:gd name="connsiteY0" fmla="*/ 811890 h 3696037"/>
              <a:gd name="connsiteX1" fmla="*/ 2105842 w 2303877"/>
              <a:gd name="connsiteY1" fmla="*/ 187237 h 3696037"/>
              <a:gd name="connsiteX2" fmla="*/ 1570986 w 2303877"/>
              <a:gd name="connsiteY2" fmla="*/ 2111432 h 3696037"/>
              <a:gd name="connsiteX3" fmla="*/ 1967759 w 2303877"/>
              <a:gd name="connsiteY3" fmla="*/ 3582687 h 3696037"/>
              <a:gd name="connsiteX4" fmla="*/ 22035 w 2303877"/>
              <a:gd name="connsiteY4" fmla="*/ 2605128 h 3696037"/>
              <a:gd name="connsiteX5" fmla="*/ 1177700 w 2303877"/>
              <a:gd name="connsiteY5" fmla="*/ 811890 h 3696037"/>
              <a:gd name="connsiteX0" fmla="*/ 1177700 w 2189200"/>
              <a:gd name="connsiteY0" fmla="*/ 811890 h 3696037"/>
              <a:gd name="connsiteX1" fmla="*/ 2105842 w 2189200"/>
              <a:gd name="connsiteY1" fmla="*/ 187237 h 3696037"/>
              <a:gd name="connsiteX2" fmla="*/ 1570986 w 2189200"/>
              <a:gd name="connsiteY2" fmla="*/ 2111432 h 3696037"/>
              <a:gd name="connsiteX3" fmla="*/ 1967759 w 2189200"/>
              <a:gd name="connsiteY3" fmla="*/ 3582687 h 3696037"/>
              <a:gd name="connsiteX4" fmla="*/ 22035 w 2189200"/>
              <a:gd name="connsiteY4" fmla="*/ 2605128 h 3696037"/>
              <a:gd name="connsiteX5" fmla="*/ 1177700 w 2189200"/>
              <a:gd name="connsiteY5" fmla="*/ 811890 h 3696037"/>
              <a:gd name="connsiteX0" fmla="*/ 1177700 w 2189200"/>
              <a:gd name="connsiteY0" fmla="*/ 743015 h 3627162"/>
              <a:gd name="connsiteX1" fmla="*/ 2105842 w 2189200"/>
              <a:gd name="connsiteY1" fmla="*/ 118362 h 3627162"/>
              <a:gd name="connsiteX2" fmla="*/ 1570986 w 2189200"/>
              <a:gd name="connsiteY2" fmla="*/ 2042557 h 3627162"/>
              <a:gd name="connsiteX3" fmla="*/ 1967759 w 2189200"/>
              <a:gd name="connsiteY3" fmla="*/ 3513812 h 3627162"/>
              <a:gd name="connsiteX4" fmla="*/ 22035 w 2189200"/>
              <a:gd name="connsiteY4" fmla="*/ 2536253 h 3627162"/>
              <a:gd name="connsiteX5" fmla="*/ 1177700 w 2189200"/>
              <a:gd name="connsiteY5" fmla="*/ 743015 h 3627162"/>
              <a:gd name="connsiteX0" fmla="*/ 1177700 w 2189200"/>
              <a:gd name="connsiteY0" fmla="*/ 695554 h 3579701"/>
              <a:gd name="connsiteX1" fmla="*/ 2105842 w 2189200"/>
              <a:gd name="connsiteY1" fmla="*/ 70901 h 3579701"/>
              <a:gd name="connsiteX2" fmla="*/ 1570986 w 2189200"/>
              <a:gd name="connsiteY2" fmla="*/ 1995096 h 3579701"/>
              <a:gd name="connsiteX3" fmla="*/ 1967759 w 2189200"/>
              <a:gd name="connsiteY3" fmla="*/ 3466351 h 3579701"/>
              <a:gd name="connsiteX4" fmla="*/ 22035 w 2189200"/>
              <a:gd name="connsiteY4" fmla="*/ 2488792 h 3579701"/>
              <a:gd name="connsiteX5" fmla="*/ 1177700 w 2189200"/>
              <a:gd name="connsiteY5" fmla="*/ 695554 h 3579701"/>
              <a:gd name="connsiteX0" fmla="*/ 1180449 w 2191949"/>
              <a:gd name="connsiteY0" fmla="*/ 695554 h 3579701"/>
              <a:gd name="connsiteX1" fmla="*/ 2108591 w 2191949"/>
              <a:gd name="connsiteY1" fmla="*/ 70901 h 3579701"/>
              <a:gd name="connsiteX2" fmla="*/ 1573735 w 2191949"/>
              <a:gd name="connsiteY2" fmla="*/ 1995096 h 3579701"/>
              <a:gd name="connsiteX3" fmla="*/ 1970508 w 2191949"/>
              <a:gd name="connsiteY3" fmla="*/ 3466351 h 3579701"/>
              <a:gd name="connsiteX4" fmla="*/ 24784 w 2191949"/>
              <a:gd name="connsiteY4" fmla="*/ 2488792 h 3579701"/>
              <a:gd name="connsiteX5" fmla="*/ 1180449 w 2191949"/>
              <a:gd name="connsiteY5" fmla="*/ 695554 h 3579701"/>
              <a:gd name="connsiteX0" fmla="*/ 1180449 w 2191949"/>
              <a:gd name="connsiteY0" fmla="*/ 688306 h 3572453"/>
              <a:gd name="connsiteX1" fmla="*/ 2108591 w 2191949"/>
              <a:gd name="connsiteY1" fmla="*/ 63653 h 3572453"/>
              <a:gd name="connsiteX2" fmla="*/ 1573735 w 2191949"/>
              <a:gd name="connsiteY2" fmla="*/ 1987848 h 3572453"/>
              <a:gd name="connsiteX3" fmla="*/ 1970508 w 2191949"/>
              <a:gd name="connsiteY3" fmla="*/ 3459103 h 3572453"/>
              <a:gd name="connsiteX4" fmla="*/ 24784 w 2191949"/>
              <a:gd name="connsiteY4" fmla="*/ 2481544 h 3572453"/>
              <a:gd name="connsiteX5" fmla="*/ 1180449 w 2191949"/>
              <a:gd name="connsiteY5" fmla="*/ 688306 h 3572453"/>
              <a:gd name="connsiteX0" fmla="*/ 1180449 w 2191949"/>
              <a:gd name="connsiteY0" fmla="*/ 683650 h 3567797"/>
              <a:gd name="connsiteX1" fmla="*/ 2108591 w 2191949"/>
              <a:gd name="connsiteY1" fmla="*/ 58997 h 3567797"/>
              <a:gd name="connsiteX2" fmla="*/ 1573735 w 2191949"/>
              <a:gd name="connsiteY2" fmla="*/ 1983192 h 3567797"/>
              <a:gd name="connsiteX3" fmla="*/ 1970508 w 2191949"/>
              <a:gd name="connsiteY3" fmla="*/ 3454447 h 3567797"/>
              <a:gd name="connsiteX4" fmla="*/ 24784 w 2191949"/>
              <a:gd name="connsiteY4" fmla="*/ 2476888 h 3567797"/>
              <a:gd name="connsiteX5" fmla="*/ 1180449 w 2191949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3164"/>
              <a:gd name="connsiteY0" fmla="*/ 683650 h 3567797"/>
              <a:gd name="connsiteX1" fmla="*/ 2108591 w 2193164"/>
              <a:gd name="connsiteY1" fmla="*/ 58997 h 3567797"/>
              <a:gd name="connsiteX2" fmla="*/ 1573735 w 2193164"/>
              <a:gd name="connsiteY2" fmla="*/ 1983192 h 3567797"/>
              <a:gd name="connsiteX3" fmla="*/ 1970508 w 2193164"/>
              <a:gd name="connsiteY3" fmla="*/ 3454447 h 3567797"/>
              <a:gd name="connsiteX4" fmla="*/ 24784 w 2193164"/>
              <a:gd name="connsiteY4" fmla="*/ 2476888 h 3567797"/>
              <a:gd name="connsiteX5" fmla="*/ 1180449 w 2193164"/>
              <a:gd name="connsiteY5" fmla="*/ 683650 h 3567797"/>
              <a:gd name="connsiteX0" fmla="*/ 1180310 w 2193025"/>
              <a:gd name="connsiteY0" fmla="*/ 683650 h 3567797"/>
              <a:gd name="connsiteX1" fmla="*/ 2108452 w 2193025"/>
              <a:gd name="connsiteY1" fmla="*/ 58997 h 3567797"/>
              <a:gd name="connsiteX2" fmla="*/ 1573596 w 2193025"/>
              <a:gd name="connsiteY2" fmla="*/ 1983192 h 3567797"/>
              <a:gd name="connsiteX3" fmla="*/ 1970369 w 2193025"/>
              <a:gd name="connsiteY3" fmla="*/ 3454447 h 3567797"/>
              <a:gd name="connsiteX4" fmla="*/ 24645 w 2193025"/>
              <a:gd name="connsiteY4" fmla="*/ 2476888 h 3567797"/>
              <a:gd name="connsiteX5" fmla="*/ 1180310 w 2193025"/>
              <a:gd name="connsiteY5" fmla="*/ 683650 h 3567797"/>
              <a:gd name="connsiteX0" fmla="*/ 1180310 w 2193025"/>
              <a:gd name="connsiteY0" fmla="*/ 693860 h 3578007"/>
              <a:gd name="connsiteX1" fmla="*/ 2108452 w 2193025"/>
              <a:gd name="connsiteY1" fmla="*/ 69207 h 3578007"/>
              <a:gd name="connsiteX2" fmla="*/ 1573596 w 2193025"/>
              <a:gd name="connsiteY2" fmla="*/ 1993402 h 3578007"/>
              <a:gd name="connsiteX3" fmla="*/ 1970369 w 2193025"/>
              <a:gd name="connsiteY3" fmla="*/ 3464657 h 3578007"/>
              <a:gd name="connsiteX4" fmla="*/ 24645 w 2193025"/>
              <a:gd name="connsiteY4" fmla="*/ 2487098 h 3578007"/>
              <a:gd name="connsiteX5" fmla="*/ 1180310 w 2193025"/>
              <a:gd name="connsiteY5" fmla="*/ 693860 h 3578007"/>
              <a:gd name="connsiteX0" fmla="*/ 1180310 w 2193025"/>
              <a:gd name="connsiteY0" fmla="*/ 693860 h 3581308"/>
              <a:gd name="connsiteX1" fmla="*/ 2108452 w 2193025"/>
              <a:gd name="connsiteY1" fmla="*/ 69207 h 3581308"/>
              <a:gd name="connsiteX2" fmla="*/ 1573596 w 2193025"/>
              <a:gd name="connsiteY2" fmla="*/ 1993402 h 3581308"/>
              <a:gd name="connsiteX3" fmla="*/ 1970369 w 2193025"/>
              <a:gd name="connsiteY3" fmla="*/ 3464657 h 3581308"/>
              <a:gd name="connsiteX4" fmla="*/ 24645 w 2193025"/>
              <a:gd name="connsiteY4" fmla="*/ 2487098 h 3581308"/>
              <a:gd name="connsiteX5" fmla="*/ 1180310 w 2193025"/>
              <a:gd name="connsiteY5" fmla="*/ 693860 h 3581308"/>
              <a:gd name="connsiteX0" fmla="*/ 1180701 w 2193416"/>
              <a:gd name="connsiteY0" fmla="*/ 693860 h 3581308"/>
              <a:gd name="connsiteX1" fmla="*/ 2108843 w 2193416"/>
              <a:gd name="connsiteY1" fmla="*/ 69207 h 3581308"/>
              <a:gd name="connsiteX2" fmla="*/ 1573987 w 2193416"/>
              <a:gd name="connsiteY2" fmla="*/ 1993402 h 3581308"/>
              <a:gd name="connsiteX3" fmla="*/ 1970760 w 2193416"/>
              <a:gd name="connsiteY3" fmla="*/ 3464657 h 3581308"/>
              <a:gd name="connsiteX4" fmla="*/ 25036 w 2193416"/>
              <a:gd name="connsiteY4" fmla="*/ 2487098 h 3581308"/>
              <a:gd name="connsiteX5" fmla="*/ 1180701 w 2193416"/>
              <a:gd name="connsiteY5" fmla="*/ 693860 h 3581308"/>
              <a:gd name="connsiteX0" fmla="*/ 928190 w 2150347"/>
              <a:gd name="connsiteY0" fmla="*/ 1084474 h 3508207"/>
              <a:gd name="connsiteX1" fmla="*/ 2108497 w 2150347"/>
              <a:gd name="connsiteY1" fmla="*/ 17094 h 3508207"/>
              <a:gd name="connsiteX2" fmla="*/ 1573641 w 2150347"/>
              <a:gd name="connsiteY2" fmla="*/ 1941289 h 3508207"/>
              <a:gd name="connsiteX3" fmla="*/ 1970414 w 2150347"/>
              <a:gd name="connsiteY3" fmla="*/ 3412544 h 3508207"/>
              <a:gd name="connsiteX4" fmla="*/ 24690 w 2150347"/>
              <a:gd name="connsiteY4" fmla="*/ 2434985 h 3508207"/>
              <a:gd name="connsiteX5" fmla="*/ 928190 w 2150347"/>
              <a:gd name="connsiteY5" fmla="*/ 1084474 h 3508207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4105 w 2214185"/>
              <a:gd name="connsiteY0" fmla="*/ 720680 h 3624865"/>
              <a:gd name="connsiteX1" fmla="*/ 1990259 w 2214185"/>
              <a:gd name="connsiteY1" fmla="*/ 56886 h 3624865"/>
              <a:gd name="connsiteX2" fmla="*/ 1628516 w 2214185"/>
              <a:gd name="connsiteY2" fmla="*/ 2052315 h 3624865"/>
              <a:gd name="connsiteX3" fmla="*/ 2025289 w 2214185"/>
              <a:gd name="connsiteY3" fmla="*/ 3523570 h 3624865"/>
              <a:gd name="connsiteX4" fmla="*/ 79565 w 2214185"/>
              <a:gd name="connsiteY4" fmla="*/ 2546011 h 3624865"/>
              <a:gd name="connsiteX5" fmla="*/ 534105 w 2214185"/>
              <a:gd name="connsiteY5" fmla="*/ 720680 h 3624865"/>
              <a:gd name="connsiteX0" fmla="*/ 534105 w 2214185"/>
              <a:gd name="connsiteY0" fmla="*/ 702134 h 3606319"/>
              <a:gd name="connsiteX1" fmla="*/ 1990259 w 2214185"/>
              <a:gd name="connsiteY1" fmla="*/ 38340 h 3606319"/>
              <a:gd name="connsiteX2" fmla="*/ 1628516 w 2214185"/>
              <a:gd name="connsiteY2" fmla="*/ 2033769 h 3606319"/>
              <a:gd name="connsiteX3" fmla="*/ 2025289 w 2214185"/>
              <a:gd name="connsiteY3" fmla="*/ 3505024 h 3606319"/>
              <a:gd name="connsiteX4" fmla="*/ 79565 w 2214185"/>
              <a:gd name="connsiteY4" fmla="*/ 2527465 h 3606319"/>
              <a:gd name="connsiteX5" fmla="*/ 534105 w 2214185"/>
              <a:gd name="connsiteY5" fmla="*/ 702134 h 3606319"/>
              <a:gd name="connsiteX0" fmla="*/ 591383 w 2201636"/>
              <a:gd name="connsiteY0" fmla="*/ 804752 h 3611345"/>
              <a:gd name="connsiteX1" fmla="*/ 1977710 w 2201636"/>
              <a:gd name="connsiteY1" fmla="*/ 44556 h 3611345"/>
              <a:gd name="connsiteX2" fmla="*/ 1615967 w 2201636"/>
              <a:gd name="connsiteY2" fmla="*/ 2039985 h 3611345"/>
              <a:gd name="connsiteX3" fmla="*/ 2012740 w 2201636"/>
              <a:gd name="connsiteY3" fmla="*/ 3511240 h 3611345"/>
              <a:gd name="connsiteX4" fmla="*/ 67016 w 2201636"/>
              <a:gd name="connsiteY4" fmla="*/ 2533681 h 3611345"/>
              <a:gd name="connsiteX5" fmla="*/ 591383 w 2201636"/>
              <a:gd name="connsiteY5" fmla="*/ 804752 h 3611345"/>
              <a:gd name="connsiteX0" fmla="*/ 621567 w 2231820"/>
              <a:gd name="connsiteY0" fmla="*/ 847596 h 3654189"/>
              <a:gd name="connsiteX1" fmla="*/ 2007894 w 2231820"/>
              <a:gd name="connsiteY1" fmla="*/ 87400 h 3654189"/>
              <a:gd name="connsiteX2" fmla="*/ 1646151 w 2231820"/>
              <a:gd name="connsiteY2" fmla="*/ 2082829 h 3654189"/>
              <a:gd name="connsiteX3" fmla="*/ 2042924 w 2231820"/>
              <a:gd name="connsiteY3" fmla="*/ 3554084 h 3654189"/>
              <a:gd name="connsiteX4" fmla="*/ 97200 w 2231820"/>
              <a:gd name="connsiteY4" fmla="*/ 2576525 h 3654189"/>
              <a:gd name="connsiteX5" fmla="*/ 621567 w 2231820"/>
              <a:gd name="connsiteY5" fmla="*/ 847596 h 36541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31820" h="3654189">
                <a:moveTo>
                  <a:pt x="621567" y="847596"/>
                </a:moveTo>
                <a:cubicBezTo>
                  <a:pt x="1178629" y="2845"/>
                  <a:pt x="1837130" y="-118472"/>
                  <a:pt x="2007894" y="87400"/>
                </a:cubicBezTo>
                <a:cubicBezTo>
                  <a:pt x="2178658" y="293272"/>
                  <a:pt x="1640313" y="1505048"/>
                  <a:pt x="1646151" y="2082829"/>
                </a:cubicBezTo>
                <a:cubicBezTo>
                  <a:pt x="1651989" y="2660610"/>
                  <a:pt x="2633224" y="3039235"/>
                  <a:pt x="2042924" y="3554084"/>
                </a:cubicBezTo>
                <a:cubicBezTo>
                  <a:pt x="1576966" y="3960484"/>
                  <a:pt x="334093" y="3027606"/>
                  <a:pt x="97200" y="2576525"/>
                </a:cubicBezTo>
                <a:cubicBezTo>
                  <a:pt x="-139693" y="2125444"/>
                  <a:pt x="64505" y="1692347"/>
                  <a:pt x="621567" y="847596"/>
                </a:cubicBezTo>
                <a:close/>
              </a:path>
            </a:pathLst>
          </a:custGeom>
          <a:solidFill>
            <a:srgbClr val="F07F3E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Freihandform 14">
            <a:extLst>
              <a:ext uri="{FF2B5EF4-FFF2-40B4-BE49-F238E27FC236}">
                <a16:creationId xmlns:a16="http://schemas.microsoft.com/office/drawing/2014/main" id="{DE57907C-840A-5BB1-5D69-DE4552E00CDF}"/>
              </a:ext>
            </a:extLst>
          </p:cNvPr>
          <p:cNvSpPr/>
          <p:nvPr userDrawn="1"/>
        </p:nvSpPr>
        <p:spPr>
          <a:xfrm rot="12433821">
            <a:off x="6943358" y="-1183844"/>
            <a:ext cx="6379201" cy="7374662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2630869"/>
              <a:gd name="connsiteY0" fmla="*/ 1913201 h 4484060"/>
              <a:gd name="connsiteX1" fmla="*/ 2156275 w 2630869"/>
              <a:gd name="connsiteY1" fmla="*/ 89473 h 4484060"/>
              <a:gd name="connsiteX2" fmla="*/ 2574031 w 2630869"/>
              <a:gd name="connsiteY2" fmla="*/ 2543820 h 4484060"/>
              <a:gd name="connsiteX3" fmla="*/ 2321781 w 2630869"/>
              <a:gd name="connsiteY3" fmla="*/ 4351600 h 4484060"/>
              <a:gd name="connsiteX4" fmla="*/ 51546 w 2630869"/>
              <a:gd name="connsiteY4" fmla="*/ 3542304 h 4484060"/>
              <a:gd name="connsiteX5" fmla="*/ 829312 w 2630869"/>
              <a:gd name="connsiteY5" fmla="*/ 1913201 h 4484060"/>
              <a:gd name="connsiteX0" fmla="*/ 829312 w 2634983"/>
              <a:gd name="connsiteY0" fmla="*/ 1913201 h 4484060"/>
              <a:gd name="connsiteX1" fmla="*/ 2156275 w 2634983"/>
              <a:gd name="connsiteY1" fmla="*/ 89473 h 4484060"/>
              <a:gd name="connsiteX2" fmla="*/ 2574031 w 2634983"/>
              <a:gd name="connsiteY2" fmla="*/ 2543820 h 4484060"/>
              <a:gd name="connsiteX3" fmla="*/ 2321781 w 2634983"/>
              <a:gd name="connsiteY3" fmla="*/ 4351600 h 4484060"/>
              <a:gd name="connsiteX4" fmla="*/ 51546 w 2634983"/>
              <a:gd name="connsiteY4" fmla="*/ 3542304 h 4484060"/>
              <a:gd name="connsiteX5" fmla="*/ 829312 w 2634983"/>
              <a:gd name="connsiteY5" fmla="*/ 1913201 h 4484060"/>
              <a:gd name="connsiteX0" fmla="*/ 829312 w 2634983"/>
              <a:gd name="connsiteY0" fmla="*/ 1823911 h 4394770"/>
              <a:gd name="connsiteX1" fmla="*/ 2156275 w 2634983"/>
              <a:gd name="connsiteY1" fmla="*/ 183 h 4394770"/>
              <a:gd name="connsiteX2" fmla="*/ 2574031 w 2634983"/>
              <a:gd name="connsiteY2" fmla="*/ 2454530 h 4394770"/>
              <a:gd name="connsiteX3" fmla="*/ 2321781 w 2634983"/>
              <a:gd name="connsiteY3" fmla="*/ 4262310 h 4394770"/>
              <a:gd name="connsiteX4" fmla="*/ 51546 w 2634983"/>
              <a:gd name="connsiteY4" fmla="*/ 3453014 h 4394770"/>
              <a:gd name="connsiteX5" fmla="*/ 829312 w 2634983"/>
              <a:gd name="connsiteY5" fmla="*/ 1823911 h 4394770"/>
              <a:gd name="connsiteX0" fmla="*/ 550921 w 2356592"/>
              <a:gd name="connsiteY0" fmla="*/ 1823911 h 4375660"/>
              <a:gd name="connsiteX1" fmla="*/ 1877884 w 2356592"/>
              <a:gd name="connsiteY1" fmla="*/ 183 h 4375660"/>
              <a:gd name="connsiteX2" fmla="*/ 2295640 w 2356592"/>
              <a:gd name="connsiteY2" fmla="*/ 2454530 h 4375660"/>
              <a:gd name="connsiteX3" fmla="*/ 2043390 w 2356592"/>
              <a:gd name="connsiteY3" fmla="*/ 4262310 h 4375660"/>
              <a:gd name="connsiteX4" fmla="*/ 97666 w 2356592"/>
              <a:gd name="connsiteY4" fmla="*/ 3284751 h 4375660"/>
              <a:gd name="connsiteX5" fmla="*/ 550921 w 2356592"/>
              <a:gd name="connsiteY5" fmla="*/ 1823911 h 4375660"/>
              <a:gd name="connsiteX0" fmla="*/ 1187626 w 2290887"/>
              <a:gd name="connsiteY0" fmla="*/ 1491571 h 4375718"/>
              <a:gd name="connsiteX1" fmla="*/ 1812179 w 2290887"/>
              <a:gd name="connsiteY1" fmla="*/ 241 h 4375718"/>
              <a:gd name="connsiteX2" fmla="*/ 2229935 w 2290887"/>
              <a:gd name="connsiteY2" fmla="*/ 2454588 h 4375718"/>
              <a:gd name="connsiteX3" fmla="*/ 1977685 w 2290887"/>
              <a:gd name="connsiteY3" fmla="*/ 4262368 h 4375718"/>
              <a:gd name="connsiteX4" fmla="*/ 31961 w 2290887"/>
              <a:gd name="connsiteY4" fmla="*/ 3284809 h 4375718"/>
              <a:gd name="connsiteX5" fmla="*/ 1187626 w 2290887"/>
              <a:gd name="connsiteY5" fmla="*/ 1491571 h 4375718"/>
              <a:gd name="connsiteX0" fmla="*/ 1187626 w 2290887"/>
              <a:gd name="connsiteY0" fmla="*/ 1491690 h 4375837"/>
              <a:gd name="connsiteX1" fmla="*/ 1812179 w 2290887"/>
              <a:gd name="connsiteY1" fmla="*/ 360 h 4375837"/>
              <a:gd name="connsiteX2" fmla="*/ 2229935 w 2290887"/>
              <a:gd name="connsiteY2" fmla="*/ 2454707 h 4375837"/>
              <a:gd name="connsiteX3" fmla="*/ 1977685 w 2290887"/>
              <a:gd name="connsiteY3" fmla="*/ 4262487 h 4375837"/>
              <a:gd name="connsiteX4" fmla="*/ 31961 w 2290887"/>
              <a:gd name="connsiteY4" fmla="*/ 3284928 h 4375837"/>
              <a:gd name="connsiteX5" fmla="*/ 1187626 w 2290887"/>
              <a:gd name="connsiteY5" fmla="*/ 1491690 h 4375837"/>
              <a:gd name="connsiteX0" fmla="*/ 1177700 w 2280961"/>
              <a:gd name="connsiteY0" fmla="*/ 1491690 h 4375837"/>
              <a:gd name="connsiteX1" fmla="*/ 1802253 w 2280961"/>
              <a:gd name="connsiteY1" fmla="*/ 360 h 4375837"/>
              <a:gd name="connsiteX2" fmla="*/ 2220009 w 2280961"/>
              <a:gd name="connsiteY2" fmla="*/ 2454707 h 4375837"/>
              <a:gd name="connsiteX3" fmla="*/ 1967759 w 2280961"/>
              <a:gd name="connsiteY3" fmla="*/ 4262487 h 4375837"/>
              <a:gd name="connsiteX4" fmla="*/ 22035 w 2280961"/>
              <a:gd name="connsiteY4" fmla="*/ 3284928 h 4375837"/>
              <a:gd name="connsiteX5" fmla="*/ 1177700 w 2280961"/>
              <a:gd name="connsiteY5" fmla="*/ 1491690 h 4375837"/>
              <a:gd name="connsiteX0" fmla="*/ 1177700 w 2132201"/>
              <a:gd name="connsiteY0" fmla="*/ 1491690 h 4375837"/>
              <a:gd name="connsiteX1" fmla="*/ 1802253 w 2132201"/>
              <a:gd name="connsiteY1" fmla="*/ 360 h 4375837"/>
              <a:gd name="connsiteX2" fmla="*/ 1570986 w 2132201"/>
              <a:gd name="connsiteY2" fmla="*/ 2791232 h 4375837"/>
              <a:gd name="connsiteX3" fmla="*/ 1967759 w 2132201"/>
              <a:gd name="connsiteY3" fmla="*/ 4262487 h 4375837"/>
              <a:gd name="connsiteX4" fmla="*/ 22035 w 2132201"/>
              <a:gd name="connsiteY4" fmla="*/ 3284928 h 4375837"/>
              <a:gd name="connsiteX5" fmla="*/ 1177700 w 2132201"/>
              <a:gd name="connsiteY5" fmla="*/ 1491690 h 4375837"/>
              <a:gd name="connsiteX0" fmla="*/ 1177700 w 2303877"/>
              <a:gd name="connsiteY0" fmla="*/ 654980 h 3539127"/>
              <a:gd name="connsiteX1" fmla="*/ 2105842 w 2303877"/>
              <a:gd name="connsiteY1" fmla="*/ 30327 h 3539127"/>
              <a:gd name="connsiteX2" fmla="*/ 1570986 w 2303877"/>
              <a:gd name="connsiteY2" fmla="*/ 1954522 h 3539127"/>
              <a:gd name="connsiteX3" fmla="*/ 1967759 w 2303877"/>
              <a:gd name="connsiteY3" fmla="*/ 3425777 h 3539127"/>
              <a:gd name="connsiteX4" fmla="*/ 22035 w 2303877"/>
              <a:gd name="connsiteY4" fmla="*/ 2448218 h 3539127"/>
              <a:gd name="connsiteX5" fmla="*/ 1177700 w 2303877"/>
              <a:gd name="connsiteY5" fmla="*/ 654980 h 3539127"/>
              <a:gd name="connsiteX0" fmla="*/ 1177700 w 2303877"/>
              <a:gd name="connsiteY0" fmla="*/ 811890 h 3696037"/>
              <a:gd name="connsiteX1" fmla="*/ 2105842 w 2303877"/>
              <a:gd name="connsiteY1" fmla="*/ 187237 h 3696037"/>
              <a:gd name="connsiteX2" fmla="*/ 1570986 w 2303877"/>
              <a:gd name="connsiteY2" fmla="*/ 2111432 h 3696037"/>
              <a:gd name="connsiteX3" fmla="*/ 1967759 w 2303877"/>
              <a:gd name="connsiteY3" fmla="*/ 3582687 h 3696037"/>
              <a:gd name="connsiteX4" fmla="*/ 22035 w 2303877"/>
              <a:gd name="connsiteY4" fmla="*/ 2605128 h 3696037"/>
              <a:gd name="connsiteX5" fmla="*/ 1177700 w 2303877"/>
              <a:gd name="connsiteY5" fmla="*/ 811890 h 3696037"/>
              <a:gd name="connsiteX0" fmla="*/ 1177700 w 2189200"/>
              <a:gd name="connsiteY0" fmla="*/ 811890 h 3696037"/>
              <a:gd name="connsiteX1" fmla="*/ 2105842 w 2189200"/>
              <a:gd name="connsiteY1" fmla="*/ 187237 h 3696037"/>
              <a:gd name="connsiteX2" fmla="*/ 1570986 w 2189200"/>
              <a:gd name="connsiteY2" fmla="*/ 2111432 h 3696037"/>
              <a:gd name="connsiteX3" fmla="*/ 1967759 w 2189200"/>
              <a:gd name="connsiteY3" fmla="*/ 3582687 h 3696037"/>
              <a:gd name="connsiteX4" fmla="*/ 22035 w 2189200"/>
              <a:gd name="connsiteY4" fmla="*/ 2605128 h 3696037"/>
              <a:gd name="connsiteX5" fmla="*/ 1177700 w 2189200"/>
              <a:gd name="connsiteY5" fmla="*/ 811890 h 3696037"/>
              <a:gd name="connsiteX0" fmla="*/ 1177700 w 2189200"/>
              <a:gd name="connsiteY0" fmla="*/ 743015 h 3627162"/>
              <a:gd name="connsiteX1" fmla="*/ 2105842 w 2189200"/>
              <a:gd name="connsiteY1" fmla="*/ 118362 h 3627162"/>
              <a:gd name="connsiteX2" fmla="*/ 1570986 w 2189200"/>
              <a:gd name="connsiteY2" fmla="*/ 2042557 h 3627162"/>
              <a:gd name="connsiteX3" fmla="*/ 1967759 w 2189200"/>
              <a:gd name="connsiteY3" fmla="*/ 3513812 h 3627162"/>
              <a:gd name="connsiteX4" fmla="*/ 22035 w 2189200"/>
              <a:gd name="connsiteY4" fmla="*/ 2536253 h 3627162"/>
              <a:gd name="connsiteX5" fmla="*/ 1177700 w 2189200"/>
              <a:gd name="connsiteY5" fmla="*/ 743015 h 3627162"/>
              <a:gd name="connsiteX0" fmla="*/ 1177700 w 2189200"/>
              <a:gd name="connsiteY0" fmla="*/ 695554 h 3579701"/>
              <a:gd name="connsiteX1" fmla="*/ 2105842 w 2189200"/>
              <a:gd name="connsiteY1" fmla="*/ 70901 h 3579701"/>
              <a:gd name="connsiteX2" fmla="*/ 1570986 w 2189200"/>
              <a:gd name="connsiteY2" fmla="*/ 1995096 h 3579701"/>
              <a:gd name="connsiteX3" fmla="*/ 1967759 w 2189200"/>
              <a:gd name="connsiteY3" fmla="*/ 3466351 h 3579701"/>
              <a:gd name="connsiteX4" fmla="*/ 22035 w 2189200"/>
              <a:gd name="connsiteY4" fmla="*/ 2488792 h 3579701"/>
              <a:gd name="connsiteX5" fmla="*/ 1177700 w 2189200"/>
              <a:gd name="connsiteY5" fmla="*/ 695554 h 3579701"/>
              <a:gd name="connsiteX0" fmla="*/ 1180449 w 2191949"/>
              <a:gd name="connsiteY0" fmla="*/ 695554 h 3579701"/>
              <a:gd name="connsiteX1" fmla="*/ 2108591 w 2191949"/>
              <a:gd name="connsiteY1" fmla="*/ 70901 h 3579701"/>
              <a:gd name="connsiteX2" fmla="*/ 1573735 w 2191949"/>
              <a:gd name="connsiteY2" fmla="*/ 1995096 h 3579701"/>
              <a:gd name="connsiteX3" fmla="*/ 1970508 w 2191949"/>
              <a:gd name="connsiteY3" fmla="*/ 3466351 h 3579701"/>
              <a:gd name="connsiteX4" fmla="*/ 24784 w 2191949"/>
              <a:gd name="connsiteY4" fmla="*/ 2488792 h 3579701"/>
              <a:gd name="connsiteX5" fmla="*/ 1180449 w 2191949"/>
              <a:gd name="connsiteY5" fmla="*/ 695554 h 3579701"/>
              <a:gd name="connsiteX0" fmla="*/ 1180449 w 2191949"/>
              <a:gd name="connsiteY0" fmla="*/ 688306 h 3572453"/>
              <a:gd name="connsiteX1" fmla="*/ 2108591 w 2191949"/>
              <a:gd name="connsiteY1" fmla="*/ 63653 h 3572453"/>
              <a:gd name="connsiteX2" fmla="*/ 1573735 w 2191949"/>
              <a:gd name="connsiteY2" fmla="*/ 1987848 h 3572453"/>
              <a:gd name="connsiteX3" fmla="*/ 1970508 w 2191949"/>
              <a:gd name="connsiteY3" fmla="*/ 3459103 h 3572453"/>
              <a:gd name="connsiteX4" fmla="*/ 24784 w 2191949"/>
              <a:gd name="connsiteY4" fmla="*/ 2481544 h 3572453"/>
              <a:gd name="connsiteX5" fmla="*/ 1180449 w 2191949"/>
              <a:gd name="connsiteY5" fmla="*/ 688306 h 3572453"/>
              <a:gd name="connsiteX0" fmla="*/ 1180449 w 2191949"/>
              <a:gd name="connsiteY0" fmla="*/ 683650 h 3567797"/>
              <a:gd name="connsiteX1" fmla="*/ 2108591 w 2191949"/>
              <a:gd name="connsiteY1" fmla="*/ 58997 h 3567797"/>
              <a:gd name="connsiteX2" fmla="*/ 1573735 w 2191949"/>
              <a:gd name="connsiteY2" fmla="*/ 1983192 h 3567797"/>
              <a:gd name="connsiteX3" fmla="*/ 1970508 w 2191949"/>
              <a:gd name="connsiteY3" fmla="*/ 3454447 h 3567797"/>
              <a:gd name="connsiteX4" fmla="*/ 24784 w 2191949"/>
              <a:gd name="connsiteY4" fmla="*/ 2476888 h 3567797"/>
              <a:gd name="connsiteX5" fmla="*/ 1180449 w 2191949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3164"/>
              <a:gd name="connsiteY0" fmla="*/ 683650 h 3567797"/>
              <a:gd name="connsiteX1" fmla="*/ 2108591 w 2193164"/>
              <a:gd name="connsiteY1" fmla="*/ 58997 h 3567797"/>
              <a:gd name="connsiteX2" fmla="*/ 1573735 w 2193164"/>
              <a:gd name="connsiteY2" fmla="*/ 1983192 h 3567797"/>
              <a:gd name="connsiteX3" fmla="*/ 1970508 w 2193164"/>
              <a:gd name="connsiteY3" fmla="*/ 3454447 h 3567797"/>
              <a:gd name="connsiteX4" fmla="*/ 24784 w 2193164"/>
              <a:gd name="connsiteY4" fmla="*/ 2476888 h 3567797"/>
              <a:gd name="connsiteX5" fmla="*/ 1180449 w 2193164"/>
              <a:gd name="connsiteY5" fmla="*/ 683650 h 3567797"/>
              <a:gd name="connsiteX0" fmla="*/ 1180310 w 2193025"/>
              <a:gd name="connsiteY0" fmla="*/ 683650 h 3567797"/>
              <a:gd name="connsiteX1" fmla="*/ 2108452 w 2193025"/>
              <a:gd name="connsiteY1" fmla="*/ 58997 h 3567797"/>
              <a:gd name="connsiteX2" fmla="*/ 1573596 w 2193025"/>
              <a:gd name="connsiteY2" fmla="*/ 1983192 h 3567797"/>
              <a:gd name="connsiteX3" fmla="*/ 1970369 w 2193025"/>
              <a:gd name="connsiteY3" fmla="*/ 3454447 h 3567797"/>
              <a:gd name="connsiteX4" fmla="*/ 24645 w 2193025"/>
              <a:gd name="connsiteY4" fmla="*/ 2476888 h 3567797"/>
              <a:gd name="connsiteX5" fmla="*/ 1180310 w 2193025"/>
              <a:gd name="connsiteY5" fmla="*/ 683650 h 3567797"/>
              <a:gd name="connsiteX0" fmla="*/ 1180310 w 2193025"/>
              <a:gd name="connsiteY0" fmla="*/ 693860 h 3578007"/>
              <a:gd name="connsiteX1" fmla="*/ 2108452 w 2193025"/>
              <a:gd name="connsiteY1" fmla="*/ 69207 h 3578007"/>
              <a:gd name="connsiteX2" fmla="*/ 1573596 w 2193025"/>
              <a:gd name="connsiteY2" fmla="*/ 1993402 h 3578007"/>
              <a:gd name="connsiteX3" fmla="*/ 1970369 w 2193025"/>
              <a:gd name="connsiteY3" fmla="*/ 3464657 h 3578007"/>
              <a:gd name="connsiteX4" fmla="*/ 24645 w 2193025"/>
              <a:gd name="connsiteY4" fmla="*/ 2487098 h 3578007"/>
              <a:gd name="connsiteX5" fmla="*/ 1180310 w 2193025"/>
              <a:gd name="connsiteY5" fmla="*/ 693860 h 3578007"/>
              <a:gd name="connsiteX0" fmla="*/ 1180310 w 2193025"/>
              <a:gd name="connsiteY0" fmla="*/ 693860 h 3581308"/>
              <a:gd name="connsiteX1" fmla="*/ 2108452 w 2193025"/>
              <a:gd name="connsiteY1" fmla="*/ 69207 h 3581308"/>
              <a:gd name="connsiteX2" fmla="*/ 1573596 w 2193025"/>
              <a:gd name="connsiteY2" fmla="*/ 1993402 h 3581308"/>
              <a:gd name="connsiteX3" fmla="*/ 1970369 w 2193025"/>
              <a:gd name="connsiteY3" fmla="*/ 3464657 h 3581308"/>
              <a:gd name="connsiteX4" fmla="*/ 24645 w 2193025"/>
              <a:gd name="connsiteY4" fmla="*/ 2487098 h 3581308"/>
              <a:gd name="connsiteX5" fmla="*/ 1180310 w 2193025"/>
              <a:gd name="connsiteY5" fmla="*/ 693860 h 3581308"/>
              <a:gd name="connsiteX0" fmla="*/ 1180701 w 2193416"/>
              <a:gd name="connsiteY0" fmla="*/ 693860 h 3581308"/>
              <a:gd name="connsiteX1" fmla="*/ 2108843 w 2193416"/>
              <a:gd name="connsiteY1" fmla="*/ 69207 h 3581308"/>
              <a:gd name="connsiteX2" fmla="*/ 1573987 w 2193416"/>
              <a:gd name="connsiteY2" fmla="*/ 1993402 h 3581308"/>
              <a:gd name="connsiteX3" fmla="*/ 1970760 w 2193416"/>
              <a:gd name="connsiteY3" fmla="*/ 3464657 h 3581308"/>
              <a:gd name="connsiteX4" fmla="*/ 25036 w 2193416"/>
              <a:gd name="connsiteY4" fmla="*/ 2487098 h 3581308"/>
              <a:gd name="connsiteX5" fmla="*/ 1180701 w 2193416"/>
              <a:gd name="connsiteY5" fmla="*/ 693860 h 3581308"/>
              <a:gd name="connsiteX0" fmla="*/ 928190 w 2150347"/>
              <a:gd name="connsiteY0" fmla="*/ 1084474 h 3508207"/>
              <a:gd name="connsiteX1" fmla="*/ 2108497 w 2150347"/>
              <a:gd name="connsiteY1" fmla="*/ 17094 h 3508207"/>
              <a:gd name="connsiteX2" fmla="*/ 1573641 w 2150347"/>
              <a:gd name="connsiteY2" fmla="*/ 1941289 h 3508207"/>
              <a:gd name="connsiteX3" fmla="*/ 1970414 w 2150347"/>
              <a:gd name="connsiteY3" fmla="*/ 3412544 h 3508207"/>
              <a:gd name="connsiteX4" fmla="*/ 24690 w 2150347"/>
              <a:gd name="connsiteY4" fmla="*/ 2434985 h 3508207"/>
              <a:gd name="connsiteX5" fmla="*/ 928190 w 2150347"/>
              <a:gd name="connsiteY5" fmla="*/ 1084474 h 3508207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4105 w 2214185"/>
              <a:gd name="connsiteY0" fmla="*/ 720680 h 3624865"/>
              <a:gd name="connsiteX1" fmla="*/ 1990259 w 2214185"/>
              <a:gd name="connsiteY1" fmla="*/ 56886 h 3624865"/>
              <a:gd name="connsiteX2" fmla="*/ 1628516 w 2214185"/>
              <a:gd name="connsiteY2" fmla="*/ 2052315 h 3624865"/>
              <a:gd name="connsiteX3" fmla="*/ 2025289 w 2214185"/>
              <a:gd name="connsiteY3" fmla="*/ 3523570 h 3624865"/>
              <a:gd name="connsiteX4" fmla="*/ 79565 w 2214185"/>
              <a:gd name="connsiteY4" fmla="*/ 2546011 h 3624865"/>
              <a:gd name="connsiteX5" fmla="*/ 534105 w 2214185"/>
              <a:gd name="connsiteY5" fmla="*/ 720680 h 3624865"/>
              <a:gd name="connsiteX0" fmla="*/ 534105 w 2214185"/>
              <a:gd name="connsiteY0" fmla="*/ 702134 h 3606319"/>
              <a:gd name="connsiteX1" fmla="*/ 1990259 w 2214185"/>
              <a:gd name="connsiteY1" fmla="*/ 38340 h 3606319"/>
              <a:gd name="connsiteX2" fmla="*/ 1628516 w 2214185"/>
              <a:gd name="connsiteY2" fmla="*/ 2033769 h 3606319"/>
              <a:gd name="connsiteX3" fmla="*/ 2025289 w 2214185"/>
              <a:gd name="connsiteY3" fmla="*/ 3505024 h 3606319"/>
              <a:gd name="connsiteX4" fmla="*/ 79565 w 2214185"/>
              <a:gd name="connsiteY4" fmla="*/ 2527465 h 3606319"/>
              <a:gd name="connsiteX5" fmla="*/ 534105 w 2214185"/>
              <a:gd name="connsiteY5" fmla="*/ 702134 h 3606319"/>
              <a:gd name="connsiteX0" fmla="*/ 591383 w 2201636"/>
              <a:gd name="connsiteY0" fmla="*/ 804752 h 3611345"/>
              <a:gd name="connsiteX1" fmla="*/ 1977710 w 2201636"/>
              <a:gd name="connsiteY1" fmla="*/ 44556 h 3611345"/>
              <a:gd name="connsiteX2" fmla="*/ 1615967 w 2201636"/>
              <a:gd name="connsiteY2" fmla="*/ 2039985 h 3611345"/>
              <a:gd name="connsiteX3" fmla="*/ 2012740 w 2201636"/>
              <a:gd name="connsiteY3" fmla="*/ 3511240 h 3611345"/>
              <a:gd name="connsiteX4" fmla="*/ 67016 w 2201636"/>
              <a:gd name="connsiteY4" fmla="*/ 2533681 h 3611345"/>
              <a:gd name="connsiteX5" fmla="*/ 591383 w 2201636"/>
              <a:gd name="connsiteY5" fmla="*/ 804752 h 3611345"/>
              <a:gd name="connsiteX0" fmla="*/ 621567 w 2231820"/>
              <a:gd name="connsiteY0" fmla="*/ 847596 h 3654189"/>
              <a:gd name="connsiteX1" fmla="*/ 2007894 w 2231820"/>
              <a:gd name="connsiteY1" fmla="*/ 87400 h 3654189"/>
              <a:gd name="connsiteX2" fmla="*/ 1646151 w 2231820"/>
              <a:gd name="connsiteY2" fmla="*/ 2082829 h 3654189"/>
              <a:gd name="connsiteX3" fmla="*/ 2042924 w 2231820"/>
              <a:gd name="connsiteY3" fmla="*/ 3554084 h 3654189"/>
              <a:gd name="connsiteX4" fmla="*/ 97200 w 2231820"/>
              <a:gd name="connsiteY4" fmla="*/ 2576525 h 3654189"/>
              <a:gd name="connsiteX5" fmla="*/ 621567 w 2231820"/>
              <a:gd name="connsiteY5" fmla="*/ 847596 h 36541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31820" h="3654189">
                <a:moveTo>
                  <a:pt x="621567" y="847596"/>
                </a:moveTo>
                <a:cubicBezTo>
                  <a:pt x="1178629" y="2845"/>
                  <a:pt x="1837130" y="-118472"/>
                  <a:pt x="2007894" y="87400"/>
                </a:cubicBezTo>
                <a:cubicBezTo>
                  <a:pt x="2178658" y="293272"/>
                  <a:pt x="1640313" y="1505048"/>
                  <a:pt x="1646151" y="2082829"/>
                </a:cubicBezTo>
                <a:cubicBezTo>
                  <a:pt x="1651989" y="2660610"/>
                  <a:pt x="2633224" y="3039235"/>
                  <a:pt x="2042924" y="3554084"/>
                </a:cubicBezTo>
                <a:cubicBezTo>
                  <a:pt x="1576966" y="3960484"/>
                  <a:pt x="334093" y="3027606"/>
                  <a:pt x="97200" y="2576525"/>
                </a:cubicBezTo>
                <a:cubicBezTo>
                  <a:pt x="-139693" y="2125444"/>
                  <a:pt x="64505" y="1692347"/>
                  <a:pt x="621567" y="847596"/>
                </a:cubicBezTo>
                <a:close/>
              </a:path>
            </a:pathLst>
          </a:custGeom>
          <a:noFill/>
          <a:ln w="76200">
            <a:solidFill>
              <a:srgbClr val="F07F3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Freihandform 7">
            <a:extLst>
              <a:ext uri="{FF2B5EF4-FFF2-40B4-BE49-F238E27FC236}">
                <a16:creationId xmlns:a16="http://schemas.microsoft.com/office/drawing/2014/main" id="{53FEF7C6-490A-61FF-48B8-041F69BF613C}"/>
              </a:ext>
            </a:extLst>
          </p:cNvPr>
          <p:cNvSpPr/>
          <p:nvPr userDrawn="1"/>
        </p:nvSpPr>
        <p:spPr>
          <a:xfrm rot="10129930">
            <a:off x="-2360171" y="-819992"/>
            <a:ext cx="5954496" cy="5169791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2630869"/>
              <a:gd name="connsiteY0" fmla="*/ 1913201 h 4484060"/>
              <a:gd name="connsiteX1" fmla="*/ 2156275 w 2630869"/>
              <a:gd name="connsiteY1" fmla="*/ 89473 h 4484060"/>
              <a:gd name="connsiteX2" fmla="*/ 2574031 w 2630869"/>
              <a:gd name="connsiteY2" fmla="*/ 2543820 h 4484060"/>
              <a:gd name="connsiteX3" fmla="*/ 2321781 w 2630869"/>
              <a:gd name="connsiteY3" fmla="*/ 4351600 h 4484060"/>
              <a:gd name="connsiteX4" fmla="*/ 51546 w 2630869"/>
              <a:gd name="connsiteY4" fmla="*/ 3542304 h 4484060"/>
              <a:gd name="connsiteX5" fmla="*/ 829312 w 2630869"/>
              <a:gd name="connsiteY5" fmla="*/ 1913201 h 4484060"/>
              <a:gd name="connsiteX0" fmla="*/ 829312 w 2634983"/>
              <a:gd name="connsiteY0" fmla="*/ 1913201 h 4484060"/>
              <a:gd name="connsiteX1" fmla="*/ 2156275 w 2634983"/>
              <a:gd name="connsiteY1" fmla="*/ 89473 h 4484060"/>
              <a:gd name="connsiteX2" fmla="*/ 2574031 w 2634983"/>
              <a:gd name="connsiteY2" fmla="*/ 2543820 h 4484060"/>
              <a:gd name="connsiteX3" fmla="*/ 2321781 w 2634983"/>
              <a:gd name="connsiteY3" fmla="*/ 4351600 h 4484060"/>
              <a:gd name="connsiteX4" fmla="*/ 51546 w 2634983"/>
              <a:gd name="connsiteY4" fmla="*/ 3542304 h 4484060"/>
              <a:gd name="connsiteX5" fmla="*/ 829312 w 2634983"/>
              <a:gd name="connsiteY5" fmla="*/ 1913201 h 4484060"/>
              <a:gd name="connsiteX0" fmla="*/ 829312 w 2634983"/>
              <a:gd name="connsiteY0" fmla="*/ 1823911 h 4394770"/>
              <a:gd name="connsiteX1" fmla="*/ 2156275 w 2634983"/>
              <a:gd name="connsiteY1" fmla="*/ 183 h 4394770"/>
              <a:gd name="connsiteX2" fmla="*/ 2574031 w 2634983"/>
              <a:gd name="connsiteY2" fmla="*/ 2454530 h 4394770"/>
              <a:gd name="connsiteX3" fmla="*/ 2321781 w 2634983"/>
              <a:gd name="connsiteY3" fmla="*/ 4262310 h 4394770"/>
              <a:gd name="connsiteX4" fmla="*/ 51546 w 2634983"/>
              <a:gd name="connsiteY4" fmla="*/ 3453014 h 4394770"/>
              <a:gd name="connsiteX5" fmla="*/ 829312 w 2634983"/>
              <a:gd name="connsiteY5" fmla="*/ 1823911 h 4394770"/>
              <a:gd name="connsiteX0" fmla="*/ 550921 w 2356592"/>
              <a:gd name="connsiteY0" fmla="*/ 1823911 h 4375660"/>
              <a:gd name="connsiteX1" fmla="*/ 1877884 w 2356592"/>
              <a:gd name="connsiteY1" fmla="*/ 183 h 4375660"/>
              <a:gd name="connsiteX2" fmla="*/ 2295640 w 2356592"/>
              <a:gd name="connsiteY2" fmla="*/ 2454530 h 4375660"/>
              <a:gd name="connsiteX3" fmla="*/ 2043390 w 2356592"/>
              <a:gd name="connsiteY3" fmla="*/ 4262310 h 4375660"/>
              <a:gd name="connsiteX4" fmla="*/ 97666 w 2356592"/>
              <a:gd name="connsiteY4" fmla="*/ 3284751 h 4375660"/>
              <a:gd name="connsiteX5" fmla="*/ 550921 w 2356592"/>
              <a:gd name="connsiteY5" fmla="*/ 1823911 h 4375660"/>
              <a:gd name="connsiteX0" fmla="*/ 1187626 w 2290887"/>
              <a:gd name="connsiteY0" fmla="*/ 1491571 h 4375718"/>
              <a:gd name="connsiteX1" fmla="*/ 1812179 w 2290887"/>
              <a:gd name="connsiteY1" fmla="*/ 241 h 4375718"/>
              <a:gd name="connsiteX2" fmla="*/ 2229935 w 2290887"/>
              <a:gd name="connsiteY2" fmla="*/ 2454588 h 4375718"/>
              <a:gd name="connsiteX3" fmla="*/ 1977685 w 2290887"/>
              <a:gd name="connsiteY3" fmla="*/ 4262368 h 4375718"/>
              <a:gd name="connsiteX4" fmla="*/ 31961 w 2290887"/>
              <a:gd name="connsiteY4" fmla="*/ 3284809 h 4375718"/>
              <a:gd name="connsiteX5" fmla="*/ 1187626 w 2290887"/>
              <a:gd name="connsiteY5" fmla="*/ 1491571 h 4375718"/>
              <a:gd name="connsiteX0" fmla="*/ 1187626 w 2290887"/>
              <a:gd name="connsiteY0" fmla="*/ 1491690 h 4375837"/>
              <a:gd name="connsiteX1" fmla="*/ 1812179 w 2290887"/>
              <a:gd name="connsiteY1" fmla="*/ 360 h 4375837"/>
              <a:gd name="connsiteX2" fmla="*/ 2229935 w 2290887"/>
              <a:gd name="connsiteY2" fmla="*/ 2454707 h 4375837"/>
              <a:gd name="connsiteX3" fmla="*/ 1977685 w 2290887"/>
              <a:gd name="connsiteY3" fmla="*/ 4262487 h 4375837"/>
              <a:gd name="connsiteX4" fmla="*/ 31961 w 2290887"/>
              <a:gd name="connsiteY4" fmla="*/ 3284928 h 4375837"/>
              <a:gd name="connsiteX5" fmla="*/ 1187626 w 2290887"/>
              <a:gd name="connsiteY5" fmla="*/ 1491690 h 4375837"/>
              <a:gd name="connsiteX0" fmla="*/ 1177700 w 2280961"/>
              <a:gd name="connsiteY0" fmla="*/ 1491690 h 4375837"/>
              <a:gd name="connsiteX1" fmla="*/ 1802253 w 2280961"/>
              <a:gd name="connsiteY1" fmla="*/ 360 h 4375837"/>
              <a:gd name="connsiteX2" fmla="*/ 2220009 w 2280961"/>
              <a:gd name="connsiteY2" fmla="*/ 2454707 h 4375837"/>
              <a:gd name="connsiteX3" fmla="*/ 1967759 w 2280961"/>
              <a:gd name="connsiteY3" fmla="*/ 4262487 h 4375837"/>
              <a:gd name="connsiteX4" fmla="*/ 22035 w 2280961"/>
              <a:gd name="connsiteY4" fmla="*/ 3284928 h 4375837"/>
              <a:gd name="connsiteX5" fmla="*/ 1177700 w 2280961"/>
              <a:gd name="connsiteY5" fmla="*/ 1491690 h 4375837"/>
              <a:gd name="connsiteX0" fmla="*/ 1177700 w 2132201"/>
              <a:gd name="connsiteY0" fmla="*/ 1491690 h 4375837"/>
              <a:gd name="connsiteX1" fmla="*/ 1802253 w 2132201"/>
              <a:gd name="connsiteY1" fmla="*/ 360 h 4375837"/>
              <a:gd name="connsiteX2" fmla="*/ 1570986 w 2132201"/>
              <a:gd name="connsiteY2" fmla="*/ 2791232 h 4375837"/>
              <a:gd name="connsiteX3" fmla="*/ 1967759 w 2132201"/>
              <a:gd name="connsiteY3" fmla="*/ 4262487 h 4375837"/>
              <a:gd name="connsiteX4" fmla="*/ 22035 w 2132201"/>
              <a:gd name="connsiteY4" fmla="*/ 3284928 h 4375837"/>
              <a:gd name="connsiteX5" fmla="*/ 1177700 w 2132201"/>
              <a:gd name="connsiteY5" fmla="*/ 1491690 h 4375837"/>
              <a:gd name="connsiteX0" fmla="*/ 1177700 w 2303877"/>
              <a:gd name="connsiteY0" fmla="*/ 654980 h 3539127"/>
              <a:gd name="connsiteX1" fmla="*/ 2105842 w 2303877"/>
              <a:gd name="connsiteY1" fmla="*/ 30327 h 3539127"/>
              <a:gd name="connsiteX2" fmla="*/ 1570986 w 2303877"/>
              <a:gd name="connsiteY2" fmla="*/ 1954522 h 3539127"/>
              <a:gd name="connsiteX3" fmla="*/ 1967759 w 2303877"/>
              <a:gd name="connsiteY3" fmla="*/ 3425777 h 3539127"/>
              <a:gd name="connsiteX4" fmla="*/ 22035 w 2303877"/>
              <a:gd name="connsiteY4" fmla="*/ 2448218 h 3539127"/>
              <a:gd name="connsiteX5" fmla="*/ 1177700 w 2303877"/>
              <a:gd name="connsiteY5" fmla="*/ 654980 h 3539127"/>
              <a:gd name="connsiteX0" fmla="*/ 1177700 w 2303877"/>
              <a:gd name="connsiteY0" fmla="*/ 811890 h 3696037"/>
              <a:gd name="connsiteX1" fmla="*/ 2105842 w 2303877"/>
              <a:gd name="connsiteY1" fmla="*/ 187237 h 3696037"/>
              <a:gd name="connsiteX2" fmla="*/ 1570986 w 2303877"/>
              <a:gd name="connsiteY2" fmla="*/ 2111432 h 3696037"/>
              <a:gd name="connsiteX3" fmla="*/ 1967759 w 2303877"/>
              <a:gd name="connsiteY3" fmla="*/ 3582687 h 3696037"/>
              <a:gd name="connsiteX4" fmla="*/ 22035 w 2303877"/>
              <a:gd name="connsiteY4" fmla="*/ 2605128 h 3696037"/>
              <a:gd name="connsiteX5" fmla="*/ 1177700 w 2303877"/>
              <a:gd name="connsiteY5" fmla="*/ 811890 h 3696037"/>
              <a:gd name="connsiteX0" fmla="*/ 1177700 w 2189200"/>
              <a:gd name="connsiteY0" fmla="*/ 811890 h 3696037"/>
              <a:gd name="connsiteX1" fmla="*/ 2105842 w 2189200"/>
              <a:gd name="connsiteY1" fmla="*/ 187237 h 3696037"/>
              <a:gd name="connsiteX2" fmla="*/ 1570986 w 2189200"/>
              <a:gd name="connsiteY2" fmla="*/ 2111432 h 3696037"/>
              <a:gd name="connsiteX3" fmla="*/ 1967759 w 2189200"/>
              <a:gd name="connsiteY3" fmla="*/ 3582687 h 3696037"/>
              <a:gd name="connsiteX4" fmla="*/ 22035 w 2189200"/>
              <a:gd name="connsiteY4" fmla="*/ 2605128 h 3696037"/>
              <a:gd name="connsiteX5" fmla="*/ 1177700 w 2189200"/>
              <a:gd name="connsiteY5" fmla="*/ 811890 h 3696037"/>
              <a:gd name="connsiteX0" fmla="*/ 1177700 w 2189200"/>
              <a:gd name="connsiteY0" fmla="*/ 743015 h 3627162"/>
              <a:gd name="connsiteX1" fmla="*/ 2105842 w 2189200"/>
              <a:gd name="connsiteY1" fmla="*/ 118362 h 3627162"/>
              <a:gd name="connsiteX2" fmla="*/ 1570986 w 2189200"/>
              <a:gd name="connsiteY2" fmla="*/ 2042557 h 3627162"/>
              <a:gd name="connsiteX3" fmla="*/ 1967759 w 2189200"/>
              <a:gd name="connsiteY3" fmla="*/ 3513812 h 3627162"/>
              <a:gd name="connsiteX4" fmla="*/ 22035 w 2189200"/>
              <a:gd name="connsiteY4" fmla="*/ 2536253 h 3627162"/>
              <a:gd name="connsiteX5" fmla="*/ 1177700 w 2189200"/>
              <a:gd name="connsiteY5" fmla="*/ 743015 h 3627162"/>
              <a:gd name="connsiteX0" fmla="*/ 1177700 w 2189200"/>
              <a:gd name="connsiteY0" fmla="*/ 695554 h 3579701"/>
              <a:gd name="connsiteX1" fmla="*/ 2105842 w 2189200"/>
              <a:gd name="connsiteY1" fmla="*/ 70901 h 3579701"/>
              <a:gd name="connsiteX2" fmla="*/ 1570986 w 2189200"/>
              <a:gd name="connsiteY2" fmla="*/ 1995096 h 3579701"/>
              <a:gd name="connsiteX3" fmla="*/ 1967759 w 2189200"/>
              <a:gd name="connsiteY3" fmla="*/ 3466351 h 3579701"/>
              <a:gd name="connsiteX4" fmla="*/ 22035 w 2189200"/>
              <a:gd name="connsiteY4" fmla="*/ 2488792 h 3579701"/>
              <a:gd name="connsiteX5" fmla="*/ 1177700 w 2189200"/>
              <a:gd name="connsiteY5" fmla="*/ 695554 h 3579701"/>
              <a:gd name="connsiteX0" fmla="*/ 1180449 w 2191949"/>
              <a:gd name="connsiteY0" fmla="*/ 695554 h 3579701"/>
              <a:gd name="connsiteX1" fmla="*/ 2108591 w 2191949"/>
              <a:gd name="connsiteY1" fmla="*/ 70901 h 3579701"/>
              <a:gd name="connsiteX2" fmla="*/ 1573735 w 2191949"/>
              <a:gd name="connsiteY2" fmla="*/ 1995096 h 3579701"/>
              <a:gd name="connsiteX3" fmla="*/ 1970508 w 2191949"/>
              <a:gd name="connsiteY3" fmla="*/ 3466351 h 3579701"/>
              <a:gd name="connsiteX4" fmla="*/ 24784 w 2191949"/>
              <a:gd name="connsiteY4" fmla="*/ 2488792 h 3579701"/>
              <a:gd name="connsiteX5" fmla="*/ 1180449 w 2191949"/>
              <a:gd name="connsiteY5" fmla="*/ 695554 h 3579701"/>
              <a:gd name="connsiteX0" fmla="*/ 1180449 w 2191949"/>
              <a:gd name="connsiteY0" fmla="*/ 688306 h 3572453"/>
              <a:gd name="connsiteX1" fmla="*/ 2108591 w 2191949"/>
              <a:gd name="connsiteY1" fmla="*/ 63653 h 3572453"/>
              <a:gd name="connsiteX2" fmla="*/ 1573735 w 2191949"/>
              <a:gd name="connsiteY2" fmla="*/ 1987848 h 3572453"/>
              <a:gd name="connsiteX3" fmla="*/ 1970508 w 2191949"/>
              <a:gd name="connsiteY3" fmla="*/ 3459103 h 3572453"/>
              <a:gd name="connsiteX4" fmla="*/ 24784 w 2191949"/>
              <a:gd name="connsiteY4" fmla="*/ 2481544 h 3572453"/>
              <a:gd name="connsiteX5" fmla="*/ 1180449 w 2191949"/>
              <a:gd name="connsiteY5" fmla="*/ 688306 h 3572453"/>
              <a:gd name="connsiteX0" fmla="*/ 1180449 w 2191949"/>
              <a:gd name="connsiteY0" fmla="*/ 683650 h 3567797"/>
              <a:gd name="connsiteX1" fmla="*/ 2108591 w 2191949"/>
              <a:gd name="connsiteY1" fmla="*/ 58997 h 3567797"/>
              <a:gd name="connsiteX2" fmla="*/ 1573735 w 2191949"/>
              <a:gd name="connsiteY2" fmla="*/ 1983192 h 3567797"/>
              <a:gd name="connsiteX3" fmla="*/ 1970508 w 2191949"/>
              <a:gd name="connsiteY3" fmla="*/ 3454447 h 3567797"/>
              <a:gd name="connsiteX4" fmla="*/ 24784 w 2191949"/>
              <a:gd name="connsiteY4" fmla="*/ 2476888 h 3567797"/>
              <a:gd name="connsiteX5" fmla="*/ 1180449 w 2191949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3164"/>
              <a:gd name="connsiteY0" fmla="*/ 683650 h 3567797"/>
              <a:gd name="connsiteX1" fmla="*/ 2108591 w 2193164"/>
              <a:gd name="connsiteY1" fmla="*/ 58997 h 3567797"/>
              <a:gd name="connsiteX2" fmla="*/ 1573735 w 2193164"/>
              <a:gd name="connsiteY2" fmla="*/ 1983192 h 3567797"/>
              <a:gd name="connsiteX3" fmla="*/ 1970508 w 2193164"/>
              <a:gd name="connsiteY3" fmla="*/ 3454447 h 3567797"/>
              <a:gd name="connsiteX4" fmla="*/ 24784 w 2193164"/>
              <a:gd name="connsiteY4" fmla="*/ 2476888 h 3567797"/>
              <a:gd name="connsiteX5" fmla="*/ 1180449 w 2193164"/>
              <a:gd name="connsiteY5" fmla="*/ 683650 h 3567797"/>
              <a:gd name="connsiteX0" fmla="*/ 1180310 w 2193025"/>
              <a:gd name="connsiteY0" fmla="*/ 683650 h 3567797"/>
              <a:gd name="connsiteX1" fmla="*/ 2108452 w 2193025"/>
              <a:gd name="connsiteY1" fmla="*/ 58997 h 3567797"/>
              <a:gd name="connsiteX2" fmla="*/ 1573596 w 2193025"/>
              <a:gd name="connsiteY2" fmla="*/ 1983192 h 3567797"/>
              <a:gd name="connsiteX3" fmla="*/ 1970369 w 2193025"/>
              <a:gd name="connsiteY3" fmla="*/ 3454447 h 3567797"/>
              <a:gd name="connsiteX4" fmla="*/ 24645 w 2193025"/>
              <a:gd name="connsiteY4" fmla="*/ 2476888 h 3567797"/>
              <a:gd name="connsiteX5" fmla="*/ 1180310 w 2193025"/>
              <a:gd name="connsiteY5" fmla="*/ 683650 h 3567797"/>
              <a:gd name="connsiteX0" fmla="*/ 1180310 w 2193025"/>
              <a:gd name="connsiteY0" fmla="*/ 693860 h 3578007"/>
              <a:gd name="connsiteX1" fmla="*/ 2108452 w 2193025"/>
              <a:gd name="connsiteY1" fmla="*/ 69207 h 3578007"/>
              <a:gd name="connsiteX2" fmla="*/ 1573596 w 2193025"/>
              <a:gd name="connsiteY2" fmla="*/ 1993402 h 3578007"/>
              <a:gd name="connsiteX3" fmla="*/ 1970369 w 2193025"/>
              <a:gd name="connsiteY3" fmla="*/ 3464657 h 3578007"/>
              <a:gd name="connsiteX4" fmla="*/ 24645 w 2193025"/>
              <a:gd name="connsiteY4" fmla="*/ 2487098 h 3578007"/>
              <a:gd name="connsiteX5" fmla="*/ 1180310 w 2193025"/>
              <a:gd name="connsiteY5" fmla="*/ 693860 h 3578007"/>
              <a:gd name="connsiteX0" fmla="*/ 1180310 w 2193025"/>
              <a:gd name="connsiteY0" fmla="*/ 693860 h 3581308"/>
              <a:gd name="connsiteX1" fmla="*/ 2108452 w 2193025"/>
              <a:gd name="connsiteY1" fmla="*/ 69207 h 3581308"/>
              <a:gd name="connsiteX2" fmla="*/ 1573596 w 2193025"/>
              <a:gd name="connsiteY2" fmla="*/ 1993402 h 3581308"/>
              <a:gd name="connsiteX3" fmla="*/ 1970369 w 2193025"/>
              <a:gd name="connsiteY3" fmla="*/ 3464657 h 3581308"/>
              <a:gd name="connsiteX4" fmla="*/ 24645 w 2193025"/>
              <a:gd name="connsiteY4" fmla="*/ 2487098 h 3581308"/>
              <a:gd name="connsiteX5" fmla="*/ 1180310 w 2193025"/>
              <a:gd name="connsiteY5" fmla="*/ 693860 h 3581308"/>
              <a:gd name="connsiteX0" fmla="*/ 1180701 w 2193416"/>
              <a:gd name="connsiteY0" fmla="*/ 693860 h 3581308"/>
              <a:gd name="connsiteX1" fmla="*/ 2108843 w 2193416"/>
              <a:gd name="connsiteY1" fmla="*/ 69207 h 3581308"/>
              <a:gd name="connsiteX2" fmla="*/ 1573987 w 2193416"/>
              <a:gd name="connsiteY2" fmla="*/ 1993402 h 3581308"/>
              <a:gd name="connsiteX3" fmla="*/ 1970760 w 2193416"/>
              <a:gd name="connsiteY3" fmla="*/ 3464657 h 3581308"/>
              <a:gd name="connsiteX4" fmla="*/ 25036 w 2193416"/>
              <a:gd name="connsiteY4" fmla="*/ 2487098 h 3581308"/>
              <a:gd name="connsiteX5" fmla="*/ 1180701 w 2193416"/>
              <a:gd name="connsiteY5" fmla="*/ 693860 h 3581308"/>
              <a:gd name="connsiteX0" fmla="*/ 928190 w 2150347"/>
              <a:gd name="connsiteY0" fmla="*/ 1084474 h 3508207"/>
              <a:gd name="connsiteX1" fmla="*/ 2108497 w 2150347"/>
              <a:gd name="connsiteY1" fmla="*/ 17094 h 3508207"/>
              <a:gd name="connsiteX2" fmla="*/ 1573641 w 2150347"/>
              <a:gd name="connsiteY2" fmla="*/ 1941289 h 3508207"/>
              <a:gd name="connsiteX3" fmla="*/ 1970414 w 2150347"/>
              <a:gd name="connsiteY3" fmla="*/ 3412544 h 3508207"/>
              <a:gd name="connsiteX4" fmla="*/ 24690 w 2150347"/>
              <a:gd name="connsiteY4" fmla="*/ 2434985 h 3508207"/>
              <a:gd name="connsiteX5" fmla="*/ 928190 w 2150347"/>
              <a:gd name="connsiteY5" fmla="*/ 1084474 h 3508207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4105 w 2214185"/>
              <a:gd name="connsiteY0" fmla="*/ 720680 h 3624865"/>
              <a:gd name="connsiteX1" fmla="*/ 1990259 w 2214185"/>
              <a:gd name="connsiteY1" fmla="*/ 56886 h 3624865"/>
              <a:gd name="connsiteX2" fmla="*/ 1628516 w 2214185"/>
              <a:gd name="connsiteY2" fmla="*/ 2052315 h 3624865"/>
              <a:gd name="connsiteX3" fmla="*/ 2025289 w 2214185"/>
              <a:gd name="connsiteY3" fmla="*/ 3523570 h 3624865"/>
              <a:gd name="connsiteX4" fmla="*/ 79565 w 2214185"/>
              <a:gd name="connsiteY4" fmla="*/ 2546011 h 3624865"/>
              <a:gd name="connsiteX5" fmla="*/ 534105 w 2214185"/>
              <a:gd name="connsiteY5" fmla="*/ 720680 h 3624865"/>
              <a:gd name="connsiteX0" fmla="*/ 534105 w 2214185"/>
              <a:gd name="connsiteY0" fmla="*/ 702134 h 3606319"/>
              <a:gd name="connsiteX1" fmla="*/ 1990259 w 2214185"/>
              <a:gd name="connsiteY1" fmla="*/ 38340 h 3606319"/>
              <a:gd name="connsiteX2" fmla="*/ 1628516 w 2214185"/>
              <a:gd name="connsiteY2" fmla="*/ 2033769 h 3606319"/>
              <a:gd name="connsiteX3" fmla="*/ 2025289 w 2214185"/>
              <a:gd name="connsiteY3" fmla="*/ 3505024 h 3606319"/>
              <a:gd name="connsiteX4" fmla="*/ 79565 w 2214185"/>
              <a:gd name="connsiteY4" fmla="*/ 2527465 h 3606319"/>
              <a:gd name="connsiteX5" fmla="*/ 534105 w 2214185"/>
              <a:gd name="connsiteY5" fmla="*/ 702134 h 3606319"/>
              <a:gd name="connsiteX0" fmla="*/ 591383 w 2201636"/>
              <a:gd name="connsiteY0" fmla="*/ 804752 h 3611345"/>
              <a:gd name="connsiteX1" fmla="*/ 1977710 w 2201636"/>
              <a:gd name="connsiteY1" fmla="*/ 44556 h 3611345"/>
              <a:gd name="connsiteX2" fmla="*/ 1615967 w 2201636"/>
              <a:gd name="connsiteY2" fmla="*/ 2039985 h 3611345"/>
              <a:gd name="connsiteX3" fmla="*/ 2012740 w 2201636"/>
              <a:gd name="connsiteY3" fmla="*/ 3511240 h 3611345"/>
              <a:gd name="connsiteX4" fmla="*/ 67016 w 2201636"/>
              <a:gd name="connsiteY4" fmla="*/ 2533681 h 3611345"/>
              <a:gd name="connsiteX5" fmla="*/ 591383 w 2201636"/>
              <a:gd name="connsiteY5" fmla="*/ 804752 h 3611345"/>
              <a:gd name="connsiteX0" fmla="*/ 621567 w 2231820"/>
              <a:gd name="connsiteY0" fmla="*/ 847596 h 3654189"/>
              <a:gd name="connsiteX1" fmla="*/ 2007894 w 2231820"/>
              <a:gd name="connsiteY1" fmla="*/ 87400 h 3654189"/>
              <a:gd name="connsiteX2" fmla="*/ 1646151 w 2231820"/>
              <a:gd name="connsiteY2" fmla="*/ 2082829 h 3654189"/>
              <a:gd name="connsiteX3" fmla="*/ 2042924 w 2231820"/>
              <a:gd name="connsiteY3" fmla="*/ 3554084 h 3654189"/>
              <a:gd name="connsiteX4" fmla="*/ 97200 w 2231820"/>
              <a:gd name="connsiteY4" fmla="*/ 2576525 h 3654189"/>
              <a:gd name="connsiteX5" fmla="*/ 621567 w 2231820"/>
              <a:gd name="connsiteY5" fmla="*/ 847596 h 36541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31820" h="3654189">
                <a:moveTo>
                  <a:pt x="621567" y="847596"/>
                </a:moveTo>
                <a:cubicBezTo>
                  <a:pt x="1178629" y="2845"/>
                  <a:pt x="1837130" y="-118472"/>
                  <a:pt x="2007894" y="87400"/>
                </a:cubicBezTo>
                <a:cubicBezTo>
                  <a:pt x="2178658" y="293272"/>
                  <a:pt x="1640313" y="1505048"/>
                  <a:pt x="1646151" y="2082829"/>
                </a:cubicBezTo>
                <a:cubicBezTo>
                  <a:pt x="1651989" y="2660610"/>
                  <a:pt x="2633224" y="3039235"/>
                  <a:pt x="2042924" y="3554084"/>
                </a:cubicBezTo>
                <a:cubicBezTo>
                  <a:pt x="1576966" y="3960484"/>
                  <a:pt x="334093" y="3027606"/>
                  <a:pt x="97200" y="2576525"/>
                </a:cubicBezTo>
                <a:cubicBezTo>
                  <a:pt x="-139693" y="2125444"/>
                  <a:pt x="64505" y="1692347"/>
                  <a:pt x="621567" y="847596"/>
                </a:cubicBezTo>
                <a:close/>
              </a:path>
            </a:pathLst>
          </a:custGeom>
          <a:solidFill>
            <a:srgbClr val="E7E7E7">
              <a:alpha val="52941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7F148FD-7C9D-0747-859F-DDCBE8F995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 cap="all" spc="600" baseline="0">
                <a:latin typeface="TheSans Plain" pitchFamily="2" charset="0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922E125-465D-814E-8AE3-3334AE7168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buClr>
                <a:srgbClr val="F07F3E"/>
              </a:buClr>
              <a:defRPr>
                <a:solidFill>
                  <a:srgbClr val="647A84"/>
                </a:solidFill>
                <a:latin typeface="TheSans Plain" pitchFamily="2" charset="0"/>
              </a:defRPr>
            </a:lvl1pPr>
            <a:lvl2pPr>
              <a:buClr>
                <a:srgbClr val="F07F3E"/>
              </a:buClr>
              <a:defRPr>
                <a:solidFill>
                  <a:srgbClr val="647A84"/>
                </a:solidFill>
                <a:latin typeface="TheSans Plain" pitchFamily="2" charset="0"/>
              </a:defRPr>
            </a:lvl2pPr>
            <a:lvl3pPr>
              <a:buClr>
                <a:srgbClr val="F07F3E"/>
              </a:buClr>
              <a:defRPr>
                <a:solidFill>
                  <a:srgbClr val="647A84"/>
                </a:solidFill>
                <a:latin typeface="TheSans Plain" pitchFamily="2" charset="0"/>
              </a:defRPr>
            </a:lvl3pPr>
            <a:lvl4pPr>
              <a:buClr>
                <a:srgbClr val="F07F3E"/>
              </a:buClr>
              <a:defRPr>
                <a:solidFill>
                  <a:srgbClr val="647A84"/>
                </a:solidFill>
                <a:latin typeface="TheSans Plain" pitchFamily="2" charset="0"/>
              </a:defRPr>
            </a:lvl4pPr>
            <a:lvl5pPr>
              <a:buClr>
                <a:srgbClr val="F07F3E"/>
              </a:buClr>
              <a:defRPr>
                <a:solidFill>
                  <a:srgbClr val="647A84"/>
                </a:solidFill>
                <a:latin typeface="TheSans Plain" pitchFamily="2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6517CC0-3827-824C-BD82-5D524FC77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137DF-46F0-194D-B8E6-89251B633EEA}" type="slidenum">
              <a:rPr lang="de-DE" smtClean="0"/>
              <a:t>‹Nr.›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EE3AA6B-514B-3F5F-22E3-B489C71C8E0C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de-DE"/>
              <a:t>Lukas Peter Sumann, Maximilian Wolf Leopold Lindner</a:t>
            </a:r>
          </a:p>
        </p:txBody>
      </p:sp>
      <p:sp>
        <p:nvSpPr>
          <p:cNvPr id="17" name="Bildplatzhalter 16">
            <a:extLst>
              <a:ext uri="{FF2B5EF4-FFF2-40B4-BE49-F238E27FC236}">
                <a16:creationId xmlns:a16="http://schemas.microsoft.com/office/drawing/2014/main" id="{3FAEB419-CE0E-A2C1-CF13-6F8BF8F0875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72202" y="1825625"/>
            <a:ext cx="5456236" cy="435133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pic>
        <p:nvPicPr>
          <p:cNvPr id="20" name="Grafik 19">
            <a:extLst>
              <a:ext uri="{FF2B5EF4-FFF2-40B4-BE49-F238E27FC236}">
                <a16:creationId xmlns:a16="http://schemas.microsoft.com/office/drawing/2014/main" id="{342B8641-C365-B86B-0AE0-4A02F5406E2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858375" y="216695"/>
            <a:ext cx="2078627" cy="466874"/>
          </a:xfrm>
          <a:prstGeom prst="rect">
            <a:avLst/>
          </a:prstGeom>
        </p:spPr>
      </p:pic>
      <p:pic>
        <p:nvPicPr>
          <p:cNvPr id="21" name="Grafik 20">
            <a:extLst>
              <a:ext uri="{FF2B5EF4-FFF2-40B4-BE49-F238E27FC236}">
                <a16:creationId xmlns:a16="http://schemas.microsoft.com/office/drawing/2014/main" id="{E80B2872-9C79-6E78-5E0A-A273C671538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25451" y="6038569"/>
            <a:ext cx="485673" cy="628517"/>
          </a:xfrm>
          <a:prstGeom prst="rect">
            <a:avLst/>
          </a:prstGeom>
        </p:spPr>
      </p:pic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5DBF30F4-5B84-B9FE-9731-A49C4021552E}"/>
              </a:ext>
            </a:extLst>
          </p:cNvPr>
          <p:cNvGrpSpPr/>
          <p:nvPr userDrawn="1"/>
        </p:nvGrpSpPr>
        <p:grpSpPr>
          <a:xfrm>
            <a:off x="8372798" y="5651780"/>
            <a:ext cx="5498261" cy="2530969"/>
            <a:chOff x="8372798" y="5651780"/>
            <a:chExt cx="5498261" cy="2530969"/>
          </a:xfrm>
        </p:grpSpPr>
        <p:grpSp>
          <p:nvGrpSpPr>
            <p:cNvPr id="9" name="Gruppieren 8">
              <a:extLst>
                <a:ext uri="{FF2B5EF4-FFF2-40B4-BE49-F238E27FC236}">
                  <a16:creationId xmlns:a16="http://schemas.microsoft.com/office/drawing/2014/main" id="{D6F2A23F-5DA5-FBC2-6F5E-E411C24151AF}"/>
                </a:ext>
              </a:extLst>
            </p:cNvPr>
            <p:cNvGrpSpPr/>
            <p:nvPr userDrawn="1"/>
          </p:nvGrpSpPr>
          <p:grpSpPr>
            <a:xfrm>
              <a:off x="8372798" y="5651780"/>
              <a:ext cx="5498261" cy="2530969"/>
              <a:chOff x="6265416" y="5268016"/>
              <a:chExt cx="7318186" cy="3368719"/>
            </a:xfrm>
          </p:grpSpPr>
          <p:sp>
            <p:nvSpPr>
              <p:cNvPr id="11" name="Freihandform 10">
                <a:extLst>
                  <a:ext uri="{FF2B5EF4-FFF2-40B4-BE49-F238E27FC236}">
                    <a16:creationId xmlns:a16="http://schemas.microsoft.com/office/drawing/2014/main" id="{73455C59-6DFE-398F-0A49-3E19A7CD5AFE}"/>
                  </a:ext>
                </a:extLst>
              </p:cNvPr>
              <p:cNvSpPr/>
              <p:nvPr/>
            </p:nvSpPr>
            <p:spPr>
              <a:xfrm rot="19708695">
                <a:off x="6265416" y="5268016"/>
                <a:ext cx="6636396" cy="3214341"/>
              </a:xfrm>
              <a:custGeom>
                <a:avLst/>
                <a:gdLst>
                  <a:gd name="connsiteX0" fmla="*/ 346842 w 3373821"/>
                  <a:gd name="connsiteY0" fmla="*/ 283779 h 2963917"/>
                  <a:gd name="connsiteX1" fmla="*/ 3016469 w 3373821"/>
                  <a:gd name="connsiteY1" fmla="*/ 0 h 2963917"/>
                  <a:gd name="connsiteX2" fmla="*/ 3373821 w 3373821"/>
                  <a:gd name="connsiteY2" fmla="*/ 1502979 h 2963917"/>
                  <a:gd name="connsiteX3" fmla="*/ 1902373 w 3373821"/>
                  <a:gd name="connsiteY3" fmla="*/ 2963917 h 2963917"/>
                  <a:gd name="connsiteX4" fmla="*/ 0 w 3373821"/>
                  <a:gd name="connsiteY4" fmla="*/ 2165131 h 2963917"/>
                  <a:gd name="connsiteX5" fmla="*/ 346842 w 3373821"/>
                  <a:gd name="connsiteY5" fmla="*/ 283779 h 2963917"/>
                  <a:gd name="connsiteX0" fmla="*/ 777766 w 3373821"/>
                  <a:gd name="connsiteY0" fmla="*/ 536028 h 2963917"/>
                  <a:gd name="connsiteX1" fmla="*/ 3016469 w 3373821"/>
                  <a:gd name="connsiteY1" fmla="*/ 0 h 2963917"/>
                  <a:gd name="connsiteX2" fmla="*/ 3373821 w 3373821"/>
                  <a:gd name="connsiteY2" fmla="*/ 1502979 h 2963917"/>
                  <a:gd name="connsiteX3" fmla="*/ 1902373 w 3373821"/>
                  <a:gd name="connsiteY3" fmla="*/ 2963917 h 2963917"/>
                  <a:gd name="connsiteX4" fmla="*/ 0 w 3373821"/>
                  <a:gd name="connsiteY4" fmla="*/ 2165131 h 2963917"/>
                  <a:gd name="connsiteX5" fmla="*/ 777766 w 3373821"/>
                  <a:gd name="connsiteY5" fmla="*/ 536028 h 2963917"/>
                  <a:gd name="connsiteX0" fmla="*/ 777766 w 3373821"/>
                  <a:gd name="connsiteY0" fmla="*/ 536028 h 2963917"/>
                  <a:gd name="connsiteX1" fmla="*/ 3016469 w 3373821"/>
                  <a:gd name="connsiteY1" fmla="*/ 0 h 2963917"/>
                  <a:gd name="connsiteX2" fmla="*/ 3373821 w 3373821"/>
                  <a:gd name="connsiteY2" fmla="*/ 1502979 h 2963917"/>
                  <a:gd name="connsiteX3" fmla="*/ 1902373 w 3373821"/>
                  <a:gd name="connsiteY3" fmla="*/ 2963917 h 2963917"/>
                  <a:gd name="connsiteX4" fmla="*/ 0 w 3373821"/>
                  <a:gd name="connsiteY4" fmla="*/ 2165131 h 2963917"/>
                  <a:gd name="connsiteX5" fmla="*/ 777766 w 3373821"/>
                  <a:gd name="connsiteY5" fmla="*/ 536028 h 2963917"/>
                  <a:gd name="connsiteX0" fmla="*/ 777766 w 3373821"/>
                  <a:gd name="connsiteY0" fmla="*/ 536028 h 2963917"/>
                  <a:gd name="connsiteX1" fmla="*/ 3016469 w 3373821"/>
                  <a:gd name="connsiteY1" fmla="*/ 0 h 2963917"/>
                  <a:gd name="connsiteX2" fmla="*/ 3373821 w 3373821"/>
                  <a:gd name="connsiteY2" fmla="*/ 1502979 h 2963917"/>
                  <a:gd name="connsiteX3" fmla="*/ 1902373 w 3373821"/>
                  <a:gd name="connsiteY3" fmla="*/ 2963917 h 2963917"/>
                  <a:gd name="connsiteX4" fmla="*/ 0 w 3373821"/>
                  <a:gd name="connsiteY4" fmla="*/ 2165131 h 2963917"/>
                  <a:gd name="connsiteX5" fmla="*/ 777766 w 3373821"/>
                  <a:gd name="connsiteY5" fmla="*/ 536028 h 2963917"/>
                  <a:gd name="connsiteX0" fmla="*/ 777766 w 3373821"/>
                  <a:gd name="connsiteY0" fmla="*/ 882870 h 3310759"/>
                  <a:gd name="connsiteX1" fmla="*/ 3090042 w 3373821"/>
                  <a:gd name="connsiteY1" fmla="*/ 0 h 3310759"/>
                  <a:gd name="connsiteX2" fmla="*/ 3373821 w 3373821"/>
                  <a:gd name="connsiteY2" fmla="*/ 1849821 h 3310759"/>
                  <a:gd name="connsiteX3" fmla="*/ 1902373 w 3373821"/>
                  <a:gd name="connsiteY3" fmla="*/ 3310759 h 3310759"/>
                  <a:gd name="connsiteX4" fmla="*/ 0 w 3373821"/>
                  <a:gd name="connsiteY4" fmla="*/ 2511973 h 3310759"/>
                  <a:gd name="connsiteX5" fmla="*/ 777766 w 3373821"/>
                  <a:gd name="connsiteY5" fmla="*/ 882870 h 3310759"/>
                  <a:gd name="connsiteX0" fmla="*/ 777766 w 3373821"/>
                  <a:gd name="connsiteY0" fmla="*/ 1065668 h 3493557"/>
                  <a:gd name="connsiteX1" fmla="*/ 3090042 w 3373821"/>
                  <a:gd name="connsiteY1" fmla="*/ 182798 h 3493557"/>
                  <a:gd name="connsiteX2" fmla="*/ 3373821 w 3373821"/>
                  <a:gd name="connsiteY2" fmla="*/ 2032619 h 3493557"/>
                  <a:gd name="connsiteX3" fmla="*/ 1902373 w 3373821"/>
                  <a:gd name="connsiteY3" fmla="*/ 3493557 h 3493557"/>
                  <a:gd name="connsiteX4" fmla="*/ 0 w 3373821"/>
                  <a:gd name="connsiteY4" fmla="*/ 2694771 h 3493557"/>
                  <a:gd name="connsiteX5" fmla="*/ 777766 w 3373821"/>
                  <a:gd name="connsiteY5" fmla="*/ 1065668 h 3493557"/>
                  <a:gd name="connsiteX0" fmla="*/ 777766 w 3373821"/>
                  <a:gd name="connsiteY0" fmla="*/ 1065668 h 3493557"/>
                  <a:gd name="connsiteX1" fmla="*/ 3090042 w 3373821"/>
                  <a:gd name="connsiteY1" fmla="*/ 182798 h 3493557"/>
                  <a:gd name="connsiteX2" fmla="*/ 3373821 w 3373821"/>
                  <a:gd name="connsiteY2" fmla="*/ 2032619 h 3493557"/>
                  <a:gd name="connsiteX3" fmla="*/ 1902373 w 3373821"/>
                  <a:gd name="connsiteY3" fmla="*/ 3493557 h 3493557"/>
                  <a:gd name="connsiteX4" fmla="*/ 0 w 3373821"/>
                  <a:gd name="connsiteY4" fmla="*/ 2694771 h 3493557"/>
                  <a:gd name="connsiteX5" fmla="*/ 777766 w 3373821"/>
                  <a:gd name="connsiteY5" fmla="*/ 1065668 h 3493557"/>
                  <a:gd name="connsiteX0" fmla="*/ 777766 w 3373821"/>
                  <a:gd name="connsiteY0" fmla="*/ 1035451 h 3463340"/>
                  <a:gd name="connsiteX1" fmla="*/ 3090042 w 3373821"/>
                  <a:gd name="connsiteY1" fmla="*/ 152581 h 3463340"/>
                  <a:gd name="connsiteX2" fmla="*/ 3373821 w 3373821"/>
                  <a:gd name="connsiteY2" fmla="*/ 2002402 h 3463340"/>
                  <a:gd name="connsiteX3" fmla="*/ 1902373 w 3373821"/>
                  <a:gd name="connsiteY3" fmla="*/ 3463340 h 3463340"/>
                  <a:gd name="connsiteX4" fmla="*/ 0 w 3373821"/>
                  <a:gd name="connsiteY4" fmla="*/ 2664554 h 3463340"/>
                  <a:gd name="connsiteX5" fmla="*/ 777766 w 3373821"/>
                  <a:gd name="connsiteY5" fmla="*/ 1035451 h 3463340"/>
                  <a:gd name="connsiteX0" fmla="*/ 777766 w 3468415"/>
                  <a:gd name="connsiteY0" fmla="*/ 1035451 h 3463340"/>
                  <a:gd name="connsiteX1" fmla="*/ 3090042 w 3468415"/>
                  <a:gd name="connsiteY1" fmla="*/ 152581 h 3463340"/>
                  <a:gd name="connsiteX2" fmla="*/ 3468415 w 3468415"/>
                  <a:gd name="connsiteY2" fmla="*/ 2202098 h 3463340"/>
                  <a:gd name="connsiteX3" fmla="*/ 1902373 w 3468415"/>
                  <a:gd name="connsiteY3" fmla="*/ 3463340 h 3463340"/>
                  <a:gd name="connsiteX4" fmla="*/ 0 w 3468415"/>
                  <a:gd name="connsiteY4" fmla="*/ 2664554 h 3463340"/>
                  <a:gd name="connsiteX5" fmla="*/ 777766 w 3468415"/>
                  <a:gd name="connsiteY5" fmla="*/ 1035451 h 3463340"/>
                  <a:gd name="connsiteX0" fmla="*/ 777766 w 3520921"/>
                  <a:gd name="connsiteY0" fmla="*/ 1035451 h 3463340"/>
                  <a:gd name="connsiteX1" fmla="*/ 3090042 w 3520921"/>
                  <a:gd name="connsiteY1" fmla="*/ 152581 h 3463340"/>
                  <a:gd name="connsiteX2" fmla="*/ 3468415 w 3520921"/>
                  <a:gd name="connsiteY2" fmla="*/ 2202098 h 3463340"/>
                  <a:gd name="connsiteX3" fmla="*/ 1902373 w 3520921"/>
                  <a:gd name="connsiteY3" fmla="*/ 3463340 h 3463340"/>
                  <a:gd name="connsiteX4" fmla="*/ 0 w 3520921"/>
                  <a:gd name="connsiteY4" fmla="*/ 2664554 h 3463340"/>
                  <a:gd name="connsiteX5" fmla="*/ 777766 w 3520921"/>
                  <a:gd name="connsiteY5" fmla="*/ 1035451 h 3463340"/>
                  <a:gd name="connsiteX0" fmla="*/ 777766 w 3520921"/>
                  <a:gd name="connsiteY0" fmla="*/ 1035451 h 3463340"/>
                  <a:gd name="connsiteX1" fmla="*/ 3090042 w 3520921"/>
                  <a:gd name="connsiteY1" fmla="*/ 152581 h 3463340"/>
                  <a:gd name="connsiteX2" fmla="*/ 3468415 w 3520921"/>
                  <a:gd name="connsiteY2" fmla="*/ 2202098 h 3463340"/>
                  <a:gd name="connsiteX3" fmla="*/ 1902373 w 3520921"/>
                  <a:gd name="connsiteY3" fmla="*/ 3463340 h 3463340"/>
                  <a:gd name="connsiteX4" fmla="*/ 0 w 3520921"/>
                  <a:gd name="connsiteY4" fmla="*/ 2664554 h 3463340"/>
                  <a:gd name="connsiteX5" fmla="*/ 777766 w 3520921"/>
                  <a:gd name="connsiteY5" fmla="*/ 1035451 h 3463340"/>
                  <a:gd name="connsiteX0" fmla="*/ 777766 w 3520921"/>
                  <a:gd name="connsiteY0" fmla="*/ 1035451 h 3465338"/>
                  <a:gd name="connsiteX1" fmla="*/ 3090042 w 3520921"/>
                  <a:gd name="connsiteY1" fmla="*/ 152581 h 3465338"/>
                  <a:gd name="connsiteX2" fmla="*/ 3468415 w 3520921"/>
                  <a:gd name="connsiteY2" fmla="*/ 2202098 h 3465338"/>
                  <a:gd name="connsiteX3" fmla="*/ 1902373 w 3520921"/>
                  <a:gd name="connsiteY3" fmla="*/ 3463340 h 3465338"/>
                  <a:gd name="connsiteX4" fmla="*/ 0 w 3520921"/>
                  <a:gd name="connsiteY4" fmla="*/ 2664554 h 3465338"/>
                  <a:gd name="connsiteX5" fmla="*/ 777766 w 3520921"/>
                  <a:gd name="connsiteY5" fmla="*/ 1035451 h 3465338"/>
                  <a:gd name="connsiteX0" fmla="*/ 777766 w 3520921"/>
                  <a:gd name="connsiteY0" fmla="*/ 1035451 h 3465338"/>
                  <a:gd name="connsiteX1" fmla="*/ 3090042 w 3520921"/>
                  <a:gd name="connsiteY1" fmla="*/ 152581 h 3465338"/>
                  <a:gd name="connsiteX2" fmla="*/ 3468415 w 3520921"/>
                  <a:gd name="connsiteY2" fmla="*/ 2202098 h 3465338"/>
                  <a:gd name="connsiteX3" fmla="*/ 1902373 w 3520921"/>
                  <a:gd name="connsiteY3" fmla="*/ 3463340 h 3465338"/>
                  <a:gd name="connsiteX4" fmla="*/ 0 w 3520921"/>
                  <a:gd name="connsiteY4" fmla="*/ 2664554 h 3465338"/>
                  <a:gd name="connsiteX5" fmla="*/ 777766 w 3520921"/>
                  <a:gd name="connsiteY5" fmla="*/ 1035451 h 3465338"/>
                  <a:gd name="connsiteX0" fmla="*/ 777766 w 3520921"/>
                  <a:gd name="connsiteY0" fmla="*/ 1035451 h 3463748"/>
                  <a:gd name="connsiteX1" fmla="*/ 3090042 w 3520921"/>
                  <a:gd name="connsiteY1" fmla="*/ 152581 h 3463748"/>
                  <a:gd name="connsiteX2" fmla="*/ 3468415 w 3520921"/>
                  <a:gd name="connsiteY2" fmla="*/ 2202098 h 3463748"/>
                  <a:gd name="connsiteX3" fmla="*/ 1902373 w 3520921"/>
                  <a:gd name="connsiteY3" fmla="*/ 3463340 h 3463748"/>
                  <a:gd name="connsiteX4" fmla="*/ 0 w 3520921"/>
                  <a:gd name="connsiteY4" fmla="*/ 2664554 h 3463748"/>
                  <a:gd name="connsiteX5" fmla="*/ 777766 w 3520921"/>
                  <a:gd name="connsiteY5" fmla="*/ 1035451 h 3463748"/>
                  <a:gd name="connsiteX0" fmla="*/ 815379 w 3558534"/>
                  <a:gd name="connsiteY0" fmla="*/ 1035451 h 3463748"/>
                  <a:gd name="connsiteX1" fmla="*/ 3127655 w 3558534"/>
                  <a:gd name="connsiteY1" fmla="*/ 152581 h 3463748"/>
                  <a:gd name="connsiteX2" fmla="*/ 3506028 w 3558534"/>
                  <a:gd name="connsiteY2" fmla="*/ 2202098 h 3463748"/>
                  <a:gd name="connsiteX3" fmla="*/ 1939986 w 3558534"/>
                  <a:gd name="connsiteY3" fmla="*/ 3463340 h 3463748"/>
                  <a:gd name="connsiteX4" fmla="*/ 37613 w 3558534"/>
                  <a:gd name="connsiteY4" fmla="*/ 2664554 h 3463748"/>
                  <a:gd name="connsiteX5" fmla="*/ 815379 w 3558534"/>
                  <a:gd name="connsiteY5" fmla="*/ 1035451 h 3463748"/>
                  <a:gd name="connsiteX0" fmla="*/ 815379 w 3558534"/>
                  <a:gd name="connsiteY0" fmla="*/ 1035451 h 3464371"/>
                  <a:gd name="connsiteX1" fmla="*/ 3127655 w 3558534"/>
                  <a:gd name="connsiteY1" fmla="*/ 152581 h 3464371"/>
                  <a:gd name="connsiteX2" fmla="*/ 3506028 w 3558534"/>
                  <a:gd name="connsiteY2" fmla="*/ 2202098 h 3464371"/>
                  <a:gd name="connsiteX3" fmla="*/ 1939986 w 3558534"/>
                  <a:gd name="connsiteY3" fmla="*/ 3463340 h 3464371"/>
                  <a:gd name="connsiteX4" fmla="*/ 37613 w 3558534"/>
                  <a:gd name="connsiteY4" fmla="*/ 2664554 h 3464371"/>
                  <a:gd name="connsiteX5" fmla="*/ 815379 w 3558534"/>
                  <a:gd name="connsiteY5" fmla="*/ 1035451 h 3464371"/>
                  <a:gd name="connsiteX0" fmla="*/ 815379 w 3150376"/>
                  <a:gd name="connsiteY0" fmla="*/ 1035451 h 3464371"/>
                  <a:gd name="connsiteX1" fmla="*/ 3127655 w 3150376"/>
                  <a:gd name="connsiteY1" fmla="*/ 152581 h 3464371"/>
                  <a:gd name="connsiteX2" fmla="*/ 1961008 w 3150376"/>
                  <a:gd name="connsiteY2" fmla="*/ 1655560 h 3464371"/>
                  <a:gd name="connsiteX3" fmla="*/ 1939986 w 3150376"/>
                  <a:gd name="connsiteY3" fmla="*/ 3463340 h 3464371"/>
                  <a:gd name="connsiteX4" fmla="*/ 37613 w 3150376"/>
                  <a:gd name="connsiteY4" fmla="*/ 2664554 h 3464371"/>
                  <a:gd name="connsiteX5" fmla="*/ 815379 w 3150376"/>
                  <a:gd name="connsiteY5" fmla="*/ 1035451 h 3464371"/>
                  <a:gd name="connsiteX0" fmla="*/ 815379 w 3162532"/>
                  <a:gd name="connsiteY0" fmla="*/ 1035451 h 3464371"/>
                  <a:gd name="connsiteX1" fmla="*/ 3127655 w 3162532"/>
                  <a:gd name="connsiteY1" fmla="*/ 152581 h 3464371"/>
                  <a:gd name="connsiteX2" fmla="*/ 2423463 w 3162532"/>
                  <a:gd name="connsiteY2" fmla="*/ 1645049 h 3464371"/>
                  <a:gd name="connsiteX3" fmla="*/ 1939986 w 3162532"/>
                  <a:gd name="connsiteY3" fmla="*/ 3463340 h 3464371"/>
                  <a:gd name="connsiteX4" fmla="*/ 37613 w 3162532"/>
                  <a:gd name="connsiteY4" fmla="*/ 2664554 h 3464371"/>
                  <a:gd name="connsiteX5" fmla="*/ 815379 w 3162532"/>
                  <a:gd name="connsiteY5" fmla="*/ 1035451 h 3464371"/>
                  <a:gd name="connsiteX0" fmla="*/ 815379 w 3171514"/>
                  <a:gd name="connsiteY0" fmla="*/ 1035451 h 3464371"/>
                  <a:gd name="connsiteX1" fmla="*/ 3127655 w 3171514"/>
                  <a:gd name="connsiteY1" fmla="*/ 152581 h 3464371"/>
                  <a:gd name="connsiteX2" fmla="*/ 2423463 w 3171514"/>
                  <a:gd name="connsiteY2" fmla="*/ 1645049 h 3464371"/>
                  <a:gd name="connsiteX3" fmla="*/ 1939986 w 3171514"/>
                  <a:gd name="connsiteY3" fmla="*/ 3463340 h 3464371"/>
                  <a:gd name="connsiteX4" fmla="*/ 37613 w 3171514"/>
                  <a:gd name="connsiteY4" fmla="*/ 2664554 h 3464371"/>
                  <a:gd name="connsiteX5" fmla="*/ 815379 w 3171514"/>
                  <a:gd name="connsiteY5" fmla="*/ 1035451 h 3464371"/>
                  <a:gd name="connsiteX0" fmla="*/ 815379 w 3171514"/>
                  <a:gd name="connsiteY0" fmla="*/ 1035451 h 3464371"/>
                  <a:gd name="connsiteX1" fmla="*/ 3127655 w 3171514"/>
                  <a:gd name="connsiteY1" fmla="*/ 152581 h 3464371"/>
                  <a:gd name="connsiteX2" fmla="*/ 2423463 w 3171514"/>
                  <a:gd name="connsiteY2" fmla="*/ 1645049 h 3464371"/>
                  <a:gd name="connsiteX3" fmla="*/ 1939986 w 3171514"/>
                  <a:gd name="connsiteY3" fmla="*/ 3463340 h 3464371"/>
                  <a:gd name="connsiteX4" fmla="*/ 37613 w 3171514"/>
                  <a:gd name="connsiteY4" fmla="*/ 2664554 h 3464371"/>
                  <a:gd name="connsiteX5" fmla="*/ 815379 w 3171514"/>
                  <a:gd name="connsiteY5" fmla="*/ 1035451 h 3464371"/>
                  <a:gd name="connsiteX0" fmla="*/ 815379 w 3171514"/>
                  <a:gd name="connsiteY0" fmla="*/ 1035451 h 3474836"/>
                  <a:gd name="connsiteX1" fmla="*/ 3127655 w 3171514"/>
                  <a:gd name="connsiteY1" fmla="*/ 152581 h 3474836"/>
                  <a:gd name="connsiteX2" fmla="*/ 2423463 w 3171514"/>
                  <a:gd name="connsiteY2" fmla="*/ 1645049 h 3474836"/>
                  <a:gd name="connsiteX3" fmla="*/ 2307848 w 3171514"/>
                  <a:gd name="connsiteY3" fmla="*/ 3473850 h 3474836"/>
                  <a:gd name="connsiteX4" fmla="*/ 37613 w 3171514"/>
                  <a:gd name="connsiteY4" fmla="*/ 2664554 h 3474836"/>
                  <a:gd name="connsiteX5" fmla="*/ 815379 w 3171514"/>
                  <a:gd name="connsiteY5" fmla="*/ 1035451 h 3474836"/>
                  <a:gd name="connsiteX0" fmla="*/ 815379 w 3171514"/>
                  <a:gd name="connsiteY0" fmla="*/ 1035451 h 3474836"/>
                  <a:gd name="connsiteX1" fmla="*/ 3127655 w 3171514"/>
                  <a:gd name="connsiteY1" fmla="*/ 152581 h 3474836"/>
                  <a:gd name="connsiteX2" fmla="*/ 2423463 w 3171514"/>
                  <a:gd name="connsiteY2" fmla="*/ 1645049 h 3474836"/>
                  <a:gd name="connsiteX3" fmla="*/ 2307848 w 3171514"/>
                  <a:gd name="connsiteY3" fmla="*/ 3473850 h 3474836"/>
                  <a:gd name="connsiteX4" fmla="*/ 37613 w 3171514"/>
                  <a:gd name="connsiteY4" fmla="*/ 2664554 h 3474836"/>
                  <a:gd name="connsiteX5" fmla="*/ 815379 w 3171514"/>
                  <a:gd name="connsiteY5" fmla="*/ 1035451 h 3474836"/>
                  <a:gd name="connsiteX0" fmla="*/ 815379 w 3171514"/>
                  <a:gd name="connsiteY0" fmla="*/ 1035451 h 3606310"/>
                  <a:gd name="connsiteX1" fmla="*/ 3127655 w 3171514"/>
                  <a:gd name="connsiteY1" fmla="*/ 152581 h 3606310"/>
                  <a:gd name="connsiteX2" fmla="*/ 2423463 w 3171514"/>
                  <a:gd name="connsiteY2" fmla="*/ 1645049 h 3606310"/>
                  <a:gd name="connsiteX3" fmla="*/ 2307848 w 3171514"/>
                  <a:gd name="connsiteY3" fmla="*/ 3473850 h 3606310"/>
                  <a:gd name="connsiteX4" fmla="*/ 37613 w 3171514"/>
                  <a:gd name="connsiteY4" fmla="*/ 2664554 h 3606310"/>
                  <a:gd name="connsiteX5" fmla="*/ 815379 w 3171514"/>
                  <a:gd name="connsiteY5" fmla="*/ 1035451 h 3606310"/>
                  <a:gd name="connsiteX0" fmla="*/ 815379 w 3173427"/>
                  <a:gd name="connsiteY0" fmla="*/ 1035451 h 3606310"/>
                  <a:gd name="connsiteX1" fmla="*/ 3127655 w 3173427"/>
                  <a:gd name="connsiteY1" fmla="*/ 152581 h 3606310"/>
                  <a:gd name="connsiteX2" fmla="*/ 2423463 w 3173427"/>
                  <a:gd name="connsiteY2" fmla="*/ 1645049 h 3606310"/>
                  <a:gd name="connsiteX3" fmla="*/ 2307848 w 3173427"/>
                  <a:gd name="connsiteY3" fmla="*/ 3473850 h 3606310"/>
                  <a:gd name="connsiteX4" fmla="*/ 37613 w 3173427"/>
                  <a:gd name="connsiteY4" fmla="*/ 2664554 h 3606310"/>
                  <a:gd name="connsiteX5" fmla="*/ 815379 w 3173427"/>
                  <a:gd name="connsiteY5" fmla="*/ 1035451 h 3606310"/>
                  <a:gd name="connsiteX0" fmla="*/ 815379 w 3173427"/>
                  <a:gd name="connsiteY0" fmla="*/ 1035451 h 3606310"/>
                  <a:gd name="connsiteX1" fmla="*/ 3127655 w 3173427"/>
                  <a:gd name="connsiteY1" fmla="*/ 152581 h 3606310"/>
                  <a:gd name="connsiteX2" fmla="*/ 2423463 w 3173427"/>
                  <a:gd name="connsiteY2" fmla="*/ 1645049 h 3606310"/>
                  <a:gd name="connsiteX3" fmla="*/ 2307848 w 3173427"/>
                  <a:gd name="connsiteY3" fmla="*/ 3473850 h 3606310"/>
                  <a:gd name="connsiteX4" fmla="*/ 37613 w 3173427"/>
                  <a:gd name="connsiteY4" fmla="*/ 2664554 h 3606310"/>
                  <a:gd name="connsiteX5" fmla="*/ 815379 w 3173427"/>
                  <a:gd name="connsiteY5" fmla="*/ 1035451 h 3606310"/>
                  <a:gd name="connsiteX0" fmla="*/ 815379 w 3159224"/>
                  <a:gd name="connsiteY0" fmla="*/ 1035451 h 3606310"/>
                  <a:gd name="connsiteX1" fmla="*/ 3127655 w 3159224"/>
                  <a:gd name="connsiteY1" fmla="*/ 152581 h 3606310"/>
                  <a:gd name="connsiteX2" fmla="*/ 2423463 w 3159224"/>
                  <a:gd name="connsiteY2" fmla="*/ 1645049 h 3606310"/>
                  <a:gd name="connsiteX3" fmla="*/ 2307848 w 3159224"/>
                  <a:gd name="connsiteY3" fmla="*/ 3473850 h 3606310"/>
                  <a:gd name="connsiteX4" fmla="*/ 37613 w 3159224"/>
                  <a:gd name="connsiteY4" fmla="*/ 2664554 h 3606310"/>
                  <a:gd name="connsiteX5" fmla="*/ 815379 w 3159224"/>
                  <a:gd name="connsiteY5" fmla="*/ 1035451 h 3606310"/>
                  <a:gd name="connsiteX0" fmla="*/ 815379 w 3159224"/>
                  <a:gd name="connsiteY0" fmla="*/ 1035451 h 3606310"/>
                  <a:gd name="connsiteX1" fmla="*/ 3127655 w 3159224"/>
                  <a:gd name="connsiteY1" fmla="*/ 152581 h 3606310"/>
                  <a:gd name="connsiteX2" fmla="*/ 2423463 w 3159224"/>
                  <a:gd name="connsiteY2" fmla="*/ 1645049 h 3606310"/>
                  <a:gd name="connsiteX3" fmla="*/ 2307848 w 3159224"/>
                  <a:gd name="connsiteY3" fmla="*/ 3473850 h 3606310"/>
                  <a:gd name="connsiteX4" fmla="*/ 37613 w 3159224"/>
                  <a:gd name="connsiteY4" fmla="*/ 2664554 h 3606310"/>
                  <a:gd name="connsiteX5" fmla="*/ 815379 w 3159224"/>
                  <a:gd name="connsiteY5" fmla="*/ 1035451 h 3606310"/>
                  <a:gd name="connsiteX0" fmla="*/ 815379 w 3164502"/>
                  <a:gd name="connsiteY0" fmla="*/ 1035451 h 3606310"/>
                  <a:gd name="connsiteX1" fmla="*/ 3127655 w 3164502"/>
                  <a:gd name="connsiteY1" fmla="*/ 152581 h 3606310"/>
                  <a:gd name="connsiteX2" fmla="*/ 2560098 w 3164502"/>
                  <a:gd name="connsiteY2" fmla="*/ 1666070 h 3606310"/>
                  <a:gd name="connsiteX3" fmla="*/ 2307848 w 3164502"/>
                  <a:gd name="connsiteY3" fmla="*/ 3473850 h 3606310"/>
                  <a:gd name="connsiteX4" fmla="*/ 37613 w 3164502"/>
                  <a:gd name="connsiteY4" fmla="*/ 2664554 h 3606310"/>
                  <a:gd name="connsiteX5" fmla="*/ 815379 w 3164502"/>
                  <a:gd name="connsiteY5" fmla="*/ 1035451 h 3606310"/>
                  <a:gd name="connsiteX0" fmla="*/ 815379 w 3162777"/>
                  <a:gd name="connsiteY0" fmla="*/ 1035451 h 3606310"/>
                  <a:gd name="connsiteX1" fmla="*/ 3127655 w 3162777"/>
                  <a:gd name="connsiteY1" fmla="*/ 152581 h 3606310"/>
                  <a:gd name="connsiteX2" fmla="*/ 2560098 w 3162777"/>
                  <a:gd name="connsiteY2" fmla="*/ 1666070 h 3606310"/>
                  <a:gd name="connsiteX3" fmla="*/ 2307848 w 3162777"/>
                  <a:gd name="connsiteY3" fmla="*/ 3473850 h 3606310"/>
                  <a:gd name="connsiteX4" fmla="*/ 37613 w 3162777"/>
                  <a:gd name="connsiteY4" fmla="*/ 2664554 h 3606310"/>
                  <a:gd name="connsiteX5" fmla="*/ 815379 w 3162777"/>
                  <a:gd name="connsiteY5" fmla="*/ 1035451 h 3606310"/>
                  <a:gd name="connsiteX0" fmla="*/ 815379 w 3162777"/>
                  <a:gd name="connsiteY0" fmla="*/ 1035451 h 3606310"/>
                  <a:gd name="connsiteX1" fmla="*/ 3127655 w 3162777"/>
                  <a:gd name="connsiteY1" fmla="*/ 152581 h 3606310"/>
                  <a:gd name="connsiteX2" fmla="*/ 2560098 w 3162777"/>
                  <a:gd name="connsiteY2" fmla="*/ 1666070 h 3606310"/>
                  <a:gd name="connsiteX3" fmla="*/ 2307848 w 3162777"/>
                  <a:gd name="connsiteY3" fmla="*/ 3473850 h 3606310"/>
                  <a:gd name="connsiteX4" fmla="*/ 37613 w 3162777"/>
                  <a:gd name="connsiteY4" fmla="*/ 2664554 h 3606310"/>
                  <a:gd name="connsiteX5" fmla="*/ 815379 w 3162777"/>
                  <a:gd name="connsiteY5" fmla="*/ 1035451 h 3606310"/>
                  <a:gd name="connsiteX0" fmla="*/ 829312 w 3176710"/>
                  <a:gd name="connsiteY0" fmla="*/ 1035451 h 3606310"/>
                  <a:gd name="connsiteX1" fmla="*/ 3141588 w 3176710"/>
                  <a:gd name="connsiteY1" fmla="*/ 152581 h 3606310"/>
                  <a:gd name="connsiteX2" fmla="*/ 2574031 w 3176710"/>
                  <a:gd name="connsiteY2" fmla="*/ 1666070 h 3606310"/>
                  <a:gd name="connsiteX3" fmla="*/ 2321781 w 3176710"/>
                  <a:gd name="connsiteY3" fmla="*/ 3473850 h 3606310"/>
                  <a:gd name="connsiteX4" fmla="*/ 51546 w 3176710"/>
                  <a:gd name="connsiteY4" fmla="*/ 2664554 h 3606310"/>
                  <a:gd name="connsiteX5" fmla="*/ 829312 w 3176710"/>
                  <a:gd name="connsiteY5" fmla="*/ 1035451 h 3606310"/>
                  <a:gd name="connsiteX0" fmla="*/ 829312 w 3177410"/>
                  <a:gd name="connsiteY0" fmla="*/ 1035451 h 3606310"/>
                  <a:gd name="connsiteX1" fmla="*/ 3141588 w 3177410"/>
                  <a:gd name="connsiteY1" fmla="*/ 152581 h 3606310"/>
                  <a:gd name="connsiteX2" fmla="*/ 2574031 w 3177410"/>
                  <a:gd name="connsiteY2" fmla="*/ 1666070 h 3606310"/>
                  <a:gd name="connsiteX3" fmla="*/ 2321781 w 3177410"/>
                  <a:gd name="connsiteY3" fmla="*/ 3473850 h 3606310"/>
                  <a:gd name="connsiteX4" fmla="*/ 51546 w 3177410"/>
                  <a:gd name="connsiteY4" fmla="*/ 2664554 h 3606310"/>
                  <a:gd name="connsiteX5" fmla="*/ 829312 w 3177410"/>
                  <a:gd name="connsiteY5" fmla="*/ 1035451 h 3606310"/>
                  <a:gd name="connsiteX0" fmla="*/ 829312 w 3177410"/>
                  <a:gd name="connsiteY0" fmla="*/ 1013703 h 3584562"/>
                  <a:gd name="connsiteX1" fmla="*/ 3141588 w 3177410"/>
                  <a:gd name="connsiteY1" fmla="*/ 130833 h 3584562"/>
                  <a:gd name="connsiteX2" fmla="*/ 2574031 w 3177410"/>
                  <a:gd name="connsiteY2" fmla="*/ 1644322 h 3584562"/>
                  <a:gd name="connsiteX3" fmla="*/ 2321781 w 3177410"/>
                  <a:gd name="connsiteY3" fmla="*/ 3452102 h 3584562"/>
                  <a:gd name="connsiteX4" fmla="*/ 51546 w 3177410"/>
                  <a:gd name="connsiteY4" fmla="*/ 2642806 h 3584562"/>
                  <a:gd name="connsiteX5" fmla="*/ 829312 w 3177410"/>
                  <a:gd name="connsiteY5" fmla="*/ 1013703 h 3584562"/>
                  <a:gd name="connsiteX0" fmla="*/ 829578 w 3177676"/>
                  <a:gd name="connsiteY0" fmla="*/ 1013703 h 3584562"/>
                  <a:gd name="connsiteX1" fmla="*/ 3141854 w 3177676"/>
                  <a:gd name="connsiteY1" fmla="*/ 130833 h 3584562"/>
                  <a:gd name="connsiteX2" fmla="*/ 2574297 w 3177676"/>
                  <a:gd name="connsiteY2" fmla="*/ 1644322 h 3584562"/>
                  <a:gd name="connsiteX3" fmla="*/ 2322047 w 3177676"/>
                  <a:gd name="connsiteY3" fmla="*/ 3452102 h 3584562"/>
                  <a:gd name="connsiteX4" fmla="*/ 51812 w 3177676"/>
                  <a:gd name="connsiteY4" fmla="*/ 2642806 h 3584562"/>
                  <a:gd name="connsiteX5" fmla="*/ 829578 w 3177676"/>
                  <a:gd name="connsiteY5" fmla="*/ 1013703 h 3584562"/>
                  <a:gd name="connsiteX0" fmla="*/ 829578 w 3177676"/>
                  <a:gd name="connsiteY0" fmla="*/ 1013703 h 3588900"/>
                  <a:gd name="connsiteX1" fmla="*/ 3141854 w 3177676"/>
                  <a:gd name="connsiteY1" fmla="*/ 130833 h 3588900"/>
                  <a:gd name="connsiteX2" fmla="*/ 2574297 w 3177676"/>
                  <a:gd name="connsiteY2" fmla="*/ 1644322 h 3588900"/>
                  <a:gd name="connsiteX3" fmla="*/ 2322047 w 3177676"/>
                  <a:gd name="connsiteY3" fmla="*/ 3452102 h 3588900"/>
                  <a:gd name="connsiteX4" fmla="*/ 51812 w 3177676"/>
                  <a:gd name="connsiteY4" fmla="*/ 2642806 h 3588900"/>
                  <a:gd name="connsiteX5" fmla="*/ 829578 w 3177676"/>
                  <a:gd name="connsiteY5" fmla="*/ 1013703 h 3588900"/>
                  <a:gd name="connsiteX0" fmla="*/ 829578 w 3177676"/>
                  <a:gd name="connsiteY0" fmla="*/ 1013703 h 3588900"/>
                  <a:gd name="connsiteX1" fmla="*/ 3141854 w 3177676"/>
                  <a:gd name="connsiteY1" fmla="*/ 130833 h 3588900"/>
                  <a:gd name="connsiteX2" fmla="*/ 2574297 w 3177676"/>
                  <a:gd name="connsiteY2" fmla="*/ 1644322 h 3588900"/>
                  <a:gd name="connsiteX3" fmla="*/ 2322047 w 3177676"/>
                  <a:gd name="connsiteY3" fmla="*/ 3452102 h 3588900"/>
                  <a:gd name="connsiteX4" fmla="*/ 51812 w 3177676"/>
                  <a:gd name="connsiteY4" fmla="*/ 2642806 h 3588900"/>
                  <a:gd name="connsiteX5" fmla="*/ 829578 w 3177676"/>
                  <a:gd name="connsiteY5" fmla="*/ 1013703 h 3588900"/>
                  <a:gd name="connsiteX0" fmla="*/ 811178 w 2672400"/>
                  <a:gd name="connsiteY0" fmla="*/ 7864 h 2583061"/>
                  <a:gd name="connsiteX1" fmla="*/ 1318755 w 2672400"/>
                  <a:gd name="connsiteY1" fmla="*/ 1092175 h 2583061"/>
                  <a:gd name="connsiteX2" fmla="*/ 2555897 w 2672400"/>
                  <a:gd name="connsiteY2" fmla="*/ 638483 h 2583061"/>
                  <a:gd name="connsiteX3" fmla="*/ 2303647 w 2672400"/>
                  <a:gd name="connsiteY3" fmla="*/ 2446263 h 2583061"/>
                  <a:gd name="connsiteX4" fmla="*/ 33412 w 2672400"/>
                  <a:gd name="connsiteY4" fmla="*/ 1636967 h 2583061"/>
                  <a:gd name="connsiteX5" fmla="*/ 811178 w 2672400"/>
                  <a:gd name="connsiteY5" fmla="*/ 7864 h 2583061"/>
                  <a:gd name="connsiteX0" fmla="*/ 811178 w 3223026"/>
                  <a:gd name="connsiteY0" fmla="*/ 5596 h 2477281"/>
                  <a:gd name="connsiteX1" fmla="*/ 1318755 w 3223026"/>
                  <a:gd name="connsiteY1" fmla="*/ 1089907 h 2477281"/>
                  <a:gd name="connsiteX2" fmla="*/ 3192488 w 3223026"/>
                  <a:gd name="connsiteY2" fmla="*/ 802600 h 2477281"/>
                  <a:gd name="connsiteX3" fmla="*/ 2303647 w 3223026"/>
                  <a:gd name="connsiteY3" fmla="*/ 2443995 h 2477281"/>
                  <a:gd name="connsiteX4" fmla="*/ 33412 w 3223026"/>
                  <a:gd name="connsiteY4" fmla="*/ 1634699 h 2477281"/>
                  <a:gd name="connsiteX5" fmla="*/ 811178 w 3223026"/>
                  <a:gd name="connsiteY5" fmla="*/ 5596 h 2477281"/>
                  <a:gd name="connsiteX0" fmla="*/ 846588 w 3330250"/>
                  <a:gd name="connsiteY0" fmla="*/ 5596 h 2432711"/>
                  <a:gd name="connsiteX1" fmla="*/ 1354165 w 3330250"/>
                  <a:gd name="connsiteY1" fmla="*/ 1089907 h 2432711"/>
                  <a:gd name="connsiteX2" fmla="*/ 3227898 w 3330250"/>
                  <a:gd name="connsiteY2" fmla="*/ 802600 h 2432711"/>
                  <a:gd name="connsiteX3" fmla="*/ 2761796 w 3330250"/>
                  <a:gd name="connsiteY3" fmla="*/ 2409553 h 2432711"/>
                  <a:gd name="connsiteX4" fmla="*/ 68822 w 3330250"/>
                  <a:gd name="connsiteY4" fmla="*/ 1634699 h 2432711"/>
                  <a:gd name="connsiteX5" fmla="*/ 846588 w 3330250"/>
                  <a:gd name="connsiteY5" fmla="*/ 5596 h 2432711"/>
                  <a:gd name="connsiteX0" fmla="*/ 846588 w 3514825"/>
                  <a:gd name="connsiteY0" fmla="*/ 5596 h 2432711"/>
                  <a:gd name="connsiteX1" fmla="*/ 1354165 w 3514825"/>
                  <a:gd name="connsiteY1" fmla="*/ 1089907 h 2432711"/>
                  <a:gd name="connsiteX2" fmla="*/ 3227898 w 3514825"/>
                  <a:gd name="connsiteY2" fmla="*/ 802600 h 2432711"/>
                  <a:gd name="connsiteX3" fmla="*/ 2761796 w 3514825"/>
                  <a:gd name="connsiteY3" fmla="*/ 2409553 h 2432711"/>
                  <a:gd name="connsiteX4" fmla="*/ 68822 w 3514825"/>
                  <a:gd name="connsiteY4" fmla="*/ 1634699 h 2432711"/>
                  <a:gd name="connsiteX5" fmla="*/ 846588 w 3514825"/>
                  <a:gd name="connsiteY5" fmla="*/ 5596 h 2432711"/>
                  <a:gd name="connsiteX0" fmla="*/ 875402 w 3543639"/>
                  <a:gd name="connsiteY0" fmla="*/ 2708 h 2429823"/>
                  <a:gd name="connsiteX1" fmla="*/ 1382979 w 3543639"/>
                  <a:gd name="connsiteY1" fmla="*/ 1087019 h 2429823"/>
                  <a:gd name="connsiteX2" fmla="*/ 3256712 w 3543639"/>
                  <a:gd name="connsiteY2" fmla="*/ 799712 h 2429823"/>
                  <a:gd name="connsiteX3" fmla="*/ 2790610 w 3543639"/>
                  <a:gd name="connsiteY3" fmla="*/ 2406665 h 2429823"/>
                  <a:gd name="connsiteX4" fmla="*/ 97636 w 3543639"/>
                  <a:gd name="connsiteY4" fmla="*/ 1631811 h 2429823"/>
                  <a:gd name="connsiteX5" fmla="*/ 875402 w 3543639"/>
                  <a:gd name="connsiteY5" fmla="*/ 2708 h 2429823"/>
                  <a:gd name="connsiteX0" fmla="*/ 1035116 w 3703353"/>
                  <a:gd name="connsiteY0" fmla="*/ 3586 h 2450893"/>
                  <a:gd name="connsiteX1" fmla="*/ 1542693 w 3703353"/>
                  <a:gd name="connsiteY1" fmla="*/ 1087897 h 2450893"/>
                  <a:gd name="connsiteX2" fmla="*/ 3416426 w 3703353"/>
                  <a:gd name="connsiteY2" fmla="*/ 800590 h 2450893"/>
                  <a:gd name="connsiteX3" fmla="*/ 2950324 w 3703353"/>
                  <a:gd name="connsiteY3" fmla="*/ 2407543 h 2450893"/>
                  <a:gd name="connsiteX4" fmla="*/ 257350 w 3703353"/>
                  <a:gd name="connsiteY4" fmla="*/ 1632689 h 2450893"/>
                  <a:gd name="connsiteX5" fmla="*/ 1035116 w 3703353"/>
                  <a:gd name="connsiteY5" fmla="*/ 3586 h 2450893"/>
                  <a:gd name="connsiteX0" fmla="*/ 991689 w 3462563"/>
                  <a:gd name="connsiteY0" fmla="*/ 10605 h 2457912"/>
                  <a:gd name="connsiteX1" fmla="*/ 1674106 w 3462563"/>
                  <a:gd name="connsiteY1" fmla="*/ 930710 h 2457912"/>
                  <a:gd name="connsiteX2" fmla="*/ 3372999 w 3462563"/>
                  <a:gd name="connsiteY2" fmla="*/ 807609 h 2457912"/>
                  <a:gd name="connsiteX3" fmla="*/ 2906897 w 3462563"/>
                  <a:gd name="connsiteY3" fmla="*/ 2414562 h 2457912"/>
                  <a:gd name="connsiteX4" fmla="*/ 213923 w 3462563"/>
                  <a:gd name="connsiteY4" fmla="*/ 1639708 h 2457912"/>
                  <a:gd name="connsiteX5" fmla="*/ 991689 w 3462563"/>
                  <a:gd name="connsiteY5" fmla="*/ 10605 h 2457912"/>
                  <a:gd name="connsiteX0" fmla="*/ 991689 w 3644113"/>
                  <a:gd name="connsiteY0" fmla="*/ 10605 h 2457912"/>
                  <a:gd name="connsiteX1" fmla="*/ 1674106 w 3644113"/>
                  <a:gd name="connsiteY1" fmla="*/ 930710 h 2457912"/>
                  <a:gd name="connsiteX2" fmla="*/ 3372999 w 3644113"/>
                  <a:gd name="connsiteY2" fmla="*/ 807609 h 2457912"/>
                  <a:gd name="connsiteX3" fmla="*/ 2906897 w 3644113"/>
                  <a:gd name="connsiteY3" fmla="*/ 2414562 h 2457912"/>
                  <a:gd name="connsiteX4" fmla="*/ 213923 w 3644113"/>
                  <a:gd name="connsiteY4" fmla="*/ 1639708 h 2457912"/>
                  <a:gd name="connsiteX5" fmla="*/ 991689 w 3644113"/>
                  <a:gd name="connsiteY5" fmla="*/ 10605 h 2457912"/>
                  <a:gd name="connsiteX0" fmla="*/ 1054352 w 3706777"/>
                  <a:gd name="connsiteY0" fmla="*/ 1046 h 2448353"/>
                  <a:gd name="connsiteX1" fmla="*/ 1736769 w 3706777"/>
                  <a:gd name="connsiteY1" fmla="*/ 921151 h 2448353"/>
                  <a:gd name="connsiteX2" fmla="*/ 3435662 w 3706777"/>
                  <a:gd name="connsiteY2" fmla="*/ 798050 h 2448353"/>
                  <a:gd name="connsiteX3" fmla="*/ 2969560 w 3706777"/>
                  <a:gd name="connsiteY3" fmla="*/ 2405003 h 2448353"/>
                  <a:gd name="connsiteX4" fmla="*/ 276586 w 3706777"/>
                  <a:gd name="connsiteY4" fmla="*/ 1630149 h 2448353"/>
                  <a:gd name="connsiteX5" fmla="*/ 1054352 w 3706777"/>
                  <a:gd name="connsiteY5" fmla="*/ 1046 h 2448353"/>
                  <a:gd name="connsiteX0" fmla="*/ 590056 w 3683836"/>
                  <a:gd name="connsiteY0" fmla="*/ 1109 h 1961431"/>
                  <a:gd name="connsiteX1" fmla="*/ 1713828 w 3683836"/>
                  <a:gd name="connsiteY1" fmla="*/ 456838 h 1961431"/>
                  <a:gd name="connsiteX2" fmla="*/ 3412721 w 3683836"/>
                  <a:gd name="connsiteY2" fmla="*/ 333737 h 1961431"/>
                  <a:gd name="connsiteX3" fmla="*/ 2946619 w 3683836"/>
                  <a:gd name="connsiteY3" fmla="*/ 1940690 h 1961431"/>
                  <a:gd name="connsiteX4" fmla="*/ 253645 w 3683836"/>
                  <a:gd name="connsiteY4" fmla="*/ 1165836 h 1961431"/>
                  <a:gd name="connsiteX5" fmla="*/ 590056 w 3683836"/>
                  <a:gd name="connsiteY5" fmla="*/ 1109 h 1961431"/>
                  <a:gd name="connsiteX0" fmla="*/ 577152 w 3670932"/>
                  <a:gd name="connsiteY0" fmla="*/ 28557 h 1988879"/>
                  <a:gd name="connsiteX1" fmla="*/ 1700924 w 3670932"/>
                  <a:gd name="connsiteY1" fmla="*/ 484286 h 1988879"/>
                  <a:gd name="connsiteX2" fmla="*/ 3399817 w 3670932"/>
                  <a:gd name="connsiteY2" fmla="*/ 361185 h 1988879"/>
                  <a:gd name="connsiteX3" fmla="*/ 2933715 w 3670932"/>
                  <a:gd name="connsiteY3" fmla="*/ 1968138 h 1988879"/>
                  <a:gd name="connsiteX4" fmla="*/ 240741 w 3670932"/>
                  <a:gd name="connsiteY4" fmla="*/ 1193284 h 1988879"/>
                  <a:gd name="connsiteX5" fmla="*/ 577152 w 3670932"/>
                  <a:gd name="connsiteY5" fmla="*/ 28557 h 1988879"/>
                  <a:gd name="connsiteX0" fmla="*/ 5660 w 3065770"/>
                  <a:gd name="connsiteY0" fmla="*/ 41752 h 2084853"/>
                  <a:gd name="connsiteX1" fmla="*/ 1129432 w 3065770"/>
                  <a:gd name="connsiteY1" fmla="*/ 497481 h 2084853"/>
                  <a:gd name="connsiteX2" fmla="*/ 2828325 w 3065770"/>
                  <a:gd name="connsiteY2" fmla="*/ 374380 h 2084853"/>
                  <a:gd name="connsiteX3" fmla="*/ 2362223 w 3065770"/>
                  <a:gd name="connsiteY3" fmla="*/ 1981333 h 2084853"/>
                  <a:gd name="connsiteX4" fmla="*/ 768571 w 3065770"/>
                  <a:gd name="connsiteY4" fmla="*/ 1718703 h 2084853"/>
                  <a:gd name="connsiteX5" fmla="*/ 5660 w 3065770"/>
                  <a:gd name="connsiteY5" fmla="*/ 41752 h 2084853"/>
                  <a:gd name="connsiteX0" fmla="*/ 12471 w 3072581"/>
                  <a:gd name="connsiteY0" fmla="*/ 41752 h 2092530"/>
                  <a:gd name="connsiteX1" fmla="*/ 1136243 w 3072581"/>
                  <a:gd name="connsiteY1" fmla="*/ 497481 h 2092530"/>
                  <a:gd name="connsiteX2" fmla="*/ 2835136 w 3072581"/>
                  <a:gd name="connsiteY2" fmla="*/ 374380 h 2092530"/>
                  <a:gd name="connsiteX3" fmla="*/ 2369034 w 3072581"/>
                  <a:gd name="connsiteY3" fmla="*/ 1981333 h 2092530"/>
                  <a:gd name="connsiteX4" fmla="*/ 775382 w 3072581"/>
                  <a:gd name="connsiteY4" fmla="*/ 1718703 h 2092530"/>
                  <a:gd name="connsiteX5" fmla="*/ 12471 w 3072581"/>
                  <a:gd name="connsiteY5" fmla="*/ 41752 h 2092530"/>
                  <a:gd name="connsiteX0" fmla="*/ 2798 w 3655173"/>
                  <a:gd name="connsiteY0" fmla="*/ 869129 h 2007317"/>
                  <a:gd name="connsiteX1" fmla="*/ 1718835 w 3655173"/>
                  <a:gd name="connsiteY1" fmla="*/ 445136 h 2007317"/>
                  <a:gd name="connsiteX2" fmla="*/ 3417728 w 3655173"/>
                  <a:gd name="connsiteY2" fmla="*/ 322035 h 2007317"/>
                  <a:gd name="connsiteX3" fmla="*/ 2951626 w 3655173"/>
                  <a:gd name="connsiteY3" fmla="*/ 1928988 h 2007317"/>
                  <a:gd name="connsiteX4" fmla="*/ 1357974 w 3655173"/>
                  <a:gd name="connsiteY4" fmla="*/ 1666358 h 2007317"/>
                  <a:gd name="connsiteX5" fmla="*/ 2798 w 3655173"/>
                  <a:gd name="connsiteY5" fmla="*/ 869129 h 2007317"/>
                  <a:gd name="connsiteX0" fmla="*/ 542 w 3652917"/>
                  <a:gd name="connsiteY0" fmla="*/ 869129 h 2007318"/>
                  <a:gd name="connsiteX1" fmla="*/ 1716579 w 3652917"/>
                  <a:gd name="connsiteY1" fmla="*/ 445136 h 2007318"/>
                  <a:gd name="connsiteX2" fmla="*/ 3415472 w 3652917"/>
                  <a:gd name="connsiteY2" fmla="*/ 322035 h 2007318"/>
                  <a:gd name="connsiteX3" fmla="*/ 2949370 w 3652917"/>
                  <a:gd name="connsiteY3" fmla="*/ 1928988 h 2007318"/>
                  <a:gd name="connsiteX4" fmla="*/ 1355718 w 3652917"/>
                  <a:gd name="connsiteY4" fmla="*/ 1666358 h 2007318"/>
                  <a:gd name="connsiteX5" fmla="*/ 542 w 3652917"/>
                  <a:gd name="connsiteY5" fmla="*/ 869129 h 2007318"/>
                  <a:gd name="connsiteX0" fmla="*/ 243 w 3639926"/>
                  <a:gd name="connsiteY0" fmla="*/ 869129 h 1955507"/>
                  <a:gd name="connsiteX1" fmla="*/ 1716280 w 3639926"/>
                  <a:gd name="connsiteY1" fmla="*/ 445136 h 1955507"/>
                  <a:gd name="connsiteX2" fmla="*/ 3415173 w 3639926"/>
                  <a:gd name="connsiteY2" fmla="*/ 322035 h 1955507"/>
                  <a:gd name="connsiteX3" fmla="*/ 2949071 w 3639926"/>
                  <a:gd name="connsiteY3" fmla="*/ 1928988 h 1955507"/>
                  <a:gd name="connsiteX4" fmla="*/ 1833458 w 3639926"/>
                  <a:gd name="connsiteY4" fmla="*/ 1291535 h 1955507"/>
                  <a:gd name="connsiteX5" fmla="*/ 243 w 3639926"/>
                  <a:gd name="connsiteY5" fmla="*/ 869129 h 1955507"/>
                  <a:gd name="connsiteX0" fmla="*/ 243 w 3639926"/>
                  <a:gd name="connsiteY0" fmla="*/ 869129 h 1947022"/>
                  <a:gd name="connsiteX1" fmla="*/ 1716280 w 3639926"/>
                  <a:gd name="connsiteY1" fmla="*/ 445136 h 1947022"/>
                  <a:gd name="connsiteX2" fmla="*/ 3415173 w 3639926"/>
                  <a:gd name="connsiteY2" fmla="*/ 322035 h 1947022"/>
                  <a:gd name="connsiteX3" fmla="*/ 2949071 w 3639926"/>
                  <a:gd name="connsiteY3" fmla="*/ 1928988 h 1947022"/>
                  <a:gd name="connsiteX4" fmla="*/ 1833458 w 3639926"/>
                  <a:gd name="connsiteY4" fmla="*/ 1291535 h 1947022"/>
                  <a:gd name="connsiteX5" fmla="*/ 243 w 3639926"/>
                  <a:gd name="connsiteY5" fmla="*/ 869129 h 1947022"/>
                  <a:gd name="connsiteX0" fmla="*/ 7345 w 3647028"/>
                  <a:gd name="connsiteY0" fmla="*/ 869129 h 1947022"/>
                  <a:gd name="connsiteX1" fmla="*/ 1723382 w 3647028"/>
                  <a:gd name="connsiteY1" fmla="*/ 445136 h 1947022"/>
                  <a:gd name="connsiteX2" fmla="*/ 3422275 w 3647028"/>
                  <a:gd name="connsiteY2" fmla="*/ 322035 h 1947022"/>
                  <a:gd name="connsiteX3" fmla="*/ 2956173 w 3647028"/>
                  <a:gd name="connsiteY3" fmla="*/ 1928988 h 1947022"/>
                  <a:gd name="connsiteX4" fmla="*/ 1840560 w 3647028"/>
                  <a:gd name="connsiteY4" fmla="*/ 1291535 h 1947022"/>
                  <a:gd name="connsiteX5" fmla="*/ 7345 w 3647028"/>
                  <a:gd name="connsiteY5" fmla="*/ 869129 h 1947022"/>
                  <a:gd name="connsiteX0" fmla="*/ 7345 w 3811052"/>
                  <a:gd name="connsiteY0" fmla="*/ 869129 h 1929159"/>
                  <a:gd name="connsiteX1" fmla="*/ 1723382 w 3811052"/>
                  <a:gd name="connsiteY1" fmla="*/ 445136 h 1929159"/>
                  <a:gd name="connsiteX2" fmla="*/ 3422275 w 3811052"/>
                  <a:gd name="connsiteY2" fmla="*/ 322035 h 1929159"/>
                  <a:gd name="connsiteX3" fmla="*/ 2956173 w 3811052"/>
                  <a:gd name="connsiteY3" fmla="*/ 1928988 h 1929159"/>
                  <a:gd name="connsiteX4" fmla="*/ 1840560 w 3811052"/>
                  <a:gd name="connsiteY4" fmla="*/ 1291535 h 1929159"/>
                  <a:gd name="connsiteX5" fmla="*/ 7345 w 3811052"/>
                  <a:gd name="connsiteY5" fmla="*/ 869129 h 1929159"/>
                  <a:gd name="connsiteX0" fmla="*/ 5264 w 3937957"/>
                  <a:gd name="connsiteY0" fmla="*/ 1155023 h 1938909"/>
                  <a:gd name="connsiteX1" fmla="*/ 1850286 w 3937957"/>
                  <a:gd name="connsiteY1" fmla="*/ 454886 h 1938909"/>
                  <a:gd name="connsiteX2" fmla="*/ 3549179 w 3937957"/>
                  <a:gd name="connsiteY2" fmla="*/ 331785 h 1938909"/>
                  <a:gd name="connsiteX3" fmla="*/ 3083077 w 3937957"/>
                  <a:gd name="connsiteY3" fmla="*/ 1938738 h 1938909"/>
                  <a:gd name="connsiteX4" fmla="*/ 1967464 w 3937957"/>
                  <a:gd name="connsiteY4" fmla="*/ 1301285 h 1938909"/>
                  <a:gd name="connsiteX5" fmla="*/ 5264 w 3937957"/>
                  <a:gd name="connsiteY5" fmla="*/ 1155023 h 1938909"/>
                  <a:gd name="connsiteX0" fmla="*/ 23607 w 3956300"/>
                  <a:gd name="connsiteY0" fmla="*/ 1155023 h 1938909"/>
                  <a:gd name="connsiteX1" fmla="*/ 1868629 w 3956300"/>
                  <a:gd name="connsiteY1" fmla="*/ 454886 h 1938909"/>
                  <a:gd name="connsiteX2" fmla="*/ 3567522 w 3956300"/>
                  <a:gd name="connsiteY2" fmla="*/ 331785 h 1938909"/>
                  <a:gd name="connsiteX3" fmla="*/ 3101420 w 3956300"/>
                  <a:gd name="connsiteY3" fmla="*/ 1938738 h 1938909"/>
                  <a:gd name="connsiteX4" fmla="*/ 1985807 w 3956300"/>
                  <a:gd name="connsiteY4" fmla="*/ 1301285 h 1938909"/>
                  <a:gd name="connsiteX5" fmla="*/ 23607 w 3956300"/>
                  <a:gd name="connsiteY5" fmla="*/ 1155023 h 1938909"/>
                  <a:gd name="connsiteX0" fmla="*/ 356 w 3775841"/>
                  <a:gd name="connsiteY0" fmla="*/ 1155023 h 1975367"/>
                  <a:gd name="connsiteX1" fmla="*/ 1845378 w 3775841"/>
                  <a:gd name="connsiteY1" fmla="*/ 454886 h 1975367"/>
                  <a:gd name="connsiteX2" fmla="*/ 3544271 w 3775841"/>
                  <a:gd name="connsiteY2" fmla="*/ 331785 h 1975367"/>
                  <a:gd name="connsiteX3" fmla="*/ 3078169 w 3775841"/>
                  <a:gd name="connsiteY3" fmla="*/ 1938738 h 1975367"/>
                  <a:gd name="connsiteX4" fmla="*/ 1700608 w 3775841"/>
                  <a:gd name="connsiteY4" fmla="*/ 1432728 h 1975367"/>
                  <a:gd name="connsiteX5" fmla="*/ 356 w 3775841"/>
                  <a:gd name="connsiteY5" fmla="*/ 1155023 h 1975367"/>
                  <a:gd name="connsiteX0" fmla="*/ 385 w 3775871"/>
                  <a:gd name="connsiteY0" fmla="*/ 1155023 h 1964875"/>
                  <a:gd name="connsiteX1" fmla="*/ 1845407 w 3775871"/>
                  <a:gd name="connsiteY1" fmla="*/ 454886 h 1964875"/>
                  <a:gd name="connsiteX2" fmla="*/ 3544300 w 3775871"/>
                  <a:gd name="connsiteY2" fmla="*/ 331785 h 1964875"/>
                  <a:gd name="connsiteX3" fmla="*/ 3078198 w 3775871"/>
                  <a:gd name="connsiteY3" fmla="*/ 1938738 h 1964875"/>
                  <a:gd name="connsiteX4" fmla="*/ 1700637 w 3775871"/>
                  <a:gd name="connsiteY4" fmla="*/ 1432728 h 1964875"/>
                  <a:gd name="connsiteX5" fmla="*/ 385 w 3775871"/>
                  <a:gd name="connsiteY5" fmla="*/ 1155023 h 1964875"/>
                  <a:gd name="connsiteX0" fmla="*/ 518 w 3310321"/>
                  <a:gd name="connsiteY0" fmla="*/ 1561197 h 1986949"/>
                  <a:gd name="connsiteX1" fmla="*/ 1379857 w 3310321"/>
                  <a:gd name="connsiteY1" fmla="*/ 469469 h 1986949"/>
                  <a:gd name="connsiteX2" fmla="*/ 3078750 w 3310321"/>
                  <a:gd name="connsiteY2" fmla="*/ 346368 h 1986949"/>
                  <a:gd name="connsiteX3" fmla="*/ 2612648 w 3310321"/>
                  <a:gd name="connsiteY3" fmla="*/ 1953321 h 1986949"/>
                  <a:gd name="connsiteX4" fmla="*/ 1235087 w 3310321"/>
                  <a:gd name="connsiteY4" fmla="*/ 1447311 h 1986949"/>
                  <a:gd name="connsiteX5" fmla="*/ 518 w 3310321"/>
                  <a:gd name="connsiteY5" fmla="*/ 1561197 h 1986949"/>
                  <a:gd name="connsiteX0" fmla="*/ 252954 w 3562757"/>
                  <a:gd name="connsiteY0" fmla="*/ 1561197 h 1986950"/>
                  <a:gd name="connsiteX1" fmla="*/ 1632293 w 3562757"/>
                  <a:gd name="connsiteY1" fmla="*/ 469469 h 1986950"/>
                  <a:gd name="connsiteX2" fmla="*/ 3331186 w 3562757"/>
                  <a:gd name="connsiteY2" fmla="*/ 346368 h 1986950"/>
                  <a:gd name="connsiteX3" fmla="*/ 2865084 w 3562757"/>
                  <a:gd name="connsiteY3" fmla="*/ 1953321 h 1986950"/>
                  <a:gd name="connsiteX4" fmla="*/ 1487523 w 3562757"/>
                  <a:gd name="connsiteY4" fmla="*/ 1447311 h 1986950"/>
                  <a:gd name="connsiteX5" fmla="*/ 252954 w 3562757"/>
                  <a:gd name="connsiteY5" fmla="*/ 1561197 h 1986950"/>
                  <a:gd name="connsiteX0" fmla="*/ 275988 w 4836894"/>
                  <a:gd name="connsiteY0" fmla="*/ 1254188 h 1664972"/>
                  <a:gd name="connsiteX1" fmla="*/ 1655327 w 4836894"/>
                  <a:gd name="connsiteY1" fmla="*/ 162460 h 1664972"/>
                  <a:gd name="connsiteX2" fmla="*/ 4715739 w 4836894"/>
                  <a:gd name="connsiteY2" fmla="*/ 494988 h 1664972"/>
                  <a:gd name="connsiteX3" fmla="*/ 2888118 w 4836894"/>
                  <a:gd name="connsiteY3" fmla="*/ 1646312 h 1664972"/>
                  <a:gd name="connsiteX4" fmla="*/ 1510557 w 4836894"/>
                  <a:gd name="connsiteY4" fmla="*/ 1140302 h 1664972"/>
                  <a:gd name="connsiteX5" fmla="*/ 275988 w 4836894"/>
                  <a:gd name="connsiteY5" fmla="*/ 1254188 h 1664972"/>
                  <a:gd name="connsiteX0" fmla="*/ 275988 w 4716813"/>
                  <a:gd name="connsiteY0" fmla="*/ 1630321 h 2049242"/>
                  <a:gd name="connsiteX1" fmla="*/ 1655327 w 4716813"/>
                  <a:gd name="connsiteY1" fmla="*/ 538593 h 2049242"/>
                  <a:gd name="connsiteX2" fmla="*/ 4715739 w 4716813"/>
                  <a:gd name="connsiteY2" fmla="*/ 871121 h 2049242"/>
                  <a:gd name="connsiteX3" fmla="*/ 2888118 w 4716813"/>
                  <a:gd name="connsiteY3" fmla="*/ 2022445 h 2049242"/>
                  <a:gd name="connsiteX4" fmla="*/ 1510557 w 4716813"/>
                  <a:gd name="connsiteY4" fmla="*/ 1516435 h 2049242"/>
                  <a:gd name="connsiteX5" fmla="*/ 275988 w 4716813"/>
                  <a:gd name="connsiteY5" fmla="*/ 1630321 h 2049242"/>
                  <a:gd name="connsiteX0" fmla="*/ 275988 w 4749030"/>
                  <a:gd name="connsiteY0" fmla="*/ 1124638 h 1545870"/>
                  <a:gd name="connsiteX1" fmla="*/ 1655327 w 4749030"/>
                  <a:gd name="connsiteY1" fmla="*/ 32910 h 1545870"/>
                  <a:gd name="connsiteX2" fmla="*/ 4715739 w 4749030"/>
                  <a:gd name="connsiteY2" fmla="*/ 365438 h 1545870"/>
                  <a:gd name="connsiteX3" fmla="*/ 3175706 w 4749030"/>
                  <a:gd name="connsiteY3" fmla="*/ 1192854 h 1545870"/>
                  <a:gd name="connsiteX4" fmla="*/ 1510557 w 4749030"/>
                  <a:gd name="connsiteY4" fmla="*/ 1010752 h 1545870"/>
                  <a:gd name="connsiteX5" fmla="*/ 275988 w 4749030"/>
                  <a:gd name="connsiteY5" fmla="*/ 1124638 h 1545870"/>
                  <a:gd name="connsiteX0" fmla="*/ 275988 w 4727950"/>
                  <a:gd name="connsiteY0" fmla="*/ 1387914 h 1809146"/>
                  <a:gd name="connsiteX1" fmla="*/ 1655327 w 4727950"/>
                  <a:gd name="connsiteY1" fmla="*/ 296186 h 1809146"/>
                  <a:gd name="connsiteX2" fmla="*/ 4715739 w 4727950"/>
                  <a:gd name="connsiteY2" fmla="*/ 628714 h 1809146"/>
                  <a:gd name="connsiteX3" fmla="*/ 3175706 w 4727950"/>
                  <a:gd name="connsiteY3" fmla="*/ 1456130 h 1809146"/>
                  <a:gd name="connsiteX4" fmla="*/ 1510557 w 4727950"/>
                  <a:gd name="connsiteY4" fmla="*/ 1274028 h 1809146"/>
                  <a:gd name="connsiteX5" fmla="*/ 275988 w 4727950"/>
                  <a:gd name="connsiteY5" fmla="*/ 1387914 h 1809146"/>
                  <a:gd name="connsiteX0" fmla="*/ 275988 w 4727950"/>
                  <a:gd name="connsiteY0" fmla="*/ 1387914 h 1809146"/>
                  <a:gd name="connsiteX1" fmla="*/ 1655327 w 4727950"/>
                  <a:gd name="connsiteY1" fmla="*/ 296186 h 1809146"/>
                  <a:gd name="connsiteX2" fmla="*/ 4715739 w 4727950"/>
                  <a:gd name="connsiteY2" fmla="*/ 628714 h 1809146"/>
                  <a:gd name="connsiteX3" fmla="*/ 3175706 w 4727950"/>
                  <a:gd name="connsiteY3" fmla="*/ 1456130 h 1809146"/>
                  <a:gd name="connsiteX4" fmla="*/ 1510557 w 4727950"/>
                  <a:gd name="connsiteY4" fmla="*/ 1274028 h 1809146"/>
                  <a:gd name="connsiteX5" fmla="*/ 275988 w 4727950"/>
                  <a:gd name="connsiteY5" fmla="*/ 1387914 h 1809146"/>
                  <a:gd name="connsiteX0" fmla="*/ 275988 w 4740315"/>
                  <a:gd name="connsiteY0" fmla="*/ 1132875 h 1722803"/>
                  <a:gd name="connsiteX1" fmla="*/ 1655327 w 4740315"/>
                  <a:gd name="connsiteY1" fmla="*/ 41147 h 1722803"/>
                  <a:gd name="connsiteX2" fmla="*/ 4715739 w 4740315"/>
                  <a:gd name="connsiteY2" fmla="*/ 373675 h 1722803"/>
                  <a:gd name="connsiteX3" fmla="*/ 3012343 w 4740315"/>
                  <a:gd name="connsiteY3" fmla="*/ 1711656 h 1722803"/>
                  <a:gd name="connsiteX4" fmla="*/ 1510557 w 4740315"/>
                  <a:gd name="connsiteY4" fmla="*/ 1018989 h 1722803"/>
                  <a:gd name="connsiteX5" fmla="*/ 275988 w 4740315"/>
                  <a:gd name="connsiteY5" fmla="*/ 1132875 h 1722803"/>
                  <a:gd name="connsiteX0" fmla="*/ 275988 w 4756119"/>
                  <a:gd name="connsiteY0" fmla="*/ 1127108 h 1542684"/>
                  <a:gd name="connsiteX1" fmla="*/ 1655327 w 4756119"/>
                  <a:gd name="connsiteY1" fmla="*/ 35380 h 1542684"/>
                  <a:gd name="connsiteX2" fmla="*/ 4715739 w 4756119"/>
                  <a:gd name="connsiteY2" fmla="*/ 367908 h 1542684"/>
                  <a:gd name="connsiteX3" fmla="*/ 3285074 w 4756119"/>
                  <a:gd name="connsiteY3" fmla="*/ 1369029 h 1542684"/>
                  <a:gd name="connsiteX4" fmla="*/ 1510557 w 4756119"/>
                  <a:gd name="connsiteY4" fmla="*/ 1013222 h 1542684"/>
                  <a:gd name="connsiteX5" fmla="*/ 275988 w 4756119"/>
                  <a:gd name="connsiteY5" fmla="*/ 1127108 h 1542684"/>
                  <a:gd name="connsiteX0" fmla="*/ 275988 w 4715923"/>
                  <a:gd name="connsiteY0" fmla="*/ 1122352 h 1572226"/>
                  <a:gd name="connsiteX1" fmla="*/ 1655327 w 4715923"/>
                  <a:gd name="connsiteY1" fmla="*/ 30624 h 1572226"/>
                  <a:gd name="connsiteX2" fmla="*/ 4715739 w 4715923"/>
                  <a:gd name="connsiteY2" fmla="*/ 363152 h 1572226"/>
                  <a:gd name="connsiteX3" fmla="*/ 1510557 w 4715923"/>
                  <a:gd name="connsiteY3" fmla="*/ 1008466 h 1572226"/>
                  <a:gd name="connsiteX4" fmla="*/ 275988 w 4715923"/>
                  <a:gd name="connsiteY4" fmla="*/ 1122352 h 1572226"/>
                  <a:gd name="connsiteX0" fmla="*/ 25029 w 4476010"/>
                  <a:gd name="connsiteY0" fmla="*/ 1892393 h 2022034"/>
                  <a:gd name="connsiteX1" fmla="*/ 2236847 w 4476010"/>
                  <a:gd name="connsiteY1" fmla="*/ 11492 h 2022034"/>
                  <a:gd name="connsiteX2" fmla="*/ 4464780 w 4476010"/>
                  <a:gd name="connsiteY2" fmla="*/ 1133193 h 2022034"/>
                  <a:gd name="connsiteX3" fmla="*/ 1259598 w 4476010"/>
                  <a:gd name="connsiteY3" fmla="*/ 1778507 h 2022034"/>
                  <a:gd name="connsiteX4" fmla="*/ 25029 w 4476010"/>
                  <a:gd name="connsiteY4" fmla="*/ 1892393 h 2022034"/>
                  <a:gd name="connsiteX0" fmla="*/ 19312 w 4468531"/>
                  <a:gd name="connsiteY0" fmla="*/ 1893478 h 2350831"/>
                  <a:gd name="connsiteX1" fmla="*/ 2231130 w 4468531"/>
                  <a:gd name="connsiteY1" fmla="*/ 12577 h 2350831"/>
                  <a:gd name="connsiteX2" fmla="*/ 4459063 w 4468531"/>
                  <a:gd name="connsiteY2" fmla="*/ 1134278 h 2350831"/>
                  <a:gd name="connsiteX3" fmla="*/ 2962196 w 4468531"/>
                  <a:gd name="connsiteY3" fmla="*/ 2337807 h 2350831"/>
                  <a:gd name="connsiteX4" fmla="*/ 1253881 w 4468531"/>
                  <a:gd name="connsiteY4" fmla="*/ 1779592 h 2350831"/>
                  <a:gd name="connsiteX5" fmla="*/ 19312 w 4468531"/>
                  <a:gd name="connsiteY5" fmla="*/ 1893478 h 2350831"/>
                  <a:gd name="connsiteX0" fmla="*/ 114931 w 4564151"/>
                  <a:gd name="connsiteY0" fmla="*/ 1893478 h 2606070"/>
                  <a:gd name="connsiteX1" fmla="*/ 2326749 w 4564151"/>
                  <a:gd name="connsiteY1" fmla="*/ 12577 h 2606070"/>
                  <a:gd name="connsiteX2" fmla="*/ 4554682 w 4564151"/>
                  <a:gd name="connsiteY2" fmla="*/ 1134278 h 2606070"/>
                  <a:gd name="connsiteX3" fmla="*/ 3057815 w 4564151"/>
                  <a:gd name="connsiteY3" fmla="*/ 2337807 h 2606070"/>
                  <a:gd name="connsiteX4" fmla="*/ 602599 w 4564151"/>
                  <a:gd name="connsiteY4" fmla="*/ 2591133 h 2606070"/>
                  <a:gd name="connsiteX5" fmla="*/ 114931 w 4564151"/>
                  <a:gd name="connsiteY5" fmla="*/ 1893478 h 2606070"/>
                  <a:gd name="connsiteX0" fmla="*/ 339436 w 4163621"/>
                  <a:gd name="connsiteY0" fmla="*/ 711041 h 2677547"/>
                  <a:gd name="connsiteX1" fmla="*/ 1926219 w 4163621"/>
                  <a:gd name="connsiteY1" fmla="*/ 9118 h 2677547"/>
                  <a:gd name="connsiteX2" fmla="*/ 4154152 w 4163621"/>
                  <a:gd name="connsiteY2" fmla="*/ 1130819 h 2677547"/>
                  <a:gd name="connsiteX3" fmla="*/ 2657285 w 4163621"/>
                  <a:gd name="connsiteY3" fmla="*/ 2334348 h 2677547"/>
                  <a:gd name="connsiteX4" fmla="*/ 202069 w 4163621"/>
                  <a:gd name="connsiteY4" fmla="*/ 2587674 h 2677547"/>
                  <a:gd name="connsiteX5" fmla="*/ 339436 w 4163621"/>
                  <a:gd name="connsiteY5" fmla="*/ 711041 h 2677547"/>
                  <a:gd name="connsiteX0" fmla="*/ 8699 w 3970251"/>
                  <a:gd name="connsiteY0" fmla="*/ 2578556 h 2717756"/>
                  <a:gd name="connsiteX1" fmla="*/ 1732849 w 3970251"/>
                  <a:gd name="connsiteY1" fmla="*/ 0 h 2717756"/>
                  <a:gd name="connsiteX2" fmla="*/ 3960782 w 3970251"/>
                  <a:gd name="connsiteY2" fmla="*/ 1121701 h 2717756"/>
                  <a:gd name="connsiteX3" fmla="*/ 2463915 w 3970251"/>
                  <a:gd name="connsiteY3" fmla="*/ 2325230 h 2717756"/>
                  <a:gd name="connsiteX4" fmla="*/ 8699 w 3970251"/>
                  <a:gd name="connsiteY4" fmla="*/ 2578556 h 2717756"/>
                  <a:gd name="connsiteX0" fmla="*/ 11617 w 3584652"/>
                  <a:gd name="connsiteY0" fmla="*/ 1430838 h 2340009"/>
                  <a:gd name="connsiteX1" fmla="*/ 1347250 w 3584652"/>
                  <a:gd name="connsiteY1" fmla="*/ 2380 h 2340009"/>
                  <a:gd name="connsiteX2" fmla="*/ 3575183 w 3584652"/>
                  <a:gd name="connsiteY2" fmla="*/ 1124081 h 2340009"/>
                  <a:gd name="connsiteX3" fmla="*/ 2078316 w 3584652"/>
                  <a:gd name="connsiteY3" fmla="*/ 2327610 h 2340009"/>
                  <a:gd name="connsiteX4" fmla="*/ 11617 w 3584652"/>
                  <a:gd name="connsiteY4" fmla="*/ 1430838 h 2340009"/>
                  <a:gd name="connsiteX0" fmla="*/ 36322 w 3609357"/>
                  <a:gd name="connsiteY0" fmla="*/ 1430838 h 2532978"/>
                  <a:gd name="connsiteX1" fmla="*/ 1371955 w 3609357"/>
                  <a:gd name="connsiteY1" fmla="*/ 2380 h 2532978"/>
                  <a:gd name="connsiteX2" fmla="*/ 3599888 w 3609357"/>
                  <a:gd name="connsiteY2" fmla="*/ 1124081 h 2532978"/>
                  <a:gd name="connsiteX3" fmla="*/ 2103021 w 3609357"/>
                  <a:gd name="connsiteY3" fmla="*/ 2327610 h 2532978"/>
                  <a:gd name="connsiteX4" fmla="*/ 36322 w 3609357"/>
                  <a:gd name="connsiteY4" fmla="*/ 1430838 h 2532978"/>
                  <a:gd name="connsiteX0" fmla="*/ 3580 w 3569301"/>
                  <a:gd name="connsiteY0" fmla="*/ 1431089 h 2816320"/>
                  <a:gd name="connsiteX1" fmla="*/ 1339213 w 3569301"/>
                  <a:gd name="connsiteY1" fmla="*/ 2631 h 2816320"/>
                  <a:gd name="connsiteX2" fmla="*/ 3567146 w 3569301"/>
                  <a:gd name="connsiteY2" fmla="*/ 1124332 h 2816320"/>
                  <a:gd name="connsiteX3" fmla="*/ 1722688 w 3569301"/>
                  <a:gd name="connsiteY3" fmla="*/ 2808414 h 2816320"/>
                  <a:gd name="connsiteX4" fmla="*/ 3580 w 3569301"/>
                  <a:gd name="connsiteY4" fmla="*/ 1431089 h 2816320"/>
                  <a:gd name="connsiteX0" fmla="*/ 3579 w 3569300"/>
                  <a:gd name="connsiteY0" fmla="*/ 1431089 h 2808414"/>
                  <a:gd name="connsiteX1" fmla="*/ 1339212 w 3569300"/>
                  <a:gd name="connsiteY1" fmla="*/ 2631 h 2808414"/>
                  <a:gd name="connsiteX2" fmla="*/ 3567145 w 3569300"/>
                  <a:gd name="connsiteY2" fmla="*/ 1124332 h 2808414"/>
                  <a:gd name="connsiteX3" fmla="*/ 1722687 w 3569300"/>
                  <a:gd name="connsiteY3" fmla="*/ 2808414 h 2808414"/>
                  <a:gd name="connsiteX4" fmla="*/ 3579 w 3569300"/>
                  <a:gd name="connsiteY4" fmla="*/ 1431089 h 2808414"/>
                  <a:gd name="connsiteX0" fmla="*/ 3579 w 3570402"/>
                  <a:gd name="connsiteY0" fmla="*/ 1431089 h 2845664"/>
                  <a:gd name="connsiteX1" fmla="*/ 1339212 w 3570402"/>
                  <a:gd name="connsiteY1" fmla="*/ 2631 h 2845664"/>
                  <a:gd name="connsiteX2" fmla="*/ 3567145 w 3570402"/>
                  <a:gd name="connsiteY2" fmla="*/ 1124332 h 2845664"/>
                  <a:gd name="connsiteX3" fmla="*/ 1722687 w 3570402"/>
                  <a:gd name="connsiteY3" fmla="*/ 2808414 h 2845664"/>
                  <a:gd name="connsiteX4" fmla="*/ 3579 w 3570402"/>
                  <a:gd name="connsiteY4" fmla="*/ 1431089 h 2845664"/>
                  <a:gd name="connsiteX0" fmla="*/ 3579 w 3571531"/>
                  <a:gd name="connsiteY0" fmla="*/ 1431089 h 2809355"/>
                  <a:gd name="connsiteX1" fmla="*/ 1339212 w 3571531"/>
                  <a:gd name="connsiteY1" fmla="*/ 2631 h 2809355"/>
                  <a:gd name="connsiteX2" fmla="*/ 3567145 w 3571531"/>
                  <a:gd name="connsiteY2" fmla="*/ 1124332 h 2809355"/>
                  <a:gd name="connsiteX3" fmla="*/ 1722687 w 3571531"/>
                  <a:gd name="connsiteY3" fmla="*/ 2808414 h 2809355"/>
                  <a:gd name="connsiteX4" fmla="*/ 3579 w 3571531"/>
                  <a:gd name="connsiteY4" fmla="*/ 1431089 h 2809355"/>
                  <a:gd name="connsiteX0" fmla="*/ 3579 w 3570449"/>
                  <a:gd name="connsiteY0" fmla="*/ 1431089 h 2811091"/>
                  <a:gd name="connsiteX1" fmla="*/ 1339212 w 3570449"/>
                  <a:gd name="connsiteY1" fmla="*/ 2631 h 2811091"/>
                  <a:gd name="connsiteX2" fmla="*/ 3567145 w 3570449"/>
                  <a:gd name="connsiteY2" fmla="*/ 1124332 h 2811091"/>
                  <a:gd name="connsiteX3" fmla="*/ 1722687 w 3570449"/>
                  <a:gd name="connsiteY3" fmla="*/ 2808414 h 2811091"/>
                  <a:gd name="connsiteX4" fmla="*/ 3579 w 3570449"/>
                  <a:gd name="connsiteY4" fmla="*/ 1431089 h 2811091"/>
                  <a:gd name="connsiteX0" fmla="*/ 9477 w 3576347"/>
                  <a:gd name="connsiteY0" fmla="*/ 1454488 h 2834490"/>
                  <a:gd name="connsiteX1" fmla="*/ 1345110 w 3576347"/>
                  <a:gd name="connsiteY1" fmla="*/ 26030 h 2834490"/>
                  <a:gd name="connsiteX2" fmla="*/ 3573043 w 3576347"/>
                  <a:gd name="connsiteY2" fmla="*/ 1147731 h 2834490"/>
                  <a:gd name="connsiteX3" fmla="*/ 1728585 w 3576347"/>
                  <a:gd name="connsiteY3" fmla="*/ 2831813 h 2834490"/>
                  <a:gd name="connsiteX4" fmla="*/ 9477 w 3576347"/>
                  <a:gd name="connsiteY4" fmla="*/ 1454488 h 2834490"/>
                  <a:gd name="connsiteX0" fmla="*/ 11200 w 3578070"/>
                  <a:gd name="connsiteY0" fmla="*/ 1454488 h 2834490"/>
                  <a:gd name="connsiteX1" fmla="*/ 1346833 w 3578070"/>
                  <a:gd name="connsiteY1" fmla="*/ 26030 h 2834490"/>
                  <a:gd name="connsiteX2" fmla="*/ 3574766 w 3578070"/>
                  <a:gd name="connsiteY2" fmla="*/ 1147731 h 2834490"/>
                  <a:gd name="connsiteX3" fmla="*/ 1730308 w 3578070"/>
                  <a:gd name="connsiteY3" fmla="*/ 2831813 h 2834490"/>
                  <a:gd name="connsiteX4" fmla="*/ 11200 w 3578070"/>
                  <a:gd name="connsiteY4" fmla="*/ 1454488 h 2834490"/>
                  <a:gd name="connsiteX0" fmla="*/ 5238 w 3394494"/>
                  <a:gd name="connsiteY0" fmla="*/ 1561249 h 2815719"/>
                  <a:gd name="connsiteX1" fmla="*/ 1164359 w 3394494"/>
                  <a:gd name="connsiteY1" fmla="*/ 5027 h 2815719"/>
                  <a:gd name="connsiteX2" fmla="*/ 3392292 w 3394494"/>
                  <a:gd name="connsiteY2" fmla="*/ 1126728 h 2815719"/>
                  <a:gd name="connsiteX3" fmla="*/ 1547834 w 3394494"/>
                  <a:gd name="connsiteY3" fmla="*/ 2810810 h 2815719"/>
                  <a:gd name="connsiteX4" fmla="*/ 5238 w 3394494"/>
                  <a:gd name="connsiteY4" fmla="*/ 1561249 h 2815719"/>
                  <a:gd name="connsiteX0" fmla="*/ 1714 w 3390970"/>
                  <a:gd name="connsiteY0" fmla="*/ 1561249 h 2816846"/>
                  <a:gd name="connsiteX1" fmla="*/ 1160835 w 3390970"/>
                  <a:gd name="connsiteY1" fmla="*/ 5027 h 2816846"/>
                  <a:gd name="connsiteX2" fmla="*/ 3388768 w 3390970"/>
                  <a:gd name="connsiteY2" fmla="*/ 1126728 h 2816846"/>
                  <a:gd name="connsiteX3" fmla="*/ 1544310 w 3390970"/>
                  <a:gd name="connsiteY3" fmla="*/ 2810810 h 2816846"/>
                  <a:gd name="connsiteX4" fmla="*/ 1714 w 3390970"/>
                  <a:gd name="connsiteY4" fmla="*/ 1561249 h 2816846"/>
                  <a:gd name="connsiteX0" fmla="*/ 1714 w 3392183"/>
                  <a:gd name="connsiteY0" fmla="*/ 1561249 h 2822298"/>
                  <a:gd name="connsiteX1" fmla="*/ 1160835 w 3392183"/>
                  <a:gd name="connsiteY1" fmla="*/ 5027 h 2822298"/>
                  <a:gd name="connsiteX2" fmla="*/ 3388768 w 3392183"/>
                  <a:gd name="connsiteY2" fmla="*/ 1126728 h 2822298"/>
                  <a:gd name="connsiteX3" fmla="*/ 1544310 w 3392183"/>
                  <a:gd name="connsiteY3" fmla="*/ 2810810 h 2822298"/>
                  <a:gd name="connsiteX4" fmla="*/ 1714 w 3392183"/>
                  <a:gd name="connsiteY4" fmla="*/ 1561249 h 2822298"/>
                  <a:gd name="connsiteX0" fmla="*/ 1599 w 3099681"/>
                  <a:gd name="connsiteY0" fmla="*/ 1556274 h 2805936"/>
                  <a:gd name="connsiteX1" fmla="*/ 1160720 w 3099681"/>
                  <a:gd name="connsiteY1" fmla="*/ 52 h 2805936"/>
                  <a:gd name="connsiteX2" fmla="*/ 3097014 w 3099681"/>
                  <a:gd name="connsiteY2" fmla="*/ 1505235 h 2805936"/>
                  <a:gd name="connsiteX3" fmla="*/ 1544195 w 3099681"/>
                  <a:gd name="connsiteY3" fmla="*/ 2805835 h 2805936"/>
                  <a:gd name="connsiteX4" fmla="*/ 1599 w 3099681"/>
                  <a:gd name="connsiteY4" fmla="*/ 1556274 h 2805936"/>
                  <a:gd name="connsiteX0" fmla="*/ 1599 w 3098266"/>
                  <a:gd name="connsiteY0" fmla="*/ 1556274 h 2805936"/>
                  <a:gd name="connsiteX1" fmla="*/ 1160720 w 3098266"/>
                  <a:gd name="connsiteY1" fmla="*/ 52 h 2805936"/>
                  <a:gd name="connsiteX2" fmla="*/ 3097014 w 3098266"/>
                  <a:gd name="connsiteY2" fmla="*/ 1505235 h 2805936"/>
                  <a:gd name="connsiteX3" fmla="*/ 1544195 w 3098266"/>
                  <a:gd name="connsiteY3" fmla="*/ 2805835 h 2805936"/>
                  <a:gd name="connsiteX4" fmla="*/ 1599 w 3098266"/>
                  <a:gd name="connsiteY4" fmla="*/ 1556274 h 2805936"/>
                  <a:gd name="connsiteX0" fmla="*/ 6698 w 3107113"/>
                  <a:gd name="connsiteY0" fmla="*/ 1556268 h 1995204"/>
                  <a:gd name="connsiteX1" fmla="*/ 1165819 w 3107113"/>
                  <a:gd name="connsiteY1" fmla="*/ 46 h 1995204"/>
                  <a:gd name="connsiteX2" fmla="*/ 3102113 w 3107113"/>
                  <a:gd name="connsiteY2" fmla="*/ 1505229 h 1995204"/>
                  <a:gd name="connsiteX3" fmla="*/ 1670895 w 3107113"/>
                  <a:gd name="connsiteY3" fmla="*/ 1994767 h 1995204"/>
                  <a:gd name="connsiteX4" fmla="*/ 6698 w 3107113"/>
                  <a:gd name="connsiteY4" fmla="*/ 1556268 h 1995204"/>
                  <a:gd name="connsiteX0" fmla="*/ 6698 w 3107610"/>
                  <a:gd name="connsiteY0" fmla="*/ 1556268 h 2094159"/>
                  <a:gd name="connsiteX1" fmla="*/ 1165819 w 3107610"/>
                  <a:gd name="connsiteY1" fmla="*/ 46 h 2094159"/>
                  <a:gd name="connsiteX2" fmla="*/ 3102113 w 3107610"/>
                  <a:gd name="connsiteY2" fmla="*/ 1505229 h 2094159"/>
                  <a:gd name="connsiteX3" fmla="*/ 1670895 w 3107610"/>
                  <a:gd name="connsiteY3" fmla="*/ 1994767 h 2094159"/>
                  <a:gd name="connsiteX4" fmla="*/ 6698 w 3107610"/>
                  <a:gd name="connsiteY4" fmla="*/ 1556268 h 2094159"/>
                  <a:gd name="connsiteX0" fmla="*/ 6698 w 3108326"/>
                  <a:gd name="connsiteY0" fmla="*/ 1556268 h 2032117"/>
                  <a:gd name="connsiteX1" fmla="*/ 1165819 w 3108326"/>
                  <a:gd name="connsiteY1" fmla="*/ 46 h 2032117"/>
                  <a:gd name="connsiteX2" fmla="*/ 3102113 w 3108326"/>
                  <a:gd name="connsiteY2" fmla="*/ 1505229 h 2032117"/>
                  <a:gd name="connsiteX3" fmla="*/ 1670895 w 3108326"/>
                  <a:gd name="connsiteY3" fmla="*/ 1994767 h 2032117"/>
                  <a:gd name="connsiteX4" fmla="*/ 6698 w 3108326"/>
                  <a:gd name="connsiteY4" fmla="*/ 1556268 h 2032117"/>
                  <a:gd name="connsiteX0" fmla="*/ 2700 w 3101149"/>
                  <a:gd name="connsiteY0" fmla="*/ 1588985 h 2065259"/>
                  <a:gd name="connsiteX1" fmla="*/ 1324169 w 3101149"/>
                  <a:gd name="connsiteY1" fmla="*/ 44 h 2065259"/>
                  <a:gd name="connsiteX2" fmla="*/ 3098115 w 3101149"/>
                  <a:gd name="connsiteY2" fmla="*/ 1537946 h 2065259"/>
                  <a:gd name="connsiteX3" fmla="*/ 1666897 w 3101149"/>
                  <a:gd name="connsiteY3" fmla="*/ 2027484 h 2065259"/>
                  <a:gd name="connsiteX4" fmla="*/ 2700 w 3101149"/>
                  <a:gd name="connsiteY4" fmla="*/ 1588985 h 2065259"/>
                  <a:gd name="connsiteX0" fmla="*/ 2700 w 3100106"/>
                  <a:gd name="connsiteY0" fmla="*/ 1588985 h 2163738"/>
                  <a:gd name="connsiteX1" fmla="*/ 1324169 w 3100106"/>
                  <a:gd name="connsiteY1" fmla="*/ 44 h 2163738"/>
                  <a:gd name="connsiteX2" fmla="*/ 3098115 w 3100106"/>
                  <a:gd name="connsiteY2" fmla="*/ 1537946 h 2163738"/>
                  <a:gd name="connsiteX3" fmla="*/ 1666897 w 3100106"/>
                  <a:gd name="connsiteY3" fmla="*/ 2027484 h 2163738"/>
                  <a:gd name="connsiteX4" fmla="*/ 2700 w 3100106"/>
                  <a:gd name="connsiteY4" fmla="*/ 1588985 h 2163738"/>
                  <a:gd name="connsiteX0" fmla="*/ 2700 w 3100834"/>
                  <a:gd name="connsiteY0" fmla="*/ 1588985 h 2056082"/>
                  <a:gd name="connsiteX1" fmla="*/ 1324169 w 3100834"/>
                  <a:gd name="connsiteY1" fmla="*/ 44 h 2056082"/>
                  <a:gd name="connsiteX2" fmla="*/ 3098115 w 3100834"/>
                  <a:gd name="connsiteY2" fmla="*/ 1537946 h 2056082"/>
                  <a:gd name="connsiteX3" fmla="*/ 1666897 w 3100834"/>
                  <a:gd name="connsiteY3" fmla="*/ 2027484 h 2056082"/>
                  <a:gd name="connsiteX4" fmla="*/ 2700 w 3100834"/>
                  <a:gd name="connsiteY4" fmla="*/ 1588985 h 2056082"/>
                  <a:gd name="connsiteX0" fmla="*/ 2700 w 3101100"/>
                  <a:gd name="connsiteY0" fmla="*/ 1588985 h 2041075"/>
                  <a:gd name="connsiteX1" fmla="*/ 1324169 w 3101100"/>
                  <a:gd name="connsiteY1" fmla="*/ 44 h 2041075"/>
                  <a:gd name="connsiteX2" fmla="*/ 3098115 w 3101100"/>
                  <a:gd name="connsiteY2" fmla="*/ 1537946 h 2041075"/>
                  <a:gd name="connsiteX3" fmla="*/ 1666897 w 3101100"/>
                  <a:gd name="connsiteY3" fmla="*/ 2027484 h 2041075"/>
                  <a:gd name="connsiteX4" fmla="*/ 2700 w 3101100"/>
                  <a:gd name="connsiteY4" fmla="*/ 1588985 h 2041075"/>
                  <a:gd name="connsiteX0" fmla="*/ 2700 w 3101100"/>
                  <a:gd name="connsiteY0" fmla="*/ 1588985 h 2041075"/>
                  <a:gd name="connsiteX1" fmla="*/ 1324169 w 3101100"/>
                  <a:gd name="connsiteY1" fmla="*/ 44 h 2041075"/>
                  <a:gd name="connsiteX2" fmla="*/ 3098115 w 3101100"/>
                  <a:gd name="connsiteY2" fmla="*/ 1537946 h 2041075"/>
                  <a:gd name="connsiteX3" fmla="*/ 1666897 w 3101100"/>
                  <a:gd name="connsiteY3" fmla="*/ 2027484 h 2041075"/>
                  <a:gd name="connsiteX4" fmla="*/ 2700 w 3101100"/>
                  <a:gd name="connsiteY4" fmla="*/ 1588985 h 2041075"/>
                  <a:gd name="connsiteX0" fmla="*/ 2700 w 3101100"/>
                  <a:gd name="connsiteY0" fmla="*/ 1588985 h 2041075"/>
                  <a:gd name="connsiteX1" fmla="*/ 1324169 w 3101100"/>
                  <a:gd name="connsiteY1" fmla="*/ 44 h 2041075"/>
                  <a:gd name="connsiteX2" fmla="*/ 3098115 w 3101100"/>
                  <a:gd name="connsiteY2" fmla="*/ 1537946 h 2041075"/>
                  <a:gd name="connsiteX3" fmla="*/ 1666897 w 3101100"/>
                  <a:gd name="connsiteY3" fmla="*/ 2027484 h 2041075"/>
                  <a:gd name="connsiteX4" fmla="*/ 2700 w 3101100"/>
                  <a:gd name="connsiteY4" fmla="*/ 1588985 h 20410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01100" h="2041075">
                    <a:moveTo>
                      <a:pt x="2700" y="1588985"/>
                    </a:moveTo>
                    <a:cubicBezTo>
                      <a:pt x="-54421" y="1251078"/>
                      <a:pt x="808267" y="8550"/>
                      <a:pt x="1324169" y="44"/>
                    </a:cubicBezTo>
                    <a:cubicBezTo>
                      <a:pt x="1840071" y="-8462"/>
                      <a:pt x="3040994" y="1200039"/>
                      <a:pt x="3098115" y="1537946"/>
                    </a:cubicBezTo>
                    <a:cubicBezTo>
                      <a:pt x="3155236" y="1875853"/>
                      <a:pt x="2382291" y="1963492"/>
                      <a:pt x="1666897" y="2027484"/>
                    </a:cubicBezTo>
                    <a:cubicBezTo>
                      <a:pt x="951503" y="2091476"/>
                      <a:pt x="59821" y="1926892"/>
                      <a:pt x="2700" y="1588985"/>
                    </a:cubicBezTo>
                    <a:close/>
                  </a:path>
                </a:pathLst>
              </a:custGeom>
              <a:solidFill>
                <a:srgbClr val="F07F3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  <p:sp>
            <p:nvSpPr>
              <p:cNvPr id="13" name="Freihandform 12">
                <a:extLst>
                  <a:ext uri="{FF2B5EF4-FFF2-40B4-BE49-F238E27FC236}">
                    <a16:creationId xmlns:a16="http://schemas.microsoft.com/office/drawing/2014/main" id="{CE3A32F1-BFD1-EDE9-FE9A-4F90D62501AD}"/>
                  </a:ext>
                </a:extLst>
              </p:cNvPr>
              <p:cNvSpPr/>
              <p:nvPr/>
            </p:nvSpPr>
            <p:spPr>
              <a:xfrm rot="20823310" flipV="1">
                <a:off x="6947206" y="5460057"/>
                <a:ext cx="6636396" cy="3176678"/>
              </a:xfrm>
              <a:custGeom>
                <a:avLst/>
                <a:gdLst>
                  <a:gd name="connsiteX0" fmla="*/ 346842 w 3373821"/>
                  <a:gd name="connsiteY0" fmla="*/ 283779 h 2963917"/>
                  <a:gd name="connsiteX1" fmla="*/ 3016469 w 3373821"/>
                  <a:gd name="connsiteY1" fmla="*/ 0 h 2963917"/>
                  <a:gd name="connsiteX2" fmla="*/ 3373821 w 3373821"/>
                  <a:gd name="connsiteY2" fmla="*/ 1502979 h 2963917"/>
                  <a:gd name="connsiteX3" fmla="*/ 1902373 w 3373821"/>
                  <a:gd name="connsiteY3" fmla="*/ 2963917 h 2963917"/>
                  <a:gd name="connsiteX4" fmla="*/ 0 w 3373821"/>
                  <a:gd name="connsiteY4" fmla="*/ 2165131 h 2963917"/>
                  <a:gd name="connsiteX5" fmla="*/ 346842 w 3373821"/>
                  <a:gd name="connsiteY5" fmla="*/ 283779 h 2963917"/>
                  <a:gd name="connsiteX0" fmla="*/ 777766 w 3373821"/>
                  <a:gd name="connsiteY0" fmla="*/ 536028 h 2963917"/>
                  <a:gd name="connsiteX1" fmla="*/ 3016469 w 3373821"/>
                  <a:gd name="connsiteY1" fmla="*/ 0 h 2963917"/>
                  <a:gd name="connsiteX2" fmla="*/ 3373821 w 3373821"/>
                  <a:gd name="connsiteY2" fmla="*/ 1502979 h 2963917"/>
                  <a:gd name="connsiteX3" fmla="*/ 1902373 w 3373821"/>
                  <a:gd name="connsiteY3" fmla="*/ 2963917 h 2963917"/>
                  <a:gd name="connsiteX4" fmla="*/ 0 w 3373821"/>
                  <a:gd name="connsiteY4" fmla="*/ 2165131 h 2963917"/>
                  <a:gd name="connsiteX5" fmla="*/ 777766 w 3373821"/>
                  <a:gd name="connsiteY5" fmla="*/ 536028 h 2963917"/>
                  <a:gd name="connsiteX0" fmla="*/ 777766 w 3373821"/>
                  <a:gd name="connsiteY0" fmla="*/ 536028 h 2963917"/>
                  <a:gd name="connsiteX1" fmla="*/ 3016469 w 3373821"/>
                  <a:gd name="connsiteY1" fmla="*/ 0 h 2963917"/>
                  <a:gd name="connsiteX2" fmla="*/ 3373821 w 3373821"/>
                  <a:gd name="connsiteY2" fmla="*/ 1502979 h 2963917"/>
                  <a:gd name="connsiteX3" fmla="*/ 1902373 w 3373821"/>
                  <a:gd name="connsiteY3" fmla="*/ 2963917 h 2963917"/>
                  <a:gd name="connsiteX4" fmla="*/ 0 w 3373821"/>
                  <a:gd name="connsiteY4" fmla="*/ 2165131 h 2963917"/>
                  <a:gd name="connsiteX5" fmla="*/ 777766 w 3373821"/>
                  <a:gd name="connsiteY5" fmla="*/ 536028 h 2963917"/>
                  <a:gd name="connsiteX0" fmla="*/ 777766 w 3373821"/>
                  <a:gd name="connsiteY0" fmla="*/ 536028 h 2963917"/>
                  <a:gd name="connsiteX1" fmla="*/ 3016469 w 3373821"/>
                  <a:gd name="connsiteY1" fmla="*/ 0 h 2963917"/>
                  <a:gd name="connsiteX2" fmla="*/ 3373821 w 3373821"/>
                  <a:gd name="connsiteY2" fmla="*/ 1502979 h 2963917"/>
                  <a:gd name="connsiteX3" fmla="*/ 1902373 w 3373821"/>
                  <a:gd name="connsiteY3" fmla="*/ 2963917 h 2963917"/>
                  <a:gd name="connsiteX4" fmla="*/ 0 w 3373821"/>
                  <a:gd name="connsiteY4" fmla="*/ 2165131 h 2963917"/>
                  <a:gd name="connsiteX5" fmla="*/ 777766 w 3373821"/>
                  <a:gd name="connsiteY5" fmla="*/ 536028 h 2963917"/>
                  <a:gd name="connsiteX0" fmla="*/ 777766 w 3373821"/>
                  <a:gd name="connsiteY0" fmla="*/ 882870 h 3310759"/>
                  <a:gd name="connsiteX1" fmla="*/ 3090042 w 3373821"/>
                  <a:gd name="connsiteY1" fmla="*/ 0 h 3310759"/>
                  <a:gd name="connsiteX2" fmla="*/ 3373821 w 3373821"/>
                  <a:gd name="connsiteY2" fmla="*/ 1849821 h 3310759"/>
                  <a:gd name="connsiteX3" fmla="*/ 1902373 w 3373821"/>
                  <a:gd name="connsiteY3" fmla="*/ 3310759 h 3310759"/>
                  <a:gd name="connsiteX4" fmla="*/ 0 w 3373821"/>
                  <a:gd name="connsiteY4" fmla="*/ 2511973 h 3310759"/>
                  <a:gd name="connsiteX5" fmla="*/ 777766 w 3373821"/>
                  <a:gd name="connsiteY5" fmla="*/ 882870 h 3310759"/>
                  <a:gd name="connsiteX0" fmla="*/ 777766 w 3373821"/>
                  <a:gd name="connsiteY0" fmla="*/ 1065668 h 3493557"/>
                  <a:gd name="connsiteX1" fmla="*/ 3090042 w 3373821"/>
                  <a:gd name="connsiteY1" fmla="*/ 182798 h 3493557"/>
                  <a:gd name="connsiteX2" fmla="*/ 3373821 w 3373821"/>
                  <a:gd name="connsiteY2" fmla="*/ 2032619 h 3493557"/>
                  <a:gd name="connsiteX3" fmla="*/ 1902373 w 3373821"/>
                  <a:gd name="connsiteY3" fmla="*/ 3493557 h 3493557"/>
                  <a:gd name="connsiteX4" fmla="*/ 0 w 3373821"/>
                  <a:gd name="connsiteY4" fmla="*/ 2694771 h 3493557"/>
                  <a:gd name="connsiteX5" fmla="*/ 777766 w 3373821"/>
                  <a:gd name="connsiteY5" fmla="*/ 1065668 h 3493557"/>
                  <a:gd name="connsiteX0" fmla="*/ 777766 w 3373821"/>
                  <a:gd name="connsiteY0" fmla="*/ 1065668 h 3493557"/>
                  <a:gd name="connsiteX1" fmla="*/ 3090042 w 3373821"/>
                  <a:gd name="connsiteY1" fmla="*/ 182798 h 3493557"/>
                  <a:gd name="connsiteX2" fmla="*/ 3373821 w 3373821"/>
                  <a:gd name="connsiteY2" fmla="*/ 2032619 h 3493557"/>
                  <a:gd name="connsiteX3" fmla="*/ 1902373 w 3373821"/>
                  <a:gd name="connsiteY3" fmla="*/ 3493557 h 3493557"/>
                  <a:gd name="connsiteX4" fmla="*/ 0 w 3373821"/>
                  <a:gd name="connsiteY4" fmla="*/ 2694771 h 3493557"/>
                  <a:gd name="connsiteX5" fmla="*/ 777766 w 3373821"/>
                  <a:gd name="connsiteY5" fmla="*/ 1065668 h 3493557"/>
                  <a:gd name="connsiteX0" fmla="*/ 777766 w 3373821"/>
                  <a:gd name="connsiteY0" fmla="*/ 1035451 h 3463340"/>
                  <a:gd name="connsiteX1" fmla="*/ 3090042 w 3373821"/>
                  <a:gd name="connsiteY1" fmla="*/ 152581 h 3463340"/>
                  <a:gd name="connsiteX2" fmla="*/ 3373821 w 3373821"/>
                  <a:gd name="connsiteY2" fmla="*/ 2002402 h 3463340"/>
                  <a:gd name="connsiteX3" fmla="*/ 1902373 w 3373821"/>
                  <a:gd name="connsiteY3" fmla="*/ 3463340 h 3463340"/>
                  <a:gd name="connsiteX4" fmla="*/ 0 w 3373821"/>
                  <a:gd name="connsiteY4" fmla="*/ 2664554 h 3463340"/>
                  <a:gd name="connsiteX5" fmla="*/ 777766 w 3373821"/>
                  <a:gd name="connsiteY5" fmla="*/ 1035451 h 3463340"/>
                  <a:gd name="connsiteX0" fmla="*/ 777766 w 3468415"/>
                  <a:gd name="connsiteY0" fmla="*/ 1035451 h 3463340"/>
                  <a:gd name="connsiteX1" fmla="*/ 3090042 w 3468415"/>
                  <a:gd name="connsiteY1" fmla="*/ 152581 h 3463340"/>
                  <a:gd name="connsiteX2" fmla="*/ 3468415 w 3468415"/>
                  <a:gd name="connsiteY2" fmla="*/ 2202098 h 3463340"/>
                  <a:gd name="connsiteX3" fmla="*/ 1902373 w 3468415"/>
                  <a:gd name="connsiteY3" fmla="*/ 3463340 h 3463340"/>
                  <a:gd name="connsiteX4" fmla="*/ 0 w 3468415"/>
                  <a:gd name="connsiteY4" fmla="*/ 2664554 h 3463340"/>
                  <a:gd name="connsiteX5" fmla="*/ 777766 w 3468415"/>
                  <a:gd name="connsiteY5" fmla="*/ 1035451 h 3463340"/>
                  <a:gd name="connsiteX0" fmla="*/ 777766 w 3520921"/>
                  <a:gd name="connsiteY0" fmla="*/ 1035451 h 3463340"/>
                  <a:gd name="connsiteX1" fmla="*/ 3090042 w 3520921"/>
                  <a:gd name="connsiteY1" fmla="*/ 152581 h 3463340"/>
                  <a:gd name="connsiteX2" fmla="*/ 3468415 w 3520921"/>
                  <a:gd name="connsiteY2" fmla="*/ 2202098 h 3463340"/>
                  <a:gd name="connsiteX3" fmla="*/ 1902373 w 3520921"/>
                  <a:gd name="connsiteY3" fmla="*/ 3463340 h 3463340"/>
                  <a:gd name="connsiteX4" fmla="*/ 0 w 3520921"/>
                  <a:gd name="connsiteY4" fmla="*/ 2664554 h 3463340"/>
                  <a:gd name="connsiteX5" fmla="*/ 777766 w 3520921"/>
                  <a:gd name="connsiteY5" fmla="*/ 1035451 h 3463340"/>
                  <a:gd name="connsiteX0" fmla="*/ 777766 w 3520921"/>
                  <a:gd name="connsiteY0" fmla="*/ 1035451 h 3463340"/>
                  <a:gd name="connsiteX1" fmla="*/ 3090042 w 3520921"/>
                  <a:gd name="connsiteY1" fmla="*/ 152581 h 3463340"/>
                  <a:gd name="connsiteX2" fmla="*/ 3468415 w 3520921"/>
                  <a:gd name="connsiteY2" fmla="*/ 2202098 h 3463340"/>
                  <a:gd name="connsiteX3" fmla="*/ 1902373 w 3520921"/>
                  <a:gd name="connsiteY3" fmla="*/ 3463340 h 3463340"/>
                  <a:gd name="connsiteX4" fmla="*/ 0 w 3520921"/>
                  <a:gd name="connsiteY4" fmla="*/ 2664554 h 3463340"/>
                  <a:gd name="connsiteX5" fmla="*/ 777766 w 3520921"/>
                  <a:gd name="connsiteY5" fmla="*/ 1035451 h 3463340"/>
                  <a:gd name="connsiteX0" fmla="*/ 777766 w 3520921"/>
                  <a:gd name="connsiteY0" fmla="*/ 1035451 h 3465338"/>
                  <a:gd name="connsiteX1" fmla="*/ 3090042 w 3520921"/>
                  <a:gd name="connsiteY1" fmla="*/ 152581 h 3465338"/>
                  <a:gd name="connsiteX2" fmla="*/ 3468415 w 3520921"/>
                  <a:gd name="connsiteY2" fmla="*/ 2202098 h 3465338"/>
                  <a:gd name="connsiteX3" fmla="*/ 1902373 w 3520921"/>
                  <a:gd name="connsiteY3" fmla="*/ 3463340 h 3465338"/>
                  <a:gd name="connsiteX4" fmla="*/ 0 w 3520921"/>
                  <a:gd name="connsiteY4" fmla="*/ 2664554 h 3465338"/>
                  <a:gd name="connsiteX5" fmla="*/ 777766 w 3520921"/>
                  <a:gd name="connsiteY5" fmla="*/ 1035451 h 3465338"/>
                  <a:gd name="connsiteX0" fmla="*/ 777766 w 3520921"/>
                  <a:gd name="connsiteY0" fmla="*/ 1035451 h 3465338"/>
                  <a:gd name="connsiteX1" fmla="*/ 3090042 w 3520921"/>
                  <a:gd name="connsiteY1" fmla="*/ 152581 h 3465338"/>
                  <a:gd name="connsiteX2" fmla="*/ 3468415 w 3520921"/>
                  <a:gd name="connsiteY2" fmla="*/ 2202098 h 3465338"/>
                  <a:gd name="connsiteX3" fmla="*/ 1902373 w 3520921"/>
                  <a:gd name="connsiteY3" fmla="*/ 3463340 h 3465338"/>
                  <a:gd name="connsiteX4" fmla="*/ 0 w 3520921"/>
                  <a:gd name="connsiteY4" fmla="*/ 2664554 h 3465338"/>
                  <a:gd name="connsiteX5" fmla="*/ 777766 w 3520921"/>
                  <a:gd name="connsiteY5" fmla="*/ 1035451 h 3465338"/>
                  <a:gd name="connsiteX0" fmla="*/ 777766 w 3520921"/>
                  <a:gd name="connsiteY0" fmla="*/ 1035451 h 3463748"/>
                  <a:gd name="connsiteX1" fmla="*/ 3090042 w 3520921"/>
                  <a:gd name="connsiteY1" fmla="*/ 152581 h 3463748"/>
                  <a:gd name="connsiteX2" fmla="*/ 3468415 w 3520921"/>
                  <a:gd name="connsiteY2" fmla="*/ 2202098 h 3463748"/>
                  <a:gd name="connsiteX3" fmla="*/ 1902373 w 3520921"/>
                  <a:gd name="connsiteY3" fmla="*/ 3463340 h 3463748"/>
                  <a:gd name="connsiteX4" fmla="*/ 0 w 3520921"/>
                  <a:gd name="connsiteY4" fmla="*/ 2664554 h 3463748"/>
                  <a:gd name="connsiteX5" fmla="*/ 777766 w 3520921"/>
                  <a:gd name="connsiteY5" fmla="*/ 1035451 h 3463748"/>
                  <a:gd name="connsiteX0" fmla="*/ 815379 w 3558534"/>
                  <a:gd name="connsiteY0" fmla="*/ 1035451 h 3463748"/>
                  <a:gd name="connsiteX1" fmla="*/ 3127655 w 3558534"/>
                  <a:gd name="connsiteY1" fmla="*/ 152581 h 3463748"/>
                  <a:gd name="connsiteX2" fmla="*/ 3506028 w 3558534"/>
                  <a:gd name="connsiteY2" fmla="*/ 2202098 h 3463748"/>
                  <a:gd name="connsiteX3" fmla="*/ 1939986 w 3558534"/>
                  <a:gd name="connsiteY3" fmla="*/ 3463340 h 3463748"/>
                  <a:gd name="connsiteX4" fmla="*/ 37613 w 3558534"/>
                  <a:gd name="connsiteY4" fmla="*/ 2664554 h 3463748"/>
                  <a:gd name="connsiteX5" fmla="*/ 815379 w 3558534"/>
                  <a:gd name="connsiteY5" fmla="*/ 1035451 h 3463748"/>
                  <a:gd name="connsiteX0" fmla="*/ 815379 w 3558534"/>
                  <a:gd name="connsiteY0" fmla="*/ 1035451 h 3464371"/>
                  <a:gd name="connsiteX1" fmla="*/ 3127655 w 3558534"/>
                  <a:gd name="connsiteY1" fmla="*/ 152581 h 3464371"/>
                  <a:gd name="connsiteX2" fmla="*/ 3506028 w 3558534"/>
                  <a:gd name="connsiteY2" fmla="*/ 2202098 h 3464371"/>
                  <a:gd name="connsiteX3" fmla="*/ 1939986 w 3558534"/>
                  <a:gd name="connsiteY3" fmla="*/ 3463340 h 3464371"/>
                  <a:gd name="connsiteX4" fmla="*/ 37613 w 3558534"/>
                  <a:gd name="connsiteY4" fmla="*/ 2664554 h 3464371"/>
                  <a:gd name="connsiteX5" fmla="*/ 815379 w 3558534"/>
                  <a:gd name="connsiteY5" fmla="*/ 1035451 h 3464371"/>
                  <a:gd name="connsiteX0" fmla="*/ 815379 w 3150376"/>
                  <a:gd name="connsiteY0" fmla="*/ 1035451 h 3464371"/>
                  <a:gd name="connsiteX1" fmla="*/ 3127655 w 3150376"/>
                  <a:gd name="connsiteY1" fmla="*/ 152581 h 3464371"/>
                  <a:gd name="connsiteX2" fmla="*/ 1961008 w 3150376"/>
                  <a:gd name="connsiteY2" fmla="*/ 1655560 h 3464371"/>
                  <a:gd name="connsiteX3" fmla="*/ 1939986 w 3150376"/>
                  <a:gd name="connsiteY3" fmla="*/ 3463340 h 3464371"/>
                  <a:gd name="connsiteX4" fmla="*/ 37613 w 3150376"/>
                  <a:gd name="connsiteY4" fmla="*/ 2664554 h 3464371"/>
                  <a:gd name="connsiteX5" fmla="*/ 815379 w 3150376"/>
                  <a:gd name="connsiteY5" fmla="*/ 1035451 h 3464371"/>
                  <a:gd name="connsiteX0" fmla="*/ 815379 w 3162532"/>
                  <a:gd name="connsiteY0" fmla="*/ 1035451 h 3464371"/>
                  <a:gd name="connsiteX1" fmla="*/ 3127655 w 3162532"/>
                  <a:gd name="connsiteY1" fmla="*/ 152581 h 3464371"/>
                  <a:gd name="connsiteX2" fmla="*/ 2423463 w 3162532"/>
                  <a:gd name="connsiteY2" fmla="*/ 1645049 h 3464371"/>
                  <a:gd name="connsiteX3" fmla="*/ 1939986 w 3162532"/>
                  <a:gd name="connsiteY3" fmla="*/ 3463340 h 3464371"/>
                  <a:gd name="connsiteX4" fmla="*/ 37613 w 3162532"/>
                  <a:gd name="connsiteY4" fmla="*/ 2664554 h 3464371"/>
                  <a:gd name="connsiteX5" fmla="*/ 815379 w 3162532"/>
                  <a:gd name="connsiteY5" fmla="*/ 1035451 h 3464371"/>
                  <a:gd name="connsiteX0" fmla="*/ 815379 w 3171514"/>
                  <a:gd name="connsiteY0" fmla="*/ 1035451 h 3464371"/>
                  <a:gd name="connsiteX1" fmla="*/ 3127655 w 3171514"/>
                  <a:gd name="connsiteY1" fmla="*/ 152581 h 3464371"/>
                  <a:gd name="connsiteX2" fmla="*/ 2423463 w 3171514"/>
                  <a:gd name="connsiteY2" fmla="*/ 1645049 h 3464371"/>
                  <a:gd name="connsiteX3" fmla="*/ 1939986 w 3171514"/>
                  <a:gd name="connsiteY3" fmla="*/ 3463340 h 3464371"/>
                  <a:gd name="connsiteX4" fmla="*/ 37613 w 3171514"/>
                  <a:gd name="connsiteY4" fmla="*/ 2664554 h 3464371"/>
                  <a:gd name="connsiteX5" fmla="*/ 815379 w 3171514"/>
                  <a:gd name="connsiteY5" fmla="*/ 1035451 h 3464371"/>
                  <a:gd name="connsiteX0" fmla="*/ 815379 w 3171514"/>
                  <a:gd name="connsiteY0" fmla="*/ 1035451 h 3464371"/>
                  <a:gd name="connsiteX1" fmla="*/ 3127655 w 3171514"/>
                  <a:gd name="connsiteY1" fmla="*/ 152581 h 3464371"/>
                  <a:gd name="connsiteX2" fmla="*/ 2423463 w 3171514"/>
                  <a:gd name="connsiteY2" fmla="*/ 1645049 h 3464371"/>
                  <a:gd name="connsiteX3" fmla="*/ 1939986 w 3171514"/>
                  <a:gd name="connsiteY3" fmla="*/ 3463340 h 3464371"/>
                  <a:gd name="connsiteX4" fmla="*/ 37613 w 3171514"/>
                  <a:gd name="connsiteY4" fmla="*/ 2664554 h 3464371"/>
                  <a:gd name="connsiteX5" fmla="*/ 815379 w 3171514"/>
                  <a:gd name="connsiteY5" fmla="*/ 1035451 h 3464371"/>
                  <a:gd name="connsiteX0" fmla="*/ 815379 w 3171514"/>
                  <a:gd name="connsiteY0" fmla="*/ 1035451 h 3474836"/>
                  <a:gd name="connsiteX1" fmla="*/ 3127655 w 3171514"/>
                  <a:gd name="connsiteY1" fmla="*/ 152581 h 3474836"/>
                  <a:gd name="connsiteX2" fmla="*/ 2423463 w 3171514"/>
                  <a:gd name="connsiteY2" fmla="*/ 1645049 h 3474836"/>
                  <a:gd name="connsiteX3" fmla="*/ 2307848 w 3171514"/>
                  <a:gd name="connsiteY3" fmla="*/ 3473850 h 3474836"/>
                  <a:gd name="connsiteX4" fmla="*/ 37613 w 3171514"/>
                  <a:gd name="connsiteY4" fmla="*/ 2664554 h 3474836"/>
                  <a:gd name="connsiteX5" fmla="*/ 815379 w 3171514"/>
                  <a:gd name="connsiteY5" fmla="*/ 1035451 h 3474836"/>
                  <a:gd name="connsiteX0" fmla="*/ 815379 w 3171514"/>
                  <a:gd name="connsiteY0" fmla="*/ 1035451 h 3474836"/>
                  <a:gd name="connsiteX1" fmla="*/ 3127655 w 3171514"/>
                  <a:gd name="connsiteY1" fmla="*/ 152581 h 3474836"/>
                  <a:gd name="connsiteX2" fmla="*/ 2423463 w 3171514"/>
                  <a:gd name="connsiteY2" fmla="*/ 1645049 h 3474836"/>
                  <a:gd name="connsiteX3" fmla="*/ 2307848 w 3171514"/>
                  <a:gd name="connsiteY3" fmla="*/ 3473850 h 3474836"/>
                  <a:gd name="connsiteX4" fmla="*/ 37613 w 3171514"/>
                  <a:gd name="connsiteY4" fmla="*/ 2664554 h 3474836"/>
                  <a:gd name="connsiteX5" fmla="*/ 815379 w 3171514"/>
                  <a:gd name="connsiteY5" fmla="*/ 1035451 h 3474836"/>
                  <a:gd name="connsiteX0" fmla="*/ 815379 w 3171514"/>
                  <a:gd name="connsiteY0" fmla="*/ 1035451 h 3606310"/>
                  <a:gd name="connsiteX1" fmla="*/ 3127655 w 3171514"/>
                  <a:gd name="connsiteY1" fmla="*/ 152581 h 3606310"/>
                  <a:gd name="connsiteX2" fmla="*/ 2423463 w 3171514"/>
                  <a:gd name="connsiteY2" fmla="*/ 1645049 h 3606310"/>
                  <a:gd name="connsiteX3" fmla="*/ 2307848 w 3171514"/>
                  <a:gd name="connsiteY3" fmla="*/ 3473850 h 3606310"/>
                  <a:gd name="connsiteX4" fmla="*/ 37613 w 3171514"/>
                  <a:gd name="connsiteY4" fmla="*/ 2664554 h 3606310"/>
                  <a:gd name="connsiteX5" fmla="*/ 815379 w 3171514"/>
                  <a:gd name="connsiteY5" fmla="*/ 1035451 h 3606310"/>
                  <a:gd name="connsiteX0" fmla="*/ 815379 w 3173427"/>
                  <a:gd name="connsiteY0" fmla="*/ 1035451 h 3606310"/>
                  <a:gd name="connsiteX1" fmla="*/ 3127655 w 3173427"/>
                  <a:gd name="connsiteY1" fmla="*/ 152581 h 3606310"/>
                  <a:gd name="connsiteX2" fmla="*/ 2423463 w 3173427"/>
                  <a:gd name="connsiteY2" fmla="*/ 1645049 h 3606310"/>
                  <a:gd name="connsiteX3" fmla="*/ 2307848 w 3173427"/>
                  <a:gd name="connsiteY3" fmla="*/ 3473850 h 3606310"/>
                  <a:gd name="connsiteX4" fmla="*/ 37613 w 3173427"/>
                  <a:gd name="connsiteY4" fmla="*/ 2664554 h 3606310"/>
                  <a:gd name="connsiteX5" fmla="*/ 815379 w 3173427"/>
                  <a:gd name="connsiteY5" fmla="*/ 1035451 h 3606310"/>
                  <a:gd name="connsiteX0" fmla="*/ 815379 w 3173427"/>
                  <a:gd name="connsiteY0" fmla="*/ 1035451 h 3606310"/>
                  <a:gd name="connsiteX1" fmla="*/ 3127655 w 3173427"/>
                  <a:gd name="connsiteY1" fmla="*/ 152581 h 3606310"/>
                  <a:gd name="connsiteX2" fmla="*/ 2423463 w 3173427"/>
                  <a:gd name="connsiteY2" fmla="*/ 1645049 h 3606310"/>
                  <a:gd name="connsiteX3" fmla="*/ 2307848 w 3173427"/>
                  <a:gd name="connsiteY3" fmla="*/ 3473850 h 3606310"/>
                  <a:gd name="connsiteX4" fmla="*/ 37613 w 3173427"/>
                  <a:gd name="connsiteY4" fmla="*/ 2664554 h 3606310"/>
                  <a:gd name="connsiteX5" fmla="*/ 815379 w 3173427"/>
                  <a:gd name="connsiteY5" fmla="*/ 1035451 h 3606310"/>
                  <a:gd name="connsiteX0" fmla="*/ 815379 w 3159224"/>
                  <a:gd name="connsiteY0" fmla="*/ 1035451 h 3606310"/>
                  <a:gd name="connsiteX1" fmla="*/ 3127655 w 3159224"/>
                  <a:gd name="connsiteY1" fmla="*/ 152581 h 3606310"/>
                  <a:gd name="connsiteX2" fmla="*/ 2423463 w 3159224"/>
                  <a:gd name="connsiteY2" fmla="*/ 1645049 h 3606310"/>
                  <a:gd name="connsiteX3" fmla="*/ 2307848 w 3159224"/>
                  <a:gd name="connsiteY3" fmla="*/ 3473850 h 3606310"/>
                  <a:gd name="connsiteX4" fmla="*/ 37613 w 3159224"/>
                  <a:gd name="connsiteY4" fmla="*/ 2664554 h 3606310"/>
                  <a:gd name="connsiteX5" fmla="*/ 815379 w 3159224"/>
                  <a:gd name="connsiteY5" fmla="*/ 1035451 h 3606310"/>
                  <a:gd name="connsiteX0" fmla="*/ 815379 w 3159224"/>
                  <a:gd name="connsiteY0" fmla="*/ 1035451 h 3606310"/>
                  <a:gd name="connsiteX1" fmla="*/ 3127655 w 3159224"/>
                  <a:gd name="connsiteY1" fmla="*/ 152581 h 3606310"/>
                  <a:gd name="connsiteX2" fmla="*/ 2423463 w 3159224"/>
                  <a:gd name="connsiteY2" fmla="*/ 1645049 h 3606310"/>
                  <a:gd name="connsiteX3" fmla="*/ 2307848 w 3159224"/>
                  <a:gd name="connsiteY3" fmla="*/ 3473850 h 3606310"/>
                  <a:gd name="connsiteX4" fmla="*/ 37613 w 3159224"/>
                  <a:gd name="connsiteY4" fmla="*/ 2664554 h 3606310"/>
                  <a:gd name="connsiteX5" fmla="*/ 815379 w 3159224"/>
                  <a:gd name="connsiteY5" fmla="*/ 1035451 h 3606310"/>
                  <a:gd name="connsiteX0" fmla="*/ 815379 w 3164502"/>
                  <a:gd name="connsiteY0" fmla="*/ 1035451 h 3606310"/>
                  <a:gd name="connsiteX1" fmla="*/ 3127655 w 3164502"/>
                  <a:gd name="connsiteY1" fmla="*/ 152581 h 3606310"/>
                  <a:gd name="connsiteX2" fmla="*/ 2560098 w 3164502"/>
                  <a:gd name="connsiteY2" fmla="*/ 1666070 h 3606310"/>
                  <a:gd name="connsiteX3" fmla="*/ 2307848 w 3164502"/>
                  <a:gd name="connsiteY3" fmla="*/ 3473850 h 3606310"/>
                  <a:gd name="connsiteX4" fmla="*/ 37613 w 3164502"/>
                  <a:gd name="connsiteY4" fmla="*/ 2664554 h 3606310"/>
                  <a:gd name="connsiteX5" fmla="*/ 815379 w 3164502"/>
                  <a:gd name="connsiteY5" fmla="*/ 1035451 h 3606310"/>
                  <a:gd name="connsiteX0" fmla="*/ 815379 w 3162777"/>
                  <a:gd name="connsiteY0" fmla="*/ 1035451 h 3606310"/>
                  <a:gd name="connsiteX1" fmla="*/ 3127655 w 3162777"/>
                  <a:gd name="connsiteY1" fmla="*/ 152581 h 3606310"/>
                  <a:gd name="connsiteX2" fmla="*/ 2560098 w 3162777"/>
                  <a:gd name="connsiteY2" fmla="*/ 1666070 h 3606310"/>
                  <a:gd name="connsiteX3" fmla="*/ 2307848 w 3162777"/>
                  <a:gd name="connsiteY3" fmla="*/ 3473850 h 3606310"/>
                  <a:gd name="connsiteX4" fmla="*/ 37613 w 3162777"/>
                  <a:gd name="connsiteY4" fmla="*/ 2664554 h 3606310"/>
                  <a:gd name="connsiteX5" fmla="*/ 815379 w 3162777"/>
                  <a:gd name="connsiteY5" fmla="*/ 1035451 h 3606310"/>
                  <a:gd name="connsiteX0" fmla="*/ 815379 w 3162777"/>
                  <a:gd name="connsiteY0" fmla="*/ 1035451 h 3606310"/>
                  <a:gd name="connsiteX1" fmla="*/ 3127655 w 3162777"/>
                  <a:gd name="connsiteY1" fmla="*/ 152581 h 3606310"/>
                  <a:gd name="connsiteX2" fmla="*/ 2560098 w 3162777"/>
                  <a:gd name="connsiteY2" fmla="*/ 1666070 h 3606310"/>
                  <a:gd name="connsiteX3" fmla="*/ 2307848 w 3162777"/>
                  <a:gd name="connsiteY3" fmla="*/ 3473850 h 3606310"/>
                  <a:gd name="connsiteX4" fmla="*/ 37613 w 3162777"/>
                  <a:gd name="connsiteY4" fmla="*/ 2664554 h 3606310"/>
                  <a:gd name="connsiteX5" fmla="*/ 815379 w 3162777"/>
                  <a:gd name="connsiteY5" fmla="*/ 1035451 h 3606310"/>
                  <a:gd name="connsiteX0" fmla="*/ 829312 w 3176710"/>
                  <a:gd name="connsiteY0" fmla="*/ 1035451 h 3606310"/>
                  <a:gd name="connsiteX1" fmla="*/ 3141588 w 3176710"/>
                  <a:gd name="connsiteY1" fmla="*/ 152581 h 3606310"/>
                  <a:gd name="connsiteX2" fmla="*/ 2574031 w 3176710"/>
                  <a:gd name="connsiteY2" fmla="*/ 1666070 h 3606310"/>
                  <a:gd name="connsiteX3" fmla="*/ 2321781 w 3176710"/>
                  <a:gd name="connsiteY3" fmla="*/ 3473850 h 3606310"/>
                  <a:gd name="connsiteX4" fmla="*/ 51546 w 3176710"/>
                  <a:gd name="connsiteY4" fmla="*/ 2664554 h 3606310"/>
                  <a:gd name="connsiteX5" fmla="*/ 829312 w 3176710"/>
                  <a:gd name="connsiteY5" fmla="*/ 1035451 h 3606310"/>
                  <a:gd name="connsiteX0" fmla="*/ 829312 w 3177410"/>
                  <a:gd name="connsiteY0" fmla="*/ 1035451 h 3606310"/>
                  <a:gd name="connsiteX1" fmla="*/ 3141588 w 3177410"/>
                  <a:gd name="connsiteY1" fmla="*/ 152581 h 3606310"/>
                  <a:gd name="connsiteX2" fmla="*/ 2574031 w 3177410"/>
                  <a:gd name="connsiteY2" fmla="*/ 1666070 h 3606310"/>
                  <a:gd name="connsiteX3" fmla="*/ 2321781 w 3177410"/>
                  <a:gd name="connsiteY3" fmla="*/ 3473850 h 3606310"/>
                  <a:gd name="connsiteX4" fmla="*/ 51546 w 3177410"/>
                  <a:gd name="connsiteY4" fmla="*/ 2664554 h 3606310"/>
                  <a:gd name="connsiteX5" fmla="*/ 829312 w 3177410"/>
                  <a:gd name="connsiteY5" fmla="*/ 1035451 h 3606310"/>
                  <a:gd name="connsiteX0" fmla="*/ 829312 w 3177410"/>
                  <a:gd name="connsiteY0" fmla="*/ 1013703 h 3584562"/>
                  <a:gd name="connsiteX1" fmla="*/ 3141588 w 3177410"/>
                  <a:gd name="connsiteY1" fmla="*/ 130833 h 3584562"/>
                  <a:gd name="connsiteX2" fmla="*/ 2574031 w 3177410"/>
                  <a:gd name="connsiteY2" fmla="*/ 1644322 h 3584562"/>
                  <a:gd name="connsiteX3" fmla="*/ 2321781 w 3177410"/>
                  <a:gd name="connsiteY3" fmla="*/ 3452102 h 3584562"/>
                  <a:gd name="connsiteX4" fmla="*/ 51546 w 3177410"/>
                  <a:gd name="connsiteY4" fmla="*/ 2642806 h 3584562"/>
                  <a:gd name="connsiteX5" fmla="*/ 829312 w 3177410"/>
                  <a:gd name="connsiteY5" fmla="*/ 1013703 h 3584562"/>
                  <a:gd name="connsiteX0" fmla="*/ 829578 w 3177676"/>
                  <a:gd name="connsiteY0" fmla="*/ 1013703 h 3584562"/>
                  <a:gd name="connsiteX1" fmla="*/ 3141854 w 3177676"/>
                  <a:gd name="connsiteY1" fmla="*/ 130833 h 3584562"/>
                  <a:gd name="connsiteX2" fmla="*/ 2574297 w 3177676"/>
                  <a:gd name="connsiteY2" fmla="*/ 1644322 h 3584562"/>
                  <a:gd name="connsiteX3" fmla="*/ 2322047 w 3177676"/>
                  <a:gd name="connsiteY3" fmla="*/ 3452102 h 3584562"/>
                  <a:gd name="connsiteX4" fmla="*/ 51812 w 3177676"/>
                  <a:gd name="connsiteY4" fmla="*/ 2642806 h 3584562"/>
                  <a:gd name="connsiteX5" fmla="*/ 829578 w 3177676"/>
                  <a:gd name="connsiteY5" fmla="*/ 1013703 h 3584562"/>
                  <a:gd name="connsiteX0" fmla="*/ 829578 w 3177676"/>
                  <a:gd name="connsiteY0" fmla="*/ 1013703 h 3588900"/>
                  <a:gd name="connsiteX1" fmla="*/ 3141854 w 3177676"/>
                  <a:gd name="connsiteY1" fmla="*/ 130833 h 3588900"/>
                  <a:gd name="connsiteX2" fmla="*/ 2574297 w 3177676"/>
                  <a:gd name="connsiteY2" fmla="*/ 1644322 h 3588900"/>
                  <a:gd name="connsiteX3" fmla="*/ 2322047 w 3177676"/>
                  <a:gd name="connsiteY3" fmla="*/ 3452102 h 3588900"/>
                  <a:gd name="connsiteX4" fmla="*/ 51812 w 3177676"/>
                  <a:gd name="connsiteY4" fmla="*/ 2642806 h 3588900"/>
                  <a:gd name="connsiteX5" fmla="*/ 829578 w 3177676"/>
                  <a:gd name="connsiteY5" fmla="*/ 1013703 h 3588900"/>
                  <a:gd name="connsiteX0" fmla="*/ 829578 w 3177676"/>
                  <a:gd name="connsiteY0" fmla="*/ 1013703 h 3588900"/>
                  <a:gd name="connsiteX1" fmla="*/ 3141854 w 3177676"/>
                  <a:gd name="connsiteY1" fmla="*/ 130833 h 3588900"/>
                  <a:gd name="connsiteX2" fmla="*/ 2574297 w 3177676"/>
                  <a:gd name="connsiteY2" fmla="*/ 1644322 h 3588900"/>
                  <a:gd name="connsiteX3" fmla="*/ 2322047 w 3177676"/>
                  <a:gd name="connsiteY3" fmla="*/ 3452102 h 3588900"/>
                  <a:gd name="connsiteX4" fmla="*/ 51812 w 3177676"/>
                  <a:gd name="connsiteY4" fmla="*/ 2642806 h 3588900"/>
                  <a:gd name="connsiteX5" fmla="*/ 829578 w 3177676"/>
                  <a:gd name="connsiteY5" fmla="*/ 1013703 h 3588900"/>
                  <a:gd name="connsiteX0" fmla="*/ 811178 w 2672400"/>
                  <a:gd name="connsiteY0" fmla="*/ 7864 h 2583061"/>
                  <a:gd name="connsiteX1" fmla="*/ 1318755 w 2672400"/>
                  <a:gd name="connsiteY1" fmla="*/ 1092175 h 2583061"/>
                  <a:gd name="connsiteX2" fmla="*/ 2555897 w 2672400"/>
                  <a:gd name="connsiteY2" fmla="*/ 638483 h 2583061"/>
                  <a:gd name="connsiteX3" fmla="*/ 2303647 w 2672400"/>
                  <a:gd name="connsiteY3" fmla="*/ 2446263 h 2583061"/>
                  <a:gd name="connsiteX4" fmla="*/ 33412 w 2672400"/>
                  <a:gd name="connsiteY4" fmla="*/ 1636967 h 2583061"/>
                  <a:gd name="connsiteX5" fmla="*/ 811178 w 2672400"/>
                  <a:gd name="connsiteY5" fmla="*/ 7864 h 2583061"/>
                  <a:gd name="connsiteX0" fmla="*/ 811178 w 3223026"/>
                  <a:gd name="connsiteY0" fmla="*/ 5596 h 2477281"/>
                  <a:gd name="connsiteX1" fmla="*/ 1318755 w 3223026"/>
                  <a:gd name="connsiteY1" fmla="*/ 1089907 h 2477281"/>
                  <a:gd name="connsiteX2" fmla="*/ 3192488 w 3223026"/>
                  <a:gd name="connsiteY2" fmla="*/ 802600 h 2477281"/>
                  <a:gd name="connsiteX3" fmla="*/ 2303647 w 3223026"/>
                  <a:gd name="connsiteY3" fmla="*/ 2443995 h 2477281"/>
                  <a:gd name="connsiteX4" fmla="*/ 33412 w 3223026"/>
                  <a:gd name="connsiteY4" fmla="*/ 1634699 h 2477281"/>
                  <a:gd name="connsiteX5" fmla="*/ 811178 w 3223026"/>
                  <a:gd name="connsiteY5" fmla="*/ 5596 h 2477281"/>
                  <a:gd name="connsiteX0" fmla="*/ 846588 w 3330250"/>
                  <a:gd name="connsiteY0" fmla="*/ 5596 h 2432711"/>
                  <a:gd name="connsiteX1" fmla="*/ 1354165 w 3330250"/>
                  <a:gd name="connsiteY1" fmla="*/ 1089907 h 2432711"/>
                  <a:gd name="connsiteX2" fmla="*/ 3227898 w 3330250"/>
                  <a:gd name="connsiteY2" fmla="*/ 802600 h 2432711"/>
                  <a:gd name="connsiteX3" fmla="*/ 2761796 w 3330250"/>
                  <a:gd name="connsiteY3" fmla="*/ 2409553 h 2432711"/>
                  <a:gd name="connsiteX4" fmla="*/ 68822 w 3330250"/>
                  <a:gd name="connsiteY4" fmla="*/ 1634699 h 2432711"/>
                  <a:gd name="connsiteX5" fmla="*/ 846588 w 3330250"/>
                  <a:gd name="connsiteY5" fmla="*/ 5596 h 2432711"/>
                  <a:gd name="connsiteX0" fmla="*/ 846588 w 3514825"/>
                  <a:gd name="connsiteY0" fmla="*/ 5596 h 2432711"/>
                  <a:gd name="connsiteX1" fmla="*/ 1354165 w 3514825"/>
                  <a:gd name="connsiteY1" fmla="*/ 1089907 h 2432711"/>
                  <a:gd name="connsiteX2" fmla="*/ 3227898 w 3514825"/>
                  <a:gd name="connsiteY2" fmla="*/ 802600 h 2432711"/>
                  <a:gd name="connsiteX3" fmla="*/ 2761796 w 3514825"/>
                  <a:gd name="connsiteY3" fmla="*/ 2409553 h 2432711"/>
                  <a:gd name="connsiteX4" fmla="*/ 68822 w 3514825"/>
                  <a:gd name="connsiteY4" fmla="*/ 1634699 h 2432711"/>
                  <a:gd name="connsiteX5" fmla="*/ 846588 w 3514825"/>
                  <a:gd name="connsiteY5" fmla="*/ 5596 h 2432711"/>
                  <a:gd name="connsiteX0" fmla="*/ 875402 w 3543639"/>
                  <a:gd name="connsiteY0" fmla="*/ 2708 h 2429823"/>
                  <a:gd name="connsiteX1" fmla="*/ 1382979 w 3543639"/>
                  <a:gd name="connsiteY1" fmla="*/ 1087019 h 2429823"/>
                  <a:gd name="connsiteX2" fmla="*/ 3256712 w 3543639"/>
                  <a:gd name="connsiteY2" fmla="*/ 799712 h 2429823"/>
                  <a:gd name="connsiteX3" fmla="*/ 2790610 w 3543639"/>
                  <a:gd name="connsiteY3" fmla="*/ 2406665 h 2429823"/>
                  <a:gd name="connsiteX4" fmla="*/ 97636 w 3543639"/>
                  <a:gd name="connsiteY4" fmla="*/ 1631811 h 2429823"/>
                  <a:gd name="connsiteX5" fmla="*/ 875402 w 3543639"/>
                  <a:gd name="connsiteY5" fmla="*/ 2708 h 2429823"/>
                  <a:gd name="connsiteX0" fmla="*/ 1035116 w 3703353"/>
                  <a:gd name="connsiteY0" fmla="*/ 3586 h 2450893"/>
                  <a:gd name="connsiteX1" fmla="*/ 1542693 w 3703353"/>
                  <a:gd name="connsiteY1" fmla="*/ 1087897 h 2450893"/>
                  <a:gd name="connsiteX2" fmla="*/ 3416426 w 3703353"/>
                  <a:gd name="connsiteY2" fmla="*/ 800590 h 2450893"/>
                  <a:gd name="connsiteX3" fmla="*/ 2950324 w 3703353"/>
                  <a:gd name="connsiteY3" fmla="*/ 2407543 h 2450893"/>
                  <a:gd name="connsiteX4" fmla="*/ 257350 w 3703353"/>
                  <a:gd name="connsiteY4" fmla="*/ 1632689 h 2450893"/>
                  <a:gd name="connsiteX5" fmla="*/ 1035116 w 3703353"/>
                  <a:gd name="connsiteY5" fmla="*/ 3586 h 2450893"/>
                  <a:gd name="connsiteX0" fmla="*/ 991689 w 3462563"/>
                  <a:gd name="connsiteY0" fmla="*/ 10605 h 2457912"/>
                  <a:gd name="connsiteX1" fmla="*/ 1674106 w 3462563"/>
                  <a:gd name="connsiteY1" fmla="*/ 930710 h 2457912"/>
                  <a:gd name="connsiteX2" fmla="*/ 3372999 w 3462563"/>
                  <a:gd name="connsiteY2" fmla="*/ 807609 h 2457912"/>
                  <a:gd name="connsiteX3" fmla="*/ 2906897 w 3462563"/>
                  <a:gd name="connsiteY3" fmla="*/ 2414562 h 2457912"/>
                  <a:gd name="connsiteX4" fmla="*/ 213923 w 3462563"/>
                  <a:gd name="connsiteY4" fmla="*/ 1639708 h 2457912"/>
                  <a:gd name="connsiteX5" fmla="*/ 991689 w 3462563"/>
                  <a:gd name="connsiteY5" fmla="*/ 10605 h 2457912"/>
                  <a:gd name="connsiteX0" fmla="*/ 991689 w 3644113"/>
                  <a:gd name="connsiteY0" fmla="*/ 10605 h 2457912"/>
                  <a:gd name="connsiteX1" fmla="*/ 1674106 w 3644113"/>
                  <a:gd name="connsiteY1" fmla="*/ 930710 h 2457912"/>
                  <a:gd name="connsiteX2" fmla="*/ 3372999 w 3644113"/>
                  <a:gd name="connsiteY2" fmla="*/ 807609 h 2457912"/>
                  <a:gd name="connsiteX3" fmla="*/ 2906897 w 3644113"/>
                  <a:gd name="connsiteY3" fmla="*/ 2414562 h 2457912"/>
                  <a:gd name="connsiteX4" fmla="*/ 213923 w 3644113"/>
                  <a:gd name="connsiteY4" fmla="*/ 1639708 h 2457912"/>
                  <a:gd name="connsiteX5" fmla="*/ 991689 w 3644113"/>
                  <a:gd name="connsiteY5" fmla="*/ 10605 h 2457912"/>
                  <a:gd name="connsiteX0" fmla="*/ 1054352 w 3706777"/>
                  <a:gd name="connsiteY0" fmla="*/ 1046 h 2448353"/>
                  <a:gd name="connsiteX1" fmla="*/ 1736769 w 3706777"/>
                  <a:gd name="connsiteY1" fmla="*/ 921151 h 2448353"/>
                  <a:gd name="connsiteX2" fmla="*/ 3435662 w 3706777"/>
                  <a:gd name="connsiteY2" fmla="*/ 798050 h 2448353"/>
                  <a:gd name="connsiteX3" fmla="*/ 2969560 w 3706777"/>
                  <a:gd name="connsiteY3" fmla="*/ 2405003 h 2448353"/>
                  <a:gd name="connsiteX4" fmla="*/ 276586 w 3706777"/>
                  <a:gd name="connsiteY4" fmla="*/ 1630149 h 2448353"/>
                  <a:gd name="connsiteX5" fmla="*/ 1054352 w 3706777"/>
                  <a:gd name="connsiteY5" fmla="*/ 1046 h 2448353"/>
                  <a:gd name="connsiteX0" fmla="*/ 590056 w 3683836"/>
                  <a:gd name="connsiteY0" fmla="*/ 1109 h 1961431"/>
                  <a:gd name="connsiteX1" fmla="*/ 1713828 w 3683836"/>
                  <a:gd name="connsiteY1" fmla="*/ 456838 h 1961431"/>
                  <a:gd name="connsiteX2" fmla="*/ 3412721 w 3683836"/>
                  <a:gd name="connsiteY2" fmla="*/ 333737 h 1961431"/>
                  <a:gd name="connsiteX3" fmla="*/ 2946619 w 3683836"/>
                  <a:gd name="connsiteY3" fmla="*/ 1940690 h 1961431"/>
                  <a:gd name="connsiteX4" fmla="*/ 253645 w 3683836"/>
                  <a:gd name="connsiteY4" fmla="*/ 1165836 h 1961431"/>
                  <a:gd name="connsiteX5" fmla="*/ 590056 w 3683836"/>
                  <a:gd name="connsiteY5" fmla="*/ 1109 h 1961431"/>
                  <a:gd name="connsiteX0" fmla="*/ 577152 w 3670932"/>
                  <a:gd name="connsiteY0" fmla="*/ 28557 h 1988879"/>
                  <a:gd name="connsiteX1" fmla="*/ 1700924 w 3670932"/>
                  <a:gd name="connsiteY1" fmla="*/ 484286 h 1988879"/>
                  <a:gd name="connsiteX2" fmla="*/ 3399817 w 3670932"/>
                  <a:gd name="connsiteY2" fmla="*/ 361185 h 1988879"/>
                  <a:gd name="connsiteX3" fmla="*/ 2933715 w 3670932"/>
                  <a:gd name="connsiteY3" fmla="*/ 1968138 h 1988879"/>
                  <a:gd name="connsiteX4" fmla="*/ 240741 w 3670932"/>
                  <a:gd name="connsiteY4" fmla="*/ 1193284 h 1988879"/>
                  <a:gd name="connsiteX5" fmla="*/ 577152 w 3670932"/>
                  <a:gd name="connsiteY5" fmla="*/ 28557 h 1988879"/>
                  <a:gd name="connsiteX0" fmla="*/ 5660 w 3065770"/>
                  <a:gd name="connsiteY0" fmla="*/ 41752 h 2084853"/>
                  <a:gd name="connsiteX1" fmla="*/ 1129432 w 3065770"/>
                  <a:gd name="connsiteY1" fmla="*/ 497481 h 2084853"/>
                  <a:gd name="connsiteX2" fmla="*/ 2828325 w 3065770"/>
                  <a:gd name="connsiteY2" fmla="*/ 374380 h 2084853"/>
                  <a:gd name="connsiteX3" fmla="*/ 2362223 w 3065770"/>
                  <a:gd name="connsiteY3" fmla="*/ 1981333 h 2084853"/>
                  <a:gd name="connsiteX4" fmla="*/ 768571 w 3065770"/>
                  <a:gd name="connsiteY4" fmla="*/ 1718703 h 2084853"/>
                  <a:gd name="connsiteX5" fmla="*/ 5660 w 3065770"/>
                  <a:gd name="connsiteY5" fmla="*/ 41752 h 2084853"/>
                  <a:gd name="connsiteX0" fmla="*/ 12471 w 3072581"/>
                  <a:gd name="connsiteY0" fmla="*/ 41752 h 2092530"/>
                  <a:gd name="connsiteX1" fmla="*/ 1136243 w 3072581"/>
                  <a:gd name="connsiteY1" fmla="*/ 497481 h 2092530"/>
                  <a:gd name="connsiteX2" fmla="*/ 2835136 w 3072581"/>
                  <a:gd name="connsiteY2" fmla="*/ 374380 h 2092530"/>
                  <a:gd name="connsiteX3" fmla="*/ 2369034 w 3072581"/>
                  <a:gd name="connsiteY3" fmla="*/ 1981333 h 2092530"/>
                  <a:gd name="connsiteX4" fmla="*/ 775382 w 3072581"/>
                  <a:gd name="connsiteY4" fmla="*/ 1718703 h 2092530"/>
                  <a:gd name="connsiteX5" fmla="*/ 12471 w 3072581"/>
                  <a:gd name="connsiteY5" fmla="*/ 41752 h 2092530"/>
                  <a:gd name="connsiteX0" fmla="*/ 2798 w 3655173"/>
                  <a:gd name="connsiteY0" fmla="*/ 869129 h 2007317"/>
                  <a:gd name="connsiteX1" fmla="*/ 1718835 w 3655173"/>
                  <a:gd name="connsiteY1" fmla="*/ 445136 h 2007317"/>
                  <a:gd name="connsiteX2" fmla="*/ 3417728 w 3655173"/>
                  <a:gd name="connsiteY2" fmla="*/ 322035 h 2007317"/>
                  <a:gd name="connsiteX3" fmla="*/ 2951626 w 3655173"/>
                  <a:gd name="connsiteY3" fmla="*/ 1928988 h 2007317"/>
                  <a:gd name="connsiteX4" fmla="*/ 1357974 w 3655173"/>
                  <a:gd name="connsiteY4" fmla="*/ 1666358 h 2007317"/>
                  <a:gd name="connsiteX5" fmla="*/ 2798 w 3655173"/>
                  <a:gd name="connsiteY5" fmla="*/ 869129 h 2007317"/>
                  <a:gd name="connsiteX0" fmla="*/ 542 w 3652917"/>
                  <a:gd name="connsiteY0" fmla="*/ 869129 h 2007318"/>
                  <a:gd name="connsiteX1" fmla="*/ 1716579 w 3652917"/>
                  <a:gd name="connsiteY1" fmla="*/ 445136 h 2007318"/>
                  <a:gd name="connsiteX2" fmla="*/ 3415472 w 3652917"/>
                  <a:gd name="connsiteY2" fmla="*/ 322035 h 2007318"/>
                  <a:gd name="connsiteX3" fmla="*/ 2949370 w 3652917"/>
                  <a:gd name="connsiteY3" fmla="*/ 1928988 h 2007318"/>
                  <a:gd name="connsiteX4" fmla="*/ 1355718 w 3652917"/>
                  <a:gd name="connsiteY4" fmla="*/ 1666358 h 2007318"/>
                  <a:gd name="connsiteX5" fmla="*/ 542 w 3652917"/>
                  <a:gd name="connsiteY5" fmla="*/ 869129 h 2007318"/>
                  <a:gd name="connsiteX0" fmla="*/ 243 w 3639926"/>
                  <a:gd name="connsiteY0" fmla="*/ 869129 h 1955507"/>
                  <a:gd name="connsiteX1" fmla="*/ 1716280 w 3639926"/>
                  <a:gd name="connsiteY1" fmla="*/ 445136 h 1955507"/>
                  <a:gd name="connsiteX2" fmla="*/ 3415173 w 3639926"/>
                  <a:gd name="connsiteY2" fmla="*/ 322035 h 1955507"/>
                  <a:gd name="connsiteX3" fmla="*/ 2949071 w 3639926"/>
                  <a:gd name="connsiteY3" fmla="*/ 1928988 h 1955507"/>
                  <a:gd name="connsiteX4" fmla="*/ 1833458 w 3639926"/>
                  <a:gd name="connsiteY4" fmla="*/ 1291535 h 1955507"/>
                  <a:gd name="connsiteX5" fmla="*/ 243 w 3639926"/>
                  <a:gd name="connsiteY5" fmla="*/ 869129 h 1955507"/>
                  <a:gd name="connsiteX0" fmla="*/ 243 w 3639926"/>
                  <a:gd name="connsiteY0" fmla="*/ 869129 h 1947022"/>
                  <a:gd name="connsiteX1" fmla="*/ 1716280 w 3639926"/>
                  <a:gd name="connsiteY1" fmla="*/ 445136 h 1947022"/>
                  <a:gd name="connsiteX2" fmla="*/ 3415173 w 3639926"/>
                  <a:gd name="connsiteY2" fmla="*/ 322035 h 1947022"/>
                  <a:gd name="connsiteX3" fmla="*/ 2949071 w 3639926"/>
                  <a:gd name="connsiteY3" fmla="*/ 1928988 h 1947022"/>
                  <a:gd name="connsiteX4" fmla="*/ 1833458 w 3639926"/>
                  <a:gd name="connsiteY4" fmla="*/ 1291535 h 1947022"/>
                  <a:gd name="connsiteX5" fmla="*/ 243 w 3639926"/>
                  <a:gd name="connsiteY5" fmla="*/ 869129 h 1947022"/>
                  <a:gd name="connsiteX0" fmla="*/ 7345 w 3647028"/>
                  <a:gd name="connsiteY0" fmla="*/ 869129 h 1947022"/>
                  <a:gd name="connsiteX1" fmla="*/ 1723382 w 3647028"/>
                  <a:gd name="connsiteY1" fmla="*/ 445136 h 1947022"/>
                  <a:gd name="connsiteX2" fmla="*/ 3422275 w 3647028"/>
                  <a:gd name="connsiteY2" fmla="*/ 322035 h 1947022"/>
                  <a:gd name="connsiteX3" fmla="*/ 2956173 w 3647028"/>
                  <a:gd name="connsiteY3" fmla="*/ 1928988 h 1947022"/>
                  <a:gd name="connsiteX4" fmla="*/ 1840560 w 3647028"/>
                  <a:gd name="connsiteY4" fmla="*/ 1291535 h 1947022"/>
                  <a:gd name="connsiteX5" fmla="*/ 7345 w 3647028"/>
                  <a:gd name="connsiteY5" fmla="*/ 869129 h 1947022"/>
                  <a:gd name="connsiteX0" fmla="*/ 7345 w 3811052"/>
                  <a:gd name="connsiteY0" fmla="*/ 869129 h 1929159"/>
                  <a:gd name="connsiteX1" fmla="*/ 1723382 w 3811052"/>
                  <a:gd name="connsiteY1" fmla="*/ 445136 h 1929159"/>
                  <a:gd name="connsiteX2" fmla="*/ 3422275 w 3811052"/>
                  <a:gd name="connsiteY2" fmla="*/ 322035 h 1929159"/>
                  <a:gd name="connsiteX3" fmla="*/ 2956173 w 3811052"/>
                  <a:gd name="connsiteY3" fmla="*/ 1928988 h 1929159"/>
                  <a:gd name="connsiteX4" fmla="*/ 1840560 w 3811052"/>
                  <a:gd name="connsiteY4" fmla="*/ 1291535 h 1929159"/>
                  <a:gd name="connsiteX5" fmla="*/ 7345 w 3811052"/>
                  <a:gd name="connsiteY5" fmla="*/ 869129 h 1929159"/>
                  <a:gd name="connsiteX0" fmla="*/ 5264 w 3937957"/>
                  <a:gd name="connsiteY0" fmla="*/ 1155023 h 1938909"/>
                  <a:gd name="connsiteX1" fmla="*/ 1850286 w 3937957"/>
                  <a:gd name="connsiteY1" fmla="*/ 454886 h 1938909"/>
                  <a:gd name="connsiteX2" fmla="*/ 3549179 w 3937957"/>
                  <a:gd name="connsiteY2" fmla="*/ 331785 h 1938909"/>
                  <a:gd name="connsiteX3" fmla="*/ 3083077 w 3937957"/>
                  <a:gd name="connsiteY3" fmla="*/ 1938738 h 1938909"/>
                  <a:gd name="connsiteX4" fmla="*/ 1967464 w 3937957"/>
                  <a:gd name="connsiteY4" fmla="*/ 1301285 h 1938909"/>
                  <a:gd name="connsiteX5" fmla="*/ 5264 w 3937957"/>
                  <a:gd name="connsiteY5" fmla="*/ 1155023 h 1938909"/>
                  <a:gd name="connsiteX0" fmla="*/ 23607 w 3956300"/>
                  <a:gd name="connsiteY0" fmla="*/ 1155023 h 1938909"/>
                  <a:gd name="connsiteX1" fmla="*/ 1868629 w 3956300"/>
                  <a:gd name="connsiteY1" fmla="*/ 454886 h 1938909"/>
                  <a:gd name="connsiteX2" fmla="*/ 3567522 w 3956300"/>
                  <a:gd name="connsiteY2" fmla="*/ 331785 h 1938909"/>
                  <a:gd name="connsiteX3" fmla="*/ 3101420 w 3956300"/>
                  <a:gd name="connsiteY3" fmla="*/ 1938738 h 1938909"/>
                  <a:gd name="connsiteX4" fmla="*/ 1985807 w 3956300"/>
                  <a:gd name="connsiteY4" fmla="*/ 1301285 h 1938909"/>
                  <a:gd name="connsiteX5" fmla="*/ 23607 w 3956300"/>
                  <a:gd name="connsiteY5" fmla="*/ 1155023 h 1938909"/>
                  <a:gd name="connsiteX0" fmla="*/ 356 w 3775841"/>
                  <a:gd name="connsiteY0" fmla="*/ 1155023 h 1975367"/>
                  <a:gd name="connsiteX1" fmla="*/ 1845378 w 3775841"/>
                  <a:gd name="connsiteY1" fmla="*/ 454886 h 1975367"/>
                  <a:gd name="connsiteX2" fmla="*/ 3544271 w 3775841"/>
                  <a:gd name="connsiteY2" fmla="*/ 331785 h 1975367"/>
                  <a:gd name="connsiteX3" fmla="*/ 3078169 w 3775841"/>
                  <a:gd name="connsiteY3" fmla="*/ 1938738 h 1975367"/>
                  <a:gd name="connsiteX4" fmla="*/ 1700608 w 3775841"/>
                  <a:gd name="connsiteY4" fmla="*/ 1432728 h 1975367"/>
                  <a:gd name="connsiteX5" fmla="*/ 356 w 3775841"/>
                  <a:gd name="connsiteY5" fmla="*/ 1155023 h 1975367"/>
                  <a:gd name="connsiteX0" fmla="*/ 385 w 3775871"/>
                  <a:gd name="connsiteY0" fmla="*/ 1155023 h 1964875"/>
                  <a:gd name="connsiteX1" fmla="*/ 1845407 w 3775871"/>
                  <a:gd name="connsiteY1" fmla="*/ 454886 h 1964875"/>
                  <a:gd name="connsiteX2" fmla="*/ 3544300 w 3775871"/>
                  <a:gd name="connsiteY2" fmla="*/ 331785 h 1964875"/>
                  <a:gd name="connsiteX3" fmla="*/ 3078198 w 3775871"/>
                  <a:gd name="connsiteY3" fmla="*/ 1938738 h 1964875"/>
                  <a:gd name="connsiteX4" fmla="*/ 1700637 w 3775871"/>
                  <a:gd name="connsiteY4" fmla="*/ 1432728 h 1964875"/>
                  <a:gd name="connsiteX5" fmla="*/ 385 w 3775871"/>
                  <a:gd name="connsiteY5" fmla="*/ 1155023 h 1964875"/>
                  <a:gd name="connsiteX0" fmla="*/ 518 w 3310321"/>
                  <a:gd name="connsiteY0" fmla="*/ 1561197 h 1986949"/>
                  <a:gd name="connsiteX1" fmla="*/ 1379857 w 3310321"/>
                  <a:gd name="connsiteY1" fmla="*/ 469469 h 1986949"/>
                  <a:gd name="connsiteX2" fmla="*/ 3078750 w 3310321"/>
                  <a:gd name="connsiteY2" fmla="*/ 346368 h 1986949"/>
                  <a:gd name="connsiteX3" fmla="*/ 2612648 w 3310321"/>
                  <a:gd name="connsiteY3" fmla="*/ 1953321 h 1986949"/>
                  <a:gd name="connsiteX4" fmla="*/ 1235087 w 3310321"/>
                  <a:gd name="connsiteY4" fmla="*/ 1447311 h 1986949"/>
                  <a:gd name="connsiteX5" fmla="*/ 518 w 3310321"/>
                  <a:gd name="connsiteY5" fmla="*/ 1561197 h 1986949"/>
                  <a:gd name="connsiteX0" fmla="*/ 252954 w 3562757"/>
                  <a:gd name="connsiteY0" fmla="*/ 1561197 h 1986950"/>
                  <a:gd name="connsiteX1" fmla="*/ 1632293 w 3562757"/>
                  <a:gd name="connsiteY1" fmla="*/ 469469 h 1986950"/>
                  <a:gd name="connsiteX2" fmla="*/ 3331186 w 3562757"/>
                  <a:gd name="connsiteY2" fmla="*/ 346368 h 1986950"/>
                  <a:gd name="connsiteX3" fmla="*/ 2865084 w 3562757"/>
                  <a:gd name="connsiteY3" fmla="*/ 1953321 h 1986950"/>
                  <a:gd name="connsiteX4" fmla="*/ 1487523 w 3562757"/>
                  <a:gd name="connsiteY4" fmla="*/ 1447311 h 1986950"/>
                  <a:gd name="connsiteX5" fmla="*/ 252954 w 3562757"/>
                  <a:gd name="connsiteY5" fmla="*/ 1561197 h 1986950"/>
                  <a:gd name="connsiteX0" fmla="*/ 275988 w 4836894"/>
                  <a:gd name="connsiteY0" fmla="*/ 1254188 h 1664972"/>
                  <a:gd name="connsiteX1" fmla="*/ 1655327 w 4836894"/>
                  <a:gd name="connsiteY1" fmla="*/ 162460 h 1664972"/>
                  <a:gd name="connsiteX2" fmla="*/ 4715739 w 4836894"/>
                  <a:gd name="connsiteY2" fmla="*/ 494988 h 1664972"/>
                  <a:gd name="connsiteX3" fmla="*/ 2888118 w 4836894"/>
                  <a:gd name="connsiteY3" fmla="*/ 1646312 h 1664972"/>
                  <a:gd name="connsiteX4" fmla="*/ 1510557 w 4836894"/>
                  <a:gd name="connsiteY4" fmla="*/ 1140302 h 1664972"/>
                  <a:gd name="connsiteX5" fmla="*/ 275988 w 4836894"/>
                  <a:gd name="connsiteY5" fmla="*/ 1254188 h 1664972"/>
                  <a:gd name="connsiteX0" fmla="*/ 275988 w 4716813"/>
                  <a:gd name="connsiteY0" fmla="*/ 1630321 h 2049242"/>
                  <a:gd name="connsiteX1" fmla="*/ 1655327 w 4716813"/>
                  <a:gd name="connsiteY1" fmla="*/ 538593 h 2049242"/>
                  <a:gd name="connsiteX2" fmla="*/ 4715739 w 4716813"/>
                  <a:gd name="connsiteY2" fmla="*/ 871121 h 2049242"/>
                  <a:gd name="connsiteX3" fmla="*/ 2888118 w 4716813"/>
                  <a:gd name="connsiteY3" fmla="*/ 2022445 h 2049242"/>
                  <a:gd name="connsiteX4" fmla="*/ 1510557 w 4716813"/>
                  <a:gd name="connsiteY4" fmla="*/ 1516435 h 2049242"/>
                  <a:gd name="connsiteX5" fmla="*/ 275988 w 4716813"/>
                  <a:gd name="connsiteY5" fmla="*/ 1630321 h 2049242"/>
                  <a:gd name="connsiteX0" fmla="*/ 275988 w 4749030"/>
                  <a:gd name="connsiteY0" fmla="*/ 1124638 h 1545870"/>
                  <a:gd name="connsiteX1" fmla="*/ 1655327 w 4749030"/>
                  <a:gd name="connsiteY1" fmla="*/ 32910 h 1545870"/>
                  <a:gd name="connsiteX2" fmla="*/ 4715739 w 4749030"/>
                  <a:gd name="connsiteY2" fmla="*/ 365438 h 1545870"/>
                  <a:gd name="connsiteX3" fmla="*/ 3175706 w 4749030"/>
                  <a:gd name="connsiteY3" fmla="*/ 1192854 h 1545870"/>
                  <a:gd name="connsiteX4" fmla="*/ 1510557 w 4749030"/>
                  <a:gd name="connsiteY4" fmla="*/ 1010752 h 1545870"/>
                  <a:gd name="connsiteX5" fmla="*/ 275988 w 4749030"/>
                  <a:gd name="connsiteY5" fmla="*/ 1124638 h 1545870"/>
                  <a:gd name="connsiteX0" fmla="*/ 275988 w 4727950"/>
                  <a:gd name="connsiteY0" fmla="*/ 1387914 h 1809146"/>
                  <a:gd name="connsiteX1" fmla="*/ 1655327 w 4727950"/>
                  <a:gd name="connsiteY1" fmla="*/ 296186 h 1809146"/>
                  <a:gd name="connsiteX2" fmla="*/ 4715739 w 4727950"/>
                  <a:gd name="connsiteY2" fmla="*/ 628714 h 1809146"/>
                  <a:gd name="connsiteX3" fmla="*/ 3175706 w 4727950"/>
                  <a:gd name="connsiteY3" fmla="*/ 1456130 h 1809146"/>
                  <a:gd name="connsiteX4" fmla="*/ 1510557 w 4727950"/>
                  <a:gd name="connsiteY4" fmla="*/ 1274028 h 1809146"/>
                  <a:gd name="connsiteX5" fmla="*/ 275988 w 4727950"/>
                  <a:gd name="connsiteY5" fmla="*/ 1387914 h 1809146"/>
                  <a:gd name="connsiteX0" fmla="*/ 275988 w 4727950"/>
                  <a:gd name="connsiteY0" fmla="*/ 1387914 h 1809146"/>
                  <a:gd name="connsiteX1" fmla="*/ 1655327 w 4727950"/>
                  <a:gd name="connsiteY1" fmla="*/ 296186 h 1809146"/>
                  <a:gd name="connsiteX2" fmla="*/ 4715739 w 4727950"/>
                  <a:gd name="connsiteY2" fmla="*/ 628714 h 1809146"/>
                  <a:gd name="connsiteX3" fmla="*/ 3175706 w 4727950"/>
                  <a:gd name="connsiteY3" fmla="*/ 1456130 h 1809146"/>
                  <a:gd name="connsiteX4" fmla="*/ 1510557 w 4727950"/>
                  <a:gd name="connsiteY4" fmla="*/ 1274028 h 1809146"/>
                  <a:gd name="connsiteX5" fmla="*/ 275988 w 4727950"/>
                  <a:gd name="connsiteY5" fmla="*/ 1387914 h 1809146"/>
                  <a:gd name="connsiteX0" fmla="*/ 275988 w 4740315"/>
                  <a:gd name="connsiteY0" fmla="*/ 1132875 h 1722803"/>
                  <a:gd name="connsiteX1" fmla="*/ 1655327 w 4740315"/>
                  <a:gd name="connsiteY1" fmla="*/ 41147 h 1722803"/>
                  <a:gd name="connsiteX2" fmla="*/ 4715739 w 4740315"/>
                  <a:gd name="connsiteY2" fmla="*/ 373675 h 1722803"/>
                  <a:gd name="connsiteX3" fmla="*/ 3012343 w 4740315"/>
                  <a:gd name="connsiteY3" fmla="*/ 1711656 h 1722803"/>
                  <a:gd name="connsiteX4" fmla="*/ 1510557 w 4740315"/>
                  <a:gd name="connsiteY4" fmla="*/ 1018989 h 1722803"/>
                  <a:gd name="connsiteX5" fmla="*/ 275988 w 4740315"/>
                  <a:gd name="connsiteY5" fmla="*/ 1132875 h 1722803"/>
                  <a:gd name="connsiteX0" fmla="*/ 275988 w 4756119"/>
                  <a:gd name="connsiteY0" fmla="*/ 1127108 h 1542684"/>
                  <a:gd name="connsiteX1" fmla="*/ 1655327 w 4756119"/>
                  <a:gd name="connsiteY1" fmla="*/ 35380 h 1542684"/>
                  <a:gd name="connsiteX2" fmla="*/ 4715739 w 4756119"/>
                  <a:gd name="connsiteY2" fmla="*/ 367908 h 1542684"/>
                  <a:gd name="connsiteX3" fmla="*/ 3285074 w 4756119"/>
                  <a:gd name="connsiteY3" fmla="*/ 1369029 h 1542684"/>
                  <a:gd name="connsiteX4" fmla="*/ 1510557 w 4756119"/>
                  <a:gd name="connsiteY4" fmla="*/ 1013222 h 1542684"/>
                  <a:gd name="connsiteX5" fmla="*/ 275988 w 4756119"/>
                  <a:gd name="connsiteY5" fmla="*/ 1127108 h 1542684"/>
                  <a:gd name="connsiteX0" fmla="*/ 275988 w 4715923"/>
                  <a:gd name="connsiteY0" fmla="*/ 1122352 h 1572226"/>
                  <a:gd name="connsiteX1" fmla="*/ 1655327 w 4715923"/>
                  <a:gd name="connsiteY1" fmla="*/ 30624 h 1572226"/>
                  <a:gd name="connsiteX2" fmla="*/ 4715739 w 4715923"/>
                  <a:gd name="connsiteY2" fmla="*/ 363152 h 1572226"/>
                  <a:gd name="connsiteX3" fmla="*/ 1510557 w 4715923"/>
                  <a:gd name="connsiteY3" fmla="*/ 1008466 h 1572226"/>
                  <a:gd name="connsiteX4" fmla="*/ 275988 w 4715923"/>
                  <a:gd name="connsiteY4" fmla="*/ 1122352 h 1572226"/>
                  <a:gd name="connsiteX0" fmla="*/ 25029 w 4476010"/>
                  <a:gd name="connsiteY0" fmla="*/ 1892393 h 2022034"/>
                  <a:gd name="connsiteX1" fmla="*/ 2236847 w 4476010"/>
                  <a:gd name="connsiteY1" fmla="*/ 11492 h 2022034"/>
                  <a:gd name="connsiteX2" fmla="*/ 4464780 w 4476010"/>
                  <a:gd name="connsiteY2" fmla="*/ 1133193 h 2022034"/>
                  <a:gd name="connsiteX3" fmla="*/ 1259598 w 4476010"/>
                  <a:gd name="connsiteY3" fmla="*/ 1778507 h 2022034"/>
                  <a:gd name="connsiteX4" fmla="*/ 25029 w 4476010"/>
                  <a:gd name="connsiteY4" fmla="*/ 1892393 h 2022034"/>
                  <a:gd name="connsiteX0" fmla="*/ 19312 w 4468531"/>
                  <a:gd name="connsiteY0" fmla="*/ 1893478 h 2350831"/>
                  <a:gd name="connsiteX1" fmla="*/ 2231130 w 4468531"/>
                  <a:gd name="connsiteY1" fmla="*/ 12577 h 2350831"/>
                  <a:gd name="connsiteX2" fmla="*/ 4459063 w 4468531"/>
                  <a:gd name="connsiteY2" fmla="*/ 1134278 h 2350831"/>
                  <a:gd name="connsiteX3" fmla="*/ 2962196 w 4468531"/>
                  <a:gd name="connsiteY3" fmla="*/ 2337807 h 2350831"/>
                  <a:gd name="connsiteX4" fmla="*/ 1253881 w 4468531"/>
                  <a:gd name="connsiteY4" fmla="*/ 1779592 h 2350831"/>
                  <a:gd name="connsiteX5" fmla="*/ 19312 w 4468531"/>
                  <a:gd name="connsiteY5" fmla="*/ 1893478 h 2350831"/>
                  <a:gd name="connsiteX0" fmla="*/ 114931 w 4564151"/>
                  <a:gd name="connsiteY0" fmla="*/ 1893478 h 2606070"/>
                  <a:gd name="connsiteX1" fmla="*/ 2326749 w 4564151"/>
                  <a:gd name="connsiteY1" fmla="*/ 12577 h 2606070"/>
                  <a:gd name="connsiteX2" fmla="*/ 4554682 w 4564151"/>
                  <a:gd name="connsiteY2" fmla="*/ 1134278 h 2606070"/>
                  <a:gd name="connsiteX3" fmla="*/ 3057815 w 4564151"/>
                  <a:gd name="connsiteY3" fmla="*/ 2337807 h 2606070"/>
                  <a:gd name="connsiteX4" fmla="*/ 602599 w 4564151"/>
                  <a:gd name="connsiteY4" fmla="*/ 2591133 h 2606070"/>
                  <a:gd name="connsiteX5" fmla="*/ 114931 w 4564151"/>
                  <a:gd name="connsiteY5" fmla="*/ 1893478 h 2606070"/>
                  <a:gd name="connsiteX0" fmla="*/ 339436 w 4163621"/>
                  <a:gd name="connsiteY0" fmla="*/ 711041 h 2677547"/>
                  <a:gd name="connsiteX1" fmla="*/ 1926219 w 4163621"/>
                  <a:gd name="connsiteY1" fmla="*/ 9118 h 2677547"/>
                  <a:gd name="connsiteX2" fmla="*/ 4154152 w 4163621"/>
                  <a:gd name="connsiteY2" fmla="*/ 1130819 h 2677547"/>
                  <a:gd name="connsiteX3" fmla="*/ 2657285 w 4163621"/>
                  <a:gd name="connsiteY3" fmla="*/ 2334348 h 2677547"/>
                  <a:gd name="connsiteX4" fmla="*/ 202069 w 4163621"/>
                  <a:gd name="connsiteY4" fmla="*/ 2587674 h 2677547"/>
                  <a:gd name="connsiteX5" fmla="*/ 339436 w 4163621"/>
                  <a:gd name="connsiteY5" fmla="*/ 711041 h 2677547"/>
                  <a:gd name="connsiteX0" fmla="*/ 8699 w 3970251"/>
                  <a:gd name="connsiteY0" fmla="*/ 2578556 h 2717756"/>
                  <a:gd name="connsiteX1" fmla="*/ 1732849 w 3970251"/>
                  <a:gd name="connsiteY1" fmla="*/ 0 h 2717756"/>
                  <a:gd name="connsiteX2" fmla="*/ 3960782 w 3970251"/>
                  <a:gd name="connsiteY2" fmla="*/ 1121701 h 2717756"/>
                  <a:gd name="connsiteX3" fmla="*/ 2463915 w 3970251"/>
                  <a:gd name="connsiteY3" fmla="*/ 2325230 h 2717756"/>
                  <a:gd name="connsiteX4" fmla="*/ 8699 w 3970251"/>
                  <a:gd name="connsiteY4" fmla="*/ 2578556 h 2717756"/>
                  <a:gd name="connsiteX0" fmla="*/ 11617 w 3584652"/>
                  <a:gd name="connsiteY0" fmla="*/ 1430838 h 2340009"/>
                  <a:gd name="connsiteX1" fmla="*/ 1347250 w 3584652"/>
                  <a:gd name="connsiteY1" fmla="*/ 2380 h 2340009"/>
                  <a:gd name="connsiteX2" fmla="*/ 3575183 w 3584652"/>
                  <a:gd name="connsiteY2" fmla="*/ 1124081 h 2340009"/>
                  <a:gd name="connsiteX3" fmla="*/ 2078316 w 3584652"/>
                  <a:gd name="connsiteY3" fmla="*/ 2327610 h 2340009"/>
                  <a:gd name="connsiteX4" fmla="*/ 11617 w 3584652"/>
                  <a:gd name="connsiteY4" fmla="*/ 1430838 h 2340009"/>
                  <a:gd name="connsiteX0" fmla="*/ 36322 w 3609357"/>
                  <a:gd name="connsiteY0" fmla="*/ 1430838 h 2532978"/>
                  <a:gd name="connsiteX1" fmla="*/ 1371955 w 3609357"/>
                  <a:gd name="connsiteY1" fmla="*/ 2380 h 2532978"/>
                  <a:gd name="connsiteX2" fmla="*/ 3599888 w 3609357"/>
                  <a:gd name="connsiteY2" fmla="*/ 1124081 h 2532978"/>
                  <a:gd name="connsiteX3" fmla="*/ 2103021 w 3609357"/>
                  <a:gd name="connsiteY3" fmla="*/ 2327610 h 2532978"/>
                  <a:gd name="connsiteX4" fmla="*/ 36322 w 3609357"/>
                  <a:gd name="connsiteY4" fmla="*/ 1430838 h 2532978"/>
                  <a:gd name="connsiteX0" fmla="*/ 3580 w 3569301"/>
                  <a:gd name="connsiteY0" fmla="*/ 1431089 h 2816320"/>
                  <a:gd name="connsiteX1" fmla="*/ 1339213 w 3569301"/>
                  <a:gd name="connsiteY1" fmla="*/ 2631 h 2816320"/>
                  <a:gd name="connsiteX2" fmla="*/ 3567146 w 3569301"/>
                  <a:gd name="connsiteY2" fmla="*/ 1124332 h 2816320"/>
                  <a:gd name="connsiteX3" fmla="*/ 1722688 w 3569301"/>
                  <a:gd name="connsiteY3" fmla="*/ 2808414 h 2816320"/>
                  <a:gd name="connsiteX4" fmla="*/ 3580 w 3569301"/>
                  <a:gd name="connsiteY4" fmla="*/ 1431089 h 2816320"/>
                  <a:gd name="connsiteX0" fmla="*/ 3579 w 3569300"/>
                  <a:gd name="connsiteY0" fmla="*/ 1431089 h 2808414"/>
                  <a:gd name="connsiteX1" fmla="*/ 1339212 w 3569300"/>
                  <a:gd name="connsiteY1" fmla="*/ 2631 h 2808414"/>
                  <a:gd name="connsiteX2" fmla="*/ 3567145 w 3569300"/>
                  <a:gd name="connsiteY2" fmla="*/ 1124332 h 2808414"/>
                  <a:gd name="connsiteX3" fmla="*/ 1722687 w 3569300"/>
                  <a:gd name="connsiteY3" fmla="*/ 2808414 h 2808414"/>
                  <a:gd name="connsiteX4" fmla="*/ 3579 w 3569300"/>
                  <a:gd name="connsiteY4" fmla="*/ 1431089 h 2808414"/>
                  <a:gd name="connsiteX0" fmla="*/ 3579 w 3570402"/>
                  <a:gd name="connsiteY0" fmla="*/ 1431089 h 2845664"/>
                  <a:gd name="connsiteX1" fmla="*/ 1339212 w 3570402"/>
                  <a:gd name="connsiteY1" fmla="*/ 2631 h 2845664"/>
                  <a:gd name="connsiteX2" fmla="*/ 3567145 w 3570402"/>
                  <a:gd name="connsiteY2" fmla="*/ 1124332 h 2845664"/>
                  <a:gd name="connsiteX3" fmla="*/ 1722687 w 3570402"/>
                  <a:gd name="connsiteY3" fmla="*/ 2808414 h 2845664"/>
                  <a:gd name="connsiteX4" fmla="*/ 3579 w 3570402"/>
                  <a:gd name="connsiteY4" fmla="*/ 1431089 h 2845664"/>
                  <a:gd name="connsiteX0" fmla="*/ 3579 w 3571531"/>
                  <a:gd name="connsiteY0" fmla="*/ 1431089 h 2809355"/>
                  <a:gd name="connsiteX1" fmla="*/ 1339212 w 3571531"/>
                  <a:gd name="connsiteY1" fmla="*/ 2631 h 2809355"/>
                  <a:gd name="connsiteX2" fmla="*/ 3567145 w 3571531"/>
                  <a:gd name="connsiteY2" fmla="*/ 1124332 h 2809355"/>
                  <a:gd name="connsiteX3" fmla="*/ 1722687 w 3571531"/>
                  <a:gd name="connsiteY3" fmla="*/ 2808414 h 2809355"/>
                  <a:gd name="connsiteX4" fmla="*/ 3579 w 3571531"/>
                  <a:gd name="connsiteY4" fmla="*/ 1431089 h 2809355"/>
                  <a:gd name="connsiteX0" fmla="*/ 3579 w 3570449"/>
                  <a:gd name="connsiteY0" fmla="*/ 1431089 h 2811091"/>
                  <a:gd name="connsiteX1" fmla="*/ 1339212 w 3570449"/>
                  <a:gd name="connsiteY1" fmla="*/ 2631 h 2811091"/>
                  <a:gd name="connsiteX2" fmla="*/ 3567145 w 3570449"/>
                  <a:gd name="connsiteY2" fmla="*/ 1124332 h 2811091"/>
                  <a:gd name="connsiteX3" fmla="*/ 1722687 w 3570449"/>
                  <a:gd name="connsiteY3" fmla="*/ 2808414 h 2811091"/>
                  <a:gd name="connsiteX4" fmla="*/ 3579 w 3570449"/>
                  <a:gd name="connsiteY4" fmla="*/ 1431089 h 2811091"/>
                  <a:gd name="connsiteX0" fmla="*/ 9477 w 3576347"/>
                  <a:gd name="connsiteY0" fmla="*/ 1454488 h 2834490"/>
                  <a:gd name="connsiteX1" fmla="*/ 1345110 w 3576347"/>
                  <a:gd name="connsiteY1" fmla="*/ 26030 h 2834490"/>
                  <a:gd name="connsiteX2" fmla="*/ 3573043 w 3576347"/>
                  <a:gd name="connsiteY2" fmla="*/ 1147731 h 2834490"/>
                  <a:gd name="connsiteX3" fmla="*/ 1728585 w 3576347"/>
                  <a:gd name="connsiteY3" fmla="*/ 2831813 h 2834490"/>
                  <a:gd name="connsiteX4" fmla="*/ 9477 w 3576347"/>
                  <a:gd name="connsiteY4" fmla="*/ 1454488 h 2834490"/>
                  <a:gd name="connsiteX0" fmla="*/ 11200 w 3578070"/>
                  <a:gd name="connsiteY0" fmla="*/ 1454488 h 2834490"/>
                  <a:gd name="connsiteX1" fmla="*/ 1346833 w 3578070"/>
                  <a:gd name="connsiteY1" fmla="*/ 26030 h 2834490"/>
                  <a:gd name="connsiteX2" fmla="*/ 3574766 w 3578070"/>
                  <a:gd name="connsiteY2" fmla="*/ 1147731 h 2834490"/>
                  <a:gd name="connsiteX3" fmla="*/ 1730308 w 3578070"/>
                  <a:gd name="connsiteY3" fmla="*/ 2831813 h 2834490"/>
                  <a:gd name="connsiteX4" fmla="*/ 11200 w 3578070"/>
                  <a:gd name="connsiteY4" fmla="*/ 1454488 h 2834490"/>
                  <a:gd name="connsiteX0" fmla="*/ 5238 w 3394494"/>
                  <a:gd name="connsiteY0" fmla="*/ 1561249 h 2815719"/>
                  <a:gd name="connsiteX1" fmla="*/ 1164359 w 3394494"/>
                  <a:gd name="connsiteY1" fmla="*/ 5027 h 2815719"/>
                  <a:gd name="connsiteX2" fmla="*/ 3392292 w 3394494"/>
                  <a:gd name="connsiteY2" fmla="*/ 1126728 h 2815719"/>
                  <a:gd name="connsiteX3" fmla="*/ 1547834 w 3394494"/>
                  <a:gd name="connsiteY3" fmla="*/ 2810810 h 2815719"/>
                  <a:gd name="connsiteX4" fmla="*/ 5238 w 3394494"/>
                  <a:gd name="connsiteY4" fmla="*/ 1561249 h 2815719"/>
                  <a:gd name="connsiteX0" fmla="*/ 1714 w 3390970"/>
                  <a:gd name="connsiteY0" fmla="*/ 1561249 h 2816846"/>
                  <a:gd name="connsiteX1" fmla="*/ 1160835 w 3390970"/>
                  <a:gd name="connsiteY1" fmla="*/ 5027 h 2816846"/>
                  <a:gd name="connsiteX2" fmla="*/ 3388768 w 3390970"/>
                  <a:gd name="connsiteY2" fmla="*/ 1126728 h 2816846"/>
                  <a:gd name="connsiteX3" fmla="*/ 1544310 w 3390970"/>
                  <a:gd name="connsiteY3" fmla="*/ 2810810 h 2816846"/>
                  <a:gd name="connsiteX4" fmla="*/ 1714 w 3390970"/>
                  <a:gd name="connsiteY4" fmla="*/ 1561249 h 2816846"/>
                  <a:gd name="connsiteX0" fmla="*/ 1714 w 3392183"/>
                  <a:gd name="connsiteY0" fmla="*/ 1561249 h 2822298"/>
                  <a:gd name="connsiteX1" fmla="*/ 1160835 w 3392183"/>
                  <a:gd name="connsiteY1" fmla="*/ 5027 h 2822298"/>
                  <a:gd name="connsiteX2" fmla="*/ 3388768 w 3392183"/>
                  <a:gd name="connsiteY2" fmla="*/ 1126728 h 2822298"/>
                  <a:gd name="connsiteX3" fmla="*/ 1544310 w 3392183"/>
                  <a:gd name="connsiteY3" fmla="*/ 2810810 h 2822298"/>
                  <a:gd name="connsiteX4" fmla="*/ 1714 w 3392183"/>
                  <a:gd name="connsiteY4" fmla="*/ 1561249 h 2822298"/>
                  <a:gd name="connsiteX0" fmla="*/ 1599 w 3099681"/>
                  <a:gd name="connsiteY0" fmla="*/ 1556274 h 2805936"/>
                  <a:gd name="connsiteX1" fmla="*/ 1160720 w 3099681"/>
                  <a:gd name="connsiteY1" fmla="*/ 52 h 2805936"/>
                  <a:gd name="connsiteX2" fmla="*/ 3097014 w 3099681"/>
                  <a:gd name="connsiteY2" fmla="*/ 1505235 h 2805936"/>
                  <a:gd name="connsiteX3" fmla="*/ 1544195 w 3099681"/>
                  <a:gd name="connsiteY3" fmla="*/ 2805835 h 2805936"/>
                  <a:gd name="connsiteX4" fmla="*/ 1599 w 3099681"/>
                  <a:gd name="connsiteY4" fmla="*/ 1556274 h 2805936"/>
                  <a:gd name="connsiteX0" fmla="*/ 1599 w 3098266"/>
                  <a:gd name="connsiteY0" fmla="*/ 1556274 h 2805936"/>
                  <a:gd name="connsiteX1" fmla="*/ 1160720 w 3098266"/>
                  <a:gd name="connsiteY1" fmla="*/ 52 h 2805936"/>
                  <a:gd name="connsiteX2" fmla="*/ 3097014 w 3098266"/>
                  <a:gd name="connsiteY2" fmla="*/ 1505235 h 2805936"/>
                  <a:gd name="connsiteX3" fmla="*/ 1544195 w 3098266"/>
                  <a:gd name="connsiteY3" fmla="*/ 2805835 h 2805936"/>
                  <a:gd name="connsiteX4" fmla="*/ 1599 w 3098266"/>
                  <a:gd name="connsiteY4" fmla="*/ 1556274 h 2805936"/>
                  <a:gd name="connsiteX0" fmla="*/ 6698 w 3107113"/>
                  <a:gd name="connsiteY0" fmla="*/ 1556268 h 1995204"/>
                  <a:gd name="connsiteX1" fmla="*/ 1165819 w 3107113"/>
                  <a:gd name="connsiteY1" fmla="*/ 46 h 1995204"/>
                  <a:gd name="connsiteX2" fmla="*/ 3102113 w 3107113"/>
                  <a:gd name="connsiteY2" fmla="*/ 1505229 h 1995204"/>
                  <a:gd name="connsiteX3" fmla="*/ 1670895 w 3107113"/>
                  <a:gd name="connsiteY3" fmla="*/ 1994767 h 1995204"/>
                  <a:gd name="connsiteX4" fmla="*/ 6698 w 3107113"/>
                  <a:gd name="connsiteY4" fmla="*/ 1556268 h 1995204"/>
                  <a:gd name="connsiteX0" fmla="*/ 6698 w 3107610"/>
                  <a:gd name="connsiteY0" fmla="*/ 1556268 h 2094159"/>
                  <a:gd name="connsiteX1" fmla="*/ 1165819 w 3107610"/>
                  <a:gd name="connsiteY1" fmla="*/ 46 h 2094159"/>
                  <a:gd name="connsiteX2" fmla="*/ 3102113 w 3107610"/>
                  <a:gd name="connsiteY2" fmla="*/ 1505229 h 2094159"/>
                  <a:gd name="connsiteX3" fmla="*/ 1670895 w 3107610"/>
                  <a:gd name="connsiteY3" fmla="*/ 1994767 h 2094159"/>
                  <a:gd name="connsiteX4" fmla="*/ 6698 w 3107610"/>
                  <a:gd name="connsiteY4" fmla="*/ 1556268 h 2094159"/>
                  <a:gd name="connsiteX0" fmla="*/ 6698 w 3108326"/>
                  <a:gd name="connsiteY0" fmla="*/ 1556268 h 2032117"/>
                  <a:gd name="connsiteX1" fmla="*/ 1165819 w 3108326"/>
                  <a:gd name="connsiteY1" fmla="*/ 46 h 2032117"/>
                  <a:gd name="connsiteX2" fmla="*/ 3102113 w 3108326"/>
                  <a:gd name="connsiteY2" fmla="*/ 1505229 h 2032117"/>
                  <a:gd name="connsiteX3" fmla="*/ 1670895 w 3108326"/>
                  <a:gd name="connsiteY3" fmla="*/ 1994767 h 2032117"/>
                  <a:gd name="connsiteX4" fmla="*/ 6698 w 3108326"/>
                  <a:gd name="connsiteY4" fmla="*/ 1556268 h 2032117"/>
                  <a:gd name="connsiteX0" fmla="*/ 2700 w 3101149"/>
                  <a:gd name="connsiteY0" fmla="*/ 1588985 h 2065259"/>
                  <a:gd name="connsiteX1" fmla="*/ 1324169 w 3101149"/>
                  <a:gd name="connsiteY1" fmla="*/ 44 h 2065259"/>
                  <a:gd name="connsiteX2" fmla="*/ 3098115 w 3101149"/>
                  <a:gd name="connsiteY2" fmla="*/ 1537946 h 2065259"/>
                  <a:gd name="connsiteX3" fmla="*/ 1666897 w 3101149"/>
                  <a:gd name="connsiteY3" fmla="*/ 2027484 h 2065259"/>
                  <a:gd name="connsiteX4" fmla="*/ 2700 w 3101149"/>
                  <a:gd name="connsiteY4" fmla="*/ 1588985 h 2065259"/>
                  <a:gd name="connsiteX0" fmla="*/ 2700 w 3100106"/>
                  <a:gd name="connsiteY0" fmla="*/ 1588985 h 2163738"/>
                  <a:gd name="connsiteX1" fmla="*/ 1324169 w 3100106"/>
                  <a:gd name="connsiteY1" fmla="*/ 44 h 2163738"/>
                  <a:gd name="connsiteX2" fmla="*/ 3098115 w 3100106"/>
                  <a:gd name="connsiteY2" fmla="*/ 1537946 h 2163738"/>
                  <a:gd name="connsiteX3" fmla="*/ 1666897 w 3100106"/>
                  <a:gd name="connsiteY3" fmla="*/ 2027484 h 2163738"/>
                  <a:gd name="connsiteX4" fmla="*/ 2700 w 3100106"/>
                  <a:gd name="connsiteY4" fmla="*/ 1588985 h 2163738"/>
                  <a:gd name="connsiteX0" fmla="*/ 2700 w 3100834"/>
                  <a:gd name="connsiteY0" fmla="*/ 1588985 h 2056082"/>
                  <a:gd name="connsiteX1" fmla="*/ 1324169 w 3100834"/>
                  <a:gd name="connsiteY1" fmla="*/ 44 h 2056082"/>
                  <a:gd name="connsiteX2" fmla="*/ 3098115 w 3100834"/>
                  <a:gd name="connsiteY2" fmla="*/ 1537946 h 2056082"/>
                  <a:gd name="connsiteX3" fmla="*/ 1666897 w 3100834"/>
                  <a:gd name="connsiteY3" fmla="*/ 2027484 h 2056082"/>
                  <a:gd name="connsiteX4" fmla="*/ 2700 w 3100834"/>
                  <a:gd name="connsiteY4" fmla="*/ 1588985 h 2056082"/>
                  <a:gd name="connsiteX0" fmla="*/ 2700 w 3101100"/>
                  <a:gd name="connsiteY0" fmla="*/ 1588985 h 2041075"/>
                  <a:gd name="connsiteX1" fmla="*/ 1324169 w 3101100"/>
                  <a:gd name="connsiteY1" fmla="*/ 44 h 2041075"/>
                  <a:gd name="connsiteX2" fmla="*/ 3098115 w 3101100"/>
                  <a:gd name="connsiteY2" fmla="*/ 1537946 h 2041075"/>
                  <a:gd name="connsiteX3" fmla="*/ 1666897 w 3101100"/>
                  <a:gd name="connsiteY3" fmla="*/ 2027484 h 2041075"/>
                  <a:gd name="connsiteX4" fmla="*/ 2700 w 3101100"/>
                  <a:gd name="connsiteY4" fmla="*/ 1588985 h 2041075"/>
                  <a:gd name="connsiteX0" fmla="*/ 2700 w 3101100"/>
                  <a:gd name="connsiteY0" fmla="*/ 1588985 h 2041075"/>
                  <a:gd name="connsiteX1" fmla="*/ 1324169 w 3101100"/>
                  <a:gd name="connsiteY1" fmla="*/ 44 h 2041075"/>
                  <a:gd name="connsiteX2" fmla="*/ 3098115 w 3101100"/>
                  <a:gd name="connsiteY2" fmla="*/ 1537946 h 2041075"/>
                  <a:gd name="connsiteX3" fmla="*/ 1666897 w 3101100"/>
                  <a:gd name="connsiteY3" fmla="*/ 2027484 h 2041075"/>
                  <a:gd name="connsiteX4" fmla="*/ 2700 w 3101100"/>
                  <a:gd name="connsiteY4" fmla="*/ 1588985 h 2041075"/>
                  <a:gd name="connsiteX0" fmla="*/ 2700 w 3101100"/>
                  <a:gd name="connsiteY0" fmla="*/ 1588985 h 2041075"/>
                  <a:gd name="connsiteX1" fmla="*/ 1324169 w 3101100"/>
                  <a:gd name="connsiteY1" fmla="*/ 44 h 2041075"/>
                  <a:gd name="connsiteX2" fmla="*/ 3098115 w 3101100"/>
                  <a:gd name="connsiteY2" fmla="*/ 1537946 h 2041075"/>
                  <a:gd name="connsiteX3" fmla="*/ 1666897 w 3101100"/>
                  <a:gd name="connsiteY3" fmla="*/ 2027484 h 2041075"/>
                  <a:gd name="connsiteX4" fmla="*/ 2700 w 3101100"/>
                  <a:gd name="connsiteY4" fmla="*/ 1588985 h 20410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01100" h="2041075">
                    <a:moveTo>
                      <a:pt x="2700" y="1588985"/>
                    </a:moveTo>
                    <a:cubicBezTo>
                      <a:pt x="-54421" y="1251078"/>
                      <a:pt x="808267" y="8550"/>
                      <a:pt x="1324169" y="44"/>
                    </a:cubicBezTo>
                    <a:cubicBezTo>
                      <a:pt x="1840071" y="-8462"/>
                      <a:pt x="3040994" y="1200039"/>
                      <a:pt x="3098115" y="1537946"/>
                    </a:cubicBezTo>
                    <a:cubicBezTo>
                      <a:pt x="3155236" y="1875853"/>
                      <a:pt x="2382291" y="1963492"/>
                      <a:pt x="1666897" y="2027484"/>
                    </a:cubicBezTo>
                    <a:cubicBezTo>
                      <a:pt x="951503" y="2091476"/>
                      <a:pt x="59821" y="1926892"/>
                      <a:pt x="2700" y="1588985"/>
                    </a:cubicBezTo>
                    <a:close/>
                  </a:path>
                </a:pathLst>
              </a:custGeom>
              <a:noFill/>
              <a:ln w="50800">
                <a:solidFill>
                  <a:srgbClr val="647A8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  <p:sp>
            <p:nvSpPr>
              <p:cNvPr id="19" name="Titel 1">
                <a:extLst>
                  <a:ext uri="{FF2B5EF4-FFF2-40B4-BE49-F238E27FC236}">
                    <a16:creationId xmlns:a16="http://schemas.microsoft.com/office/drawing/2014/main" id="{3271CB76-F983-8C91-9D55-3D23EA171E7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051859" y="6045499"/>
                <a:ext cx="2276638" cy="489887"/>
              </a:xfrm>
              <a:prstGeom prst="rect">
                <a:avLst/>
              </a:prstGeom>
            </p:spPr>
            <p:txBody>
              <a:bodyPr anchor="ctr"/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r"/>
                <a:r>
                  <a:rPr lang="de-DE" sz="1200" b="0" dirty="0">
                    <a:solidFill>
                      <a:schemeClr val="bg1"/>
                    </a:solidFill>
                    <a:latin typeface="TheSans Plain" pitchFamily="2" charset="0"/>
                    <a:cs typeface="Kannada Sangam MN" pitchFamily="2" charset="0"/>
                  </a:rPr>
                  <a:t>Fachschule</a:t>
                </a:r>
              </a:p>
            </p:txBody>
          </p:sp>
        </p:grpSp>
        <p:pic>
          <p:nvPicPr>
            <p:cNvPr id="10" name="Grafik 9">
              <a:extLst>
                <a:ext uri="{FF2B5EF4-FFF2-40B4-BE49-F238E27FC236}">
                  <a16:creationId xmlns:a16="http://schemas.microsoft.com/office/drawing/2014/main" id="{DEAAD532-9086-5FB7-DE52-3AA6223D704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1425451" y="6045531"/>
              <a:ext cx="480356" cy="62163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046494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ET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ihandform 3">
            <a:extLst>
              <a:ext uri="{FF2B5EF4-FFF2-40B4-BE49-F238E27FC236}">
                <a16:creationId xmlns:a16="http://schemas.microsoft.com/office/drawing/2014/main" id="{FA1ADB5F-FA2E-7BF8-5CB9-563ADE4AE44E}"/>
              </a:ext>
            </a:extLst>
          </p:cNvPr>
          <p:cNvSpPr/>
          <p:nvPr userDrawn="1"/>
        </p:nvSpPr>
        <p:spPr>
          <a:xfrm rot="10129930">
            <a:off x="-2139048" y="-745777"/>
            <a:ext cx="5954496" cy="5169791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2630869"/>
              <a:gd name="connsiteY0" fmla="*/ 1913201 h 4484060"/>
              <a:gd name="connsiteX1" fmla="*/ 2156275 w 2630869"/>
              <a:gd name="connsiteY1" fmla="*/ 89473 h 4484060"/>
              <a:gd name="connsiteX2" fmla="*/ 2574031 w 2630869"/>
              <a:gd name="connsiteY2" fmla="*/ 2543820 h 4484060"/>
              <a:gd name="connsiteX3" fmla="*/ 2321781 w 2630869"/>
              <a:gd name="connsiteY3" fmla="*/ 4351600 h 4484060"/>
              <a:gd name="connsiteX4" fmla="*/ 51546 w 2630869"/>
              <a:gd name="connsiteY4" fmla="*/ 3542304 h 4484060"/>
              <a:gd name="connsiteX5" fmla="*/ 829312 w 2630869"/>
              <a:gd name="connsiteY5" fmla="*/ 1913201 h 4484060"/>
              <a:gd name="connsiteX0" fmla="*/ 829312 w 2634983"/>
              <a:gd name="connsiteY0" fmla="*/ 1913201 h 4484060"/>
              <a:gd name="connsiteX1" fmla="*/ 2156275 w 2634983"/>
              <a:gd name="connsiteY1" fmla="*/ 89473 h 4484060"/>
              <a:gd name="connsiteX2" fmla="*/ 2574031 w 2634983"/>
              <a:gd name="connsiteY2" fmla="*/ 2543820 h 4484060"/>
              <a:gd name="connsiteX3" fmla="*/ 2321781 w 2634983"/>
              <a:gd name="connsiteY3" fmla="*/ 4351600 h 4484060"/>
              <a:gd name="connsiteX4" fmla="*/ 51546 w 2634983"/>
              <a:gd name="connsiteY4" fmla="*/ 3542304 h 4484060"/>
              <a:gd name="connsiteX5" fmla="*/ 829312 w 2634983"/>
              <a:gd name="connsiteY5" fmla="*/ 1913201 h 4484060"/>
              <a:gd name="connsiteX0" fmla="*/ 829312 w 2634983"/>
              <a:gd name="connsiteY0" fmla="*/ 1823911 h 4394770"/>
              <a:gd name="connsiteX1" fmla="*/ 2156275 w 2634983"/>
              <a:gd name="connsiteY1" fmla="*/ 183 h 4394770"/>
              <a:gd name="connsiteX2" fmla="*/ 2574031 w 2634983"/>
              <a:gd name="connsiteY2" fmla="*/ 2454530 h 4394770"/>
              <a:gd name="connsiteX3" fmla="*/ 2321781 w 2634983"/>
              <a:gd name="connsiteY3" fmla="*/ 4262310 h 4394770"/>
              <a:gd name="connsiteX4" fmla="*/ 51546 w 2634983"/>
              <a:gd name="connsiteY4" fmla="*/ 3453014 h 4394770"/>
              <a:gd name="connsiteX5" fmla="*/ 829312 w 2634983"/>
              <a:gd name="connsiteY5" fmla="*/ 1823911 h 4394770"/>
              <a:gd name="connsiteX0" fmla="*/ 550921 w 2356592"/>
              <a:gd name="connsiteY0" fmla="*/ 1823911 h 4375660"/>
              <a:gd name="connsiteX1" fmla="*/ 1877884 w 2356592"/>
              <a:gd name="connsiteY1" fmla="*/ 183 h 4375660"/>
              <a:gd name="connsiteX2" fmla="*/ 2295640 w 2356592"/>
              <a:gd name="connsiteY2" fmla="*/ 2454530 h 4375660"/>
              <a:gd name="connsiteX3" fmla="*/ 2043390 w 2356592"/>
              <a:gd name="connsiteY3" fmla="*/ 4262310 h 4375660"/>
              <a:gd name="connsiteX4" fmla="*/ 97666 w 2356592"/>
              <a:gd name="connsiteY4" fmla="*/ 3284751 h 4375660"/>
              <a:gd name="connsiteX5" fmla="*/ 550921 w 2356592"/>
              <a:gd name="connsiteY5" fmla="*/ 1823911 h 4375660"/>
              <a:gd name="connsiteX0" fmla="*/ 1187626 w 2290887"/>
              <a:gd name="connsiteY0" fmla="*/ 1491571 h 4375718"/>
              <a:gd name="connsiteX1" fmla="*/ 1812179 w 2290887"/>
              <a:gd name="connsiteY1" fmla="*/ 241 h 4375718"/>
              <a:gd name="connsiteX2" fmla="*/ 2229935 w 2290887"/>
              <a:gd name="connsiteY2" fmla="*/ 2454588 h 4375718"/>
              <a:gd name="connsiteX3" fmla="*/ 1977685 w 2290887"/>
              <a:gd name="connsiteY3" fmla="*/ 4262368 h 4375718"/>
              <a:gd name="connsiteX4" fmla="*/ 31961 w 2290887"/>
              <a:gd name="connsiteY4" fmla="*/ 3284809 h 4375718"/>
              <a:gd name="connsiteX5" fmla="*/ 1187626 w 2290887"/>
              <a:gd name="connsiteY5" fmla="*/ 1491571 h 4375718"/>
              <a:gd name="connsiteX0" fmla="*/ 1187626 w 2290887"/>
              <a:gd name="connsiteY0" fmla="*/ 1491690 h 4375837"/>
              <a:gd name="connsiteX1" fmla="*/ 1812179 w 2290887"/>
              <a:gd name="connsiteY1" fmla="*/ 360 h 4375837"/>
              <a:gd name="connsiteX2" fmla="*/ 2229935 w 2290887"/>
              <a:gd name="connsiteY2" fmla="*/ 2454707 h 4375837"/>
              <a:gd name="connsiteX3" fmla="*/ 1977685 w 2290887"/>
              <a:gd name="connsiteY3" fmla="*/ 4262487 h 4375837"/>
              <a:gd name="connsiteX4" fmla="*/ 31961 w 2290887"/>
              <a:gd name="connsiteY4" fmla="*/ 3284928 h 4375837"/>
              <a:gd name="connsiteX5" fmla="*/ 1187626 w 2290887"/>
              <a:gd name="connsiteY5" fmla="*/ 1491690 h 4375837"/>
              <a:gd name="connsiteX0" fmla="*/ 1177700 w 2280961"/>
              <a:gd name="connsiteY0" fmla="*/ 1491690 h 4375837"/>
              <a:gd name="connsiteX1" fmla="*/ 1802253 w 2280961"/>
              <a:gd name="connsiteY1" fmla="*/ 360 h 4375837"/>
              <a:gd name="connsiteX2" fmla="*/ 2220009 w 2280961"/>
              <a:gd name="connsiteY2" fmla="*/ 2454707 h 4375837"/>
              <a:gd name="connsiteX3" fmla="*/ 1967759 w 2280961"/>
              <a:gd name="connsiteY3" fmla="*/ 4262487 h 4375837"/>
              <a:gd name="connsiteX4" fmla="*/ 22035 w 2280961"/>
              <a:gd name="connsiteY4" fmla="*/ 3284928 h 4375837"/>
              <a:gd name="connsiteX5" fmla="*/ 1177700 w 2280961"/>
              <a:gd name="connsiteY5" fmla="*/ 1491690 h 4375837"/>
              <a:gd name="connsiteX0" fmla="*/ 1177700 w 2132201"/>
              <a:gd name="connsiteY0" fmla="*/ 1491690 h 4375837"/>
              <a:gd name="connsiteX1" fmla="*/ 1802253 w 2132201"/>
              <a:gd name="connsiteY1" fmla="*/ 360 h 4375837"/>
              <a:gd name="connsiteX2" fmla="*/ 1570986 w 2132201"/>
              <a:gd name="connsiteY2" fmla="*/ 2791232 h 4375837"/>
              <a:gd name="connsiteX3" fmla="*/ 1967759 w 2132201"/>
              <a:gd name="connsiteY3" fmla="*/ 4262487 h 4375837"/>
              <a:gd name="connsiteX4" fmla="*/ 22035 w 2132201"/>
              <a:gd name="connsiteY4" fmla="*/ 3284928 h 4375837"/>
              <a:gd name="connsiteX5" fmla="*/ 1177700 w 2132201"/>
              <a:gd name="connsiteY5" fmla="*/ 1491690 h 4375837"/>
              <a:gd name="connsiteX0" fmla="*/ 1177700 w 2303877"/>
              <a:gd name="connsiteY0" fmla="*/ 654980 h 3539127"/>
              <a:gd name="connsiteX1" fmla="*/ 2105842 w 2303877"/>
              <a:gd name="connsiteY1" fmla="*/ 30327 h 3539127"/>
              <a:gd name="connsiteX2" fmla="*/ 1570986 w 2303877"/>
              <a:gd name="connsiteY2" fmla="*/ 1954522 h 3539127"/>
              <a:gd name="connsiteX3" fmla="*/ 1967759 w 2303877"/>
              <a:gd name="connsiteY3" fmla="*/ 3425777 h 3539127"/>
              <a:gd name="connsiteX4" fmla="*/ 22035 w 2303877"/>
              <a:gd name="connsiteY4" fmla="*/ 2448218 h 3539127"/>
              <a:gd name="connsiteX5" fmla="*/ 1177700 w 2303877"/>
              <a:gd name="connsiteY5" fmla="*/ 654980 h 3539127"/>
              <a:gd name="connsiteX0" fmla="*/ 1177700 w 2303877"/>
              <a:gd name="connsiteY0" fmla="*/ 811890 h 3696037"/>
              <a:gd name="connsiteX1" fmla="*/ 2105842 w 2303877"/>
              <a:gd name="connsiteY1" fmla="*/ 187237 h 3696037"/>
              <a:gd name="connsiteX2" fmla="*/ 1570986 w 2303877"/>
              <a:gd name="connsiteY2" fmla="*/ 2111432 h 3696037"/>
              <a:gd name="connsiteX3" fmla="*/ 1967759 w 2303877"/>
              <a:gd name="connsiteY3" fmla="*/ 3582687 h 3696037"/>
              <a:gd name="connsiteX4" fmla="*/ 22035 w 2303877"/>
              <a:gd name="connsiteY4" fmla="*/ 2605128 h 3696037"/>
              <a:gd name="connsiteX5" fmla="*/ 1177700 w 2303877"/>
              <a:gd name="connsiteY5" fmla="*/ 811890 h 3696037"/>
              <a:gd name="connsiteX0" fmla="*/ 1177700 w 2189200"/>
              <a:gd name="connsiteY0" fmla="*/ 811890 h 3696037"/>
              <a:gd name="connsiteX1" fmla="*/ 2105842 w 2189200"/>
              <a:gd name="connsiteY1" fmla="*/ 187237 h 3696037"/>
              <a:gd name="connsiteX2" fmla="*/ 1570986 w 2189200"/>
              <a:gd name="connsiteY2" fmla="*/ 2111432 h 3696037"/>
              <a:gd name="connsiteX3" fmla="*/ 1967759 w 2189200"/>
              <a:gd name="connsiteY3" fmla="*/ 3582687 h 3696037"/>
              <a:gd name="connsiteX4" fmla="*/ 22035 w 2189200"/>
              <a:gd name="connsiteY4" fmla="*/ 2605128 h 3696037"/>
              <a:gd name="connsiteX5" fmla="*/ 1177700 w 2189200"/>
              <a:gd name="connsiteY5" fmla="*/ 811890 h 3696037"/>
              <a:gd name="connsiteX0" fmla="*/ 1177700 w 2189200"/>
              <a:gd name="connsiteY0" fmla="*/ 743015 h 3627162"/>
              <a:gd name="connsiteX1" fmla="*/ 2105842 w 2189200"/>
              <a:gd name="connsiteY1" fmla="*/ 118362 h 3627162"/>
              <a:gd name="connsiteX2" fmla="*/ 1570986 w 2189200"/>
              <a:gd name="connsiteY2" fmla="*/ 2042557 h 3627162"/>
              <a:gd name="connsiteX3" fmla="*/ 1967759 w 2189200"/>
              <a:gd name="connsiteY3" fmla="*/ 3513812 h 3627162"/>
              <a:gd name="connsiteX4" fmla="*/ 22035 w 2189200"/>
              <a:gd name="connsiteY4" fmla="*/ 2536253 h 3627162"/>
              <a:gd name="connsiteX5" fmla="*/ 1177700 w 2189200"/>
              <a:gd name="connsiteY5" fmla="*/ 743015 h 3627162"/>
              <a:gd name="connsiteX0" fmla="*/ 1177700 w 2189200"/>
              <a:gd name="connsiteY0" fmla="*/ 695554 h 3579701"/>
              <a:gd name="connsiteX1" fmla="*/ 2105842 w 2189200"/>
              <a:gd name="connsiteY1" fmla="*/ 70901 h 3579701"/>
              <a:gd name="connsiteX2" fmla="*/ 1570986 w 2189200"/>
              <a:gd name="connsiteY2" fmla="*/ 1995096 h 3579701"/>
              <a:gd name="connsiteX3" fmla="*/ 1967759 w 2189200"/>
              <a:gd name="connsiteY3" fmla="*/ 3466351 h 3579701"/>
              <a:gd name="connsiteX4" fmla="*/ 22035 w 2189200"/>
              <a:gd name="connsiteY4" fmla="*/ 2488792 h 3579701"/>
              <a:gd name="connsiteX5" fmla="*/ 1177700 w 2189200"/>
              <a:gd name="connsiteY5" fmla="*/ 695554 h 3579701"/>
              <a:gd name="connsiteX0" fmla="*/ 1180449 w 2191949"/>
              <a:gd name="connsiteY0" fmla="*/ 695554 h 3579701"/>
              <a:gd name="connsiteX1" fmla="*/ 2108591 w 2191949"/>
              <a:gd name="connsiteY1" fmla="*/ 70901 h 3579701"/>
              <a:gd name="connsiteX2" fmla="*/ 1573735 w 2191949"/>
              <a:gd name="connsiteY2" fmla="*/ 1995096 h 3579701"/>
              <a:gd name="connsiteX3" fmla="*/ 1970508 w 2191949"/>
              <a:gd name="connsiteY3" fmla="*/ 3466351 h 3579701"/>
              <a:gd name="connsiteX4" fmla="*/ 24784 w 2191949"/>
              <a:gd name="connsiteY4" fmla="*/ 2488792 h 3579701"/>
              <a:gd name="connsiteX5" fmla="*/ 1180449 w 2191949"/>
              <a:gd name="connsiteY5" fmla="*/ 695554 h 3579701"/>
              <a:gd name="connsiteX0" fmla="*/ 1180449 w 2191949"/>
              <a:gd name="connsiteY0" fmla="*/ 688306 h 3572453"/>
              <a:gd name="connsiteX1" fmla="*/ 2108591 w 2191949"/>
              <a:gd name="connsiteY1" fmla="*/ 63653 h 3572453"/>
              <a:gd name="connsiteX2" fmla="*/ 1573735 w 2191949"/>
              <a:gd name="connsiteY2" fmla="*/ 1987848 h 3572453"/>
              <a:gd name="connsiteX3" fmla="*/ 1970508 w 2191949"/>
              <a:gd name="connsiteY3" fmla="*/ 3459103 h 3572453"/>
              <a:gd name="connsiteX4" fmla="*/ 24784 w 2191949"/>
              <a:gd name="connsiteY4" fmla="*/ 2481544 h 3572453"/>
              <a:gd name="connsiteX5" fmla="*/ 1180449 w 2191949"/>
              <a:gd name="connsiteY5" fmla="*/ 688306 h 3572453"/>
              <a:gd name="connsiteX0" fmla="*/ 1180449 w 2191949"/>
              <a:gd name="connsiteY0" fmla="*/ 683650 h 3567797"/>
              <a:gd name="connsiteX1" fmla="*/ 2108591 w 2191949"/>
              <a:gd name="connsiteY1" fmla="*/ 58997 h 3567797"/>
              <a:gd name="connsiteX2" fmla="*/ 1573735 w 2191949"/>
              <a:gd name="connsiteY2" fmla="*/ 1983192 h 3567797"/>
              <a:gd name="connsiteX3" fmla="*/ 1970508 w 2191949"/>
              <a:gd name="connsiteY3" fmla="*/ 3454447 h 3567797"/>
              <a:gd name="connsiteX4" fmla="*/ 24784 w 2191949"/>
              <a:gd name="connsiteY4" fmla="*/ 2476888 h 3567797"/>
              <a:gd name="connsiteX5" fmla="*/ 1180449 w 2191949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3164"/>
              <a:gd name="connsiteY0" fmla="*/ 683650 h 3567797"/>
              <a:gd name="connsiteX1" fmla="*/ 2108591 w 2193164"/>
              <a:gd name="connsiteY1" fmla="*/ 58997 h 3567797"/>
              <a:gd name="connsiteX2" fmla="*/ 1573735 w 2193164"/>
              <a:gd name="connsiteY2" fmla="*/ 1983192 h 3567797"/>
              <a:gd name="connsiteX3" fmla="*/ 1970508 w 2193164"/>
              <a:gd name="connsiteY3" fmla="*/ 3454447 h 3567797"/>
              <a:gd name="connsiteX4" fmla="*/ 24784 w 2193164"/>
              <a:gd name="connsiteY4" fmla="*/ 2476888 h 3567797"/>
              <a:gd name="connsiteX5" fmla="*/ 1180449 w 2193164"/>
              <a:gd name="connsiteY5" fmla="*/ 683650 h 3567797"/>
              <a:gd name="connsiteX0" fmla="*/ 1180310 w 2193025"/>
              <a:gd name="connsiteY0" fmla="*/ 683650 h 3567797"/>
              <a:gd name="connsiteX1" fmla="*/ 2108452 w 2193025"/>
              <a:gd name="connsiteY1" fmla="*/ 58997 h 3567797"/>
              <a:gd name="connsiteX2" fmla="*/ 1573596 w 2193025"/>
              <a:gd name="connsiteY2" fmla="*/ 1983192 h 3567797"/>
              <a:gd name="connsiteX3" fmla="*/ 1970369 w 2193025"/>
              <a:gd name="connsiteY3" fmla="*/ 3454447 h 3567797"/>
              <a:gd name="connsiteX4" fmla="*/ 24645 w 2193025"/>
              <a:gd name="connsiteY4" fmla="*/ 2476888 h 3567797"/>
              <a:gd name="connsiteX5" fmla="*/ 1180310 w 2193025"/>
              <a:gd name="connsiteY5" fmla="*/ 683650 h 3567797"/>
              <a:gd name="connsiteX0" fmla="*/ 1180310 w 2193025"/>
              <a:gd name="connsiteY0" fmla="*/ 693860 h 3578007"/>
              <a:gd name="connsiteX1" fmla="*/ 2108452 w 2193025"/>
              <a:gd name="connsiteY1" fmla="*/ 69207 h 3578007"/>
              <a:gd name="connsiteX2" fmla="*/ 1573596 w 2193025"/>
              <a:gd name="connsiteY2" fmla="*/ 1993402 h 3578007"/>
              <a:gd name="connsiteX3" fmla="*/ 1970369 w 2193025"/>
              <a:gd name="connsiteY3" fmla="*/ 3464657 h 3578007"/>
              <a:gd name="connsiteX4" fmla="*/ 24645 w 2193025"/>
              <a:gd name="connsiteY4" fmla="*/ 2487098 h 3578007"/>
              <a:gd name="connsiteX5" fmla="*/ 1180310 w 2193025"/>
              <a:gd name="connsiteY5" fmla="*/ 693860 h 3578007"/>
              <a:gd name="connsiteX0" fmla="*/ 1180310 w 2193025"/>
              <a:gd name="connsiteY0" fmla="*/ 693860 h 3581308"/>
              <a:gd name="connsiteX1" fmla="*/ 2108452 w 2193025"/>
              <a:gd name="connsiteY1" fmla="*/ 69207 h 3581308"/>
              <a:gd name="connsiteX2" fmla="*/ 1573596 w 2193025"/>
              <a:gd name="connsiteY2" fmla="*/ 1993402 h 3581308"/>
              <a:gd name="connsiteX3" fmla="*/ 1970369 w 2193025"/>
              <a:gd name="connsiteY3" fmla="*/ 3464657 h 3581308"/>
              <a:gd name="connsiteX4" fmla="*/ 24645 w 2193025"/>
              <a:gd name="connsiteY4" fmla="*/ 2487098 h 3581308"/>
              <a:gd name="connsiteX5" fmla="*/ 1180310 w 2193025"/>
              <a:gd name="connsiteY5" fmla="*/ 693860 h 3581308"/>
              <a:gd name="connsiteX0" fmla="*/ 1180701 w 2193416"/>
              <a:gd name="connsiteY0" fmla="*/ 693860 h 3581308"/>
              <a:gd name="connsiteX1" fmla="*/ 2108843 w 2193416"/>
              <a:gd name="connsiteY1" fmla="*/ 69207 h 3581308"/>
              <a:gd name="connsiteX2" fmla="*/ 1573987 w 2193416"/>
              <a:gd name="connsiteY2" fmla="*/ 1993402 h 3581308"/>
              <a:gd name="connsiteX3" fmla="*/ 1970760 w 2193416"/>
              <a:gd name="connsiteY3" fmla="*/ 3464657 h 3581308"/>
              <a:gd name="connsiteX4" fmla="*/ 25036 w 2193416"/>
              <a:gd name="connsiteY4" fmla="*/ 2487098 h 3581308"/>
              <a:gd name="connsiteX5" fmla="*/ 1180701 w 2193416"/>
              <a:gd name="connsiteY5" fmla="*/ 693860 h 3581308"/>
              <a:gd name="connsiteX0" fmla="*/ 928190 w 2150347"/>
              <a:gd name="connsiteY0" fmla="*/ 1084474 h 3508207"/>
              <a:gd name="connsiteX1" fmla="*/ 2108497 w 2150347"/>
              <a:gd name="connsiteY1" fmla="*/ 17094 h 3508207"/>
              <a:gd name="connsiteX2" fmla="*/ 1573641 w 2150347"/>
              <a:gd name="connsiteY2" fmla="*/ 1941289 h 3508207"/>
              <a:gd name="connsiteX3" fmla="*/ 1970414 w 2150347"/>
              <a:gd name="connsiteY3" fmla="*/ 3412544 h 3508207"/>
              <a:gd name="connsiteX4" fmla="*/ 24690 w 2150347"/>
              <a:gd name="connsiteY4" fmla="*/ 2434985 h 3508207"/>
              <a:gd name="connsiteX5" fmla="*/ 928190 w 2150347"/>
              <a:gd name="connsiteY5" fmla="*/ 1084474 h 3508207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4105 w 2214185"/>
              <a:gd name="connsiteY0" fmla="*/ 720680 h 3624865"/>
              <a:gd name="connsiteX1" fmla="*/ 1990259 w 2214185"/>
              <a:gd name="connsiteY1" fmla="*/ 56886 h 3624865"/>
              <a:gd name="connsiteX2" fmla="*/ 1628516 w 2214185"/>
              <a:gd name="connsiteY2" fmla="*/ 2052315 h 3624865"/>
              <a:gd name="connsiteX3" fmla="*/ 2025289 w 2214185"/>
              <a:gd name="connsiteY3" fmla="*/ 3523570 h 3624865"/>
              <a:gd name="connsiteX4" fmla="*/ 79565 w 2214185"/>
              <a:gd name="connsiteY4" fmla="*/ 2546011 h 3624865"/>
              <a:gd name="connsiteX5" fmla="*/ 534105 w 2214185"/>
              <a:gd name="connsiteY5" fmla="*/ 720680 h 3624865"/>
              <a:gd name="connsiteX0" fmla="*/ 534105 w 2214185"/>
              <a:gd name="connsiteY0" fmla="*/ 702134 h 3606319"/>
              <a:gd name="connsiteX1" fmla="*/ 1990259 w 2214185"/>
              <a:gd name="connsiteY1" fmla="*/ 38340 h 3606319"/>
              <a:gd name="connsiteX2" fmla="*/ 1628516 w 2214185"/>
              <a:gd name="connsiteY2" fmla="*/ 2033769 h 3606319"/>
              <a:gd name="connsiteX3" fmla="*/ 2025289 w 2214185"/>
              <a:gd name="connsiteY3" fmla="*/ 3505024 h 3606319"/>
              <a:gd name="connsiteX4" fmla="*/ 79565 w 2214185"/>
              <a:gd name="connsiteY4" fmla="*/ 2527465 h 3606319"/>
              <a:gd name="connsiteX5" fmla="*/ 534105 w 2214185"/>
              <a:gd name="connsiteY5" fmla="*/ 702134 h 3606319"/>
              <a:gd name="connsiteX0" fmla="*/ 591383 w 2201636"/>
              <a:gd name="connsiteY0" fmla="*/ 804752 h 3611345"/>
              <a:gd name="connsiteX1" fmla="*/ 1977710 w 2201636"/>
              <a:gd name="connsiteY1" fmla="*/ 44556 h 3611345"/>
              <a:gd name="connsiteX2" fmla="*/ 1615967 w 2201636"/>
              <a:gd name="connsiteY2" fmla="*/ 2039985 h 3611345"/>
              <a:gd name="connsiteX3" fmla="*/ 2012740 w 2201636"/>
              <a:gd name="connsiteY3" fmla="*/ 3511240 h 3611345"/>
              <a:gd name="connsiteX4" fmla="*/ 67016 w 2201636"/>
              <a:gd name="connsiteY4" fmla="*/ 2533681 h 3611345"/>
              <a:gd name="connsiteX5" fmla="*/ 591383 w 2201636"/>
              <a:gd name="connsiteY5" fmla="*/ 804752 h 3611345"/>
              <a:gd name="connsiteX0" fmla="*/ 621567 w 2231820"/>
              <a:gd name="connsiteY0" fmla="*/ 847596 h 3654189"/>
              <a:gd name="connsiteX1" fmla="*/ 2007894 w 2231820"/>
              <a:gd name="connsiteY1" fmla="*/ 87400 h 3654189"/>
              <a:gd name="connsiteX2" fmla="*/ 1646151 w 2231820"/>
              <a:gd name="connsiteY2" fmla="*/ 2082829 h 3654189"/>
              <a:gd name="connsiteX3" fmla="*/ 2042924 w 2231820"/>
              <a:gd name="connsiteY3" fmla="*/ 3554084 h 3654189"/>
              <a:gd name="connsiteX4" fmla="*/ 97200 w 2231820"/>
              <a:gd name="connsiteY4" fmla="*/ 2576525 h 3654189"/>
              <a:gd name="connsiteX5" fmla="*/ 621567 w 2231820"/>
              <a:gd name="connsiteY5" fmla="*/ 847596 h 36541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31820" h="3654189">
                <a:moveTo>
                  <a:pt x="621567" y="847596"/>
                </a:moveTo>
                <a:cubicBezTo>
                  <a:pt x="1178629" y="2845"/>
                  <a:pt x="1837130" y="-118472"/>
                  <a:pt x="2007894" y="87400"/>
                </a:cubicBezTo>
                <a:cubicBezTo>
                  <a:pt x="2178658" y="293272"/>
                  <a:pt x="1640313" y="1505048"/>
                  <a:pt x="1646151" y="2082829"/>
                </a:cubicBezTo>
                <a:cubicBezTo>
                  <a:pt x="1651989" y="2660610"/>
                  <a:pt x="2633224" y="3039235"/>
                  <a:pt x="2042924" y="3554084"/>
                </a:cubicBezTo>
                <a:cubicBezTo>
                  <a:pt x="1576966" y="3960484"/>
                  <a:pt x="334093" y="3027606"/>
                  <a:pt x="97200" y="2576525"/>
                </a:cubicBezTo>
                <a:cubicBezTo>
                  <a:pt x="-139693" y="2125444"/>
                  <a:pt x="64505" y="1692347"/>
                  <a:pt x="621567" y="847596"/>
                </a:cubicBezTo>
                <a:close/>
              </a:path>
            </a:pathLst>
          </a:custGeom>
          <a:solidFill>
            <a:srgbClr val="E7E7E7">
              <a:alpha val="52941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BAAE065-A309-1F47-9138-75E78CD01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 cap="all" spc="600" baseline="0">
                <a:solidFill>
                  <a:srgbClr val="647A84"/>
                </a:solidFill>
                <a:latin typeface="TheSans Plain" pitchFamily="2" charset="0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9C6FF71-801A-FC4F-950C-4E2FF76A05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rgbClr val="FDC21A"/>
              </a:buClr>
              <a:defRPr>
                <a:solidFill>
                  <a:srgbClr val="647A84"/>
                </a:solidFill>
                <a:latin typeface="TheSans Plain" pitchFamily="2" charset="0"/>
              </a:defRPr>
            </a:lvl1pPr>
            <a:lvl2pPr>
              <a:buClr>
                <a:srgbClr val="FDC21A"/>
              </a:buClr>
              <a:defRPr>
                <a:solidFill>
                  <a:srgbClr val="647A84"/>
                </a:solidFill>
                <a:latin typeface="TheSans Plain" pitchFamily="2" charset="0"/>
              </a:defRPr>
            </a:lvl2pPr>
            <a:lvl3pPr>
              <a:buClr>
                <a:srgbClr val="FDC21A"/>
              </a:buClr>
              <a:defRPr>
                <a:solidFill>
                  <a:srgbClr val="647A84"/>
                </a:solidFill>
                <a:latin typeface="TheSans Plain" pitchFamily="2" charset="0"/>
              </a:defRPr>
            </a:lvl3pPr>
            <a:lvl4pPr>
              <a:buClr>
                <a:srgbClr val="FDC21A"/>
              </a:buClr>
              <a:defRPr>
                <a:solidFill>
                  <a:srgbClr val="647A84"/>
                </a:solidFill>
                <a:latin typeface="TheSans Plain" pitchFamily="2" charset="0"/>
              </a:defRPr>
            </a:lvl4pPr>
            <a:lvl5pPr>
              <a:buClr>
                <a:srgbClr val="FDC21A"/>
              </a:buClr>
              <a:defRPr>
                <a:solidFill>
                  <a:srgbClr val="647A84"/>
                </a:solidFill>
                <a:latin typeface="TheSans Plain" pitchFamily="2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82311A-FB2F-DA48-8C46-A29BBA46B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137DF-46F0-194D-B8E6-89251B633EEA}" type="slidenum">
              <a:rPr lang="de-DE" smtClean="0"/>
              <a:t>‹Nr.›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32BA182-0060-D786-CA61-63531BC4A4B8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de-DE"/>
              <a:t>Lukas Peter Sumann, Maximilian Wolf Leopold Lindner</a:t>
            </a:r>
          </a:p>
        </p:txBody>
      </p: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1C5DEFE6-A397-825F-1055-B1F1B150B9F1}"/>
              </a:ext>
            </a:extLst>
          </p:cNvPr>
          <p:cNvGrpSpPr/>
          <p:nvPr userDrawn="1"/>
        </p:nvGrpSpPr>
        <p:grpSpPr>
          <a:xfrm>
            <a:off x="8372798" y="5651780"/>
            <a:ext cx="5498261" cy="2530969"/>
            <a:chOff x="6265416" y="5268016"/>
            <a:chExt cx="7318186" cy="3368719"/>
          </a:xfrm>
        </p:grpSpPr>
        <p:sp>
          <p:nvSpPr>
            <p:cNvPr id="12" name="Freihandform 11">
              <a:extLst>
                <a:ext uri="{FF2B5EF4-FFF2-40B4-BE49-F238E27FC236}">
                  <a16:creationId xmlns:a16="http://schemas.microsoft.com/office/drawing/2014/main" id="{8B38AB7C-8A51-CC67-C9D4-694B7494AF8A}"/>
                </a:ext>
              </a:extLst>
            </p:cNvPr>
            <p:cNvSpPr/>
            <p:nvPr/>
          </p:nvSpPr>
          <p:spPr>
            <a:xfrm rot="19708695">
              <a:off x="6265416" y="5268016"/>
              <a:ext cx="6636396" cy="3214341"/>
            </a:xfrm>
            <a:custGeom>
              <a:avLst/>
              <a:gdLst>
                <a:gd name="connsiteX0" fmla="*/ 346842 w 3373821"/>
                <a:gd name="connsiteY0" fmla="*/ 283779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346842 w 3373821"/>
                <a:gd name="connsiteY5" fmla="*/ 283779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882870 h 3310759"/>
                <a:gd name="connsiteX1" fmla="*/ 3090042 w 3373821"/>
                <a:gd name="connsiteY1" fmla="*/ 0 h 3310759"/>
                <a:gd name="connsiteX2" fmla="*/ 3373821 w 3373821"/>
                <a:gd name="connsiteY2" fmla="*/ 1849821 h 3310759"/>
                <a:gd name="connsiteX3" fmla="*/ 1902373 w 3373821"/>
                <a:gd name="connsiteY3" fmla="*/ 3310759 h 3310759"/>
                <a:gd name="connsiteX4" fmla="*/ 0 w 3373821"/>
                <a:gd name="connsiteY4" fmla="*/ 2511973 h 3310759"/>
                <a:gd name="connsiteX5" fmla="*/ 777766 w 3373821"/>
                <a:gd name="connsiteY5" fmla="*/ 882870 h 3310759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35451 h 3463340"/>
                <a:gd name="connsiteX1" fmla="*/ 3090042 w 3373821"/>
                <a:gd name="connsiteY1" fmla="*/ 152581 h 3463340"/>
                <a:gd name="connsiteX2" fmla="*/ 3373821 w 3373821"/>
                <a:gd name="connsiteY2" fmla="*/ 2002402 h 3463340"/>
                <a:gd name="connsiteX3" fmla="*/ 1902373 w 3373821"/>
                <a:gd name="connsiteY3" fmla="*/ 3463340 h 3463340"/>
                <a:gd name="connsiteX4" fmla="*/ 0 w 3373821"/>
                <a:gd name="connsiteY4" fmla="*/ 2664554 h 3463340"/>
                <a:gd name="connsiteX5" fmla="*/ 777766 w 3373821"/>
                <a:gd name="connsiteY5" fmla="*/ 1035451 h 3463340"/>
                <a:gd name="connsiteX0" fmla="*/ 777766 w 3468415"/>
                <a:gd name="connsiteY0" fmla="*/ 1035451 h 3463340"/>
                <a:gd name="connsiteX1" fmla="*/ 3090042 w 3468415"/>
                <a:gd name="connsiteY1" fmla="*/ 152581 h 3463340"/>
                <a:gd name="connsiteX2" fmla="*/ 3468415 w 3468415"/>
                <a:gd name="connsiteY2" fmla="*/ 2202098 h 3463340"/>
                <a:gd name="connsiteX3" fmla="*/ 1902373 w 3468415"/>
                <a:gd name="connsiteY3" fmla="*/ 3463340 h 3463340"/>
                <a:gd name="connsiteX4" fmla="*/ 0 w 3468415"/>
                <a:gd name="connsiteY4" fmla="*/ 2664554 h 3463340"/>
                <a:gd name="connsiteX5" fmla="*/ 777766 w 3468415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3748"/>
                <a:gd name="connsiteX1" fmla="*/ 3090042 w 3520921"/>
                <a:gd name="connsiteY1" fmla="*/ 152581 h 3463748"/>
                <a:gd name="connsiteX2" fmla="*/ 3468415 w 3520921"/>
                <a:gd name="connsiteY2" fmla="*/ 2202098 h 3463748"/>
                <a:gd name="connsiteX3" fmla="*/ 1902373 w 3520921"/>
                <a:gd name="connsiteY3" fmla="*/ 3463340 h 3463748"/>
                <a:gd name="connsiteX4" fmla="*/ 0 w 3520921"/>
                <a:gd name="connsiteY4" fmla="*/ 2664554 h 3463748"/>
                <a:gd name="connsiteX5" fmla="*/ 777766 w 3520921"/>
                <a:gd name="connsiteY5" fmla="*/ 1035451 h 3463748"/>
                <a:gd name="connsiteX0" fmla="*/ 815379 w 3558534"/>
                <a:gd name="connsiteY0" fmla="*/ 1035451 h 3463748"/>
                <a:gd name="connsiteX1" fmla="*/ 3127655 w 3558534"/>
                <a:gd name="connsiteY1" fmla="*/ 152581 h 3463748"/>
                <a:gd name="connsiteX2" fmla="*/ 3506028 w 3558534"/>
                <a:gd name="connsiteY2" fmla="*/ 2202098 h 3463748"/>
                <a:gd name="connsiteX3" fmla="*/ 1939986 w 3558534"/>
                <a:gd name="connsiteY3" fmla="*/ 3463340 h 3463748"/>
                <a:gd name="connsiteX4" fmla="*/ 37613 w 3558534"/>
                <a:gd name="connsiteY4" fmla="*/ 2664554 h 3463748"/>
                <a:gd name="connsiteX5" fmla="*/ 815379 w 3558534"/>
                <a:gd name="connsiteY5" fmla="*/ 1035451 h 3463748"/>
                <a:gd name="connsiteX0" fmla="*/ 815379 w 3558534"/>
                <a:gd name="connsiteY0" fmla="*/ 1035451 h 3464371"/>
                <a:gd name="connsiteX1" fmla="*/ 3127655 w 3558534"/>
                <a:gd name="connsiteY1" fmla="*/ 152581 h 3464371"/>
                <a:gd name="connsiteX2" fmla="*/ 3506028 w 3558534"/>
                <a:gd name="connsiteY2" fmla="*/ 2202098 h 3464371"/>
                <a:gd name="connsiteX3" fmla="*/ 1939986 w 3558534"/>
                <a:gd name="connsiteY3" fmla="*/ 3463340 h 3464371"/>
                <a:gd name="connsiteX4" fmla="*/ 37613 w 3558534"/>
                <a:gd name="connsiteY4" fmla="*/ 2664554 h 3464371"/>
                <a:gd name="connsiteX5" fmla="*/ 815379 w 3558534"/>
                <a:gd name="connsiteY5" fmla="*/ 1035451 h 3464371"/>
                <a:gd name="connsiteX0" fmla="*/ 815379 w 3150376"/>
                <a:gd name="connsiteY0" fmla="*/ 1035451 h 3464371"/>
                <a:gd name="connsiteX1" fmla="*/ 3127655 w 3150376"/>
                <a:gd name="connsiteY1" fmla="*/ 152581 h 3464371"/>
                <a:gd name="connsiteX2" fmla="*/ 1961008 w 3150376"/>
                <a:gd name="connsiteY2" fmla="*/ 1655560 h 3464371"/>
                <a:gd name="connsiteX3" fmla="*/ 1939986 w 3150376"/>
                <a:gd name="connsiteY3" fmla="*/ 3463340 h 3464371"/>
                <a:gd name="connsiteX4" fmla="*/ 37613 w 3150376"/>
                <a:gd name="connsiteY4" fmla="*/ 2664554 h 3464371"/>
                <a:gd name="connsiteX5" fmla="*/ 815379 w 3150376"/>
                <a:gd name="connsiteY5" fmla="*/ 1035451 h 3464371"/>
                <a:gd name="connsiteX0" fmla="*/ 815379 w 3162532"/>
                <a:gd name="connsiteY0" fmla="*/ 1035451 h 3464371"/>
                <a:gd name="connsiteX1" fmla="*/ 3127655 w 3162532"/>
                <a:gd name="connsiteY1" fmla="*/ 152581 h 3464371"/>
                <a:gd name="connsiteX2" fmla="*/ 2423463 w 3162532"/>
                <a:gd name="connsiteY2" fmla="*/ 1645049 h 3464371"/>
                <a:gd name="connsiteX3" fmla="*/ 1939986 w 3162532"/>
                <a:gd name="connsiteY3" fmla="*/ 3463340 h 3464371"/>
                <a:gd name="connsiteX4" fmla="*/ 37613 w 3162532"/>
                <a:gd name="connsiteY4" fmla="*/ 2664554 h 3464371"/>
                <a:gd name="connsiteX5" fmla="*/ 815379 w 3162532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606310"/>
                <a:gd name="connsiteX1" fmla="*/ 3127655 w 3171514"/>
                <a:gd name="connsiteY1" fmla="*/ 152581 h 3606310"/>
                <a:gd name="connsiteX2" fmla="*/ 2423463 w 3171514"/>
                <a:gd name="connsiteY2" fmla="*/ 1645049 h 3606310"/>
                <a:gd name="connsiteX3" fmla="*/ 2307848 w 3171514"/>
                <a:gd name="connsiteY3" fmla="*/ 3473850 h 3606310"/>
                <a:gd name="connsiteX4" fmla="*/ 37613 w 3171514"/>
                <a:gd name="connsiteY4" fmla="*/ 2664554 h 3606310"/>
                <a:gd name="connsiteX5" fmla="*/ 815379 w 3171514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64502"/>
                <a:gd name="connsiteY0" fmla="*/ 1035451 h 3606310"/>
                <a:gd name="connsiteX1" fmla="*/ 3127655 w 3164502"/>
                <a:gd name="connsiteY1" fmla="*/ 152581 h 3606310"/>
                <a:gd name="connsiteX2" fmla="*/ 2560098 w 3164502"/>
                <a:gd name="connsiteY2" fmla="*/ 1666070 h 3606310"/>
                <a:gd name="connsiteX3" fmla="*/ 2307848 w 3164502"/>
                <a:gd name="connsiteY3" fmla="*/ 3473850 h 3606310"/>
                <a:gd name="connsiteX4" fmla="*/ 37613 w 3164502"/>
                <a:gd name="connsiteY4" fmla="*/ 2664554 h 3606310"/>
                <a:gd name="connsiteX5" fmla="*/ 815379 w 3164502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29312 w 3176710"/>
                <a:gd name="connsiteY0" fmla="*/ 1035451 h 3606310"/>
                <a:gd name="connsiteX1" fmla="*/ 3141588 w 3176710"/>
                <a:gd name="connsiteY1" fmla="*/ 152581 h 3606310"/>
                <a:gd name="connsiteX2" fmla="*/ 2574031 w 3176710"/>
                <a:gd name="connsiteY2" fmla="*/ 1666070 h 3606310"/>
                <a:gd name="connsiteX3" fmla="*/ 2321781 w 3176710"/>
                <a:gd name="connsiteY3" fmla="*/ 3473850 h 3606310"/>
                <a:gd name="connsiteX4" fmla="*/ 51546 w 3176710"/>
                <a:gd name="connsiteY4" fmla="*/ 2664554 h 3606310"/>
                <a:gd name="connsiteX5" fmla="*/ 829312 w 3176710"/>
                <a:gd name="connsiteY5" fmla="*/ 1035451 h 3606310"/>
                <a:gd name="connsiteX0" fmla="*/ 829312 w 3177410"/>
                <a:gd name="connsiteY0" fmla="*/ 1035451 h 3606310"/>
                <a:gd name="connsiteX1" fmla="*/ 3141588 w 3177410"/>
                <a:gd name="connsiteY1" fmla="*/ 152581 h 3606310"/>
                <a:gd name="connsiteX2" fmla="*/ 2574031 w 3177410"/>
                <a:gd name="connsiteY2" fmla="*/ 1666070 h 3606310"/>
                <a:gd name="connsiteX3" fmla="*/ 2321781 w 3177410"/>
                <a:gd name="connsiteY3" fmla="*/ 3473850 h 3606310"/>
                <a:gd name="connsiteX4" fmla="*/ 51546 w 3177410"/>
                <a:gd name="connsiteY4" fmla="*/ 2664554 h 3606310"/>
                <a:gd name="connsiteX5" fmla="*/ 829312 w 3177410"/>
                <a:gd name="connsiteY5" fmla="*/ 1035451 h 3606310"/>
                <a:gd name="connsiteX0" fmla="*/ 829312 w 3177410"/>
                <a:gd name="connsiteY0" fmla="*/ 1013703 h 3584562"/>
                <a:gd name="connsiteX1" fmla="*/ 3141588 w 3177410"/>
                <a:gd name="connsiteY1" fmla="*/ 130833 h 3584562"/>
                <a:gd name="connsiteX2" fmla="*/ 2574031 w 3177410"/>
                <a:gd name="connsiteY2" fmla="*/ 1644322 h 3584562"/>
                <a:gd name="connsiteX3" fmla="*/ 2321781 w 3177410"/>
                <a:gd name="connsiteY3" fmla="*/ 3452102 h 3584562"/>
                <a:gd name="connsiteX4" fmla="*/ 51546 w 3177410"/>
                <a:gd name="connsiteY4" fmla="*/ 2642806 h 3584562"/>
                <a:gd name="connsiteX5" fmla="*/ 829312 w 3177410"/>
                <a:gd name="connsiteY5" fmla="*/ 1013703 h 3584562"/>
                <a:gd name="connsiteX0" fmla="*/ 829578 w 3177676"/>
                <a:gd name="connsiteY0" fmla="*/ 1013703 h 3584562"/>
                <a:gd name="connsiteX1" fmla="*/ 3141854 w 3177676"/>
                <a:gd name="connsiteY1" fmla="*/ 130833 h 3584562"/>
                <a:gd name="connsiteX2" fmla="*/ 2574297 w 3177676"/>
                <a:gd name="connsiteY2" fmla="*/ 1644322 h 3584562"/>
                <a:gd name="connsiteX3" fmla="*/ 2322047 w 3177676"/>
                <a:gd name="connsiteY3" fmla="*/ 3452102 h 3584562"/>
                <a:gd name="connsiteX4" fmla="*/ 51812 w 3177676"/>
                <a:gd name="connsiteY4" fmla="*/ 2642806 h 3584562"/>
                <a:gd name="connsiteX5" fmla="*/ 829578 w 3177676"/>
                <a:gd name="connsiteY5" fmla="*/ 1013703 h 3584562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11178 w 2672400"/>
                <a:gd name="connsiteY0" fmla="*/ 7864 h 2583061"/>
                <a:gd name="connsiteX1" fmla="*/ 1318755 w 2672400"/>
                <a:gd name="connsiteY1" fmla="*/ 1092175 h 2583061"/>
                <a:gd name="connsiteX2" fmla="*/ 2555897 w 2672400"/>
                <a:gd name="connsiteY2" fmla="*/ 638483 h 2583061"/>
                <a:gd name="connsiteX3" fmla="*/ 2303647 w 2672400"/>
                <a:gd name="connsiteY3" fmla="*/ 2446263 h 2583061"/>
                <a:gd name="connsiteX4" fmla="*/ 33412 w 2672400"/>
                <a:gd name="connsiteY4" fmla="*/ 1636967 h 2583061"/>
                <a:gd name="connsiteX5" fmla="*/ 811178 w 2672400"/>
                <a:gd name="connsiteY5" fmla="*/ 7864 h 2583061"/>
                <a:gd name="connsiteX0" fmla="*/ 811178 w 3223026"/>
                <a:gd name="connsiteY0" fmla="*/ 5596 h 2477281"/>
                <a:gd name="connsiteX1" fmla="*/ 1318755 w 3223026"/>
                <a:gd name="connsiteY1" fmla="*/ 1089907 h 2477281"/>
                <a:gd name="connsiteX2" fmla="*/ 3192488 w 3223026"/>
                <a:gd name="connsiteY2" fmla="*/ 802600 h 2477281"/>
                <a:gd name="connsiteX3" fmla="*/ 2303647 w 3223026"/>
                <a:gd name="connsiteY3" fmla="*/ 2443995 h 2477281"/>
                <a:gd name="connsiteX4" fmla="*/ 33412 w 3223026"/>
                <a:gd name="connsiteY4" fmla="*/ 1634699 h 2477281"/>
                <a:gd name="connsiteX5" fmla="*/ 811178 w 3223026"/>
                <a:gd name="connsiteY5" fmla="*/ 5596 h 2477281"/>
                <a:gd name="connsiteX0" fmla="*/ 846588 w 3330250"/>
                <a:gd name="connsiteY0" fmla="*/ 5596 h 2432711"/>
                <a:gd name="connsiteX1" fmla="*/ 1354165 w 3330250"/>
                <a:gd name="connsiteY1" fmla="*/ 1089907 h 2432711"/>
                <a:gd name="connsiteX2" fmla="*/ 3227898 w 3330250"/>
                <a:gd name="connsiteY2" fmla="*/ 802600 h 2432711"/>
                <a:gd name="connsiteX3" fmla="*/ 2761796 w 3330250"/>
                <a:gd name="connsiteY3" fmla="*/ 2409553 h 2432711"/>
                <a:gd name="connsiteX4" fmla="*/ 68822 w 3330250"/>
                <a:gd name="connsiteY4" fmla="*/ 1634699 h 2432711"/>
                <a:gd name="connsiteX5" fmla="*/ 846588 w 3330250"/>
                <a:gd name="connsiteY5" fmla="*/ 5596 h 2432711"/>
                <a:gd name="connsiteX0" fmla="*/ 846588 w 3514825"/>
                <a:gd name="connsiteY0" fmla="*/ 5596 h 2432711"/>
                <a:gd name="connsiteX1" fmla="*/ 1354165 w 3514825"/>
                <a:gd name="connsiteY1" fmla="*/ 1089907 h 2432711"/>
                <a:gd name="connsiteX2" fmla="*/ 3227898 w 3514825"/>
                <a:gd name="connsiteY2" fmla="*/ 802600 h 2432711"/>
                <a:gd name="connsiteX3" fmla="*/ 2761796 w 3514825"/>
                <a:gd name="connsiteY3" fmla="*/ 2409553 h 2432711"/>
                <a:gd name="connsiteX4" fmla="*/ 68822 w 3514825"/>
                <a:gd name="connsiteY4" fmla="*/ 1634699 h 2432711"/>
                <a:gd name="connsiteX5" fmla="*/ 846588 w 3514825"/>
                <a:gd name="connsiteY5" fmla="*/ 5596 h 2432711"/>
                <a:gd name="connsiteX0" fmla="*/ 875402 w 3543639"/>
                <a:gd name="connsiteY0" fmla="*/ 2708 h 2429823"/>
                <a:gd name="connsiteX1" fmla="*/ 1382979 w 3543639"/>
                <a:gd name="connsiteY1" fmla="*/ 1087019 h 2429823"/>
                <a:gd name="connsiteX2" fmla="*/ 3256712 w 3543639"/>
                <a:gd name="connsiteY2" fmla="*/ 799712 h 2429823"/>
                <a:gd name="connsiteX3" fmla="*/ 2790610 w 3543639"/>
                <a:gd name="connsiteY3" fmla="*/ 2406665 h 2429823"/>
                <a:gd name="connsiteX4" fmla="*/ 97636 w 3543639"/>
                <a:gd name="connsiteY4" fmla="*/ 1631811 h 2429823"/>
                <a:gd name="connsiteX5" fmla="*/ 875402 w 3543639"/>
                <a:gd name="connsiteY5" fmla="*/ 2708 h 2429823"/>
                <a:gd name="connsiteX0" fmla="*/ 1035116 w 3703353"/>
                <a:gd name="connsiteY0" fmla="*/ 3586 h 2450893"/>
                <a:gd name="connsiteX1" fmla="*/ 1542693 w 3703353"/>
                <a:gd name="connsiteY1" fmla="*/ 1087897 h 2450893"/>
                <a:gd name="connsiteX2" fmla="*/ 3416426 w 3703353"/>
                <a:gd name="connsiteY2" fmla="*/ 800590 h 2450893"/>
                <a:gd name="connsiteX3" fmla="*/ 2950324 w 3703353"/>
                <a:gd name="connsiteY3" fmla="*/ 2407543 h 2450893"/>
                <a:gd name="connsiteX4" fmla="*/ 257350 w 3703353"/>
                <a:gd name="connsiteY4" fmla="*/ 1632689 h 2450893"/>
                <a:gd name="connsiteX5" fmla="*/ 1035116 w 3703353"/>
                <a:gd name="connsiteY5" fmla="*/ 3586 h 2450893"/>
                <a:gd name="connsiteX0" fmla="*/ 991689 w 3462563"/>
                <a:gd name="connsiteY0" fmla="*/ 10605 h 2457912"/>
                <a:gd name="connsiteX1" fmla="*/ 1674106 w 3462563"/>
                <a:gd name="connsiteY1" fmla="*/ 930710 h 2457912"/>
                <a:gd name="connsiteX2" fmla="*/ 3372999 w 3462563"/>
                <a:gd name="connsiteY2" fmla="*/ 807609 h 2457912"/>
                <a:gd name="connsiteX3" fmla="*/ 2906897 w 3462563"/>
                <a:gd name="connsiteY3" fmla="*/ 2414562 h 2457912"/>
                <a:gd name="connsiteX4" fmla="*/ 213923 w 3462563"/>
                <a:gd name="connsiteY4" fmla="*/ 1639708 h 2457912"/>
                <a:gd name="connsiteX5" fmla="*/ 991689 w 3462563"/>
                <a:gd name="connsiteY5" fmla="*/ 10605 h 2457912"/>
                <a:gd name="connsiteX0" fmla="*/ 991689 w 3644113"/>
                <a:gd name="connsiteY0" fmla="*/ 10605 h 2457912"/>
                <a:gd name="connsiteX1" fmla="*/ 1674106 w 3644113"/>
                <a:gd name="connsiteY1" fmla="*/ 930710 h 2457912"/>
                <a:gd name="connsiteX2" fmla="*/ 3372999 w 3644113"/>
                <a:gd name="connsiteY2" fmla="*/ 807609 h 2457912"/>
                <a:gd name="connsiteX3" fmla="*/ 2906897 w 3644113"/>
                <a:gd name="connsiteY3" fmla="*/ 2414562 h 2457912"/>
                <a:gd name="connsiteX4" fmla="*/ 213923 w 3644113"/>
                <a:gd name="connsiteY4" fmla="*/ 1639708 h 2457912"/>
                <a:gd name="connsiteX5" fmla="*/ 991689 w 3644113"/>
                <a:gd name="connsiteY5" fmla="*/ 10605 h 2457912"/>
                <a:gd name="connsiteX0" fmla="*/ 1054352 w 3706777"/>
                <a:gd name="connsiteY0" fmla="*/ 1046 h 2448353"/>
                <a:gd name="connsiteX1" fmla="*/ 1736769 w 3706777"/>
                <a:gd name="connsiteY1" fmla="*/ 921151 h 2448353"/>
                <a:gd name="connsiteX2" fmla="*/ 3435662 w 3706777"/>
                <a:gd name="connsiteY2" fmla="*/ 798050 h 2448353"/>
                <a:gd name="connsiteX3" fmla="*/ 2969560 w 3706777"/>
                <a:gd name="connsiteY3" fmla="*/ 2405003 h 2448353"/>
                <a:gd name="connsiteX4" fmla="*/ 276586 w 3706777"/>
                <a:gd name="connsiteY4" fmla="*/ 1630149 h 2448353"/>
                <a:gd name="connsiteX5" fmla="*/ 1054352 w 3706777"/>
                <a:gd name="connsiteY5" fmla="*/ 1046 h 2448353"/>
                <a:gd name="connsiteX0" fmla="*/ 590056 w 3683836"/>
                <a:gd name="connsiteY0" fmla="*/ 1109 h 1961431"/>
                <a:gd name="connsiteX1" fmla="*/ 1713828 w 3683836"/>
                <a:gd name="connsiteY1" fmla="*/ 456838 h 1961431"/>
                <a:gd name="connsiteX2" fmla="*/ 3412721 w 3683836"/>
                <a:gd name="connsiteY2" fmla="*/ 333737 h 1961431"/>
                <a:gd name="connsiteX3" fmla="*/ 2946619 w 3683836"/>
                <a:gd name="connsiteY3" fmla="*/ 1940690 h 1961431"/>
                <a:gd name="connsiteX4" fmla="*/ 253645 w 3683836"/>
                <a:gd name="connsiteY4" fmla="*/ 1165836 h 1961431"/>
                <a:gd name="connsiteX5" fmla="*/ 590056 w 3683836"/>
                <a:gd name="connsiteY5" fmla="*/ 1109 h 1961431"/>
                <a:gd name="connsiteX0" fmla="*/ 577152 w 3670932"/>
                <a:gd name="connsiteY0" fmla="*/ 28557 h 1988879"/>
                <a:gd name="connsiteX1" fmla="*/ 1700924 w 3670932"/>
                <a:gd name="connsiteY1" fmla="*/ 484286 h 1988879"/>
                <a:gd name="connsiteX2" fmla="*/ 3399817 w 3670932"/>
                <a:gd name="connsiteY2" fmla="*/ 361185 h 1988879"/>
                <a:gd name="connsiteX3" fmla="*/ 2933715 w 3670932"/>
                <a:gd name="connsiteY3" fmla="*/ 1968138 h 1988879"/>
                <a:gd name="connsiteX4" fmla="*/ 240741 w 3670932"/>
                <a:gd name="connsiteY4" fmla="*/ 1193284 h 1988879"/>
                <a:gd name="connsiteX5" fmla="*/ 577152 w 3670932"/>
                <a:gd name="connsiteY5" fmla="*/ 28557 h 1988879"/>
                <a:gd name="connsiteX0" fmla="*/ 5660 w 3065770"/>
                <a:gd name="connsiteY0" fmla="*/ 41752 h 2084853"/>
                <a:gd name="connsiteX1" fmla="*/ 1129432 w 3065770"/>
                <a:gd name="connsiteY1" fmla="*/ 497481 h 2084853"/>
                <a:gd name="connsiteX2" fmla="*/ 2828325 w 3065770"/>
                <a:gd name="connsiteY2" fmla="*/ 374380 h 2084853"/>
                <a:gd name="connsiteX3" fmla="*/ 2362223 w 3065770"/>
                <a:gd name="connsiteY3" fmla="*/ 1981333 h 2084853"/>
                <a:gd name="connsiteX4" fmla="*/ 768571 w 3065770"/>
                <a:gd name="connsiteY4" fmla="*/ 1718703 h 2084853"/>
                <a:gd name="connsiteX5" fmla="*/ 5660 w 3065770"/>
                <a:gd name="connsiteY5" fmla="*/ 41752 h 2084853"/>
                <a:gd name="connsiteX0" fmla="*/ 12471 w 3072581"/>
                <a:gd name="connsiteY0" fmla="*/ 41752 h 2092530"/>
                <a:gd name="connsiteX1" fmla="*/ 1136243 w 3072581"/>
                <a:gd name="connsiteY1" fmla="*/ 497481 h 2092530"/>
                <a:gd name="connsiteX2" fmla="*/ 2835136 w 3072581"/>
                <a:gd name="connsiteY2" fmla="*/ 374380 h 2092530"/>
                <a:gd name="connsiteX3" fmla="*/ 2369034 w 3072581"/>
                <a:gd name="connsiteY3" fmla="*/ 1981333 h 2092530"/>
                <a:gd name="connsiteX4" fmla="*/ 775382 w 3072581"/>
                <a:gd name="connsiteY4" fmla="*/ 1718703 h 2092530"/>
                <a:gd name="connsiteX5" fmla="*/ 12471 w 3072581"/>
                <a:gd name="connsiteY5" fmla="*/ 41752 h 2092530"/>
                <a:gd name="connsiteX0" fmla="*/ 2798 w 3655173"/>
                <a:gd name="connsiteY0" fmla="*/ 869129 h 2007317"/>
                <a:gd name="connsiteX1" fmla="*/ 1718835 w 3655173"/>
                <a:gd name="connsiteY1" fmla="*/ 445136 h 2007317"/>
                <a:gd name="connsiteX2" fmla="*/ 3417728 w 3655173"/>
                <a:gd name="connsiteY2" fmla="*/ 322035 h 2007317"/>
                <a:gd name="connsiteX3" fmla="*/ 2951626 w 3655173"/>
                <a:gd name="connsiteY3" fmla="*/ 1928988 h 2007317"/>
                <a:gd name="connsiteX4" fmla="*/ 1357974 w 3655173"/>
                <a:gd name="connsiteY4" fmla="*/ 1666358 h 2007317"/>
                <a:gd name="connsiteX5" fmla="*/ 2798 w 3655173"/>
                <a:gd name="connsiteY5" fmla="*/ 869129 h 2007317"/>
                <a:gd name="connsiteX0" fmla="*/ 542 w 3652917"/>
                <a:gd name="connsiteY0" fmla="*/ 869129 h 2007318"/>
                <a:gd name="connsiteX1" fmla="*/ 1716579 w 3652917"/>
                <a:gd name="connsiteY1" fmla="*/ 445136 h 2007318"/>
                <a:gd name="connsiteX2" fmla="*/ 3415472 w 3652917"/>
                <a:gd name="connsiteY2" fmla="*/ 322035 h 2007318"/>
                <a:gd name="connsiteX3" fmla="*/ 2949370 w 3652917"/>
                <a:gd name="connsiteY3" fmla="*/ 1928988 h 2007318"/>
                <a:gd name="connsiteX4" fmla="*/ 1355718 w 3652917"/>
                <a:gd name="connsiteY4" fmla="*/ 1666358 h 2007318"/>
                <a:gd name="connsiteX5" fmla="*/ 542 w 3652917"/>
                <a:gd name="connsiteY5" fmla="*/ 869129 h 2007318"/>
                <a:gd name="connsiteX0" fmla="*/ 243 w 3639926"/>
                <a:gd name="connsiteY0" fmla="*/ 869129 h 1955507"/>
                <a:gd name="connsiteX1" fmla="*/ 1716280 w 3639926"/>
                <a:gd name="connsiteY1" fmla="*/ 445136 h 1955507"/>
                <a:gd name="connsiteX2" fmla="*/ 3415173 w 3639926"/>
                <a:gd name="connsiteY2" fmla="*/ 322035 h 1955507"/>
                <a:gd name="connsiteX3" fmla="*/ 2949071 w 3639926"/>
                <a:gd name="connsiteY3" fmla="*/ 1928988 h 1955507"/>
                <a:gd name="connsiteX4" fmla="*/ 1833458 w 3639926"/>
                <a:gd name="connsiteY4" fmla="*/ 1291535 h 1955507"/>
                <a:gd name="connsiteX5" fmla="*/ 243 w 3639926"/>
                <a:gd name="connsiteY5" fmla="*/ 869129 h 1955507"/>
                <a:gd name="connsiteX0" fmla="*/ 243 w 3639926"/>
                <a:gd name="connsiteY0" fmla="*/ 869129 h 1947022"/>
                <a:gd name="connsiteX1" fmla="*/ 1716280 w 3639926"/>
                <a:gd name="connsiteY1" fmla="*/ 445136 h 1947022"/>
                <a:gd name="connsiteX2" fmla="*/ 3415173 w 3639926"/>
                <a:gd name="connsiteY2" fmla="*/ 322035 h 1947022"/>
                <a:gd name="connsiteX3" fmla="*/ 2949071 w 3639926"/>
                <a:gd name="connsiteY3" fmla="*/ 1928988 h 1947022"/>
                <a:gd name="connsiteX4" fmla="*/ 1833458 w 3639926"/>
                <a:gd name="connsiteY4" fmla="*/ 1291535 h 1947022"/>
                <a:gd name="connsiteX5" fmla="*/ 243 w 3639926"/>
                <a:gd name="connsiteY5" fmla="*/ 869129 h 1947022"/>
                <a:gd name="connsiteX0" fmla="*/ 7345 w 3647028"/>
                <a:gd name="connsiteY0" fmla="*/ 869129 h 1947022"/>
                <a:gd name="connsiteX1" fmla="*/ 1723382 w 3647028"/>
                <a:gd name="connsiteY1" fmla="*/ 445136 h 1947022"/>
                <a:gd name="connsiteX2" fmla="*/ 3422275 w 3647028"/>
                <a:gd name="connsiteY2" fmla="*/ 322035 h 1947022"/>
                <a:gd name="connsiteX3" fmla="*/ 2956173 w 3647028"/>
                <a:gd name="connsiteY3" fmla="*/ 1928988 h 1947022"/>
                <a:gd name="connsiteX4" fmla="*/ 1840560 w 3647028"/>
                <a:gd name="connsiteY4" fmla="*/ 1291535 h 1947022"/>
                <a:gd name="connsiteX5" fmla="*/ 7345 w 3647028"/>
                <a:gd name="connsiteY5" fmla="*/ 869129 h 1947022"/>
                <a:gd name="connsiteX0" fmla="*/ 7345 w 3811052"/>
                <a:gd name="connsiteY0" fmla="*/ 869129 h 1929159"/>
                <a:gd name="connsiteX1" fmla="*/ 1723382 w 3811052"/>
                <a:gd name="connsiteY1" fmla="*/ 445136 h 1929159"/>
                <a:gd name="connsiteX2" fmla="*/ 3422275 w 3811052"/>
                <a:gd name="connsiteY2" fmla="*/ 322035 h 1929159"/>
                <a:gd name="connsiteX3" fmla="*/ 2956173 w 3811052"/>
                <a:gd name="connsiteY3" fmla="*/ 1928988 h 1929159"/>
                <a:gd name="connsiteX4" fmla="*/ 1840560 w 3811052"/>
                <a:gd name="connsiteY4" fmla="*/ 1291535 h 1929159"/>
                <a:gd name="connsiteX5" fmla="*/ 7345 w 3811052"/>
                <a:gd name="connsiteY5" fmla="*/ 869129 h 1929159"/>
                <a:gd name="connsiteX0" fmla="*/ 5264 w 3937957"/>
                <a:gd name="connsiteY0" fmla="*/ 1155023 h 1938909"/>
                <a:gd name="connsiteX1" fmla="*/ 1850286 w 3937957"/>
                <a:gd name="connsiteY1" fmla="*/ 454886 h 1938909"/>
                <a:gd name="connsiteX2" fmla="*/ 3549179 w 3937957"/>
                <a:gd name="connsiteY2" fmla="*/ 331785 h 1938909"/>
                <a:gd name="connsiteX3" fmla="*/ 3083077 w 3937957"/>
                <a:gd name="connsiteY3" fmla="*/ 1938738 h 1938909"/>
                <a:gd name="connsiteX4" fmla="*/ 1967464 w 3937957"/>
                <a:gd name="connsiteY4" fmla="*/ 1301285 h 1938909"/>
                <a:gd name="connsiteX5" fmla="*/ 5264 w 3937957"/>
                <a:gd name="connsiteY5" fmla="*/ 1155023 h 1938909"/>
                <a:gd name="connsiteX0" fmla="*/ 23607 w 3956300"/>
                <a:gd name="connsiteY0" fmla="*/ 1155023 h 1938909"/>
                <a:gd name="connsiteX1" fmla="*/ 1868629 w 3956300"/>
                <a:gd name="connsiteY1" fmla="*/ 454886 h 1938909"/>
                <a:gd name="connsiteX2" fmla="*/ 3567522 w 3956300"/>
                <a:gd name="connsiteY2" fmla="*/ 331785 h 1938909"/>
                <a:gd name="connsiteX3" fmla="*/ 3101420 w 3956300"/>
                <a:gd name="connsiteY3" fmla="*/ 1938738 h 1938909"/>
                <a:gd name="connsiteX4" fmla="*/ 1985807 w 3956300"/>
                <a:gd name="connsiteY4" fmla="*/ 1301285 h 1938909"/>
                <a:gd name="connsiteX5" fmla="*/ 23607 w 3956300"/>
                <a:gd name="connsiteY5" fmla="*/ 1155023 h 1938909"/>
                <a:gd name="connsiteX0" fmla="*/ 356 w 3775841"/>
                <a:gd name="connsiteY0" fmla="*/ 1155023 h 1975367"/>
                <a:gd name="connsiteX1" fmla="*/ 1845378 w 3775841"/>
                <a:gd name="connsiteY1" fmla="*/ 454886 h 1975367"/>
                <a:gd name="connsiteX2" fmla="*/ 3544271 w 3775841"/>
                <a:gd name="connsiteY2" fmla="*/ 331785 h 1975367"/>
                <a:gd name="connsiteX3" fmla="*/ 3078169 w 3775841"/>
                <a:gd name="connsiteY3" fmla="*/ 1938738 h 1975367"/>
                <a:gd name="connsiteX4" fmla="*/ 1700608 w 3775841"/>
                <a:gd name="connsiteY4" fmla="*/ 1432728 h 1975367"/>
                <a:gd name="connsiteX5" fmla="*/ 356 w 3775841"/>
                <a:gd name="connsiteY5" fmla="*/ 1155023 h 1975367"/>
                <a:gd name="connsiteX0" fmla="*/ 385 w 3775871"/>
                <a:gd name="connsiteY0" fmla="*/ 1155023 h 1964875"/>
                <a:gd name="connsiteX1" fmla="*/ 1845407 w 3775871"/>
                <a:gd name="connsiteY1" fmla="*/ 454886 h 1964875"/>
                <a:gd name="connsiteX2" fmla="*/ 3544300 w 3775871"/>
                <a:gd name="connsiteY2" fmla="*/ 331785 h 1964875"/>
                <a:gd name="connsiteX3" fmla="*/ 3078198 w 3775871"/>
                <a:gd name="connsiteY3" fmla="*/ 1938738 h 1964875"/>
                <a:gd name="connsiteX4" fmla="*/ 1700637 w 3775871"/>
                <a:gd name="connsiteY4" fmla="*/ 1432728 h 1964875"/>
                <a:gd name="connsiteX5" fmla="*/ 385 w 3775871"/>
                <a:gd name="connsiteY5" fmla="*/ 1155023 h 1964875"/>
                <a:gd name="connsiteX0" fmla="*/ 518 w 3310321"/>
                <a:gd name="connsiteY0" fmla="*/ 1561197 h 1986949"/>
                <a:gd name="connsiteX1" fmla="*/ 1379857 w 3310321"/>
                <a:gd name="connsiteY1" fmla="*/ 469469 h 1986949"/>
                <a:gd name="connsiteX2" fmla="*/ 3078750 w 3310321"/>
                <a:gd name="connsiteY2" fmla="*/ 346368 h 1986949"/>
                <a:gd name="connsiteX3" fmla="*/ 2612648 w 3310321"/>
                <a:gd name="connsiteY3" fmla="*/ 1953321 h 1986949"/>
                <a:gd name="connsiteX4" fmla="*/ 1235087 w 3310321"/>
                <a:gd name="connsiteY4" fmla="*/ 1447311 h 1986949"/>
                <a:gd name="connsiteX5" fmla="*/ 518 w 3310321"/>
                <a:gd name="connsiteY5" fmla="*/ 1561197 h 1986949"/>
                <a:gd name="connsiteX0" fmla="*/ 252954 w 3562757"/>
                <a:gd name="connsiteY0" fmla="*/ 1561197 h 1986950"/>
                <a:gd name="connsiteX1" fmla="*/ 1632293 w 3562757"/>
                <a:gd name="connsiteY1" fmla="*/ 469469 h 1986950"/>
                <a:gd name="connsiteX2" fmla="*/ 3331186 w 3562757"/>
                <a:gd name="connsiteY2" fmla="*/ 346368 h 1986950"/>
                <a:gd name="connsiteX3" fmla="*/ 2865084 w 3562757"/>
                <a:gd name="connsiteY3" fmla="*/ 1953321 h 1986950"/>
                <a:gd name="connsiteX4" fmla="*/ 1487523 w 3562757"/>
                <a:gd name="connsiteY4" fmla="*/ 1447311 h 1986950"/>
                <a:gd name="connsiteX5" fmla="*/ 252954 w 3562757"/>
                <a:gd name="connsiteY5" fmla="*/ 1561197 h 1986950"/>
                <a:gd name="connsiteX0" fmla="*/ 275988 w 4836894"/>
                <a:gd name="connsiteY0" fmla="*/ 1254188 h 1664972"/>
                <a:gd name="connsiteX1" fmla="*/ 1655327 w 4836894"/>
                <a:gd name="connsiteY1" fmla="*/ 162460 h 1664972"/>
                <a:gd name="connsiteX2" fmla="*/ 4715739 w 4836894"/>
                <a:gd name="connsiteY2" fmla="*/ 494988 h 1664972"/>
                <a:gd name="connsiteX3" fmla="*/ 2888118 w 4836894"/>
                <a:gd name="connsiteY3" fmla="*/ 1646312 h 1664972"/>
                <a:gd name="connsiteX4" fmla="*/ 1510557 w 4836894"/>
                <a:gd name="connsiteY4" fmla="*/ 1140302 h 1664972"/>
                <a:gd name="connsiteX5" fmla="*/ 275988 w 4836894"/>
                <a:gd name="connsiteY5" fmla="*/ 1254188 h 1664972"/>
                <a:gd name="connsiteX0" fmla="*/ 275988 w 4716813"/>
                <a:gd name="connsiteY0" fmla="*/ 1630321 h 2049242"/>
                <a:gd name="connsiteX1" fmla="*/ 1655327 w 4716813"/>
                <a:gd name="connsiteY1" fmla="*/ 538593 h 2049242"/>
                <a:gd name="connsiteX2" fmla="*/ 4715739 w 4716813"/>
                <a:gd name="connsiteY2" fmla="*/ 871121 h 2049242"/>
                <a:gd name="connsiteX3" fmla="*/ 2888118 w 4716813"/>
                <a:gd name="connsiteY3" fmla="*/ 2022445 h 2049242"/>
                <a:gd name="connsiteX4" fmla="*/ 1510557 w 4716813"/>
                <a:gd name="connsiteY4" fmla="*/ 1516435 h 2049242"/>
                <a:gd name="connsiteX5" fmla="*/ 275988 w 4716813"/>
                <a:gd name="connsiteY5" fmla="*/ 1630321 h 2049242"/>
                <a:gd name="connsiteX0" fmla="*/ 275988 w 4749030"/>
                <a:gd name="connsiteY0" fmla="*/ 1124638 h 1545870"/>
                <a:gd name="connsiteX1" fmla="*/ 1655327 w 4749030"/>
                <a:gd name="connsiteY1" fmla="*/ 32910 h 1545870"/>
                <a:gd name="connsiteX2" fmla="*/ 4715739 w 4749030"/>
                <a:gd name="connsiteY2" fmla="*/ 365438 h 1545870"/>
                <a:gd name="connsiteX3" fmla="*/ 3175706 w 4749030"/>
                <a:gd name="connsiteY3" fmla="*/ 1192854 h 1545870"/>
                <a:gd name="connsiteX4" fmla="*/ 1510557 w 4749030"/>
                <a:gd name="connsiteY4" fmla="*/ 1010752 h 1545870"/>
                <a:gd name="connsiteX5" fmla="*/ 275988 w 4749030"/>
                <a:gd name="connsiteY5" fmla="*/ 1124638 h 1545870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40315"/>
                <a:gd name="connsiteY0" fmla="*/ 1132875 h 1722803"/>
                <a:gd name="connsiteX1" fmla="*/ 1655327 w 4740315"/>
                <a:gd name="connsiteY1" fmla="*/ 41147 h 1722803"/>
                <a:gd name="connsiteX2" fmla="*/ 4715739 w 4740315"/>
                <a:gd name="connsiteY2" fmla="*/ 373675 h 1722803"/>
                <a:gd name="connsiteX3" fmla="*/ 3012343 w 4740315"/>
                <a:gd name="connsiteY3" fmla="*/ 1711656 h 1722803"/>
                <a:gd name="connsiteX4" fmla="*/ 1510557 w 4740315"/>
                <a:gd name="connsiteY4" fmla="*/ 1018989 h 1722803"/>
                <a:gd name="connsiteX5" fmla="*/ 275988 w 4740315"/>
                <a:gd name="connsiteY5" fmla="*/ 1132875 h 1722803"/>
                <a:gd name="connsiteX0" fmla="*/ 275988 w 4756119"/>
                <a:gd name="connsiteY0" fmla="*/ 1127108 h 1542684"/>
                <a:gd name="connsiteX1" fmla="*/ 1655327 w 4756119"/>
                <a:gd name="connsiteY1" fmla="*/ 35380 h 1542684"/>
                <a:gd name="connsiteX2" fmla="*/ 4715739 w 4756119"/>
                <a:gd name="connsiteY2" fmla="*/ 367908 h 1542684"/>
                <a:gd name="connsiteX3" fmla="*/ 3285074 w 4756119"/>
                <a:gd name="connsiteY3" fmla="*/ 1369029 h 1542684"/>
                <a:gd name="connsiteX4" fmla="*/ 1510557 w 4756119"/>
                <a:gd name="connsiteY4" fmla="*/ 1013222 h 1542684"/>
                <a:gd name="connsiteX5" fmla="*/ 275988 w 4756119"/>
                <a:gd name="connsiteY5" fmla="*/ 1127108 h 1542684"/>
                <a:gd name="connsiteX0" fmla="*/ 275988 w 4715923"/>
                <a:gd name="connsiteY0" fmla="*/ 1122352 h 1572226"/>
                <a:gd name="connsiteX1" fmla="*/ 1655327 w 4715923"/>
                <a:gd name="connsiteY1" fmla="*/ 30624 h 1572226"/>
                <a:gd name="connsiteX2" fmla="*/ 4715739 w 4715923"/>
                <a:gd name="connsiteY2" fmla="*/ 363152 h 1572226"/>
                <a:gd name="connsiteX3" fmla="*/ 1510557 w 4715923"/>
                <a:gd name="connsiteY3" fmla="*/ 1008466 h 1572226"/>
                <a:gd name="connsiteX4" fmla="*/ 275988 w 4715923"/>
                <a:gd name="connsiteY4" fmla="*/ 1122352 h 1572226"/>
                <a:gd name="connsiteX0" fmla="*/ 25029 w 4476010"/>
                <a:gd name="connsiteY0" fmla="*/ 1892393 h 2022034"/>
                <a:gd name="connsiteX1" fmla="*/ 2236847 w 4476010"/>
                <a:gd name="connsiteY1" fmla="*/ 11492 h 2022034"/>
                <a:gd name="connsiteX2" fmla="*/ 4464780 w 4476010"/>
                <a:gd name="connsiteY2" fmla="*/ 1133193 h 2022034"/>
                <a:gd name="connsiteX3" fmla="*/ 1259598 w 4476010"/>
                <a:gd name="connsiteY3" fmla="*/ 1778507 h 2022034"/>
                <a:gd name="connsiteX4" fmla="*/ 25029 w 4476010"/>
                <a:gd name="connsiteY4" fmla="*/ 1892393 h 2022034"/>
                <a:gd name="connsiteX0" fmla="*/ 19312 w 4468531"/>
                <a:gd name="connsiteY0" fmla="*/ 1893478 h 2350831"/>
                <a:gd name="connsiteX1" fmla="*/ 2231130 w 4468531"/>
                <a:gd name="connsiteY1" fmla="*/ 12577 h 2350831"/>
                <a:gd name="connsiteX2" fmla="*/ 4459063 w 4468531"/>
                <a:gd name="connsiteY2" fmla="*/ 1134278 h 2350831"/>
                <a:gd name="connsiteX3" fmla="*/ 2962196 w 4468531"/>
                <a:gd name="connsiteY3" fmla="*/ 2337807 h 2350831"/>
                <a:gd name="connsiteX4" fmla="*/ 1253881 w 4468531"/>
                <a:gd name="connsiteY4" fmla="*/ 1779592 h 2350831"/>
                <a:gd name="connsiteX5" fmla="*/ 19312 w 4468531"/>
                <a:gd name="connsiteY5" fmla="*/ 1893478 h 2350831"/>
                <a:gd name="connsiteX0" fmla="*/ 114931 w 4564151"/>
                <a:gd name="connsiteY0" fmla="*/ 1893478 h 2606070"/>
                <a:gd name="connsiteX1" fmla="*/ 2326749 w 4564151"/>
                <a:gd name="connsiteY1" fmla="*/ 12577 h 2606070"/>
                <a:gd name="connsiteX2" fmla="*/ 4554682 w 4564151"/>
                <a:gd name="connsiteY2" fmla="*/ 1134278 h 2606070"/>
                <a:gd name="connsiteX3" fmla="*/ 3057815 w 4564151"/>
                <a:gd name="connsiteY3" fmla="*/ 2337807 h 2606070"/>
                <a:gd name="connsiteX4" fmla="*/ 602599 w 4564151"/>
                <a:gd name="connsiteY4" fmla="*/ 2591133 h 2606070"/>
                <a:gd name="connsiteX5" fmla="*/ 114931 w 4564151"/>
                <a:gd name="connsiteY5" fmla="*/ 1893478 h 2606070"/>
                <a:gd name="connsiteX0" fmla="*/ 339436 w 4163621"/>
                <a:gd name="connsiteY0" fmla="*/ 711041 h 2677547"/>
                <a:gd name="connsiteX1" fmla="*/ 1926219 w 4163621"/>
                <a:gd name="connsiteY1" fmla="*/ 9118 h 2677547"/>
                <a:gd name="connsiteX2" fmla="*/ 4154152 w 4163621"/>
                <a:gd name="connsiteY2" fmla="*/ 1130819 h 2677547"/>
                <a:gd name="connsiteX3" fmla="*/ 2657285 w 4163621"/>
                <a:gd name="connsiteY3" fmla="*/ 2334348 h 2677547"/>
                <a:gd name="connsiteX4" fmla="*/ 202069 w 4163621"/>
                <a:gd name="connsiteY4" fmla="*/ 2587674 h 2677547"/>
                <a:gd name="connsiteX5" fmla="*/ 339436 w 4163621"/>
                <a:gd name="connsiteY5" fmla="*/ 711041 h 2677547"/>
                <a:gd name="connsiteX0" fmla="*/ 8699 w 3970251"/>
                <a:gd name="connsiteY0" fmla="*/ 2578556 h 2717756"/>
                <a:gd name="connsiteX1" fmla="*/ 1732849 w 3970251"/>
                <a:gd name="connsiteY1" fmla="*/ 0 h 2717756"/>
                <a:gd name="connsiteX2" fmla="*/ 3960782 w 3970251"/>
                <a:gd name="connsiteY2" fmla="*/ 1121701 h 2717756"/>
                <a:gd name="connsiteX3" fmla="*/ 2463915 w 3970251"/>
                <a:gd name="connsiteY3" fmla="*/ 2325230 h 2717756"/>
                <a:gd name="connsiteX4" fmla="*/ 8699 w 3970251"/>
                <a:gd name="connsiteY4" fmla="*/ 2578556 h 2717756"/>
                <a:gd name="connsiteX0" fmla="*/ 11617 w 3584652"/>
                <a:gd name="connsiteY0" fmla="*/ 1430838 h 2340009"/>
                <a:gd name="connsiteX1" fmla="*/ 1347250 w 3584652"/>
                <a:gd name="connsiteY1" fmla="*/ 2380 h 2340009"/>
                <a:gd name="connsiteX2" fmla="*/ 3575183 w 3584652"/>
                <a:gd name="connsiteY2" fmla="*/ 1124081 h 2340009"/>
                <a:gd name="connsiteX3" fmla="*/ 2078316 w 3584652"/>
                <a:gd name="connsiteY3" fmla="*/ 2327610 h 2340009"/>
                <a:gd name="connsiteX4" fmla="*/ 11617 w 3584652"/>
                <a:gd name="connsiteY4" fmla="*/ 1430838 h 2340009"/>
                <a:gd name="connsiteX0" fmla="*/ 36322 w 3609357"/>
                <a:gd name="connsiteY0" fmla="*/ 1430838 h 2532978"/>
                <a:gd name="connsiteX1" fmla="*/ 1371955 w 3609357"/>
                <a:gd name="connsiteY1" fmla="*/ 2380 h 2532978"/>
                <a:gd name="connsiteX2" fmla="*/ 3599888 w 3609357"/>
                <a:gd name="connsiteY2" fmla="*/ 1124081 h 2532978"/>
                <a:gd name="connsiteX3" fmla="*/ 2103021 w 3609357"/>
                <a:gd name="connsiteY3" fmla="*/ 2327610 h 2532978"/>
                <a:gd name="connsiteX4" fmla="*/ 36322 w 3609357"/>
                <a:gd name="connsiteY4" fmla="*/ 1430838 h 2532978"/>
                <a:gd name="connsiteX0" fmla="*/ 3580 w 3569301"/>
                <a:gd name="connsiteY0" fmla="*/ 1431089 h 2816320"/>
                <a:gd name="connsiteX1" fmla="*/ 1339213 w 3569301"/>
                <a:gd name="connsiteY1" fmla="*/ 2631 h 2816320"/>
                <a:gd name="connsiteX2" fmla="*/ 3567146 w 3569301"/>
                <a:gd name="connsiteY2" fmla="*/ 1124332 h 2816320"/>
                <a:gd name="connsiteX3" fmla="*/ 1722688 w 3569301"/>
                <a:gd name="connsiteY3" fmla="*/ 2808414 h 2816320"/>
                <a:gd name="connsiteX4" fmla="*/ 3580 w 3569301"/>
                <a:gd name="connsiteY4" fmla="*/ 1431089 h 2816320"/>
                <a:gd name="connsiteX0" fmla="*/ 3579 w 3569300"/>
                <a:gd name="connsiteY0" fmla="*/ 1431089 h 2808414"/>
                <a:gd name="connsiteX1" fmla="*/ 1339212 w 3569300"/>
                <a:gd name="connsiteY1" fmla="*/ 2631 h 2808414"/>
                <a:gd name="connsiteX2" fmla="*/ 3567145 w 3569300"/>
                <a:gd name="connsiteY2" fmla="*/ 1124332 h 2808414"/>
                <a:gd name="connsiteX3" fmla="*/ 1722687 w 3569300"/>
                <a:gd name="connsiteY3" fmla="*/ 2808414 h 2808414"/>
                <a:gd name="connsiteX4" fmla="*/ 3579 w 3569300"/>
                <a:gd name="connsiteY4" fmla="*/ 1431089 h 2808414"/>
                <a:gd name="connsiteX0" fmla="*/ 3579 w 3570402"/>
                <a:gd name="connsiteY0" fmla="*/ 1431089 h 2845664"/>
                <a:gd name="connsiteX1" fmla="*/ 1339212 w 3570402"/>
                <a:gd name="connsiteY1" fmla="*/ 2631 h 2845664"/>
                <a:gd name="connsiteX2" fmla="*/ 3567145 w 3570402"/>
                <a:gd name="connsiteY2" fmla="*/ 1124332 h 2845664"/>
                <a:gd name="connsiteX3" fmla="*/ 1722687 w 3570402"/>
                <a:gd name="connsiteY3" fmla="*/ 2808414 h 2845664"/>
                <a:gd name="connsiteX4" fmla="*/ 3579 w 3570402"/>
                <a:gd name="connsiteY4" fmla="*/ 1431089 h 2845664"/>
                <a:gd name="connsiteX0" fmla="*/ 3579 w 3571531"/>
                <a:gd name="connsiteY0" fmla="*/ 1431089 h 2809355"/>
                <a:gd name="connsiteX1" fmla="*/ 1339212 w 3571531"/>
                <a:gd name="connsiteY1" fmla="*/ 2631 h 2809355"/>
                <a:gd name="connsiteX2" fmla="*/ 3567145 w 3571531"/>
                <a:gd name="connsiteY2" fmla="*/ 1124332 h 2809355"/>
                <a:gd name="connsiteX3" fmla="*/ 1722687 w 3571531"/>
                <a:gd name="connsiteY3" fmla="*/ 2808414 h 2809355"/>
                <a:gd name="connsiteX4" fmla="*/ 3579 w 3571531"/>
                <a:gd name="connsiteY4" fmla="*/ 1431089 h 2809355"/>
                <a:gd name="connsiteX0" fmla="*/ 3579 w 3570449"/>
                <a:gd name="connsiteY0" fmla="*/ 1431089 h 2811091"/>
                <a:gd name="connsiteX1" fmla="*/ 1339212 w 3570449"/>
                <a:gd name="connsiteY1" fmla="*/ 2631 h 2811091"/>
                <a:gd name="connsiteX2" fmla="*/ 3567145 w 3570449"/>
                <a:gd name="connsiteY2" fmla="*/ 1124332 h 2811091"/>
                <a:gd name="connsiteX3" fmla="*/ 1722687 w 3570449"/>
                <a:gd name="connsiteY3" fmla="*/ 2808414 h 2811091"/>
                <a:gd name="connsiteX4" fmla="*/ 3579 w 3570449"/>
                <a:gd name="connsiteY4" fmla="*/ 1431089 h 2811091"/>
                <a:gd name="connsiteX0" fmla="*/ 9477 w 3576347"/>
                <a:gd name="connsiteY0" fmla="*/ 1454488 h 2834490"/>
                <a:gd name="connsiteX1" fmla="*/ 1345110 w 3576347"/>
                <a:gd name="connsiteY1" fmla="*/ 26030 h 2834490"/>
                <a:gd name="connsiteX2" fmla="*/ 3573043 w 3576347"/>
                <a:gd name="connsiteY2" fmla="*/ 1147731 h 2834490"/>
                <a:gd name="connsiteX3" fmla="*/ 1728585 w 3576347"/>
                <a:gd name="connsiteY3" fmla="*/ 2831813 h 2834490"/>
                <a:gd name="connsiteX4" fmla="*/ 9477 w 3576347"/>
                <a:gd name="connsiteY4" fmla="*/ 1454488 h 2834490"/>
                <a:gd name="connsiteX0" fmla="*/ 11200 w 3578070"/>
                <a:gd name="connsiteY0" fmla="*/ 1454488 h 2834490"/>
                <a:gd name="connsiteX1" fmla="*/ 1346833 w 3578070"/>
                <a:gd name="connsiteY1" fmla="*/ 26030 h 2834490"/>
                <a:gd name="connsiteX2" fmla="*/ 3574766 w 3578070"/>
                <a:gd name="connsiteY2" fmla="*/ 1147731 h 2834490"/>
                <a:gd name="connsiteX3" fmla="*/ 1730308 w 3578070"/>
                <a:gd name="connsiteY3" fmla="*/ 2831813 h 2834490"/>
                <a:gd name="connsiteX4" fmla="*/ 11200 w 3578070"/>
                <a:gd name="connsiteY4" fmla="*/ 1454488 h 2834490"/>
                <a:gd name="connsiteX0" fmla="*/ 5238 w 3394494"/>
                <a:gd name="connsiteY0" fmla="*/ 1561249 h 2815719"/>
                <a:gd name="connsiteX1" fmla="*/ 1164359 w 3394494"/>
                <a:gd name="connsiteY1" fmla="*/ 5027 h 2815719"/>
                <a:gd name="connsiteX2" fmla="*/ 3392292 w 3394494"/>
                <a:gd name="connsiteY2" fmla="*/ 1126728 h 2815719"/>
                <a:gd name="connsiteX3" fmla="*/ 1547834 w 3394494"/>
                <a:gd name="connsiteY3" fmla="*/ 2810810 h 2815719"/>
                <a:gd name="connsiteX4" fmla="*/ 5238 w 3394494"/>
                <a:gd name="connsiteY4" fmla="*/ 1561249 h 2815719"/>
                <a:gd name="connsiteX0" fmla="*/ 1714 w 3390970"/>
                <a:gd name="connsiteY0" fmla="*/ 1561249 h 2816846"/>
                <a:gd name="connsiteX1" fmla="*/ 1160835 w 3390970"/>
                <a:gd name="connsiteY1" fmla="*/ 5027 h 2816846"/>
                <a:gd name="connsiteX2" fmla="*/ 3388768 w 3390970"/>
                <a:gd name="connsiteY2" fmla="*/ 1126728 h 2816846"/>
                <a:gd name="connsiteX3" fmla="*/ 1544310 w 3390970"/>
                <a:gd name="connsiteY3" fmla="*/ 2810810 h 2816846"/>
                <a:gd name="connsiteX4" fmla="*/ 1714 w 3390970"/>
                <a:gd name="connsiteY4" fmla="*/ 1561249 h 2816846"/>
                <a:gd name="connsiteX0" fmla="*/ 1714 w 3392183"/>
                <a:gd name="connsiteY0" fmla="*/ 1561249 h 2822298"/>
                <a:gd name="connsiteX1" fmla="*/ 1160835 w 3392183"/>
                <a:gd name="connsiteY1" fmla="*/ 5027 h 2822298"/>
                <a:gd name="connsiteX2" fmla="*/ 3388768 w 3392183"/>
                <a:gd name="connsiteY2" fmla="*/ 1126728 h 2822298"/>
                <a:gd name="connsiteX3" fmla="*/ 1544310 w 3392183"/>
                <a:gd name="connsiteY3" fmla="*/ 2810810 h 2822298"/>
                <a:gd name="connsiteX4" fmla="*/ 1714 w 3392183"/>
                <a:gd name="connsiteY4" fmla="*/ 1561249 h 2822298"/>
                <a:gd name="connsiteX0" fmla="*/ 1599 w 3099681"/>
                <a:gd name="connsiteY0" fmla="*/ 1556274 h 2805936"/>
                <a:gd name="connsiteX1" fmla="*/ 1160720 w 3099681"/>
                <a:gd name="connsiteY1" fmla="*/ 52 h 2805936"/>
                <a:gd name="connsiteX2" fmla="*/ 3097014 w 3099681"/>
                <a:gd name="connsiteY2" fmla="*/ 1505235 h 2805936"/>
                <a:gd name="connsiteX3" fmla="*/ 1544195 w 3099681"/>
                <a:gd name="connsiteY3" fmla="*/ 2805835 h 2805936"/>
                <a:gd name="connsiteX4" fmla="*/ 1599 w 3099681"/>
                <a:gd name="connsiteY4" fmla="*/ 1556274 h 2805936"/>
                <a:gd name="connsiteX0" fmla="*/ 1599 w 3098266"/>
                <a:gd name="connsiteY0" fmla="*/ 1556274 h 2805936"/>
                <a:gd name="connsiteX1" fmla="*/ 1160720 w 3098266"/>
                <a:gd name="connsiteY1" fmla="*/ 52 h 2805936"/>
                <a:gd name="connsiteX2" fmla="*/ 3097014 w 3098266"/>
                <a:gd name="connsiteY2" fmla="*/ 1505235 h 2805936"/>
                <a:gd name="connsiteX3" fmla="*/ 1544195 w 3098266"/>
                <a:gd name="connsiteY3" fmla="*/ 2805835 h 2805936"/>
                <a:gd name="connsiteX4" fmla="*/ 1599 w 3098266"/>
                <a:gd name="connsiteY4" fmla="*/ 1556274 h 2805936"/>
                <a:gd name="connsiteX0" fmla="*/ 6698 w 3107113"/>
                <a:gd name="connsiteY0" fmla="*/ 1556268 h 1995204"/>
                <a:gd name="connsiteX1" fmla="*/ 1165819 w 3107113"/>
                <a:gd name="connsiteY1" fmla="*/ 46 h 1995204"/>
                <a:gd name="connsiteX2" fmla="*/ 3102113 w 3107113"/>
                <a:gd name="connsiteY2" fmla="*/ 1505229 h 1995204"/>
                <a:gd name="connsiteX3" fmla="*/ 1670895 w 3107113"/>
                <a:gd name="connsiteY3" fmla="*/ 1994767 h 1995204"/>
                <a:gd name="connsiteX4" fmla="*/ 6698 w 3107113"/>
                <a:gd name="connsiteY4" fmla="*/ 1556268 h 1995204"/>
                <a:gd name="connsiteX0" fmla="*/ 6698 w 3107610"/>
                <a:gd name="connsiteY0" fmla="*/ 1556268 h 2094159"/>
                <a:gd name="connsiteX1" fmla="*/ 1165819 w 3107610"/>
                <a:gd name="connsiteY1" fmla="*/ 46 h 2094159"/>
                <a:gd name="connsiteX2" fmla="*/ 3102113 w 3107610"/>
                <a:gd name="connsiteY2" fmla="*/ 1505229 h 2094159"/>
                <a:gd name="connsiteX3" fmla="*/ 1670895 w 3107610"/>
                <a:gd name="connsiteY3" fmla="*/ 1994767 h 2094159"/>
                <a:gd name="connsiteX4" fmla="*/ 6698 w 3107610"/>
                <a:gd name="connsiteY4" fmla="*/ 1556268 h 2094159"/>
                <a:gd name="connsiteX0" fmla="*/ 6698 w 3108326"/>
                <a:gd name="connsiteY0" fmla="*/ 1556268 h 2032117"/>
                <a:gd name="connsiteX1" fmla="*/ 1165819 w 3108326"/>
                <a:gd name="connsiteY1" fmla="*/ 46 h 2032117"/>
                <a:gd name="connsiteX2" fmla="*/ 3102113 w 3108326"/>
                <a:gd name="connsiteY2" fmla="*/ 1505229 h 2032117"/>
                <a:gd name="connsiteX3" fmla="*/ 1670895 w 3108326"/>
                <a:gd name="connsiteY3" fmla="*/ 1994767 h 2032117"/>
                <a:gd name="connsiteX4" fmla="*/ 6698 w 3108326"/>
                <a:gd name="connsiteY4" fmla="*/ 1556268 h 2032117"/>
                <a:gd name="connsiteX0" fmla="*/ 2700 w 3101149"/>
                <a:gd name="connsiteY0" fmla="*/ 1588985 h 2065259"/>
                <a:gd name="connsiteX1" fmla="*/ 1324169 w 3101149"/>
                <a:gd name="connsiteY1" fmla="*/ 44 h 2065259"/>
                <a:gd name="connsiteX2" fmla="*/ 3098115 w 3101149"/>
                <a:gd name="connsiteY2" fmla="*/ 1537946 h 2065259"/>
                <a:gd name="connsiteX3" fmla="*/ 1666897 w 3101149"/>
                <a:gd name="connsiteY3" fmla="*/ 2027484 h 2065259"/>
                <a:gd name="connsiteX4" fmla="*/ 2700 w 3101149"/>
                <a:gd name="connsiteY4" fmla="*/ 1588985 h 2065259"/>
                <a:gd name="connsiteX0" fmla="*/ 2700 w 3100106"/>
                <a:gd name="connsiteY0" fmla="*/ 1588985 h 2163738"/>
                <a:gd name="connsiteX1" fmla="*/ 1324169 w 3100106"/>
                <a:gd name="connsiteY1" fmla="*/ 44 h 2163738"/>
                <a:gd name="connsiteX2" fmla="*/ 3098115 w 3100106"/>
                <a:gd name="connsiteY2" fmla="*/ 1537946 h 2163738"/>
                <a:gd name="connsiteX3" fmla="*/ 1666897 w 3100106"/>
                <a:gd name="connsiteY3" fmla="*/ 2027484 h 2163738"/>
                <a:gd name="connsiteX4" fmla="*/ 2700 w 3100106"/>
                <a:gd name="connsiteY4" fmla="*/ 1588985 h 2163738"/>
                <a:gd name="connsiteX0" fmla="*/ 2700 w 3100834"/>
                <a:gd name="connsiteY0" fmla="*/ 1588985 h 2056082"/>
                <a:gd name="connsiteX1" fmla="*/ 1324169 w 3100834"/>
                <a:gd name="connsiteY1" fmla="*/ 44 h 2056082"/>
                <a:gd name="connsiteX2" fmla="*/ 3098115 w 3100834"/>
                <a:gd name="connsiteY2" fmla="*/ 1537946 h 2056082"/>
                <a:gd name="connsiteX3" fmla="*/ 1666897 w 3100834"/>
                <a:gd name="connsiteY3" fmla="*/ 2027484 h 2056082"/>
                <a:gd name="connsiteX4" fmla="*/ 2700 w 3100834"/>
                <a:gd name="connsiteY4" fmla="*/ 1588985 h 2056082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01100" h="2041075">
                  <a:moveTo>
                    <a:pt x="2700" y="1588985"/>
                  </a:moveTo>
                  <a:cubicBezTo>
                    <a:pt x="-54421" y="1251078"/>
                    <a:pt x="808267" y="8550"/>
                    <a:pt x="1324169" y="44"/>
                  </a:cubicBezTo>
                  <a:cubicBezTo>
                    <a:pt x="1840071" y="-8462"/>
                    <a:pt x="3040994" y="1200039"/>
                    <a:pt x="3098115" y="1537946"/>
                  </a:cubicBezTo>
                  <a:cubicBezTo>
                    <a:pt x="3155236" y="1875853"/>
                    <a:pt x="2382291" y="1963492"/>
                    <a:pt x="1666897" y="2027484"/>
                  </a:cubicBezTo>
                  <a:cubicBezTo>
                    <a:pt x="951503" y="2091476"/>
                    <a:pt x="59821" y="1926892"/>
                    <a:pt x="2700" y="1588985"/>
                  </a:cubicBezTo>
                  <a:close/>
                </a:path>
              </a:pathLst>
            </a:custGeom>
            <a:solidFill>
              <a:srgbClr val="FDC21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13" name="Freihandform 12">
              <a:extLst>
                <a:ext uri="{FF2B5EF4-FFF2-40B4-BE49-F238E27FC236}">
                  <a16:creationId xmlns:a16="http://schemas.microsoft.com/office/drawing/2014/main" id="{DFD1980A-3636-3326-E22D-8E9333AEC2A2}"/>
                </a:ext>
              </a:extLst>
            </p:cNvPr>
            <p:cNvSpPr/>
            <p:nvPr/>
          </p:nvSpPr>
          <p:spPr>
            <a:xfrm rot="20823310" flipV="1">
              <a:off x="6947206" y="5460057"/>
              <a:ext cx="6636396" cy="3176678"/>
            </a:xfrm>
            <a:custGeom>
              <a:avLst/>
              <a:gdLst>
                <a:gd name="connsiteX0" fmla="*/ 346842 w 3373821"/>
                <a:gd name="connsiteY0" fmla="*/ 283779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346842 w 3373821"/>
                <a:gd name="connsiteY5" fmla="*/ 283779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882870 h 3310759"/>
                <a:gd name="connsiteX1" fmla="*/ 3090042 w 3373821"/>
                <a:gd name="connsiteY1" fmla="*/ 0 h 3310759"/>
                <a:gd name="connsiteX2" fmla="*/ 3373821 w 3373821"/>
                <a:gd name="connsiteY2" fmla="*/ 1849821 h 3310759"/>
                <a:gd name="connsiteX3" fmla="*/ 1902373 w 3373821"/>
                <a:gd name="connsiteY3" fmla="*/ 3310759 h 3310759"/>
                <a:gd name="connsiteX4" fmla="*/ 0 w 3373821"/>
                <a:gd name="connsiteY4" fmla="*/ 2511973 h 3310759"/>
                <a:gd name="connsiteX5" fmla="*/ 777766 w 3373821"/>
                <a:gd name="connsiteY5" fmla="*/ 882870 h 3310759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35451 h 3463340"/>
                <a:gd name="connsiteX1" fmla="*/ 3090042 w 3373821"/>
                <a:gd name="connsiteY1" fmla="*/ 152581 h 3463340"/>
                <a:gd name="connsiteX2" fmla="*/ 3373821 w 3373821"/>
                <a:gd name="connsiteY2" fmla="*/ 2002402 h 3463340"/>
                <a:gd name="connsiteX3" fmla="*/ 1902373 w 3373821"/>
                <a:gd name="connsiteY3" fmla="*/ 3463340 h 3463340"/>
                <a:gd name="connsiteX4" fmla="*/ 0 w 3373821"/>
                <a:gd name="connsiteY4" fmla="*/ 2664554 h 3463340"/>
                <a:gd name="connsiteX5" fmla="*/ 777766 w 3373821"/>
                <a:gd name="connsiteY5" fmla="*/ 1035451 h 3463340"/>
                <a:gd name="connsiteX0" fmla="*/ 777766 w 3468415"/>
                <a:gd name="connsiteY0" fmla="*/ 1035451 h 3463340"/>
                <a:gd name="connsiteX1" fmla="*/ 3090042 w 3468415"/>
                <a:gd name="connsiteY1" fmla="*/ 152581 h 3463340"/>
                <a:gd name="connsiteX2" fmla="*/ 3468415 w 3468415"/>
                <a:gd name="connsiteY2" fmla="*/ 2202098 h 3463340"/>
                <a:gd name="connsiteX3" fmla="*/ 1902373 w 3468415"/>
                <a:gd name="connsiteY3" fmla="*/ 3463340 h 3463340"/>
                <a:gd name="connsiteX4" fmla="*/ 0 w 3468415"/>
                <a:gd name="connsiteY4" fmla="*/ 2664554 h 3463340"/>
                <a:gd name="connsiteX5" fmla="*/ 777766 w 3468415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3748"/>
                <a:gd name="connsiteX1" fmla="*/ 3090042 w 3520921"/>
                <a:gd name="connsiteY1" fmla="*/ 152581 h 3463748"/>
                <a:gd name="connsiteX2" fmla="*/ 3468415 w 3520921"/>
                <a:gd name="connsiteY2" fmla="*/ 2202098 h 3463748"/>
                <a:gd name="connsiteX3" fmla="*/ 1902373 w 3520921"/>
                <a:gd name="connsiteY3" fmla="*/ 3463340 h 3463748"/>
                <a:gd name="connsiteX4" fmla="*/ 0 w 3520921"/>
                <a:gd name="connsiteY4" fmla="*/ 2664554 h 3463748"/>
                <a:gd name="connsiteX5" fmla="*/ 777766 w 3520921"/>
                <a:gd name="connsiteY5" fmla="*/ 1035451 h 3463748"/>
                <a:gd name="connsiteX0" fmla="*/ 815379 w 3558534"/>
                <a:gd name="connsiteY0" fmla="*/ 1035451 h 3463748"/>
                <a:gd name="connsiteX1" fmla="*/ 3127655 w 3558534"/>
                <a:gd name="connsiteY1" fmla="*/ 152581 h 3463748"/>
                <a:gd name="connsiteX2" fmla="*/ 3506028 w 3558534"/>
                <a:gd name="connsiteY2" fmla="*/ 2202098 h 3463748"/>
                <a:gd name="connsiteX3" fmla="*/ 1939986 w 3558534"/>
                <a:gd name="connsiteY3" fmla="*/ 3463340 h 3463748"/>
                <a:gd name="connsiteX4" fmla="*/ 37613 w 3558534"/>
                <a:gd name="connsiteY4" fmla="*/ 2664554 h 3463748"/>
                <a:gd name="connsiteX5" fmla="*/ 815379 w 3558534"/>
                <a:gd name="connsiteY5" fmla="*/ 1035451 h 3463748"/>
                <a:gd name="connsiteX0" fmla="*/ 815379 w 3558534"/>
                <a:gd name="connsiteY0" fmla="*/ 1035451 h 3464371"/>
                <a:gd name="connsiteX1" fmla="*/ 3127655 w 3558534"/>
                <a:gd name="connsiteY1" fmla="*/ 152581 h 3464371"/>
                <a:gd name="connsiteX2" fmla="*/ 3506028 w 3558534"/>
                <a:gd name="connsiteY2" fmla="*/ 2202098 h 3464371"/>
                <a:gd name="connsiteX3" fmla="*/ 1939986 w 3558534"/>
                <a:gd name="connsiteY3" fmla="*/ 3463340 h 3464371"/>
                <a:gd name="connsiteX4" fmla="*/ 37613 w 3558534"/>
                <a:gd name="connsiteY4" fmla="*/ 2664554 h 3464371"/>
                <a:gd name="connsiteX5" fmla="*/ 815379 w 3558534"/>
                <a:gd name="connsiteY5" fmla="*/ 1035451 h 3464371"/>
                <a:gd name="connsiteX0" fmla="*/ 815379 w 3150376"/>
                <a:gd name="connsiteY0" fmla="*/ 1035451 h 3464371"/>
                <a:gd name="connsiteX1" fmla="*/ 3127655 w 3150376"/>
                <a:gd name="connsiteY1" fmla="*/ 152581 h 3464371"/>
                <a:gd name="connsiteX2" fmla="*/ 1961008 w 3150376"/>
                <a:gd name="connsiteY2" fmla="*/ 1655560 h 3464371"/>
                <a:gd name="connsiteX3" fmla="*/ 1939986 w 3150376"/>
                <a:gd name="connsiteY3" fmla="*/ 3463340 h 3464371"/>
                <a:gd name="connsiteX4" fmla="*/ 37613 w 3150376"/>
                <a:gd name="connsiteY4" fmla="*/ 2664554 h 3464371"/>
                <a:gd name="connsiteX5" fmla="*/ 815379 w 3150376"/>
                <a:gd name="connsiteY5" fmla="*/ 1035451 h 3464371"/>
                <a:gd name="connsiteX0" fmla="*/ 815379 w 3162532"/>
                <a:gd name="connsiteY0" fmla="*/ 1035451 h 3464371"/>
                <a:gd name="connsiteX1" fmla="*/ 3127655 w 3162532"/>
                <a:gd name="connsiteY1" fmla="*/ 152581 h 3464371"/>
                <a:gd name="connsiteX2" fmla="*/ 2423463 w 3162532"/>
                <a:gd name="connsiteY2" fmla="*/ 1645049 h 3464371"/>
                <a:gd name="connsiteX3" fmla="*/ 1939986 w 3162532"/>
                <a:gd name="connsiteY3" fmla="*/ 3463340 h 3464371"/>
                <a:gd name="connsiteX4" fmla="*/ 37613 w 3162532"/>
                <a:gd name="connsiteY4" fmla="*/ 2664554 h 3464371"/>
                <a:gd name="connsiteX5" fmla="*/ 815379 w 3162532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606310"/>
                <a:gd name="connsiteX1" fmla="*/ 3127655 w 3171514"/>
                <a:gd name="connsiteY1" fmla="*/ 152581 h 3606310"/>
                <a:gd name="connsiteX2" fmla="*/ 2423463 w 3171514"/>
                <a:gd name="connsiteY2" fmla="*/ 1645049 h 3606310"/>
                <a:gd name="connsiteX3" fmla="*/ 2307848 w 3171514"/>
                <a:gd name="connsiteY3" fmla="*/ 3473850 h 3606310"/>
                <a:gd name="connsiteX4" fmla="*/ 37613 w 3171514"/>
                <a:gd name="connsiteY4" fmla="*/ 2664554 h 3606310"/>
                <a:gd name="connsiteX5" fmla="*/ 815379 w 3171514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64502"/>
                <a:gd name="connsiteY0" fmla="*/ 1035451 h 3606310"/>
                <a:gd name="connsiteX1" fmla="*/ 3127655 w 3164502"/>
                <a:gd name="connsiteY1" fmla="*/ 152581 h 3606310"/>
                <a:gd name="connsiteX2" fmla="*/ 2560098 w 3164502"/>
                <a:gd name="connsiteY2" fmla="*/ 1666070 h 3606310"/>
                <a:gd name="connsiteX3" fmla="*/ 2307848 w 3164502"/>
                <a:gd name="connsiteY3" fmla="*/ 3473850 h 3606310"/>
                <a:gd name="connsiteX4" fmla="*/ 37613 w 3164502"/>
                <a:gd name="connsiteY4" fmla="*/ 2664554 h 3606310"/>
                <a:gd name="connsiteX5" fmla="*/ 815379 w 3164502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29312 w 3176710"/>
                <a:gd name="connsiteY0" fmla="*/ 1035451 h 3606310"/>
                <a:gd name="connsiteX1" fmla="*/ 3141588 w 3176710"/>
                <a:gd name="connsiteY1" fmla="*/ 152581 h 3606310"/>
                <a:gd name="connsiteX2" fmla="*/ 2574031 w 3176710"/>
                <a:gd name="connsiteY2" fmla="*/ 1666070 h 3606310"/>
                <a:gd name="connsiteX3" fmla="*/ 2321781 w 3176710"/>
                <a:gd name="connsiteY3" fmla="*/ 3473850 h 3606310"/>
                <a:gd name="connsiteX4" fmla="*/ 51546 w 3176710"/>
                <a:gd name="connsiteY4" fmla="*/ 2664554 h 3606310"/>
                <a:gd name="connsiteX5" fmla="*/ 829312 w 3176710"/>
                <a:gd name="connsiteY5" fmla="*/ 1035451 h 3606310"/>
                <a:gd name="connsiteX0" fmla="*/ 829312 w 3177410"/>
                <a:gd name="connsiteY0" fmla="*/ 1035451 h 3606310"/>
                <a:gd name="connsiteX1" fmla="*/ 3141588 w 3177410"/>
                <a:gd name="connsiteY1" fmla="*/ 152581 h 3606310"/>
                <a:gd name="connsiteX2" fmla="*/ 2574031 w 3177410"/>
                <a:gd name="connsiteY2" fmla="*/ 1666070 h 3606310"/>
                <a:gd name="connsiteX3" fmla="*/ 2321781 w 3177410"/>
                <a:gd name="connsiteY3" fmla="*/ 3473850 h 3606310"/>
                <a:gd name="connsiteX4" fmla="*/ 51546 w 3177410"/>
                <a:gd name="connsiteY4" fmla="*/ 2664554 h 3606310"/>
                <a:gd name="connsiteX5" fmla="*/ 829312 w 3177410"/>
                <a:gd name="connsiteY5" fmla="*/ 1035451 h 3606310"/>
                <a:gd name="connsiteX0" fmla="*/ 829312 w 3177410"/>
                <a:gd name="connsiteY0" fmla="*/ 1013703 h 3584562"/>
                <a:gd name="connsiteX1" fmla="*/ 3141588 w 3177410"/>
                <a:gd name="connsiteY1" fmla="*/ 130833 h 3584562"/>
                <a:gd name="connsiteX2" fmla="*/ 2574031 w 3177410"/>
                <a:gd name="connsiteY2" fmla="*/ 1644322 h 3584562"/>
                <a:gd name="connsiteX3" fmla="*/ 2321781 w 3177410"/>
                <a:gd name="connsiteY3" fmla="*/ 3452102 h 3584562"/>
                <a:gd name="connsiteX4" fmla="*/ 51546 w 3177410"/>
                <a:gd name="connsiteY4" fmla="*/ 2642806 h 3584562"/>
                <a:gd name="connsiteX5" fmla="*/ 829312 w 3177410"/>
                <a:gd name="connsiteY5" fmla="*/ 1013703 h 3584562"/>
                <a:gd name="connsiteX0" fmla="*/ 829578 w 3177676"/>
                <a:gd name="connsiteY0" fmla="*/ 1013703 h 3584562"/>
                <a:gd name="connsiteX1" fmla="*/ 3141854 w 3177676"/>
                <a:gd name="connsiteY1" fmla="*/ 130833 h 3584562"/>
                <a:gd name="connsiteX2" fmla="*/ 2574297 w 3177676"/>
                <a:gd name="connsiteY2" fmla="*/ 1644322 h 3584562"/>
                <a:gd name="connsiteX3" fmla="*/ 2322047 w 3177676"/>
                <a:gd name="connsiteY3" fmla="*/ 3452102 h 3584562"/>
                <a:gd name="connsiteX4" fmla="*/ 51812 w 3177676"/>
                <a:gd name="connsiteY4" fmla="*/ 2642806 h 3584562"/>
                <a:gd name="connsiteX5" fmla="*/ 829578 w 3177676"/>
                <a:gd name="connsiteY5" fmla="*/ 1013703 h 3584562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11178 w 2672400"/>
                <a:gd name="connsiteY0" fmla="*/ 7864 h 2583061"/>
                <a:gd name="connsiteX1" fmla="*/ 1318755 w 2672400"/>
                <a:gd name="connsiteY1" fmla="*/ 1092175 h 2583061"/>
                <a:gd name="connsiteX2" fmla="*/ 2555897 w 2672400"/>
                <a:gd name="connsiteY2" fmla="*/ 638483 h 2583061"/>
                <a:gd name="connsiteX3" fmla="*/ 2303647 w 2672400"/>
                <a:gd name="connsiteY3" fmla="*/ 2446263 h 2583061"/>
                <a:gd name="connsiteX4" fmla="*/ 33412 w 2672400"/>
                <a:gd name="connsiteY4" fmla="*/ 1636967 h 2583061"/>
                <a:gd name="connsiteX5" fmla="*/ 811178 w 2672400"/>
                <a:gd name="connsiteY5" fmla="*/ 7864 h 2583061"/>
                <a:gd name="connsiteX0" fmla="*/ 811178 w 3223026"/>
                <a:gd name="connsiteY0" fmla="*/ 5596 h 2477281"/>
                <a:gd name="connsiteX1" fmla="*/ 1318755 w 3223026"/>
                <a:gd name="connsiteY1" fmla="*/ 1089907 h 2477281"/>
                <a:gd name="connsiteX2" fmla="*/ 3192488 w 3223026"/>
                <a:gd name="connsiteY2" fmla="*/ 802600 h 2477281"/>
                <a:gd name="connsiteX3" fmla="*/ 2303647 w 3223026"/>
                <a:gd name="connsiteY3" fmla="*/ 2443995 h 2477281"/>
                <a:gd name="connsiteX4" fmla="*/ 33412 w 3223026"/>
                <a:gd name="connsiteY4" fmla="*/ 1634699 h 2477281"/>
                <a:gd name="connsiteX5" fmla="*/ 811178 w 3223026"/>
                <a:gd name="connsiteY5" fmla="*/ 5596 h 2477281"/>
                <a:gd name="connsiteX0" fmla="*/ 846588 w 3330250"/>
                <a:gd name="connsiteY0" fmla="*/ 5596 h 2432711"/>
                <a:gd name="connsiteX1" fmla="*/ 1354165 w 3330250"/>
                <a:gd name="connsiteY1" fmla="*/ 1089907 h 2432711"/>
                <a:gd name="connsiteX2" fmla="*/ 3227898 w 3330250"/>
                <a:gd name="connsiteY2" fmla="*/ 802600 h 2432711"/>
                <a:gd name="connsiteX3" fmla="*/ 2761796 w 3330250"/>
                <a:gd name="connsiteY3" fmla="*/ 2409553 h 2432711"/>
                <a:gd name="connsiteX4" fmla="*/ 68822 w 3330250"/>
                <a:gd name="connsiteY4" fmla="*/ 1634699 h 2432711"/>
                <a:gd name="connsiteX5" fmla="*/ 846588 w 3330250"/>
                <a:gd name="connsiteY5" fmla="*/ 5596 h 2432711"/>
                <a:gd name="connsiteX0" fmla="*/ 846588 w 3514825"/>
                <a:gd name="connsiteY0" fmla="*/ 5596 h 2432711"/>
                <a:gd name="connsiteX1" fmla="*/ 1354165 w 3514825"/>
                <a:gd name="connsiteY1" fmla="*/ 1089907 h 2432711"/>
                <a:gd name="connsiteX2" fmla="*/ 3227898 w 3514825"/>
                <a:gd name="connsiteY2" fmla="*/ 802600 h 2432711"/>
                <a:gd name="connsiteX3" fmla="*/ 2761796 w 3514825"/>
                <a:gd name="connsiteY3" fmla="*/ 2409553 h 2432711"/>
                <a:gd name="connsiteX4" fmla="*/ 68822 w 3514825"/>
                <a:gd name="connsiteY4" fmla="*/ 1634699 h 2432711"/>
                <a:gd name="connsiteX5" fmla="*/ 846588 w 3514825"/>
                <a:gd name="connsiteY5" fmla="*/ 5596 h 2432711"/>
                <a:gd name="connsiteX0" fmla="*/ 875402 w 3543639"/>
                <a:gd name="connsiteY0" fmla="*/ 2708 h 2429823"/>
                <a:gd name="connsiteX1" fmla="*/ 1382979 w 3543639"/>
                <a:gd name="connsiteY1" fmla="*/ 1087019 h 2429823"/>
                <a:gd name="connsiteX2" fmla="*/ 3256712 w 3543639"/>
                <a:gd name="connsiteY2" fmla="*/ 799712 h 2429823"/>
                <a:gd name="connsiteX3" fmla="*/ 2790610 w 3543639"/>
                <a:gd name="connsiteY3" fmla="*/ 2406665 h 2429823"/>
                <a:gd name="connsiteX4" fmla="*/ 97636 w 3543639"/>
                <a:gd name="connsiteY4" fmla="*/ 1631811 h 2429823"/>
                <a:gd name="connsiteX5" fmla="*/ 875402 w 3543639"/>
                <a:gd name="connsiteY5" fmla="*/ 2708 h 2429823"/>
                <a:gd name="connsiteX0" fmla="*/ 1035116 w 3703353"/>
                <a:gd name="connsiteY0" fmla="*/ 3586 h 2450893"/>
                <a:gd name="connsiteX1" fmla="*/ 1542693 w 3703353"/>
                <a:gd name="connsiteY1" fmla="*/ 1087897 h 2450893"/>
                <a:gd name="connsiteX2" fmla="*/ 3416426 w 3703353"/>
                <a:gd name="connsiteY2" fmla="*/ 800590 h 2450893"/>
                <a:gd name="connsiteX3" fmla="*/ 2950324 w 3703353"/>
                <a:gd name="connsiteY3" fmla="*/ 2407543 h 2450893"/>
                <a:gd name="connsiteX4" fmla="*/ 257350 w 3703353"/>
                <a:gd name="connsiteY4" fmla="*/ 1632689 h 2450893"/>
                <a:gd name="connsiteX5" fmla="*/ 1035116 w 3703353"/>
                <a:gd name="connsiteY5" fmla="*/ 3586 h 2450893"/>
                <a:gd name="connsiteX0" fmla="*/ 991689 w 3462563"/>
                <a:gd name="connsiteY0" fmla="*/ 10605 h 2457912"/>
                <a:gd name="connsiteX1" fmla="*/ 1674106 w 3462563"/>
                <a:gd name="connsiteY1" fmla="*/ 930710 h 2457912"/>
                <a:gd name="connsiteX2" fmla="*/ 3372999 w 3462563"/>
                <a:gd name="connsiteY2" fmla="*/ 807609 h 2457912"/>
                <a:gd name="connsiteX3" fmla="*/ 2906897 w 3462563"/>
                <a:gd name="connsiteY3" fmla="*/ 2414562 h 2457912"/>
                <a:gd name="connsiteX4" fmla="*/ 213923 w 3462563"/>
                <a:gd name="connsiteY4" fmla="*/ 1639708 h 2457912"/>
                <a:gd name="connsiteX5" fmla="*/ 991689 w 3462563"/>
                <a:gd name="connsiteY5" fmla="*/ 10605 h 2457912"/>
                <a:gd name="connsiteX0" fmla="*/ 991689 w 3644113"/>
                <a:gd name="connsiteY0" fmla="*/ 10605 h 2457912"/>
                <a:gd name="connsiteX1" fmla="*/ 1674106 w 3644113"/>
                <a:gd name="connsiteY1" fmla="*/ 930710 h 2457912"/>
                <a:gd name="connsiteX2" fmla="*/ 3372999 w 3644113"/>
                <a:gd name="connsiteY2" fmla="*/ 807609 h 2457912"/>
                <a:gd name="connsiteX3" fmla="*/ 2906897 w 3644113"/>
                <a:gd name="connsiteY3" fmla="*/ 2414562 h 2457912"/>
                <a:gd name="connsiteX4" fmla="*/ 213923 w 3644113"/>
                <a:gd name="connsiteY4" fmla="*/ 1639708 h 2457912"/>
                <a:gd name="connsiteX5" fmla="*/ 991689 w 3644113"/>
                <a:gd name="connsiteY5" fmla="*/ 10605 h 2457912"/>
                <a:gd name="connsiteX0" fmla="*/ 1054352 w 3706777"/>
                <a:gd name="connsiteY0" fmla="*/ 1046 h 2448353"/>
                <a:gd name="connsiteX1" fmla="*/ 1736769 w 3706777"/>
                <a:gd name="connsiteY1" fmla="*/ 921151 h 2448353"/>
                <a:gd name="connsiteX2" fmla="*/ 3435662 w 3706777"/>
                <a:gd name="connsiteY2" fmla="*/ 798050 h 2448353"/>
                <a:gd name="connsiteX3" fmla="*/ 2969560 w 3706777"/>
                <a:gd name="connsiteY3" fmla="*/ 2405003 h 2448353"/>
                <a:gd name="connsiteX4" fmla="*/ 276586 w 3706777"/>
                <a:gd name="connsiteY4" fmla="*/ 1630149 h 2448353"/>
                <a:gd name="connsiteX5" fmla="*/ 1054352 w 3706777"/>
                <a:gd name="connsiteY5" fmla="*/ 1046 h 2448353"/>
                <a:gd name="connsiteX0" fmla="*/ 590056 w 3683836"/>
                <a:gd name="connsiteY0" fmla="*/ 1109 h 1961431"/>
                <a:gd name="connsiteX1" fmla="*/ 1713828 w 3683836"/>
                <a:gd name="connsiteY1" fmla="*/ 456838 h 1961431"/>
                <a:gd name="connsiteX2" fmla="*/ 3412721 w 3683836"/>
                <a:gd name="connsiteY2" fmla="*/ 333737 h 1961431"/>
                <a:gd name="connsiteX3" fmla="*/ 2946619 w 3683836"/>
                <a:gd name="connsiteY3" fmla="*/ 1940690 h 1961431"/>
                <a:gd name="connsiteX4" fmla="*/ 253645 w 3683836"/>
                <a:gd name="connsiteY4" fmla="*/ 1165836 h 1961431"/>
                <a:gd name="connsiteX5" fmla="*/ 590056 w 3683836"/>
                <a:gd name="connsiteY5" fmla="*/ 1109 h 1961431"/>
                <a:gd name="connsiteX0" fmla="*/ 577152 w 3670932"/>
                <a:gd name="connsiteY0" fmla="*/ 28557 h 1988879"/>
                <a:gd name="connsiteX1" fmla="*/ 1700924 w 3670932"/>
                <a:gd name="connsiteY1" fmla="*/ 484286 h 1988879"/>
                <a:gd name="connsiteX2" fmla="*/ 3399817 w 3670932"/>
                <a:gd name="connsiteY2" fmla="*/ 361185 h 1988879"/>
                <a:gd name="connsiteX3" fmla="*/ 2933715 w 3670932"/>
                <a:gd name="connsiteY3" fmla="*/ 1968138 h 1988879"/>
                <a:gd name="connsiteX4" fmla="*/ 240741 w 3670932"/>
                <a:gd name="connsiteY4" fmla="*/ 1193284 h 1988879"/>
                <a:gd name="connsiteX5" fmla="*/ 577152 w 3670932"/>
                <a:gd name="connsiteY5" fmla="*/ 28557 h 1988879"/>
                <a:gd name="connsiteX0" fmla="*/ 5660 w 3065770"/>
                <a:gd name="connsiteY0" fmla="*/ 41752 h 2084853"/>
                <a:gd name="connsiteX1" fmla="*/ 1129432 w 3065770"/>
                <a:gd name="connsiteY1" fmla="*/ 497481 h 2084853"/>
                <a:gd name="connsiteX2" fmla="*/ 2828325 w 3065770"/>
                <a:gd name="connsiteY2" fmla="*/ 374380 h 2084853"/>
                <a:gd name="connsiteX3" fmla="*/ 2362223 w 3065770"/>
                <a:gd name="connsiteY3" fmla="*/ 1981333 h 2084853"/>
                <a:gd name="connsiteX4" fmla="*/ 768571 w 3065770"/>
                <a:gd name="connsiteY4" fmla="*/ 1718703 h 2084853"/>
                <a:gd name="connsiteX5" fmla="*/ 5660 w 3065770"/>
                <a:gd name="connsiteY5" fmla="*/ 41752 h 2084853"/>
                <a:gd name="connsiteX0" fmla="*/ 12471 w 3072581"/>
                <a:gd name="connsiteY0" fmla="*/ 41752 h 2092530"/>
                <a:gd name="connsiteX1" fmla="*/ 1136243 w 3072581"/>
                <a:gd name="connsiteY1" fmla="*/ 497481 h 2092530"/>
                <a:gd name="connsiteX2" fmla="*/ 2835136 w 3072581"/>
                <a:gd name="connsiteY2" fmla="*/ 374380 h 2092530"/>
                <a:gd name="connsiteX3" fmla="*/ 2369034 w 3072581"/>
                <a:gd name="connsiteY3" fmla="*/ 1981333 h 2092530"/>
                <a:gd name="connsiteX4" fmla="*/ 775382 w 3072581"/>
                <a:gd name="connsiteY4" fmla="*/ 1718703 h 2092530"/>
                <a:gd name="connsiteX5" fmla="*/ 12471 w 3072581"/>
                <a:gd name="connsiteY5" fmla="*/ 41752 h 2092530"/>
                <a:gd name="connsiteX0" fmla="*/ 2798 w 3655173"/>
                <a:gd name="connsiteY0" fmla="*/ 869129 h 2007317"/>
                <a:gd name="connsiteX1" fmla="*/ 1718835 w 3655173"/>
                <a:gd name="connsiteY1" fmla="*/ 445136 h 2007317"/>
                <a:gd name="connsiteX2" fmla="*/ 3417728 w 3655173"/>
                <a:gd name="connsiteY2" fmla="*/ 322035 h 2007317"/>
                <a:gd name="connsiteX3" fmla="*/ 2951626 w 3655173"/>
                <a:gd name="connsiteY3" fmla="*/ 1928988 h 2007317"/>
                <a:gd name="connsiteX4" fmla="*/ 1357974 w 3655173"/>
                <a:gd name="connsiteY4" fmla="*/ 1666358 h 2007317"/>
                <a:gd name="connsiteX5" fmla="*/ 2798 w 3655173"/>
                <a:gd name="connsiteY5" fmla="*/ 869129 h 2007317"/>
                <a:gd name="connsiteX0" fmla="*/ 542 w 3652917"/>
                <a:gd name="connsiteY0" fmla="*/ 869129 h 2007318"/>
                <a:gd name="connsiteX1" fmla="*/ 1716579 w 3652917"/>
                <a:gd name="connsiteY1" fmla="*/ 445136 h 2007318"/>
                <a:gd name="connsiteX2" fmla="*/ 3415472 w 3652917"/>
                <a:gd name="connsiteY2" fmla="*/ 322035 h 2007318"/>
                <a:gd name="connsiteX3" fmla="*/ 2949370 w 3652917"/>
                <a:gd name="connsiteY3" fmla="*/ 1928988 h 2007318"/>
                <a:gd name="connsiteX4" fmla="*/ 1355718 w 3652917"/>
                <a:gd name="connsiteY4" fmla="*/ 1666358 h 2007318"/>
                <a:gd name="connsiteX5" fmla="*/ 542 w 3652917"/>
                <a:gd name="connsiteY5" fmla="*/ 869129 h 2007318"/>
                <a:gd name="connsiteX0" fmla="*/ 243 w 3639926"/>
                <a:gd name="connsiteY0" fmla="*/ 869129 h 1955507"/>
                <a:gd name="connsiteX1" fmla="*/ 1716280 w 3639926"/>
                <a:gd name="connsiteY1" fmla="*/ 445136 h 1955507"/>
                <a:gd name="connsiteX2" fmla="*/ 3415173 w 3639926"/>
                <a:gd name="connsiteY2" fmla="*/ 322035 h 1955507"/>
                <a:gd name="connsiteX3" fmla="*/ 2949071 w 3639926"/>
                <a:gd name="connsiteY3" fmla="*/ 1928988 h 1955507"/>
                <a:gd name="connsiteX4" fmla="*/ 1833458 w 3639926"/>
                <a:gd name="connsiteY4" fmla="*/ 1291535 h 1955507"/>
                <a:gd name="connsiteX5" fmla="*/ 243 w 3639926"/>
                <a:gd name="connsiteY5" fmla="*/ 869129 h 1955507"/>
                <a:gd name="connsiteX0" fmla="*/ 243 w 3639926"/>
                <a:gd name="connsiteY0" fmla="*/ 869129 h 1947022"/>
                <a:gd name="connsiteX1" fmla="*/ 1716280 w 3639926"/>
                <a:gd name="connsiteY1" fmla="*/ 445136 h 1947022"/>
                <a:gd name="connsiteX2" fmla="*/ 3415173 w 3639926"/>
                <a:gd name="connsiteY2" fmla="*/ 322035 h 1947022"/>
                <a:gd name="connsiteX3" fmla="*/ 2949071 w 3639926"/>
                <a:gd name="connsiteY3" fmla="*/ 1928988 h 1947022"/>
                <a:gd name="connsiteX4" fmla="*/ 1833458 w 3639926"/>
                <a:gd name="connsiteY4" fmla="*/ 1291535 h 1947022"/>
                <a:gd name="connsiteX5" fmla="*/ 243 w 3639926"/>
                <a:gd name="connsiteY5" fmla="*/ 869129 h 1947022"/>
                <a:gd name="connsiteX0" fmla="*/ 7345 w 3647028"/>
                <a:gd name="connsiteY0" fmla="*/ 869129 h 1947022"/>
                <a:gd name="connsiteX1" fmla="*/ 1723382 w 3647028"/>
                <a:gd name="connsiteY1" fmla="*/ 445136 h 1947022"/>
                <a:gd name="connsiteX2" fmla="*/ 3422275 w 3647028"/>
                <a:gd name="connsiteY2" fmla="*/ 322035 h 1947022"/>
                <a:gd name="connsiteX3" fmla="*/ 2956173 w 3647028"/>
                <a:gd name="connsiteY3" fmla="*/ 1928988 h 1947022"/>
                <a:gd name="connsiteX4" fmla="*/ 1840560 w 3647028"/>
                <a:gd name="connsiteY4" fmla="*/ 1291535 h 1947022"/>
                <a:gd name="connsiteX5" fmla="*/ 7345 w 3647028"/>
                <a:gd name="connsiteY5" fmla="*/ 869129 h 1947022"/>
                <a:gd name="connsiteX0" fmla="*/ 7345 w 3811052"/>
                <a:gd name="connsiteY0" fmla="*/ 869129 h 1929159"/>
                <a:gd name="connsiteX1" fmla="*/ 1723382 w 3811052"/>
                <a:gd name="connsiteY1" fmla="*/ 445136 h 1929159"/>
                <a:gd name="connsiteX2" fmla="*/ 3422275 w 3811052"/>
                <a:gd name="connsiteY2" fmla="*/ 322035 h 1929159"/>
                <a:gd name="connsiteX3" fmla="*/ 2956173 w 3811052"/>
                <a:gd name="connsiteY3" fmla="*/ 1928988 h 1929159"/>
                <a:gd name="connsiteX4" fmla="*/ 1840560 w 3811052"/>
                <a:gd name="connsiteY4" fmla="*/ 1291535 h 1929159"/>
                <a:gd name="connsiteX5" fmla="*/ 7345 w 3811052"/>
                <a:gd name="connsiteY5" fmla="*/ 869129 h 1929159"/>
                <a:gd name="connsiteX0" fmla="*/ 5264 w 3937957"/>
                <a:gd name="connsiteY0" fmla="*/ 1155023 h 1938909"/>
                <a:gd name="connsiteX1" fmla="*/ 1850286 w 3937957"/>
                <a:gd name="connsiteY1" fmla="*/ 454886 h 1938909"/>
                <a:gd name="connsiteX2" fmla="*/ 3549179 w 3937957"/>
                <a:gd name="connsiteY2" fmla="*/ 331785 h 1938909"/>
                <a:gd name="connsiteX3" fmla="*/ 3083077 w 3937957"/>
                <a:gd name="connsiteY3" fmla="*/ 1938738 h 1938909"/>
                <a:gd name="connsiteX4" fmla="*/ 1967464 w 3937957"/>
                <a:gd name="connsiteY4" fmla="*/ 1301285 h 1938909"/>
                <a:gd name="connsiteX5" fmla="*/ 5264 w 3937957"/>
                <a:gd name="connsiteY5" fmla="*/ 1155023 h 1938909"/>
                <a:gd name="connsiteX0" fmla="*/ 23607 w 3956300"/>
                <a:gd name="connsiteY0" fmla="*/ 1155023 h 1938909"/>
                <a:gd name="connsiteX1" fmla="*/ 1868629 w 3956300"/>
                <a:gd name="connsiteY1" fmla="*/ 454886 h 1938909"/>
                <a:gd name="connsiteX2" fmla="*/ 3567522 w 3956300"/>
                <a:gd name="connsiteY2" fmla="*/ 331785 h 1938909"/>
                <a:gd name="connsiteX3" fmla="*/ 3101420 w 3956300"/>
                <a:gd name="connsiteY3" fmla="*/ 1938738 h 1938909"/>
                <a:gd name="connsiteX4" fmla="*/ 1985807 w 3956300"/>
                <a:gd name="connsiteY4" fmla="*/ 1301285 h 1938909"/>
                <a:gd name="connsiteX5" fmla="*/ 23607 w 3956300"/>
                <a:gd name="connsiteY5" fmla="*/ 1155023 h 1938909"/>
                <a:gd name="connsiteX0" fmla="*/ 356 w 3775841"/>
                <a:gd name="connsiteY0" fmla="*/ 1155023 h 1975367"/>
                <a:gd name="connsiteX1" fmla="*/ 1845378 w 3775841"/>
                <a:gd name="connsiteY1" fmla="*/ 454886 h 1975367"/>
                <a:gd name="connsiteX2" fmla="*/ 3544271 w 3775841"/>
                <a:gd name="connsiteY2" fmla="*/ 331785 h 1975367"/>
                <a:gd name="connsiteX3" fmla="*/ 3078169 w 3775841"/>
                <a:gd name="connsiteY3" fmla="*/ 1938738 h 1975367"/>
                <a:gd name="connsiteX4" fmla="*/ 1700608 w 3775841"/>
                <a:gd name="connsiteY4" fmla="*/ 1432728 h 1975367"/>
                <a:gd name="connsiteX5" fmla="*/ 356 w 3775841"/>
                <a:gd name="connsiteY5" fmla="*/ 1155023 h 1975367"/>
                <a:gd name="connsiteX0" fmla="*/ 385 w 3775871"/>
                <a:gd name="connsiteY0" fmla="*/ 1155023 h 1964875"/>
                <a:gd name="connsiteX1" fmla="*/ 1845407 w 3775871"/>
                <a:gd name="connsiteY1" fmla="*/ 454886 h 1964875"/>
                <a:gd name="connsiteX2" fmla="*/ 3544300 w 3775871"/>
                <a:gd name="connsiteY2" fmla="*/ 331785 h 1964875"/>
                <a:gd name="connsiteX3" fmla="*/ 3078198 w 3775871"/>
                <a:gd name="connsiteY3" fmla="*/ 1938738 h 1964875"/>
                <a:gd name="connsiteX4" fmla="*/ 1700637 w 3775871"/>
                <a:gd name="connsiteY4" fmla="*/ 1432728 h 1964875"/>
                <a:gd name="connsiteX5" fmla="*/ 385 w 3775871"/>
                <a:gd name="connsiteY5" fmla="*/ 1155023 h 1964875"/>
                <a:gd name="connsiteX0" fmla="*/ 518 w 3310321"/>
                <a:gd name="connsiteY0" fmla="*/ 1561197 h 1986949"/>
                <a:gd name="connsiteX1" fmla="*/ 1379857 w 3310321"/>
                <a:gd name="connsiteY1" fmla="*/ 469469 h 1986949"/>
                <a:gd name="connsiteX2" fmla="*/ 3078750 w 3310321"/>
                <a:gd name="connsiteY2" fmla="*/ 346368 h 1986949"/>
                <a:gd name="connsiteX3" fmla="*/ 2612648 w 3310321"/>
                <a:gd name="connsiteY3" fmla="*/ 1953321 h 1986949"/>
                <a:gd name="connsiteX4" fmla="*/ 1235087 w 3310321"/>
                <a:gd name="connsiteY4" fmla="*/ 1447311 h 1986949"/>
                <a:gd name="connsiteX5" fmla="*/ 518 w 3310321"/>
                <a:gd name="connsiteY5" fmla="*/ 1561197 h 1986949"/>
                <a:gd name="connsiteX0" fmla="*/ 252954 w 3562757"/>
                <a:gd name="connsiteY0" fmla="*/ 1561197 h 1986950"/>
                <a:gd name="connsiteX1" fmla="*/ 1632293 w 3562757"/>
                <a:gd name="connsiteY1" fmla="*/ 469469 h 1986950"/>
                <a:gd name="connsiteX2" fmla="*/ 3331186 w 3562757"/>
                <a:gd name="connsiteY2" fmla="*/ 346368 h 1986950"/>
                <a:gd name="connsiteX3" fmla="*/ 2865084 w 3562757"/>
                <a:gd name="connsiteY3" fmla="*/ 1953321 h 1986950"/>
                <a:gd name="connsiteX4" fmla="*/ 1487523 w 3562757"/>
                <a:gd name="connsiteY4" fmla="*/ 1447311 h 1986950"/>
                <a:gd name="connsiteX5" fmla="*/ 252954 w 3562757"/>
                <a:gd name="connsiteY5" fmla="*/ 1561197 h 1986950"/>
                <a:gd name="connsiteX0" fmla="*/ 275988 w 4836894"/>
                <a:gd name="connsiteY0" fmla="*/ 1254188 h 1664972"/>
                <a:gd name="connsiteX1" fmla="*/ 1655327 w 4836894"/>
                <a:gd name="connsiteY1" fmla="*/ 162460 h 1664972"/>
                <a:gd name="connsiteX2" fmla="*/ 4715739 w 4836894"/>
                <a:gd name="connsiteY2" fmla="*/ 494988 h 1664972"/>
                <a:gd name="connsiteX3" fmla="*/ 2888118 w 4836894"/>
                <a:gd name="connsiteY3" fmla="*/ 1646312 h 1664972"/>
                <a:gd name="connsiteX4" fmla="*/ 1510557 w 4836894"/>
                <a:gd name="connsiteY4" fmla="*/ 1140302 h 1664972"/>
                <a:gd name="connsiteX5" fmla="*/ 275988 w 4836894"/>
                <a:gd name="connsiteY5" fmla="*/ 1254188 h 1664972"/>
                <a:gd name="connsiteX0" fmla="*/ 275988 w 4716813"/>
                <a:gd name="connsiteY0" fmla="*/ 1630321 h 2049242"/>
                <a:gd name="connsiteX1" fmla="*/ 1655327 w 4716813"/>
                <a:gd name="connsiteY1" fmla="*/ 538593 h 2049242"/>
                <a:gd name="connsiteX2" fmla="*/ 4715739 w 4716813"/>
                <a:gd name="connsiteY2" fmla="*/ 871121 h 2049242"/>
                <a:gd name="connsiteX3" fmla="*/ 2888118 w 4716813"/>
                <a:gd name="connsiteY3" fmla="*/ 2022445 h 2049242"/>
                <a:gd name="connsiteX4" fmla="*/ 1510557 w 4716813"/>
                <a:gd name="connsiteY4" fmla="*/ 1516435 h 2049242"/>
                <a:gd name="connsiteX5" fmla="*/ 275988 w 4716813"/>
                <a:gd name="connsiteY5" fmla="*/ 1630321 h 2049242"/>
                <a:gd name="connsiteX0" fmla="*/ 275988 w 4749030"/>
                <a:gd name="connsiteY0" fmla="*/ 1124638 h 1545870"/>
                <a:gd name="connsiteX1" fmla="*/ 1655327 w 4749030"/>
                <a:gd name="connsiteY1" fmla="*/ 32910 h 1545870"/>
                <a:gd name="connsiteX2" fmla="*/ 4715739 w 4749030"/>
                <a:gd name="connsiteY2" fmla="*/ 365438 h 1545870"/>
                <a:gd name="connsiteX3" fmla="*/ 3175706 w 4749030"/>
                <a:gd name="connsiteY3" fmla="*/ 1192854 h 1545870"/>
                <a:gd name="connsiteX4" fmla="*/ 1510557 w 4749030"/>
                <a:gd name="connsiteY4" fmla="*/ 1010752 h 1545870"/>
                <a:gd name="connsiteX5" fmla="*/ 275988 w 4749030"/>
                <a:gd name="connsiteY5" fmla="*/ 1124638 h 1545870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40315"/>
                <a:gd name="connsiteY0" fmla="*/ 1132875 h 1722803"/>
                <a:gd name="connsiteX1" fmla="*/ 1655327 w 4740315"/>
                <a:gd name="connsiteY1" fmla="*/ 41147 h 1722803"/>
                <a:gd name="connsiteX2" fmla="*/ 4715739 w 4740315"/>
                <a:gd name="connsiteY2" fmla="*/ 373675 h 1722803"/>
                <a:gd name="connsiteX3" fmla="*/ 3012343 w 4740315"/>
                <a:gd name="connsiteY3" fmla="*/ 1711656 h 1722803"/>
                <a:gd name="connsiteX4" fmla="*/ 1510557 w 4740315"/>
                <a:gd name="connsiteY4" fmla="*/ 1018989 h 1722803"/>
                <a:gd name="connsiteX5" fmla="*/ 275988 w 4740315"/>
                <a:gd name="connsiteY5" fmla="*/ 1132875 h 1722803"/>
                <a:gd name="connsiteX0" fmla="*/ 275988 w 4756119"/>
                <a:gd name="connsiteY0" fmla="*/ 1127108 h 1542684"/>
                <a:gd name="connsiteX1" fmla="*/ 1655327 w 4756119"/>
                <a:gd name="connsiteY1" fmla="*/ 35380 h 1542684"/>
                <a:gd name="connsiteX2" fmla="*/ 4715739 w 4756119"/>
                <a:gd name="connsiteY2" fmla="*/ 367908 h 1542684"/>
                <a:gd name="connsiteX3" fmla="*/ 3285074 w 4756119"/>
                <a:gd name="connsiteY3" fmla="*/ 1369029 h 1542684"/>
                <a:gd name="connsiteX4" fmla="*/ 1510557 w 4756119"/>
                <a:gd name="connsiteY4" fmla="*/ 1013222 h 1542684"/>
                <a:gd name="connsiteX5" fmla="*/ 275988 w 4756119"/>
                <a:gd name="connsiteY5" fmla="*/ 1127108 h 1542684"/>
                <a:gd name="connsiteX0" fmla="*/ 275988 w 4715923"/>
                <a:gd name="connsiteY0" fmla="*/ 1122352 h 1572226"/>
                <a:gd name="connsiteX1" fmla="*/ 1655327 w 4715923"/>
                <a:gd name="connsiteY1" fmla="*/ 30624 h 1572226"/>
                <a:gd name="connsiteX2" fmla="*/ 4715739 w 4715923"/>
                <a:gd name="connsiteY2" fmla="*/ 363152 h 1572226"/>
                <a:gd name="connsiteX3" fmla="*/ 1510557 w 4715923"/>
                <a:gd name="connsiteY3" fmla="*/ 1008466 h 1572226"/>
                <a:gd name="connsiteX4" fmla="*/ 275988 w 4715923"/>
                <a:gd name="connsiteY4" fmla="*/ 1122352 h 1572226"/>
                <a:gd name="connsiteX0" fmla="*/ 25029 w 4476010"/>
                <a:gd name="connsiteY0" fmla="*/ 1892393 h 2022034"/>
                <a:gd name="connsiteX1" fmla="*/ 2236847 w 4476010"/>
                <a:gd name="connsiteY1" fmla="*/ 11492 h 2022034"/>
                <a:gd name="connsiteX2" fmla="*/ 4464780 w 4476010"/>
                <a:gd name="connsiteY2" fmla="*/ 1133193 h 2022034"/>
                <a:gd name="connsiteX3" fmla="*/ 1259598 w 4476010"/>
                <a:gd name="connsiteY3" fmla="*/ 1778507 h 2022034"/>
                <a:gd name="connsiteX4" fmla="*/ 25029 w 4476010"/>
                <a:gd name="connsiteY4" fmla="*/ 1892393 h 2022034"/>
                <a:gd name="connsiteX0" fmla="*/ 19312 w 4468531"/>
                <a:gd name="connsiteY0" fmla="*/ 1893478 h 2350831"/>
                <a:gd name="connsiteX1" fmla="*/ 2231130 w 4468531"/>
                <a:gd name="connsiteY1" fmla="*/ 12577 h 2350831"/>
                <a:gd name="connsiteX2" fmla="*/ 4459063 w 4468531"/>
                <a:gd name="connsiteY2" fmla="*/ 1134278 h 2350831"/>
                <a:gd name="connsiteX3" fmla="*/ 2962196 w 4468531"/>
                <a:gd name="connsiteY3" fmla="*/ 2337807 h 2350831"/>
                <a:gd name="connsiteX4" fmla="*/ 1253881 w 4468531"/>
                <a:gd name="connsiteY4" fmla="*/ 1779592 h 2350831"/>
                <a:gd name="connsiteX5" fmla="*/ 19312 w 4468531"/>
                <a:gd name="connsiteY5" fmla="*/ 1893478 h 2350831"/>
                <a:gd name="connsiteX0" fmla="*/ 114931 w 4564151"/>
                <a:gd name="connsiteY0" fmla="*/ 1893478 h 2606070"/>
                <a:gd name="connsiteX1" fmla="*/ 2326749 w 4564151"/>
                <a:gd name="connsiteY1" fmla="*/ 12577 h 2606070"/>
                <a:gd name="connsiteX2" fmla="*/ 4554682 w 4564151"/>
                <a:gd name="connsiteY2" fmla="*/ 1134278 h 2606070"/>
                <a:gd name="connsiteX3" fmla="*/ 3057815 w 4564151"/>
                <a:gd name="connsiteY3" fmla="*/ 2337807 h 2606070"/>
                <a:gd name="connsiteX4" fmla="*/ 602599 w 4564151"/>
                <a:gd name="connsiteY4" fmla="*/ 2591133 h 2606070"/>
                <a:gd name="connsiteX5" fmla="*/ 114931 w 4564151"/>
                <a:gd name="connsiteY5" fmla="*/ 1893478 h 2606070"/>
                <a:gd name="connsiteX0" fmla="*/ 339436 w 4163621"/>
                <a:gd name="connsiteY0" fmla="*/ 711041 h 2677547"/>
                <a:gd name="connsiteX1" fmla="*/ 1926219 w 4163621"/>
                <a:gd name="connsiteY1" fmla="*/ 9118 h 2677547"/>
                <a:gd name="connsiteX2" fmla="*/ 4154152 w 4163621"/>
                <a:gd name="connsiteY2" fmla="*/ 1130819 h 2677547"/>
                <a:gd name="connsiteX3" fmla="*/ 2657285 w 4163621"/>
                <a:gd name="connsiteY3" fmla="*/ 2334348 h 2677547"/>
                <a:gd name="connsiteX4" fmla="*/ 202069 w 4163621"/>
                <a:gd name="connsiteY4" fmla="*/ 2587674 h 2677547"/>
                <a:gd name="connsiteX5" fmla="*/ 339436 w 4163621"/>
                <a:gd name="connsiteY5" fmla="*/ 711041 h 2677547"/>
                <a:gd name="connsiteX0" fmla="*/ 8699 w 3970251"/>
                <a:gd name="connsiteY0" fmla="*/ 2578556 h 2717756"/>
                <a:gd name="connsiteX1" fmla="*/ 1732849 w 3970251"/>
                <a:gd name="connsiteY1" fmla="*/ 0 h 2717756"/>
                <a:gd name="connsiteX2" fmla="*/ 3960782 w 3970251"/>
                <a:gd name="connsiteY2" fmla="*/ 1121701 h 2717756"/>
                <a:gd name="connsiteX3" fmla="*/ 2463915 w 3970251"/>
                <a:gd name="connsiteY3" fmla="*/ 2325230 h 2717756"/>
                <a:gd name="connsiteX4" fmla="*/ 8699 w 3970251"/>
                <a:gd name="connsiteY4" fmla="*/ 2578556 h 2717756"/>
                <a:gd name="connsiteX0" fmla="*/ 11617 w 3584652"/>
                <a:gd name="connsiteY0" fmla="*/ 1430838 h 2340009"/>
                <a:gd name="connsiteX1" fmla="*/ 1347250 w 3584652"/>
                <a:gd name="connsiteY1" fmla="*/ 2380 h 2340009"/>
                <a:gd name="connsiteX2" fmla="*/ 3575183 w 3584652"/>
                <a:gd name="connsiteY2" fmla="*/ 1124081 h 2340009"/>
                <a:gd name="connsiteX3" fmla="*/ 2078316 w 3584652"/>
                <a:gd name="connsiteY3" fmla="*/ 2327610 h 2340009"/>
                <a:gd name="connsiteX4" fmla="*/ 11617 w 3584652"/>
                <a:gd name="connsiteY4" fmla="*/ 1430838 h 2340009"/>
                <a:gd name="connsiteX0" fmla="*/ 36322 w 3609357"/>
                <a:gd name="connsiteY0" fmla="*/ 1430838 h 2532978"/>
                <a:gd name="connsiteX1" fmla="*/ 1371955 w 3609357"/>
                <a:gd name="connsiteY1" fmla="*/ 2380 h 2532978"/>
                <a:gd name="connsiteX2" fmla="*/ 3599888 w 3609357"/>
                <a:gd name="connsiteY2" fmla="*/ 1124081 h 2532978"/>
                <a:gd name="connsiteX3" fmla="*/ 2103021 w 3609357"/>
                <a:gd name="connsiteY3" fmla="*/ 2327610 h 2532978"/>
                <a:gd name="connsiteX4" fmla="*/ 36322 w 3609357"/>
                <a:gd name="connsiteY4" fmla="*/ 1430838 h 2532978"/>
                <a:gd name="connsiteX0" fmla="*/ 3580 w 3569301"/>
                <a:gd name="connsiteY0" fmla="*/ 1431089 h 2816320"/>
                <a:gd name="connsiteX1" fmla="*/ 1339213 w 3569301"/>
                <a:gd name="connsiteY1" fmla="*/ 2631 h 2816320"/>
                <a:gd name="connsiteX2" fmla="*/ 3567146 w 3569301"/>
                <a:gd name="connsiteY2" fmla="*/ 1124332 h 2816320"/>
                <a:gd name="connsiteX3" fmla="*/ 1722688 w 3569301"/>
                <a:gd name="connsiteY3" fmla="*/ 2808414 h 2816320"/>
                <a:gd name="connsiteX4" fmla="*/ 3580 w 3569301"/>
                <a:gd name="connsiteY4" fmla="*/ 1431089 h 2816320"/>
                <a:gd name="connsiteX0" fmla="*/ 3579 w 3569300"/>
                <a:gd name="connsiteY0" fmla="*/ 1431089 h 2808414"/>
                <a:gd name="connsiteX1" fmla="*/ 1339212 w 3569300"/>
                <a:gd name="connsiteY1" fmla="*/ 2631 h 2808414"/>
                <a:gd name="connsiteX2" fmla="*/ 3567145 w 3569300"/>
                <a:gd name="connsiteY2" fmla="*/ 1124332 h 2808414"/>
                <a:gd name="connsiteX3" fmla="*/ 1722687 w 3569300"/>
                <a:gd name="connsiteY3" fmla="*/ 2808414 h 2808414"/>
                <a:gd name="connsiteX4" fmla="*/ 3579 w 3569300"/>
                <a:gd name="connsiteY4" fmla="*/ 1431089 h 2808414"/>
                <a:gd name="connsiteX0" fmla="*/ 3579 w 3570402"/>
                <a:gd name="connsiteY0" fmla="*/ 1431089 h 2845664"/>
                <a:gd name="connsiteX1" fmla="*/ 1339212 w 3570402"/>
                <a:gd name="connsiteY1" fmla="*/ 2631 h 2845664"/>
                <a:gd name="connsiteX2" fmla="*/ 3567145 w 3570402"/>
                <a:gd name="connsiteY2" fmla="*/ 1124332 h 2845664"/>
                <a:gd name="connsiteX3" fmla="*/ 1722687 w 3570402"/>
                <a:gd name="connsiteY3" fmla="*/ 2808414 h 2845664"/>
                <a:gd name="connsiteX4" fmla="*/ 3579 w 3570402"/>
                <a:gd name="connsiteY4" fmla="*/ 1431089 h 2845664"/>
                <a:gd name="connsiteX0" fmla="*/ 3579 w 3571531"/>
                <a:gd name="connsiteY0" fmla="*/ 1431089 h 2809355"/>
                <a:gd name="connsiteX1" fmla="*/ 1339212 w 3571531"/>
                <a:gd name="connsiteY1" fmla="*/ 2631 h 2809355"/>
                <a:gd name="connsiteX2" fmla="*/ 3567145 w 3571531"/>
                <a:gd name="connsiteY2" fmla="*/ 1124332 h 2809355"/>
                <a:gd name="connsiteX3" fmla="*/ 1722687 w 3571531"/>
                <a:gd name="connsiteY3" fmla="*/ 2808414 h 2809355"/>
                <a:gd name="connsiteX4" fmla="*/ 3579 w 3571531"/>
                <a:gd name="connsiteY4" fmla="*/ 1431089 h 2809355"/>
                <a:gd name="connsiteX0" fmla="*/ 3579 w 3570449"/>
                <a:gd name="connsiteY0" fmla="*/ 1431089 h 2811091"/>
                <a:gd name="connsiteX1" fmla="*/ 1339212 w 3570449"/>
                <a:gd name="connsiteY1" fmla="*/ 2631 h 2811091"/>
                <a:gd name="connsiteX2" fmla="*/ 3567145 w 3570449"/>
                <a:gd name="connsiteY2" fmla="*/ 1124332 h 2811091"/>
                <a:gd name="connsiteX3" fmla="*/ 1722687 w 3570449"/>
                <a:gd name="connsiteY3" fmla="*/ 2808414 h 2811091"/>
                <a:gd name="connsiteX4" fmla="*/ 3579 w 3570449"/>
                <a:gd name="connsiteY4" fmla="*/ 1431089 h 2811091"/>
                <a:gd name="connsiteX0" fmla="*/ 9477 w 3576347"/>
                <a:gd name="connsiteY0" fmla="*/ 1454488 h 2834490"/>
                <a:gd name="connsiteX1" fmla="*/ 1345110 w 3576347"/>
                <a:gd name="connsiteY1" fmla="*/ 26030 h 2834490"/>
                <a:gd name="connsiteX2" fmla="*/ 3573043 w 3576347"/>
                <a:gd name="connsiteY2" fmla="*/ 1147731 h 2834490"/>
                <a:gd name="connsiteX3" fmla="*/ 1728585 w 3576347"/>
                <a:gd name="connsiteY3" fmla="*/ 2831813 h 2834490"/>
                <a:gd name="connsiteX4" fmla="*/ 9477 w 3576347"/>
                <a:gd name="connsiteY4" fmla="*/ 1454488 h 2834490"/>
                <a:gd name="connsiteX0" fmla="*/ 11200 w 3578070"/>
                <a:gd name="connsiteY0" fmla="*/ 1454488 h 2834490"/>
                <a:gd name="connsiteX1" fmla="*/ 1346833 w 3578070"/>
                <a:gd name="connsiteY1" fmla="*/ 26030 h 2834490"/>
                <a:gd name="connsiteX2" fmla="*/ 3574766 w 3578070"/>
                <a:gd name="connsiteY2" fmla="*/ 1147731 h 2834490"/>
                <a:gd name="connsiteX3" fmla="*/ 1730308 w 3578070"/>
                <a:gd name="connsiteY3" fmla="*/ 2831813 h 2834490"/>
                <a:gd name="connsiteX4" fmla="*/ 11200 w 3578070"/>
                <a:gd name="connsiteY4" fmla="*/ 1454488 h 2834490"/>
                <a:gd name="connsiteX0" fmla="*/ 5238 w 3394494"/>
                <a:gd name="connsiteY0" fmla="*/ 1561249 h 2815719"/>
                <a:gd name="connsiteX1" fmla="*/ 1164359 w 3394494"/>
                <a:gd name="connsiteY1" fmla="*/ 5027 h 2815719"/>
                <a:gd name="connsiteX2" fmla="*/ 3392292 w 3394494"/>
                <a:gd name="connsiteY2" fmla="*/ 1126728 h 2815719"/>
                <a:gd name="connsiteX3" fmla="*/ 1547834 w 3394494"/>
                <a:gd name="connsiteY3" fmla="*/ 2810810 h 2815719"/>
                <a:gd name="connsiteX4" fmla="*/ 5238 w 3394494"/>
                <a:gd name="connsiteY4" fmla="*/ 1561249 h 2815719"/>
                <a:gd name="connsiteX0" fmla="*/ 1714 w 3390970"/>
                <a:gd name="connsiteY0" fmla="*/ 1561249 h 2816846"/>
                <a:gd name="connsiteX1" fmla="*/ 1160835 w 3390970"/>
                <a:gd name="connsiteY1" fmla="*/ 5027 h 2816846"/>
                <a:gd name="connsiteX2" fmla="*/ 3388768 w 3390970"/>
                <a:gd name="connsiteY2" fmla="*/ 1126728 h 2816846"/>
                <a:gd name="connsiteX3" fmla="*/ 1544310 w 3390970"/>
                <a:gd name="connsiteY3" fmla="*/ 2810810 h 2816846"/>
                <a:gd name="connsiteX4" fmla="*/ 1714 w 3390970"/>
                <a:gd name="connsiteY4" fmla="*/ 1561249 h 2816846"/>
                <a:gd name="connsiteX0" fmla="*/ 1714 w 3392183"/>
                <a:gd name="connsiteY0" fmla="*/ 1561249 h 2822298"/>
                <a:gd name="connsiteX1" fmla="*/ 1160835 w 3392183"/>
                <a:gd name="connsiteY1" fmla="*/ 5027 h 2822298"/>
                <a:gd name="connsiteX2" fmla="*/ 3388768 w 3392183"/>
                <a:gd name="connsiteY2" fmla="*/ 1126728 h 2822298"/>
                <a:gd name="connsiteX3" fmla="*/ 1544310 w 3392183"/>
                <a:gd name="connsiteY3" fmla="*/ 2810810 h 2822298"/>
                <a:gd name="connsiteX4" fmla="*/ 1714 w 3392183"/>
                <a:gd name="connsiteY4" fmla="*/ 1561249 h 2822298"/>
                <a:gd name="connsiteX0" fmla="*/ 1599 w 3099681"/>
                <a:gd name="connsiteY0" fmla="*/ 1556274 h 2805936"/>
                <a:gd name="connsiteX1" fmla="*/ 1160720 w 3099681"/>
                <a:gd name="connsiteY1" fmla="*/ 52 h 2805936"/>
                <a:gd name="connsiteX2" fmla="*/ 3097014 w 3099681"/>
                <a:gd name="connsiteY2" fmla="*/ 1505235 h 2805936"/>
                <a:gd name="connsiteX3" fmla="*/ 1544195 w 3099681"/>
                <a:gd name="connsiteY3" fmla="*/ 2805835 h 2805936"/>
                <a:gd name="connsiteX4" fmla="*/ 1599 w 3099681"/>
                <a:gd name="connsiteY4" fmla="*/ 1556274 h 2805936"/>
                <a:gd name="connsiteX0" fmla="*/ 1599 w 3098266"/>
                <a:gd name="connsiteY0" fmla="*/ 1556274 h 2805936"/>
                <a:gd name="connsiteX1" fmla="*/ 1160720 w 3098266"/>
                <a:gd name="connsiteY1" fmla="*/ 52 h 2805936"/>
                <a:gd name="connsiteX2" fmla="*/ 3097014 w 3098266"/>
                <a:gd name="connsiteY2" fmla="*/ 1505235 h 2805936"/>
                <a:gd name="connsiteX3" fmla="*/ 1544195 w 3098266"/>
                <a:gd name="connsiteY3" fmla="*/ 2805835 h 2805936"/>
                <a:gd name="connsiteX4" fmla="*/ 1599 w 3098266"/>
                <a:gd name="connsiteY4" fmla="*/ 1556274 h 2805936"/>
                <a:gd name="connsiteX0" fmla="*/ 6698 w 3107113"/>
                <a:gd name="connsiteY0" fmla="*/ 1556268 h 1995204"/>
                <a:gd name="connsiteX1" fmla="*/ 1165819 w 3107113"/>
                <a:gd name="connsiteY1" fmla="*/ 46 h 1995204"/>
                <a:gd name="connsiteX2" fmla="*/ 3102113 w 3107113"/>
                <a:gd name="connsiteY2" fmla="*/ 1505229 h 1995204"/>
                <a:gd name="connsiteX3" fmla="*/ 1670895 w 3107113"/>
                <a:gd name="connsiteY3" fmla="*/ 1994767 h 1995204"/>
                <a:gd name="connsiteX4" fmla="*/ 6698 w 3107113"/>
                <a:gd name="connsiteY4" fmla="*/ 1556268 h 1995204"/>
                <a:gd name="connsiteX0" fmla="*/ 6698 w 3107610"/>
                <a:gd name="connsiteY0" fmla="*/ 1556268 h 2094159"/>
                <a:gd name="connsiteX1" fmla="*/ 1165819 w 3107610"/>
                <a:gd name="connsiteY1" fmla="*/ 46 h 2094159"/>
                <a:gd name="connsiteX2" fmla="*/ 3102113 w 3107610"/>
                <a:gd name="connsiteY2" fmla="*/ 1505229 h 2094159"/>
                <a:gd name="connsiteX3" fmla="*/ 1670895 w 3107610"/>
                <a:gd name="connsiteY3" fmla="*/ 1994767 h 2094159"/>
                <a:gd name="connsiteX4" fmla="*/ 6698 w 3107610"/>
                <a:gd name="connsiteY4" fmla="*/ 1556268 h 2094159"/>
                <a:gd name="connsiteX0" fmla="*/ 6698 w 3108326"/>
                <a:gd name="connsiteY0" fmla="*/ 1556268 h 2032117"/>
                <a:gd name="connsiteX1" fmla="*/ 1165819 w 3108326"/>
                <a:gd name="connsiteY1" fmla="*/ 46 h 2032117"/>
                <a:gd name="connsiteX2" fmla="*/ 3102113 w 3108326"/>
                <a:gd name="connsiteY2" fmla="*/ 1505229 h 2032117"/>
                <a:gd name="connsiteX3" fmla="*/ 1670895 w 3108326"/>
                <a:gd name="connsiteY3" fmla="*/ 1994767 h 2032117"/>
                <a:gd name="connsiteX4" fmla="*/ 6698 w 3108326"/>
                <a:gd name="connsiteY4" fmla="*/ 1556268 h 2032117"/>
                <a:gd name="connsiteX0" fmla="*/ 2700 w 3101149"/>
                <a:gd name="connsiteY0" fmla="*/ 1588985 h 2065259"/>
                <a:gd name="connsiteX1" fmla="*/ 1324169 w 3101149"/>
                <a:gd name="connsiteY1" fmla="*/ 44 h 2065259"/>
                <a:gd name="connsiteX2" fmla="*/ 3098115 w 3101149"/>
                <a:gd name="connsiteY2" fmla="*/ 1537946 h 2065259"/>
                <a:gd name="connsiteX3" fmla="*/ 1666897 w 3101149"/>
                <a:gd name="connsiteY3" fmla="*/ 2027484 h 2065259"/>
                <a:gd name="connsiteX4" fmla="*/ 2700 w 3101149"/>
                <a:gd name="connsiteY4" fmla="*/ 1588985 h 2065259"/>
                <a:gd name="connsiteX0" fmla="*/ 2700 w 3100106"/>
                <a:gd name="connsiteY0" fmla="*/ 1588985 h 2163738"/>
                <a:gd name="connsiteX1" fmla="*/ 1324169 w 3100106"/>
                <a:gd name="connsiteY1" fmla="*/ 44 h 2163738"/>
                <a:gd name="connsiteX2" fmla="*/ 3098115 w 3100106"/>
                <a:gd name="connsiteY2" fmla="*/ 1537946 h 2163738"/>
                <a:gd name="connsiteX3" fmla="*/ 1666897 w 3100106"/>
                <a:gd name="connsiteY3" fmla="*/ 2027484 h 2163738"/>
                <a:gd name="connsiteX4" fmla="*/ 2700 w 3100106"/>
                <a:gd name="connsiteY4" fmla="*/ 1588985 h 2163738"/>
                <a:gd name="connsiteX0" fmla="*/ 2700 w 3100834"/>
                <a:gd name="connsiteY0" fmla="*/ 1588985 h 2056082"/>
                <a:gd name="connsiteX1" fmla="*/ 1324169 w 3100834"/>
                <a:gd name="connsiteY1" fmla="*/ 44 h 2056082"/>
                <a:gd name="connsiteX2" fmla="*/ 3098115 w 3100834"/>
                <a:gd name="connsiteY2" fmla="*/ 1537946 h 2056082"/>
                <a:gd name="connsiteX3" fmla="*/ 1666897 w 3100834"/>
                <a:gd name="connsiteY3" fmla="*/ 2027484 h 2056082"/>
                <a:gd name="connsiteX4" fmla="*/ 2700 w 3100834"/>
                <a:gd name="connsiteY4" fmla="*/ 1588985 h 2056082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01100" h="2041075">
                  <a:moveTo>
                    <a:pt x="2700" y="1588985"/>
                  </a:moveTo>
                  <a:cubicBezTo>
                    <a:pt x="-54421" y="1251078"/>
                    <a:pt x="808267" y="8550"/>
                    <a:pt x="1324169" y="44"/>
                  </a:cubicBezTo>
                  <a:cubicBezTo>
                    <a:pt x="1840071" y="-8462"/>
                    <a:pt x="3040994" y="1200039"/>
                    <a:pt x="3098115" y="1537946"/>
                  </a:cubicBezTo>
                  <a:cubicBezTo>
                    <a:pt x="3155236" y="1875853"/>
                    <a:pt x="2382291" y="1963492"/>
                    <a:pt x="1666897" y="2027484"/>
                  </a:cubicBezTo>
                  <a:cubicBezTo>
                    <a:pt x="951503" y="2091476"/>
                    <a:pt x="59821" y="1926892"/>
                    <a:pt x="2700" y="1588985"/>
                  </a:cubicBezTo>
                  <a:close/>
                </a:path>
              </a:pathLst>
            </a:custGeom>
            <a:noFill/>
            <a:ln w="50800">
              <a:solidFill>
                <a:srgbClr val="647A8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14" name="Titel 1">
              <a:extLst>
                <a:ext uri="{FF2B5EF4-FFF2-40B4-BE49-F238E27FC236}">
                  <a16:creationId xmlns:a16="http://schemas.microsoft.com/office/drawing/2014/main" id="{E741F060-DF1B-02C1-AADF-5F486B3E731E}"/>
                </a:ext>
              </a:extLst>
            </p:cNvPr>
            <p:cNvSpPr txBox="1">
              <a:spLocks/>
            </p:cNvSpPr>
            <p:nvPr/>
          </p:nvSpPr>
          <p:spPr>
            <a:xfrm>
              <a:off x="8051859" y="6045499"/>
              <a:ext cx="2276638" cy="489887"/>
            </a:xfrm>
            <a:prstGeom prst="rect">
              <a:avLst/>
            </a:prstGeom>
          </p:spPr>
          <p:txBody>
            <a:bodyPr anchor="ctr"/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r"/>
              <a:r>
                <a:rPr lang="de-DE" sz="1200" b="0" dirty="0">
                  <a:solidFill>
                    <a:schemeClr val="bg1"/>
                  </a:solidFill>
                  <a:latin typeface="TheSans Plain" pitchFamily="2" charset="0"/>
                  <a:cs typeface="Kannada Sangam MN" pitchFamily="2" charset="0"/>
                </a:rPr>
                <a:t>Abend-HTL</a:t>
              </a:r>
            </a:p>
          </p:txBody>
        </p:sp>
      </p:grpSp>
      <p:pic>
        <p:nvPicPr>
          <p:cNvPr id="8" name="Grafik 7">
            <a:extLst>
              <a:ext uri="{FF2B5EF4-FFF2-40B4-BE49-F238E27FC236}">
                <a16:creationId xmlns:a16="http://schemas.microsoft.com/office/drawing/2014/main" id="{4067EC93-F18C-8487-B235-FF764ABF29A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25451" y="6038569"/>
            <a:ext cx="485673" cy="62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0376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T_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ihandform 17">
            <a:extLst>
              <a:ext uri="{FF2B5EF4-FFF2-40B4-BE49-F238E27FC236}">
                <a16:creationId xmlns:a16="http://schemas.microsoft.com/office/drawing/2014/main" id="{CEAD9B20-91CB-AE47-12BA-AB1C886877EF}"/>
              </a:ext>
            </a:extLst>
          </p:cNvPr>
          <p:cNvSpPr/>
          <p:nvPr userDrawn="1"/>
        </p:nvSpPr>
        <p:spPr>
          <a:xfrm rot="12664814" flipV="1">
            <a:off x="8029177" y="301128"/>
            <a:ext cx="5610720" cy="8294818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3177410"/>
              <a:gd name="connsiteY0" fmla="*/ 1035451 h 3606310"/>
              <a:gd name="connsiteX1" fmla="*/ 3141588 w 3177410"/>
              <a:gd name="connsiteY1" fmla="*/ 152581 h 3606310"/>
              <a:gd name="connsiteX2" fmla="*/ 2574031 w 3177410"/>
              <a:gd name="connsiteY2" fmla="*/ 1666070 h 3606310"/>
              <a:gd name="connsiteX3" fmla="*/ 2321781 w 3177410"/>
              <a:gd name="connsiteY3" fmla="*/ 3473850 h 3606310"/>
              <a:gd name="connsiteX4" fmla="*/ 51546 w 3177410"/>
              <a:gd name="connsiteY4" fmla="*/ 2664554 h 3606310"/>
              <a:gd name="connsiteX5" fmla="*/ 829312 w 3177410"/>
              <a:gd name="connsiteY5" fmla="*/ 1035451 h 3606310"/>
              <a:gd name="connsiteX0" fmla="*/ 829312 w 3177410"/>
              <a:gd name="connsiteY0" fmla="*/ 1013703 h 3584562"/>
              <a:gd name="connsiteX1" fmla="*/ 3141588 w 3177410"/>
              <a:gd name="connsiteY1" fmla="*/ 130833 h 3584562"/>
              <a:gd name="connsiteX2" fmla="*/ 2574031 w 3177410"/>
              <a:gd name="connsiteY2" fmla="*/ 1644322 h 3584562"/>
              <a:gd name="connsiteX3" fmla="*/ 2321781 w 3177410"/>
              <a:gd name="connsiteY3" fmla="*/ 3452102 h 3584562"/>
              <a:gd name="connsiteX4" fmla="*/ 51546 w 3177410"/>
              <a:gd name="connsiteY4" fmla="*/ 2642806 h 3584562"/>
              <a:gd name="connsiteX5" fmla="*/ 829312 w 3177410"/>
              <a:gd name="connsiteY5" fmla="*/ 1013703 h 3584562"/>
              <a:gd name="connsiteX0" fmla="*/ 829578 w 3177676"/>
              <a:gd name="connsiteY0" fmla="*/ 1013703 h 3584562"/>
              <a:gd name="connsiteX1" fmla="*/ 3141854 w 3177676"/>
              <a:gd name="connsiteY1" fmla="*/ 130833 h 3584562"/>
              <a:gd name="connsiteX2" fmla="*/ 2574297 w 3177676"/>
              <a:gd name="connsiteY2" fmla="*/ 1644322 h 3584562"/>
              <a:gd name="connsiteX3" fmla="*/ 2322047 w 3177676"/>
              <a:gd name="connsiteY3" fmla="*/ 3452102 h 3584562"/>
              <a:gd name="connsiteX4" fmla="*/ 51812 w 3177676"/>
              <a:gd name="connsiteY4" fmla="*/ 2642806 h 3584562"/>
              <a:gd name="connsiteX5" fmla="*/ 829578 w 3177676"/>
              <a:gd name="connsiteY5" fmla="*/ 1013703 h 3584562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77676" h="3588900">
                <a:moveTo>
                  <a:pt x="829578" y="1013703"/>
                </a:moveTo>
                <a:cubicBezTo>
                  <a:pt x="1397137" y="530228"/>
                  <a:pt x="2942157" y="-328119"/>
                  <a:pt x="3141854" y="130833"/>
                </a:cubicBezTo>
                <a:cubicBezTo>
                  <a:pt x="3341551" y="589785"/>
                  <a:pt x="2644367" y="1160846"/>
                  <a:pt x="2574297" y="1644322"/>
                </a:cubicBezTo>
                <a:cubicBezTo>
                  <a:pt x="2504227" y="2127798"/>
                  <a:pt x="2788005" y="3045702"/>
                  <a:pt x="2322047" y="3452102"/>
                </a:cubicBezTo>
                <a:cubicBezTo>
                  <a:pt x="1856089" y="3858502"/>
                  <a:pt x="253064" y="3291335"/>
                  <a:pt x="51812" y="2642806"/>
                </a:cubicBezTo>
                <a:cubicBezTo>
                  <a:pt x="-149440" y="1994277"/>
                  <a:pt x="262019" y="1497178"/>
                  <a:pt x="829578" y="1013703"/>
                </a:cubicBezTo>
                <a:close/>
              </a:path>
            </a:pathLst>
          </a:custGeom>
          <a:solidFill>
            <a:srgbClr val="E7E7E7">
              <a:alpha val="52941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502BA19-22BB-9749-A27A-7E43EF050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137DF-46F0-194D-B8E6-89251B633EEA}" type="slidenum">
              <a:rPr lang="de-DE" smtClean="0"/>
              <a:t>‹Nr.›</a:t>
            </a:fld>
            <a:endParaRPr lang="de-DE"/>
          </a:p>
        </p:txBody>
      </p:sp>
      <p:sp>
        <p:nvSpPr>
          <p:cNvPr id="10" name="Freihandform 9">
            <a:extLst>
              <a:ext uri="{FF2B5EF4-FFF2-40B4-BE49-F238E27FC236}">
                <a16:creationId xmlns:a16="http://schemas.microsoft.com/office/drawing/2014/main" id="{1223AABF-8467-4E9F-86F5-1F1ECB8048B1}"/>
              </a:ext>
            </a:extLst>
          </p:cNvPr>
          <p:cNvSpPr/>
          <p:nvPr userDrawn="1"/>
        </p:nvSpPr>
        <p:spPr>
          <a:xfrm rot="19240800">
            <a:off x="-3534515" y="-2092408"/>
            <a:ext cx="6636396" cy="4457866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3177410"/>
              <a:gd name="connsiteY0" fmla="*/ 1035451 h 3606310"/>
              <a:gd name="connsiteX1" fmla="*/ 3141588 w 3177410"/>
              <a:gd name="connsiteY1" fmla="*/ 152581 h 3606310"/>
              <a:gd name="connsiteX2" fmla="*/ 2574031 w 3177410"/>
              <a:gd name="connsiteY2" fmla="*/ 1666070 h 3606310"/>
              <a:gd name="connsiteX3" fmla="*/ 2321781 w 3177410"/>
              <a:gd name="connsiteY3" fmla="*/ 3473850 h 3606310"/>
              <a:gd name="connsiteX4" fmla="*/ 51546 w 3177410"/>
              <a:gd name="connsiteY4" fmla="*/ 2664554 h 3606310"/>
              <a:gd name="connsiteX5" fmla="*/ 829312 w 3177410"/>
              <a:gd name="connsiteY5" fmla="*/ 1035451 h 3606310"/>
              <a:gd name="connsiteX0" fmla="*/ 829312 w 3177410"/>
              <a:gd name="connsiteY0" fmla="*/ 1013703 h 3584562"/>
              <a:gd name="connsiteX1" fmla="*/ 3141588 w 3177410"/>
              <a:gd name="connsiteY1" fmla="*/ 130833 h 3584562"/>
              <a:gd name="connsiteX2" fmla="*/ 2574031 w 3177410"/>
              <a:gd name="connsiteY2" fmla="*/ 1644322 h 3584562"/>
              <a:gd name="connsiteX3" fmla="*/ 2321781 w 3177410"/>
              <a:gd name="connsiteY3" fmla="*/ 3452102 h 3584562"/>
              <a:gd name="connsiteX4" fmla="*/ 51546 w 3177410"/>
              <a:gd name="connsiteY4" fmla="*/ 2642806 h 3584562"/>
              <a:gd name="connsiteX5" fmla="*/ 829312 w 3177410"/>
              <a:gd name="connsiteY5" fmla="*/ 1013703 h 3584562"/>
              <a:gd name="connsiteX0" fmla="*/ 829578 w 3177676"/>
              <a:gd name="connsiteY0" fmla="*/ 1013703 h 3584562"/>
              <a:gd name="connsiteX1" fmla="*/ 3141854 w 3177676"/>
              <a:gd name="connsiteY1" fmla="*/ 130833 h 3584562"/>
              <a:gd name="connsiteX2" fmla="*/ 2574297 w 3177676"/>
              <a:gd name="connsiteY2" fmla="*/ 1644322 h 3584562"/>
              <a:gd name="connsiteX3" fmla="*/ 2322047 w 3177676"/>
              <a:gd name="connsiteY3" fmla="*/ 3452102 h 3584562"/>
              <a:gd name="connsiteX4" fmla="*/ 51812 w 3177676"/>
              <a:gd name="connsiteY4" fmla="*/ 2642806 h 3584562"/>
              <a:gd name="connsiteX5" fmla="*/ 829578 w 3177676"/>
              <a:gd name="connsiteY5" fmla="*/ 1013703 h 3584562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11178 w 2672400"/>
              <a:gd name="connsiteY0" fmla="*/ 7864 h 2583061"/>
              <a:gd name="connsiteX1" fmla="*/ 1318755 w 2672400"/>
              <a:gd name="connsiteY1" fmla="*/ 1092175 h 2583061"/>
              <a:gd name="connsiteX2" fmla="*/ 2555897 w 2672400"/>
              <a:gd name="connsiteY2" fmla="*/ 638483 h 2583061"/>
              <a:gd name="connsiteX3" fmla="*/ 2303647 w 2672400"/>
              <a:gd name="connsiteY3" fmla="*/ 2446263 h 2583061"/>
              <a:gd name="connsiteX4" fmla="*/ 33412 w 2672400"/>
              <a:gd name="connsiteY4" fmla="*/ 1636967 h 2583061"/>
              <a:gd name="connsiteX5" fmla="*/ 811178 w 2672400"/>
              <a:gd name="connsiteY5" fmla="*/ 7864 h 2583061"/>
              <a:gd name="connsiteX0" fmla="*/ 811178 w 3223026"/>
              <a:gd name="connsiteY0" fmla="*/ 5596 h 2477281"/>
              <a:gd name="connsiteX1" fmla="*/ 1318755 w 3223026"/>
              <a:gd name="connsiteY1" fmla="*/ 1089907 h 2477281"/>
              <a:gd name="connsiteX2" fmla="*/ 3192488 w 3223026"/>
              <a:gd name="connsiteY2" fmla="*/ 802600 h 2477281"/>
              <a:gd name="connsiteX3" fmla="*/ 2303647 w 3223026"/>
              <a:gd name="connsiteY3" fmla="*/ 2443995 h 2477281"/>
              <a:gd name="connsiteX4" fmla="*/ 33412 w 3223026"/>
              <a:gd name="connsiteY4" fmla="*/ 1634699 h 2477281"/>
              <a:gd name="connsiteX5" fmla="*/ 811178 w 3223026"/>
              <a:gd name="connsiteY5" fmla="*/ 5596 h 2477281"/>
              <a:gd name="connsiteX0" fmla="*/ 846588 w 3330250"/>
              <a:gd name="connsiteY0" fmla="*/ 5596 h 2432711"/>
              <a:gd name="connsiteX1" fmla="*/ 1354165 w 3330250"/>
              <a:gd name="connsiteY1" fmla="*/ 1089907 h 2432711"/>
              <a:gd name="connsiteX2" fmla="*/ 3227898 w 3330250"/>
              <a:gd name="connsiteY2" fmla="*/ 802600 h 2432711"/>
              <a:gd name="connsiteX3" fmla="*/ 2761796 w 3330250"/>
              <a:gd name="connsiteY3" fmla="*/ 2409553 h 2432711"/>
              <a:gd name="connsiteX4" fmla="*/ 68822 w 3330250"/>
              <a:gd name="connsiteY4" fmla="*/ 1634699 h 2432711"/>
              <a:gd name="connsiteX5" fmla="*/ 846588 w 3330250"/>
              <a:gd name="connsiteY5" fmla="*/ 5596 h 2432711"/>
              <a:gd name="connsiteX0" fmla="*/ 846588 w 3514825"/>
              <a:gd name="connsiteY0" fmla="*/ 5596 h 2432711"/>
              <a:gd name="connsiteX1" fmla="*/ 1354165 w 3514825"/>
              <a:gd name="connsiteY1" fmla="*/ 1089907 h 2432711"/>
              <a:gd name="connsiteX2" fmla="*/ 3227898 w 3514825"/>
              <a:gd name="connsiteY2" fmla="*/ 802600 h 2432711"/>
              <a:gd name="connsiteX3" fmla="*/ 2761796 w 3514825"/>
              <a:gd name="connsiteY3" fmla="*/ 2409553 h 2432711"/>
              <a:gd name="connsiteX4" fmla="*/ 68822 w 3514825"/>
              <a:gd name="connsiteY4" fmla="*/ 1634699 h 2432711"/>
              <a:gd name="connsiteX5" fmla="*/ 846588 w 3514825"/>
              <a:gd name="connsiteY5" fmla="*/ 5596 h 2432711"/>
              <a:gd name="connsiteX0" fmla="*/ 875402 w 3543639"/>
              <a:gd name="connsiteY0" fmla="*/ 2708 h 2429823"/>
              <a:gd name="connsiteX1" fmla="*/ 1382979 w 3543639"/>
              <a:gd name="connsiteY1" fmla="*/ 1087019 h 2429823"/>
              <a:gd name="connsiteX2" fmla="*/ 3256712 w 3543639"/>
              <a:gd name="connsiteY2" fmla="*/ 799712 h 2429823"/>
              <a:gd name="connsiteX3" fmla="*/ 2790610 w 3543639"/>
              <a:gd name="connsiteY3" fmla="*/ 2406665 h 2429823"/>
              <a:gd name="connsiteX4" fmla="*/ 97636 w 3543639"/>
              <a:gd name="connsiteY4" fmla="*/ 1631811 h 2429823"/>
              <a:gd name="connsiteX5" fmla="*/ 875402 w 3543639"/>
              <a:gd name="connsiteY5" fmla="*/ 2708 h 2429823"/>
              <a:gd name="connsiteX0" fmla="*/ 1035116 w 3703353"/>
              <a:gd name="connsiteY0" fmla="*/ 3586 h 2450893"/>
              <a:gd name="connsiteX1" fmla="*/ 1542693 w 3703353"/>
              <a:gd name="connsiteY1" fmla="*/ 1087897 h 2450893"/>
              <a:gd name="connsiteX2" fmla="*/ 3416426 w 3703353"/>
              <a:gd name="connsiteY2" fmla="*/ 800590 h 2450893"/>
              <a:gd name="connsiteX3" fmla="*/ 2950324 w 3703353"/>
              <a:gd name="connsiteY3" fmla="*/ 2407543 h 2450893"/>
              <a:gd name="connsiteX4" fmla="*/ 257350 w 3703353"/>
              <a:gd name="connsiteY4" fmla="*/ 1632689 h 2450893"/>
              <a:gd name="connsiteX5" fmla="*/ 1035116 w 3703353"/>
              <a:gd name="connsiteY5" fmla="*/ 3586 h 2450893"/>
              <a:gd name="connsiteX0" fmla="*/ 991689 w 3462563"/>
              <a:gd name="connsiteY0" fmla="*/ 10605 h 2457912"/>
              <a:gd name="connsiteX1" fmla="*/ 1674106 w 3462563"/>
              <a:gd name="connsiteY1" fmla="*/ 930710 h 2457912"/>
              <a:gd name="connsiteX2" fmla="*/ 3372999 w 3462563"/>
              <a:gd name="connsiteY2" fmla="*/ 807609 h 2457912"/>
              <a:gd name="connsiteX3" fmla="*/ 2906897 w 3462563"/>
              <a:gd name="connsiteY3" fmla="*/ 2414562 h 2457912"/>
              <a:gd name="connsiteX4" fmla="*/ 213923 w 3462563"/>
              <a:gd name="connsiteY4" fmla="*/ 1639708 h 2457912"/>
              <a:gd name="connsiteX5" fmla="*/ 991689 w 3462563"/>
              <a:gd name="connsiteY5" fmla="*/ 10605 h 2457912"/>
              <a:gd name="connsiteX0" fmla="*/ 991689 w 3644113"/>
              <a:gd name="connsiteY0" fmla="*/ 10605 h 2457912"/>
              <a:gd name="connsiteX1" fmla="*/ 1674106 w 3644113"/>
              <a:gd name="connsiteY1" fmla="*/ 930710 h 2457912"/>
              <a:gd name="connsiteX2" fmla="*/ 3372999 w 3644113"/>
              <a:gd name="connsiteY2" fmla="*/ 807609 h 2457912"/>
              <a:gd name="connsiteX3" fmla="*/ 2906897 w 3644113"/>
              <a:gd name="connsiteY3" fmla="*/ 2414562 h 2457912"/>
              <a:gd name="connsiteX4" fmla="*/ 213923 w 3644113"/>
              <a:gd name="connsiteY4" fmla="*/ 1639708 h 2457912"/>
              <a:gd name="connsiteX5" fmla="*/ 991689 w 3644113"/>
              <a:gd name="connsiteY5" fmla="*/ 10605 h 2457912"/>
              <a:gd name="connsiteX0" fmla="*/ 1054352 w 3706777"/>
              <a:gd name="connsiteY0" fmla="*/ 1046 h 2448353"/>
              <a:gd name="connsiteX1" fmla="*/ 1736769 w 3706777"/>
              <a:gd name="connsiteY1" fmla="*/ 921151 h 2448353"/>
              <a:gd name="connsiteX2" fmla="*/ 3435662 w 3706777"/>
              <a:gd name="connsiteY2" fmla="*/ 798050 h 2448353"/>
              <a:gd name="connsiteX3" fmla="*/ 2969560 w 3706777"/>
              <a:gd name="connsiteY3" fmla="*/ 2405003 h 2448353"/>
              <a:gd name="connsiteX4" fmla="*/ 276586 w 3706777"/>
              <a:gd name="connsiteY4" fmla="*/ 1630149 h 2448353"/>
              <a:gd name="connsiteX5" fmla="*/ 1054352 w 3706777"/>
              <a:gd name="connsiteY5" fmla="*/ 1046 h 2448353"/>
              <a:gd name="connsiteX0" fmla="*/ 590056 w 3683836"/>
              <a:gd name="connsiteY0" fmla="*/ 1109 h 1961431"/>
              <a:gd name="connsiteX1" fmla="*/ 1713828 w 3683836"/>
              <a:gd name="connsiteY1" fmla="*/ 456838 h 1961431"/>
              <a:gd name="connsiteX2" fmla="*/ 3412721 w 3683836"/>
              <a:gd name="connsiteY2" fmla="*/ 333737 h 1961431"/>
              <a:gd name="connsiteX3" fmla="*/ 2946619 w 3683836"/>
              <a:gd name="connsiteY3" fmla="*/ 1940690 h 1961431"/>
              <a:gd name="connsiteX4" fmla="*/ 253645 w 3683836"/>
              <a:gd name="connsiteY4" fmla="*/ 1165836 h 1961431"/>
              <a:gd name="connsiteX5" fmla="*/ 590056 w 3683836"/>
              <a:gd name="connsiteY5" fmla="*/ 1109 h 1961431"/>
              <a:gd name="connsiteX0" fmla="*/ 577152 w 3670932"/>
              <a:gd name="connsiteY0" fmla="*/ 28557 h 1988879"/>
              <a:gd name="connsiteX1" fmla="*/ 1700924 w 3670932"/>
              <a:gd name="connsiteY1" fmla="*/ 484286 h 1988879"/>
              <a:gd name="connsiteX2" fmla="*/ 3399817 w 3670932"/>
              <a:gd name="connsiteY2" fmla="*/ 361185 h 1988879"/>
              <a:gd name="connsiteX3" fmla="*/ 2933715 w 3670932"/>
              <a:gd name="connsiteY3" fmla="*/ 1968138 h 1988879"/>
              <a:gd name="connsiteX4" fmla="*/ 240741 w 3670932"/>
              <a:gd name="connsiteY4" fmla="*/ 1193284 h 1988879"/>
              <a:gd name="connsiteX5" fmla="*/ 577152 w 3670932"/>
              <a:gd name="connsiteY5" fmla="*/ 28557 h 1988879"/>
              <a:gd name="connsiteX0" fmla="*/ 5660 w 3065770"/>
              <a:gd name="connsiteY0" fmla="*/ 41752 h 2084853"/>
              <a:gd name="connsiteX1" fmla="*/ 1129432 w 3065770"/>
              <a:gd name="connsiteY1" fmla="*/ 497481 h 2084853"/>
              <a:gd name="connsiteX2" fmla="*/ 2828325 w 3065770"/>
              <a:gd name="connsiteY2" fmla="*/ 374380 h 2084853"/>
              <a:gd name="connsiteX3" fmla="*/ 2362223 w 3065770"/>
              <a:gd name="connsiteY3" fmla="*/ 1981333 h 2084853"/>
              <a:gd name="connsiteX4" fmla="*/ 768571 w 3065770"/>
              <a:gd name="connsiteY4" fmla="*/ 1718703 h 2084853"/>
              <a:gd name="connsiteX5" fmla="*/ 5660 w 3065770"/>
              <a:gd name="connsiteY5" fmla="*/ 41752 h 2084853"/>
              <a:gd name="connsiteX0" fmla="*/ 12471 w 3072581"/>
              <a:gd name="connsiteY0" fmla="*/ 41752 h 2092530"/>
              <a:gd name="connsiteX1" fmla="*/ 1136243 w 3072581"/>
              <a:gd name="connsiteY1" fmla="*/ 497481 h 2092530"/>
              <a:gd name="connsiteX2" fmla="*/ 2835136 w 3072581"/>
              <a:gd name="connsiteY2" fmla="*/ 374380 h 2092530"/>
              <a:gd name="connsiteX3" fmla="*/ 2369034 w 3072581"/>
              <a:gd name="connsiteY3" fmla="*/ 1981333 h 2092530"/>
              <a:gd name="connsiteX4" fmla="*/ 775382 w 3072581"/>
              <a:gd name="connsiteY4" fmla="*/ 1718703 h 2092530"/>
              <a:gd name="connsiteX5" fmla="*/ 12471 w 3072581"/>
              <a:gd name="connsiteY5" fmla="*/ 41752 h 2092530"/>
              <a:gd name="connsiteX0" fmla="*/ 2798 w 3655173"/>
              <a:gd name="connsiteY0" fmla="*/ 869129 h 2007317"/>
              <a:gd name="connsiteX1" fmla="*/ 1718835 w 3655173"/>
              <a:gd name="connsiteY1" fmla="*/ 445136 h 2007317"/>
              <a:gd name="connsiteX2" fmla="*/ 3417728 w 3655173"/>
              <a:gd name="connsiteY2" fmla="*/ 322035 h 2007317"/>
              <a:gd name="connsiteX3" fmla="*/ 2951626 w 3655173"/>
              <a:gd name="connsiteY3" fmla="*/ 1928988 h 2007317"/>
              <a:gd name="connsiteX4" fmla="*/ 1357974 w 3655173"/>
              <a:gd name="connsiteY4" fmla="*/ 1666358 h 2007317"/>
              <a:gd name="connsiteX5" fmla="*/ 2798 w 3655173"/>
              <a:gd name="connsiteY5" fmla="*/ 869129 h 2007317"/>
              <a:gd name="connsiteX0" fmla="*/ 542 w 3652917"/>
              <a:gd name="connsiteY0" fmla="*/ 869129 h 2007318"/>
              <a:gd name="connsiteX1" fmla="*/ 1716579 w 3652917"/>
              <a:gd name="connsiteY1" fmla="*/ 445136 h 2007318"/>
              <a:gd name="connsiteX2" fmla="*/ 3415472 w 3652917"/>
              <a:gd name="connsiteY2" fmla="*/ 322035 h 2007318"/>
              <a:gd name="connsiteX3" fmla="*/ 2949370 w 3652917"/>
              <a:gd name="connsiteY3" fmla="*/ 1928988 h 2007318"/>
              <a:gd name="connsiteX4" fmla="*/ 1355718 w 3652917"/>
              <a:gd name="connsiteY4" fmla="*/ 1666358 h 2007318"/>
              <a:gd name="connsiteX5" fmla="*/ 542 w 3652917"/>
              <a:gd name="connsiteY5" fmla="*/ 869129 h 2007318"/>
              <a:gd name="connsiteX0" fmla="*/ 243 w 3639926"/>
              <a:gd name="connsiteY0" fmla="*/ 869129 h 1955507"/>
              <a:gd name="connsiteX1" fmla="*/ 1716280 w 3639926"/>
              <a:gd name="connsiteY1" fmla="*/ 445136 h 1955507"/>
              <a:gd name="connsiteX2" fmla="*/ 3415173 w 3639926"/>
              <a:gd name="connsiteY2" fmla="*/ 322035 h 1955507"/>
              <a:gd name="connsiteX3" fmla="*/ 2949071 w 3639926"/>
              <a:gd name="connsiteY3" fmla="*/ 1928988 h 1955507"/>
              <a:gd name="connsiteX4" fmla="*/ 1833458 w 3639926"/>
              <a:gd name="connsiteY4" fmla="*/ 1291535 h 1955507"/>
              <a:gd name="connsiteX5" fmla="*/ 243 w 3639926"/>
              <a:gd name="connsiteY5" fmla="*/ 869129 h 1955507"/>
              <a:gd name="connsiteX0" fmla="*/ 243 w 3639926"/>
              <a:gd name="connsiteY0" fmla="*/ 869129 h 1947022"/>
              <a:gd name="connsiteX1" fmla="*/ 1716280 w 3639926"/>
              <a:gd name="connsiteY1" fmla="*/ 445136 h 1947022"/>
              <a:gd name="connsiteX2" fmla="*/ 3415173 w 3639926"/>
              <a:gd name="connsiteY2" fmla="*/ 322035 h 1947022"/>
              <a:gd name="connsiteX3" fmla="*/ 2949071 w 3639926"/>
              <a:gd name="connsiteY3" fmla="*/ 1928988 h 1947022"/>
              <a:gd name="connsiteX4" fmla="*/ 1833458 w 3639926"/>
              <a:gd name="connsiteY4" fmla="*/ 1291535 h 1947022"/>
              <a:gd name="connsiteX5" fmla="*/ 243 w 3639926"/>
              <a:gd name="connsiteY5" fmla="*/ 869129 h 1947022"/>
              <a:gd name="connsiteX0" fmla="*/ 7345 w 3647028"/>
              <a:gd name="connsiteY0" fmla="*/ 869129 h 1947022"/>
              <a:gd name="connsiteX1" fmla="*/ 1723382 w 3647028"/>
              <a:gd name="connsiteY1" fmla="*/ 445136 h 1947022"/>
              <a:gd name="connsiteX2" fmla="*/ 3422275 w 3647028"/>
              <a:gd name="connsiteY2" fmla="*/ 322035 h 1947022"/>
              <a:gd name="connsiteX3" fmla="*/ 2956173 w 3647028"/>
              <a:gd name="connsiteY3" fmla="*/ 1928988 h 1947022"/>
              <a:gd name="connsiteX4" fmla="*/ 1840560 w 3647028"/>
              <a:gd name="connsiteY4" fmla="*/ 1291535 h 1947022"/>
              <a:gd name="connsiteX5" fmla="*/ 7345 w 3647028"/>
              <a:gd name="connsiteY5" fmla="*/ 869129 h 1947022"/>
              <a:gd name="connsiteX0" fmla="*/ 7345 w 3811052"/>
              <a:gd name="connsiteY0" fmla="*/ 869129 h 1929159"/>
              <a:gd name="connsiteX1" fmla="*/ 1723382 w 3811052"/>
              <a:gd name="connsiteY1" fmla="*/ 445136 h 1929159"/>
              <a:gd name="connsiteX2" fmla="*/ 3422275 w 3811052"/>
              <a:gd name="connsiteY2" fmla="*/ 322035 h 1929159"/>
              <a:gd name="connsiteX3" fmla="*/ 2956173 w 3811052"/>
              <a:gd name="connsiteY3" fmla="*/ 1928988 h 1929159"/>
              <a:gd name="connsiteX4" fmla="*/ 1840560 w 3811052"/>
              <a:gd name="connsiteY4" fmla="*/ 1291535 h 1929159"/>
              <a:gd name="connsiteX5" fmla="*/ 7345 w 3811052"/>
              <a:gd name="connsiteY5" fmla="*/ 869129 h 1929159"/>
              <a:gd name="connsiteX0" fmla="*/ 5264 w 3937957"/>
              <a:gd name="connsiteY0" fmla="*/ 1155023 h 1938909"/>
              <a:gd name="connsiteX1" fmla="*/ 1850286 w 3937957"/>
              <a:gd name="connsiteY1" fmla="*/ 454886 h 1938909"/>
              <a:gd name="connsiteX2" fmla="*/ 3549179 w 3937957"/>
              <a:gd name="connsiteY2" fmla="*/ 331785 h 1938909"/>
              <a:gd name="connsiteX3" fmla="*/ 3083077 w 3937957"/>
              <a:gd name="connsiteY3" fmla="*/ 1938738 h 1938909"/>
              <a:gd name="connsiteX4" fmla="*/ 1967464 w 3937957"/>
              <a:gd name="connsiteY4" fmla="*/ 1301285 h 1938909"/>
              <a:gd name="connsiteX5" fmla="*/ 5264 w 3937957"/>
              <a:gd name="connsiteY5" fmla="*/ 1155023 h 1938909"/>
              <a:gd name="connsiteX0" fmla="*/ 23607 w 3956300"/>
              <a:gd name="connsiteY0" fmla="*/ 1155023 h 1938909"/>
              <a:gd name="connsiteX1" fmla="*/ 1868629 w 3956300"/>
              <a:gd name="connsiteY1" fmla="*/ 454886 h 1938909"/>
              <a:gd name="connsiteX2" fmla="*/ 3567522 w 3956300"/>
              <a:gd name="connsiteY2" fmla="*/ 331785 h 1938909"/>
              <a:gd name="connsiteX3" fmla="*/ 3101420 w 3956300"/>
              <a:gd name="connsiteY3" fmla="*/ 1938738 h 1938909"/>
              <a:gd name="connsiteX4" fmla="*/ 1985807 w 3956300"/>
              <a:gd name="connsiteY4" fmla="*/ 1301285 h 1938909"/>
              <a:gd name="connsiteX5" fmla="*/ 23607 w 3956300"/>
              <a:gd name="connsiteY5" fmla="*/ 1155023 h 1938909"/>
              <a:gd name="connsiteX0" fmla="*/ 356 w 3775841"/>
              <a:gd name="connsiteY0" fmla="*/ 1155023 h 1975367"/>
              <a:gd name="connsiteX1" fmla="*/ 1845378 w 3775841"/>
              <a:gd name="connsiteY1" fmla="*/ 454886 h 1975367"/>
              <a:gd name="connsiteX2" fmla="*/ 3544271 w 3775841"/>
              <a:gd name="connsiteY2" fmla="*/ 331785 h 1975367"/>
              <a:gd name="connsiteX3" fmla="*/ 3078169 w 3775841"/>
              <a:gd name="connsiteY3" fmla="*/ 1938738 h 1975367"/>
              <a:gd name="connsiteX4" fmla="*/ 1700608 w 3775841"/>
              <a:gd name="connsiteY4" fmla="*/ 1432728 h 1975367"/>
              <a:gd name="connsiteX5" fmla="*/ 356 w 3775841"/>
              <a:gd name="connsiteY5" fmla="*/ 1155023 h 1975367"/>
              <a:gd name="connsiteX0" fmla="*/ 385 w 3775871"/>
              <a:gd name="connsiteY0" fmla="*/ 1155023 h 1964875"/>
              <a:gd name="connsiteX1" fmla="*/ 1845407 w 3775871"/>
              <a:gd name="connsiteY1" fmla="*/ 454886 h 1964875"/>
              <a:gd name="connsiteX2" fmla="*/ 3544300 w 3775871"/>
              <a:gd name="connsiteY2" fmla="*/ 331785 h 1964875"/>
              <a:gd name="connsiteX3" fmla="*/ 3078198 w 3775871"/>
              <a:gd name="connsiteY3" fmla="*/ 1938738 h 1964875"/>
              <a:gd name="connsiteX4" fmla="*/ 1700637 w 3775871"/>
              <a:gd name="connsiteY4" fmla="*/ 1432728 h 1964875"/>
              <a:gd name="connsiteX5" fmla="*/ 385 w 3775871"/>
              <a:gd name="connsiteY5" fmla="*/ 1155023 h 1964875"/>
              <a:gd name="connsiteX0" fmla="*/ 518 w 3310321"/>
              <a:gd name="connsiteY0" fmla="*/ 1561197 h 1986949"/>
              <a:gd name="connsiteX1" fmla="*/ 1379857 w 3310321"/>
              <a:gd name="connsiteY1" fmla="*/ 469469 h 1986949"/>
              <a:gd name="connsiteX2" fmla="*/ 3078750 w 3310321"/>
              <a:gd name="connsiteY2" fmla="*/ 346368 h 1986949"/>
              <a:gd name="connsiteX3" fmla="*/ 2612648 w 3310321"/>
              <a:gd name="connsiteY3" fmla="*/ 1953321 h 1986949"/>
              <a:gd name="connsiteX4" fmla="*/ 1235087 w 3310321"/>
              <a:gd name="connsiteY4" fmla="*/ 1447311 h 1986949"/>
              <a:gd name="connsiteX5" fmla="*/ 518 w 3310321"/>
              <a:gd name="connsiteY5" fmla="*/ 1561197 h 1986949"/>
              <a:gd name="connsiteX0" fmla="*/ 252954 w 3562757"/>
              <a:gd name="connsiteY0" fmla="*/ 1561197 h 1986950"/>
              <a:gd name="connsiteX1" fmla="*/ 1632293 w 3562757"/>
              <a:gd name="connsiteY1" fmla="*/ 469469 h 1986950"/>
              <a:gd name="connsiteX2" fmla="*/ 3331186 w 3562757"/>
              <a:gd name="connsiteY2" fmla="*/ 346368 h 1986950"/>
              <a:gd name="connsiteX3" fmla="*/ 2865084 w 3562757"/>
              <a:gd name="connsiteY3" fmla="*/ 1953321 h 1986950"/>
              <a:gd name="connsiteX4" fmla="*/ 1487523 w 3562757"/>
              <a:gd name="connsiteY4" fmla="*/ 1447311 h 1986950"/>
              <a:gd name="connsiteX5" fmla="*/ 252954 w 3562757"/>
              <a:gd name="connsiteY5" fmla="*/ 1561197 h 1986950"/>
              <a:gd name="connsiteX0" fmla="*/ 275988 w 4836894"/>
              <a:gd name="connsiteY0" fmla="*/ 1254188 h 1664972"/>
              <a:gd name="connsiteX1" fmla="*/ 1655327 w 4836894"/>
              <a:gd name="connsiteY1" fmla="*/ 162460 h 1664972"/>
              <a:gd name="connsiteX2" fmla="*/ 4715739 w 4836894"/>
              <a:gd name="connsiteY2" fmla="*/ 494988 h 1664972"/>
              <a:gd name="connsiteX3" fmla="*/ 2888118 w 4836894"/>
              <a:gd name="connsiteY3" fmla="*/ 1646312 h 1664972"/>
              <a:gd name="connsiteX4" fmla="*/ 1510557 w 4836894"/>
              <a:gd name="connsiteY4" fmla="*/ 1140302 h 1664972"/>
              <a:gd name="connsiteX5" fmla="*/ 275988 w 4836894"/>
              <a:gd name="connsiteY5" fmla="*/ 1254188 h 1664972"/>
              <a:gd name="connsiteX0" fmla="*/ 275988 w 4716813"/>
              <a:gd name="connsiteY0" fmla="*/ 1630321 h 2049242"/>
              <a:gd name="connsiteX1" fmla="*/ 1655327 w 4716813"/>
              <a:gd name="connsiteY1" fmla="*/ 538593 h 2049242"/>
              <a:gd name="connsiteX2" fmla="*/ 4715739 w 4716813"/>
              <a:gd name="connsiteY2" fmla="*/ 871121 h 2049242"/>
              <a:gd name="connsiteX3" fmla="*/ 2888118 w 4716813"/>
              <a:gd name="connsiteY3" fmla="*/ 2022445 h 2049242"/>
              <a:gd name="connsiteX4" fmla="*/ 1510557 w 4716813"/>
              <a:gd name="connsiteY4" fmla="*/ 1516435 h 2049242"/>
              <a:gd name="connsiteX5" fmla="*/ 275988 w 4716813"/>
              <a:gd name="connsiteY5" fmla="*/ 1630321 h 2049242"/>
              <a:gd name="connsiteX0" fmla="*/ 275988 w 4749030"/>
              <a:gd name="connsiteY0" fmla="*/ 1124638 h 1545870"/>
              <a:gd name="connsiteX1" fmla="*/ 1655327 w 4749030"/>
              <a:gd name="connsiteY1" fmla="*/ 32910 h 1545870"/>
              <a:gd name="connsiteX2" fmla="*/ 4715739 w 4749030"/>
              <a:gd name="connsiteY2" fmla="*/ 365438 h 1545870"/>
              <a:gd name="connsiteX3" fmla="*/ 3175706 w 4749030"/>
              <a:gd name="connsiteY3" fmla="*/ 1192854 h 1545870"/>
              <a:gd name="connsiteX4" fmla="*/ 1510557 w 4749030"/>
              <a:gd name="connsiteY4" fmla="*/ 1010752 h 1545870"/>
              <a:gd name="connsiteX5" fmla="*/ 275988 w 4749030"/>
              <a:gd name="connsiteY5" fmla="*/ 1124638 h 1545870"/>
              <a:gd name="connsiteX0" fmla="*/ 275988 w 4727950"/>
              <a:gd name="connsiteY0" fmla="*/ 1387914 h 1809146"/>
              <a:gd name="connsiteX1" fmla="*/ 1655327 w 4727950"/>
              <a:gd name="connsiteY1" fmla="*/ 296186 h 1809146"/>
              <a:gd name="connsiteX2" fmla="*/ 4715739 w 4727950"/>
              <a:gd name="connsiteY2" fmla="*/ 628714 h 1809146"/>
              <a:gd name="connsiteX3" fmla="*/ 3175706 w 4727950"/>
              <a:gd name="connsiteY3" fmla="*/ 1456130 h 1809146"/>
              <a:gd name="connsiteX4" fmla="*/ 1510557 w 4727950"/>
              <a:gd name="connsiteY4" fmla="*/ 1274028 h 1809146"/>
              <a:gd name="connsiteX5" fmla="*/ 275988 w 4727950"/>
              <a:gd name="connsiteY5" fmla="*/ 1387914 h 1809146"/>
              <a:gd name="connsiteX0" fmla="*/ 275988 w 4727950"/>
              <a:gd name="connsiteY0" fmla="*/ 1387914 h 1809146"/>
              <a:gd name="connsiteX1" fmla="*/ 1655327 w 4727950"/>
              <a:gd name="connsiteY1" fmla="*/ 296186 h 1809146"/>
              <a:gd name="connsiteX2" fmla="*/ 4715739 w 4727950"/>
              <a:gd name="connsiteY2" fmla="*/ 628714 h 1809146"/>
              <a:gd name="connsiteX3" fmla="*/ 3175706 w 4727950"/>
              <a:gd name="connsiteY3" fmla="*/ 1456130 h 1809146"/>
              <a:gd name="connsiteX4" fmla="*/ 1510557 w 4727950"/>
              <a:gd name="connsiteY4" fmla="*/ 1274028 h 1809146"/>
              <a:gd name="connsiteX5" fmla="*/ 275988 w 4727950"/>
              <a:gd name="connsiteY5" fmla="*/ 1387914 h 1809146"/>
              <a:gd name="connsiteX0" fmla="*/ 275988 w 4740315"/>
              <a:gd name="connsiteY0" fmla="*/ 1132875 h 1722803"/>
              <a:gd name="connsiteX1" fmla="*/ 1655327 w 4740315"/>
              <a:gd name="connsiteY1" fmla="*/ 41147 h 1722803"/>
              <a:gd name="connsiteX2" fmla="*/ 4715739 w 4740315"/>
              <a:gd name="connsiteY2" fmla="*/ 373675 h 1722803"/>
              <a:gd name="connsiteX3" fmla="*/ 3012343 w 4740315"/>
              <a:gd name="connsiteY3" fmla="*/ 1711656 h 1722803"/>
              <a:gd name="connsiteX4" fmla="*/ 1510557 w 4740315"/>
              <a:gd name="connsiteY4" fmla="*/ 1018989 h 1722803"/>
              <a:gd name="connsiteX5" fmla="*/ 275988 w 4740315"/>
              <a:gd name="connsiteY5" fmla="*/ 1132875 h 1722803"/>
              <a:gd name="connsiteX0" fmla="*/ 275988 w 4756119"/>
              <a:gd name="connsiteY0" fmla="*/ 1127108 h 1542684"/>
              <a:gd name="connsiteX1" fmla="*/ 1655327 w 4756119"/>
              <a:gd name="connsiteY1" fmla="*/ 35380 h 1542684"/>
              <a:gd name="connsiteX2" fmla="*/ 4715739 w 4756119"/>
              <a:gd name="connsiteY2" fmla="*/ 367908 h 1542684"/>
              <a:gd name="connsiteX3" fmla="*/ 3285074 w 4756119"/>
              <a:gd name="connsiteY3" fmla="*/ 1369029 h 1542684"/>
              <a:gd name="connsiteX4" fmla="*/ 1510557 w 4756119"/>
              <a:gd name="connsiteY4" fmla="*/ 1013222 h 1542684"/>
              <a:gd name="connsiteX5" fmla="*/ 275988 w 4756119"/>
              <a:gd name="connsiteY5" fmla="*/ 1127108 h 1542684"/>
              <a:gd name="connsiteX0" fmla="*/ 275988 w 4715923"/>
              <a:gd name="connsiteY0" fmla="*/ 1122352 h 1572226"/>
              <a:gd name="connsiteX1" fmla="*/ 1655327 w 4715923"/>
              <a:gd name="connsiteY1" fmla="*/ 30624 h 1572226"/>
              <a:gd name="connsiteX2" fmla="*/ 4715739 w 4715923"/>
              <a:gd name="connsiteY2" fmla="*/ 363152 h 1572226"/>
              <a:gd name="connsiteX3" fmla="*/ 1510557 w 4715923"/>
              <a:gd name="connsiteY3" fmla="*/ 1008466 h 1572226"/>
              <a:gd name="connsiteX4" fmla="*/ 275988 w 4715923"/>
              <a:gd name="connsiteY4" fmla="*/ 1122352 h 1572226"/>
              <a:gd name="connsiteX0" fmla="*/ 25029 w 4476010"/>
              <a:gd name="connsiteY0" fmla="*/ 1892393 h 2022034"/>
              <a:gd name="connsiteX1" fmla="*/ 2236847 w 4476010"/>
              <a:gd name="connsiteY1" fmla="*/ 11492 h 2022034"/>
              <a:gd name="connsiteX2" fmla="*/ 4464780 w 4476010"/>
              <a:gd name="connsiteY2" fmla="*/ 1133193 h 2022034"/>
              <a:gd name="connsiteX3" fmla="*/ 1259598 w 4476010"/>
              <a:gd name="connsiteY3" fmla="*/ 1778507 h 2022034"/>
              <a:gd name="connsiteX4" fmla="*/ 25029 w 4476010"/>
              <a:gd name="connsiteY4" fmla="*/ 1892393 h 2022034"/>
              <a:gd name="connsiteX0" fmla="*/ 19312 w 4468531"/>
              <a:gd name="connsiteY0" fmla="*/ 1893478 h 2350831"/>
              <a:gd name="connsiteX1" fmla="*/ 2231130 w 4468531"/>
              <a:gd name="connsiteY1" fmla="*/ 12577 h 2350831"/>
              <a:gd name="connsiteX2" fmla="*/ 4459063 w 4468531"/>
              <a:gd name="connsiteY2" fmla="*/ 1134278 h 2350831"/>
              <a:gd name="connsiteX3" fmla="*/ 2962196 w 4468531"/>
              <a:gd name="connsiteY3" fmla="*/ 2337807 h 2350831"/>
              <a:gd name="connsiteX4" fmla="*/ 1253881 w 4468531"/>
              <a:gd name="connsiteY4" fmla="*/ 1779592 h 2350831"/>
              <a:gd name="connsiteX5" fmla="*/ 19312 w 4468531"/>
              <a:gd name="connsiteY5" fmla="*/ 1893478 h 2350831"/>
              <a:gd name="connsiteX0" fmla="*/ 114931 w 4564151"/>
              <a:gd name="connsiteY0" fmla="*/ 1893478 h 2606070"/>
              <a:gd name="connsiteX1" fmla="*/ 2326749 w 4564151"/>
              <a:gd name="connsiteY1" fmla="*/ 12577 h 2606070"/>
              <a:gd name="connsiteX2" fmla="*/ 4554682 w 4564151"/>
              <a:gd name="connsiteY2" fmla="*/ 1134278 h 2606070"/>
              <a:gd name="connsiteX3" fmla="*/ 3057815 w 4564151"/>
              <a:gd name="connsiteY3" fmla="*/ 2337807 h 2606070"/>
              <a:gd name="connsiteX4" fmla="*/ 602599 w 4564151"/>
              <a:gd name="connsiteY4" fmla="*/ 2591133 h 2606070"/>
              <a:gd name="connsiteX5" fmla="*/ 114931 w 4564151"/>
              <a:gd name="connsiteY5" fmla="*/ 1893478 h 2606070"/>
              <a:gd name="connsiteX0" fmla="*/ 339436 w 4163621"/>
              <a:gd name="connsiteY0" fmla="*/ 711041 h 2677547"/>
              <a:gd name="connsiteX1" fmla="*/ 1926219 w 4163621"/>
              <a:gd name="connsiteY1" fmla="*/ 9118 h 2677547"/>
              <a:gd name="connsiteX2" fmla="*/ 4154152 w 4163621"/>
              <a:gd name="connsiteY2" fmla="*/ 1130819 h 2677547"/>
              <a:gd name="connsiteX3" fmla="*/ 2657285 w 4163621"/>
              <a:gd name="connsiteY3" fmla="*/ 2334348 h 2677547"/>
              <a:gd name="connsiteX4" fmla="*/ 202069 w 4163621"/>
              <a:gd name="connsiteY4" fmla="*/ 2587674 h 2677547"/>
              <a:gd name="connsiteX5" fmla="*/ 339436 w 4163621"/>
              <a:gd name="connsiteY5" fmla="*/ 711041 h 2677547"/>
              <a:gd name="connsiteX0" fmla="*/ 8699 w 3970251"/>
              <a:gd name="connsiteY0" fmla="*/ 2578556 h 2717756"/>
              <a:gd name="connsiteX1" fmla="*/ 1732849 w 3970251"/>
              <a:gd name="connsiteY1" fmla="*/ 0 h 2717756"/>
              <a:gd name="connsiteX2" fmla="*/ 3960782 w 3970251"/>
              <a:gd name="connsiteY2" fmla="*/ 1121701 h 2717756"/>
              <a:gd name="connsiteX3" fmla="*/ 2463915 w 3970251"/>
              <a:gd name="connsiteY3" fmla="*/ 2325230 h 2717756"/>
              <a:gd name="connsiteX4" fmla="*/ 8699 w 3970251"/>
              <a:gd name="connsiteY4" fmla="*/ 2578556 h 2717756"/>
              <a:gd name="connsiteX0" fmla="*/ 11617 w 3584652"/>
              <a:gd name="connsiteY0" fmla="*/ 1430838 h 2340009"/>
              <a:gd name="connsiteX1" fmla="*/ 1347250 w 3584652"/>
              <a:gd name="connsiteY1" fmla="*/ 2380 h 2340009"/>
              <a:gd name="connsiteX2" fmla="*/ 3575183 w 3584652"/>
              <a:gd name="connsiteY2" fmla="*/ 1124081 h 2340009"/>
              <a:gd name="connsiteX3" fmla="*/ 2078316 w 3584652"/>
              <a:gd name="connsiteY3" fmla="*/ 2327610 h 2340009"/>
              <a:gd name="connsiteX4" fmla="*/ 11617 w 3584652"/>
              <a:gd name="connsiteY4" fmla="*/ 1430838 h 2340009"/>
              <a:gd name="connsiteX0" fmla="*/ 36322 w 3609357"/>
              <a:gd name="connsiteY0" fmla="*/ 1430838 h 2532978"/>
              <a:gd name="connsiteX1" fmla="*/ 1371955 w 3609357"/>
              <a:gd name="connsiteY1" fmla="*/ 2380 h 2532978"/>
              <a:gd name="connsiteX2" fmla="*/ 3599888 w 3609357"/>
              <a:gd name="connsiteY2" fmla="*/ 1124081 h 2532978"/>
              <a:gd name="connsiteX3" fmla="*/ 2103021 w 3609357"/>
              <a:gd name="connsiteY3" fmla="*/ 2327610 h 2532978"/>
              <a:gd name="connsiteX4" fmla="*/ 36322 w 3609357"/>
              <a:gd name="connsiteY4" fmla="*/ 1430838 h 2532978"/>
              <a:gd name="connsiteX0" fmla="*/ 3580 w 3569301"/>
              <a:gd name="connsiteY0" fmla="*/ 1431089 h 2816320"/>
              <a:gd name="connsiteX1" fmla="*/ 1339213 w 3569301"/>
              <a:gd name="connsiteY1" fmla="*/ 2631 h 2816320"/>
              <a:gd name="connsiteX2" fmla="*/ 3567146 w 3569301"/>
              <a:gd name="connsiteY2" fmla="*/ 1124332 h 2816320"/>
              <a:gd name="connsiteX3" fmla="*/ 1722688 w 3569301"/>
              <a:gd name="connsiteY3" fmla="*/ 2808414 h 2816320"/>
              <a:gd name="connsiteX4" fmla="*/ 3580 w 3569301"/>
              <a:gd name="connsiteY4" fmla="*/ 1431089 h 2816320"/>
              <a:gd name="connsiteX0" fmla="*/ 3579 w 3569300"/>
              <a:gd name="connsiteY0" fmla="*/ 1431089 h 2808414"/>
              <a:gd name="connsiteX1" fmla="*/ 1339212 w 3569300"/>
              <a:gd name="connsiteY1" fmla="*/ 2631 h 2808414"/>
              <a:gd name="connsiteX2" fmla="*/ 3567145 w 3569300"/>
              <a:gd name="connsiteY2" fmla="*/ 1124332 h 2808414"/>
              <a:gd name="connsiteX3" fmla="*/ 1722687 w 3569300"/>
              <a:gd name="connsiteY3" fmla="*/ 2808414 h 2808414"/>
              <a:gd name="connsiteX4" fmla="*/ 3579 w 3569300"/>
              <a:gd name="connsiteY4" fmla="*/ 1431089 h 2808414"/>
              <a:gd name="connsiteX0" fmla="*/ 3579 w 3570402"/>
              <a:gd name="connsiteY0" fmla="*/ 1431089 h 2845664"/>
              <a:gd name="connsiteX1" fmla="*/ 1339212 w 3570402"/>
              <a:gd name="connsiteY1" fmla="*/ 2631 h 2845664"/>
              <a:gd name="connsiteX2" fmla="*/ 3567145 w 3570402"/>
              <a:gd name="connsiteY2" fmla="*/ 1124332 h 2845664"/>
              <a:gd name="connsiteX3" fmla="*/ 1722687 w 3570402"/>
              <a:gd name="connsiteY3" fmla="*/ 2808414 h 2845664"/>
              <a:gd name="connsiteX4" fmla="*/ 3579 w 3570402"/>
              <a:gd name="connsiteY4" fmla="*/ 1431089 h 2845664"/>
              <a:gd name="connsiteX0" fmla="*/ 3579 w 3571531"/>
              <a:gd name="connsiteY0" fmla="*/ 1431089 h 2809355"/>
              <a:gd name="connsiteX1" fmla="*/ 1339212 w 3571531"/>
              <a:gd name="connsiteY1" fmla="*/ 2631 h 2809355"/>
              <a:gd name="connsiteX2" fmla="*/ 3567145 w 3571531"/>
              <a:gd name="connsiteY2" fmla="*/ 1124332 h 2809355"/>
              <a:gd name="connsiteX3" fmla="*/ 1722687 w 3571531"/>
              <a:gd name="connsiteY3" fmla="*/ 2808414 h 2809355"/>
              <a:gd name="connsiteX4" fmla="*/ 3579 w 3571531"/>
              <a:gd name="connsiteY4" fmla="*/ 1431089 h 2809355"/>
              <a:gd name="connsiteX0" fmla="*/ 3579 w 3570449"/>
              <a:gd name="connsiteY0" fmla="*/ 1431089 h 2811091"/>
              <a:gd name="connsiteX1" fmla="*/ 1339212 w 3570449"/>
              <a:gd name="connsiteY1" fmla="*/ 2631 h 2811091"/>
              <a:gd name="connsiteX2" fmla="*/ 3567145 w 3570449"/>
              <a:gd name="connsiteY2" fmla="*/ 1124332 h 2811091"/>
              <a:gd name="connsiteX3" fmla="*/ 1722687 w 3570449"/>
              <a:gd name="connsiteY3" fmla="*/ 2808414 h 2811091"/>
              <a:gd name="connsiteX4" fmla="*/ 3579 w 3570449"/>
              <a:gd name="connsiteY4" fmla="*/ 1431089 h 2811091"/>
              <a:gd name="connsiteX0" fmla="*/ 9477 w 3576347"/>
              <a:gd name="connsiteY0" fmla="*/ 1454488 h 2834490"/>
              <a:gd name="connsiteX1" fmla="*/ 1345110 w 3576347"/>
              <a:gd name="connsiteY1" fmla="*/ 26030 h 2834490"/>
              <a:gd name="connsiteX2" fmla="*/ 3573043 w 3576347"/>
              <a:gd name="connsiteY2" fmla="*/ 1147731 h 2834490"/>
              <a:gd name="connsiteX3" fmla="*/ 1728585 w 3576347"/>
              <a:gd name="connsiteY3" fmla="*/ 2831813 h 2834490"/>
              <a:gd name="connsiteX4" fmla="*/ 9477 w 3576347"/>
              <a:gd name="connsiteY4" fmla="*/ 1454488 h 2834490"/>
              <a:gd name="connsiteX0" fmla="*/ 11200 w 3578070"/>
              <a:gd name="connsiteY0" fmla="*/ 1454488 h 2834490"/>
              <a:gd name="connsiteX1" fmla="*/ 1346833 w 3578070"/>
              <a:gd name="connsiteY1" fmla="*/ 26030 h 2834490"/>
              <a:gd name="connsiteX2" fmla="*/ 3574766 w 3578070"/>
              <a:gd name="connsiteY2" fmla="*/ 1147731 h 2834490"/>
              <a:gd name="connsiteX3" fmla="*/ 1730308 w 3578070"/>
              <a:gd name="connsiteY3" fmla="*/ 2831813 h 2834490"/>
              <a:gd name="connsiteX4" fmla="*/ 11200 w 3578070"/>
              <a:gd name="connsiteY4" fmla="*/ 1454488 h 2834490"/>
              <a:gd name="connsiteX0" fmla="*/ 5238 w 3394494"/>
              <a:gd name="connsiteY0" fmla="*/ 1561249 h 2815719"/>
              <a:gd name="connsiteX1" fmla="*/ 1164359 w 3394494"/>
              <a:gd name="connsiteY1" fmla="*/ 5027 h 2815719"/>
              <a:gd name="connsiteX2" fmla="*/ 3392292 w 3394494"/>
              <a:gd name="connsiteY2" fmla="*/ 1126728 h 2815719"/>
              <a:gd name="connsiteX3" fmla="*/ 1547834 w 3394494"/>
              <a:gd name="connsiteY3" fmla="*/ 2810810 h 2815719"/>
              <a:gd name="connsiteX4" fmla="*/ 5238 w 3394494"/>
              <a:gd name="connsiteY4" fmla="*/ 1561249 h 2815719"/>
              <a:gd name="connsiteX0" fmla="*/ 1714 w 3390970"/>
              <a:gd name="connsiteY0" fmla="*/ 1561249 h 2816846"/>
              <a:gd name="connsiteX1" fmla="*/ 1160835 w 3390970"/>
              <a:gd name="connsiteY1" fmla="*/ 5027 h 2816846"/>
              <a:gd name="connsiteX2" fmla="*/ 3388768 w 3390970"/>
              <a:gd name="connsiteY2" fmla="*/ 1126728 h 2816846"/>
              <a:gd name="connsiteX3" fmla="*/ 1544310 w 3390970"/>
              <a:gd name="connsiteY3" fmla="*/ 2810810 h 2816846"/>
              <a:gd name="connsiteX4" fmla="*/ 1714 w 3390970"/>
              <a:gd name="connsiteY4" fmla="*/ 1561249 h 2816846"/>
              <a:gd name="connsiteX0" fmla="*/ 1714 w 3392183"/>
              <a:gd name="connsiteY0" fmla="*/ 1561249 h 2822298"/>
              <a:gd name="connsiteX1" fmla="*/ 1160835 w 3392183"/>
              <a:gd name="connsiteY1" fmla="*/ 5027 h 2822298"/>
              <a:gd name="connsiteX2" fmla="*/ 3388768 w 3392183"/>
              <a:gd name="connsiteY2" fmla="*/ 1126728 h 2822298"/>
              <a:gd name="connsiteX3" fmla="*/ 1544310 w 3392183"/>
              <a:gd name="connsiteY3" fmla="*/ 2810810 h 2822298"/>
              <a:gd name="connsiteX4" fmla="*/ 1714 w 3392183"/>
              <a:gd name="connsiteY4" fmla="*/ 1561249 h 2822298"/>
              <a:gd name="connsiteX0" fmla="*/ 1599 w 3099681"/>
              <a:gd name="connsiteY0" fmla="*/ 1556274 h 2805936"/>
              <a:gd name="connsiteX1" fmla="*/ 1160720 w 3099681"/>
              <a:gd name="connsiteY1" fmla="*/ 52 h 2805936"/>
              <a:gd name="connsiteX2" fmla="*/ 3097014 w 3099681"/>
              <a:gd name="connsiteY2" fmla="*/ 1505235 h 2805936"/>
              <a:gd name="connsiteX3" fmla="*/ 1544195 w 3099681"/>
              <a:gd name="connsiteY3" fmla="*/ 2805835 h 2805936"/>
              <a:gd name="connsiteX4" fmla="*/ 1599 w 3099681"/>
              <a:gd name="connsiteY4" fmla="*/ 1556274 h 2805936"/>
              <a:gd name="connsiteX0" fmla="*/ 1599 w 3098266"/>
              <a:gd name="connsiteY0" fmla="*/ 1556274 h 2805936"/>
              <a:gd name="connsiteX1" fmla="*/ 1160720 w 3098266"/>
              <a:gd name="connsiteY1" fmla="*/ 52 h 2805936"/>
              <a:gd name="connsiteX2" fmla="*/ 3097014 w 3098266"/>
              <a:gd name="connsiteY2" fmla="*/ 1505235 h 2805936"/>
              <a:gd name="connsiteX3" fmla="*/ 1544195 w 3098266"/>
              <a:gd name="connsiteY3" fmla="*/ 2805835 h 2805936"/>
              <a:gd name="connsiteX4" fmla="*/ 1599 w 3098266"/>
              <a:gd name="connsiteY4" fmla="*/ 1556274 h 2805936"/>
              <a:gd name="connsiteX0" fmla="*/ 6698 w 3107113"/>
              <a:gd name="connsiteY0" fmla="*/ 1556268 h 1995204"/>
              <a:gd name="connsiteX1" fmla="*/ 1165819 w 3107113"/>
              <a:gd name="connsiteY1" fmla="*/ 46 h 1995204"/>
              <a:gd name="connsiteX2" fmla="*/ 3102113 w 3107113"/>
              <a:gd name="connsiteY2" fmla="*/ 1505229 h 1995204"/>
              <a:gd name="connsiteX3" fmla="*/ 1670895 w 3107113"/>
              <a:gd name="connsiteY3" fmla="*/ 1994767 h 1995204"/>
              <a:gd name="connsiteX4" fmla="*/ 6698 w 3107113"/>
              <a:gd name="connsiteY4" fmla="*/ 1556268 h 1995204"/>
              <a:gd name="connsiteX0" fmla="*/ 6698 w 3107610"/>
              <a:gd name="connsiteY0" fmla="*/ 1556268 h 2094159"/>
              <a:gd name="connsiteX1" fmla="*/ 1165819 w 3107610"/>
              <a:gd name="connsiteY1" fmla="*/ 46 h 2094159"/>
              <a:gd name="connsiteX2" fmla="*/ 3102113 w 3107610"/>
              <a:gd name="connsiteY2" fmla="*/ 1505229 h 2094159"/>
              <a:gd name="connsiteX3" fmla="*/ 1670895 w 3107610"/>
              <a:gd name="connsiteY3" fmla="*/ 1994767 h 2094159"/>
              <a:gd name="connsiteX4" fmla="*/ 6698 w 3107610"/>
              <a:gd name="connsiteY4" fmla="*/ 1556268 h 2094159"/>
              <a:gd name="connsiteX0" fmla="*/ 6698 w 3108326"/>
              <a:gd name="connsiteY0" fmla="*/ 1556268 h 2032117"/>
              <a:gd name="connsiteX1" fmla="*/ 1165819 w 3108326"/>
              <a:gd name="connsiteY1" fmla="*/ 46 h 2032117"/>
              <a:gd name="connsiteX2" fmla="*/ 3102113 w 3108326"/>
              <a:gd name="connsiteY2" fmla="*/ 1505229 h 2032117"/>
              <a:gd name="connsiteX3" fmla="*/ 1670895 w 3108326"/>
              <a:gd name="connsiteY3" fmla="*/ 1994767 h 2032117"/>
              <a:gd name="connsiteX4" fmla="*/ 6698 w 3108326"/>
              <a:gd name="connsiteY4" fmla="*/ 1556268 h 2032117"/>
              <a:gd name="connsiteX0" fmla="*/ 2700 w 3101149"/>
              <a:gd name="connsiteY0" fmla="*/ 1588985 h 2065259"/>
              <a:gd name="connsiteX1" fmla="*/ 1324169 w 3101149"/>
              <a:gd name="connsiteY1" fmla="*/ 44 h 2065259"/>
              <a:gd name="connsiteX2" fmla="*/ 3098115 w 3101149"/>
              <a:gd name="connsiteY2" fmla="*/ 1537946 h 2065259"/>
              <a:gd name="connsiteX3" fmla="*/ 1666897 w 3101149"/>
              <a:gd name="connsiteY3" fmla="*/ 2027484 h 2065259"/>
              <a:gd name="connsiteX4" fmla="*/ 2700 w 3101149"/>
              <a:gd name="connsiteY4" fmla="*/ 1588985 h 2065259"/>
              <a:gd name="connsiteX0" fmla="*/ 2700 w 3100106"/>
              <a:gd name="connsiteY0" fmla="*/ 1588985 h 2163738"/>
              <a:gd name="connsiteX1" fmla="*/ 1324169 w 3100106"/>
              <a:gd name="connsiteY1" fmla="*/ 44 h 2163738"/>
              <a:gd name="connsiteX2" fmla="*/ 3098115 w 3100106"/>
              <a:gd name="connsiteY2" fmla="*/ 1537946 h 2163738"/>
              <a:gd name="connsiteX3" fmla="*/ 1666897 w 3100106"/>
              <a:gd name="connsiteY3" fmla="*/ 2027484 h 2163738"/>
              <a:gd name="connsiteX4" fmla="*/ 2700 w 3100106"/>
              <a:gd name="connsiteY4" fmla="*/ 1588985 h 2163738"/>
              <a:gd name="connsiteX0" fmla="*/ 2700 w 3100834"/>
              <a:gd name="connsiteY0" fmla="*/ 1588985 h 2056082"/>
              <a:gd name="connsiteX1" fmla="*/ 1324169 w 3100834"/>
              <a:gd name="connsiteY1" fmla="*/ 44 h 2056082"/>
              <a:gd name="connsiteX2" fmla="*/ 3098115 w 3100834"/>
              <a:gd name="connsiteY2" fmla="*/ 1537946 h 2056082"/>
              <a:gd name="connsiteX3" fmla="*/ 1666897 w 3100834"/>
              <a:gd name="connsiteY3" fmla="*/ 2027484 h 2056082"/>
              <a:gd name="connsiteX4" fmla="*/ 2700 w 3100834"/>
              <a:gd name="connsiteY4" fmla="*/ 1588985 h 2056082"/>
              <a:gd name="connsiteX0" fmla="*/ 2700 w 3101100"/>
              <a:gd name="connsiteY0" fmla="*/ 1588985 h 2041075"/>
              <a:gd name="connsiteX1" fmla="*/ 1324169 w 3101100"/>
              <a:gd name="connsiteY1" fmla="*/ 44 h 2041075"/>
              <a:gd name="connsiteX2" fmla="*/ 3098115 w 3101100"/>
              <a:gd name="connsiteY2" fmla="*/ 1537946 h 2041075"/>
              <a:gd name="connsiteX3" fmla="*/ 1666897 w 3101100"/>
              <a:gd name="connsiteY3" fmla="*/ 2027484 h 2041075"/>
              <a:gd name="connsiteX4" fmla="*/ 2700 w 3101100"/>
              <a:gd name="connsiteY4" fmla="*/ 1588985 h 2041075"/>
              <a:gd name="connsiteX0" fmla="*/ 2700 w 3101100"/>
              <a:gd name="connsiteY0" fmla="*/ 1588985 h 2041075"/>
              <a:gd name="connsiteX1" fmla="*/ 1324169 w 3101100"/>
              <a:gd name="connsiteY1" fmla="*/ 44 h 2041075"/>
              <a:gd name="connsiteX2" fmla="*/ 3098115 w 3101100"/>
              <a:gd name="connsiteY2" fmla="*/ 1537946 h 2041075"/>
              <a:gd name="connsiteX3" fmla="*/ 1666897 w 3101100"/>
              <a:gd name="connsiteY3" fmla="*/ 2027484 h 2041075"/>
              <a:gd name="connsiteX4" fmla="*/ 2700 w 3101100"/>
              <a:gd name="connsiteY4" fmla="*/ 1588985 h 2041075"/>
              <a:gd name="connsiteX0" fmla="*/ 2700 w 3101100"/>
              <a:gd name="connsiteY0" fmla="*/ 1588985 h 2041075"/>
              <a:gd name="connsiteX1" fmla="*/ 1324169 w 3101100"/>
              <a:gd name="connsiteY1" fmla="*/ 44 h 2041075"/>
              <a:gd name="connsiteX2" fmla="*/ 3098115 w 3101100"/>
              <a:gd name="connsiteY2" fmla="*/ 1537946 h 2041075"/>
              <a:gd name="connsiteX3" fmla="*/ 1666897 w 3101100"/>
              <a:gd name="connsiteY3" fmla="*/ 2027484 h 2041075"/>
              <a:gd name="connsiteX4" fmla="*/ 2700 w 3101100"/>
              <a:gd name="connsiteY4" fmla="*/ 1588985 h 2041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01100" h="2041075">
                <a:moveTo>
                  <a:pt x="2700" y="1588985"/>
                </a:moveTo>
                <a:cubicBezTo>
                  <a:pt x="-54421" y="1251078"/>
                  <a:pt x="808267" y="8550"/>
                  <a:pt x="1324169" y="44"/>
                </a:cubicBezTo>
                <a:cubicBezTo>
                  <a:pt x="1840071" y="-8462"/>
                  <a:pt x="3040994" y="1200039"/>
                  <a:pt x="3098115" y="1537946"/>
                </a:cubicBezTo>
                <a:cubicBezTo>
                  <a:pt x="3155236" y="1875853"/>
                  <a:pt x="2382291" y="1963492"/>
                  <a:pt x="1666897" y="2027484"/>
                </a:cubicBezTo>
                <a:cubicBezTo>
                  <a:pt x="951503" y="2091476"/>
                  <a:pt x="59821" y="1926892"/>
                  <a:pt x="2700" y="1588985"/>
                </a:cubicBezTo>
                <a:close/>
              </a:path>
            </a:pathLst>
          </a:custGeom>
          <a:solidFill>
            <a:srgbClr val="FDC21A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4" name="Freihandform 13">
            <a:extLst>
              <a:ext uri="{FF2B5EF4-FFF2-40B4-BE49-F238E27FC236}">
                <a16:creationId xmlns:a16="http://schemas.microsoft.com/office/drawing/2014/main" id="{4B41898A-F8F9-4A92-44E7-C6856EDDF897}"/>
              </a:ext>
            </a:extLst>
          </p:cNvPr>
          <p:cNvSpPr/>
          <p:nvPr userDrawn="1"/>
        </p:nvSpPr>
        <p:spPr>
          <a:xfrm rot="18508693">
            <a:off x="-3762534" y="-3706289"/>
            <a:ext cx="6589168" cy="6276091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3177410"/>
              <a:gd name="connsiteY0" fmla="*/ 1035451 h 3606310"/>
              <a:gd name="connsiteX1" fmla="*/ 3141588 w 3177410"/>
              <a:gd name="connsiteY1" fmla="*/ 152581 h 3606310"/>
              <a:gd name="connsiteX2" fmla="*/ 2574031 w 3177410"/>
              <a:gd name="connsiteY2" fmla="*/ 1666070 h 3606310"/>
              <a:gd name="connsiteX3" fmla="*/ 2321781 w 3177410"/>
              <a:gd name="connsiteY3" fmla="*/ 3473850 h 3606310"/>
              <a:gd name="connsiteX4" fmla="*/ 51546 w 3177410"/>
              <a:gd name="connsiteY4" fmla="*/ 2664554 h 3606310"/>
              <a:gd name="connsiteX5" fmla="*/ 829312 w 3177410"/>
              <a:gd name="connsiteY5" fmla="*/ 1035451 h 3606310"/>
              <a:gd name="connsiteX0" fmla="*/ 829312 w 3177410"/>
              <a:gd name="connsiteY0" fmla="*/ 1013703 h 3584562"/>
              <a:gd name="connsiteX1" fmla="*/ 3141588 w 3177410"/>
              <a:gd name="connsiteY1" fmla="*/ 130833 h 3584562"/>
              <a:gd name="connsiteX2" fmla="*/ 2574031 w 3177410"/>
              <a:gd name="connsiteY2" fmla="*/ 1644322 h 3584562"/>
              <a:gd name="connsiteX3" fmla="*/ 2321781 w 3177410"/>
              <a:gd name="connsiteY3" fmla="*/ 3452102 h 3584562"/>
              <a:gd name="connsiteX4" fmla="*/ 51546 w 3177410"/>
              <a:gd name="connsiteY4" fmla="*/ 2642806 h 3584562"/>
              <a:gd name="connsiteX5" fmla="*/ 829312 w 3177410"/>
              <a:gd name="connsiteY5" fmla="*/ 1013703 h 3584562"/>
              <a:gd name="connsiteX0" fmla="*/ 829578 w 3177676"/>
              <a:gd name="connsiteY0" fmla="*/ 1013703 h 3584562"/>
              <a:gd name="connsiteX1" fmla="*/ 3141854 w 3177676"/>
              <a:gd name="connsiteY1" fmla="*/ 130833 h 3584562"/>
              <a:gd name="connsiteX2" fmla="*/ 2574297 w 3177676"/>
              <a:gd name="connsiteY2" fmla="*/ 1644322 h 3584562"/>
              <a:gd name="connsiteX3" fmla="*/ 2322047 w 3177676"/>
              <a:gd name="connsiteY3" fmla="*/ 3452102 h 3584562"/>
              <a:gd name="connsiteX4" fmla="*/ 51812 w 3177676"/>
              <a:gd name="connsiteY4" fmla="*/ 2642806 h 3584562"/>
              <a:gd name="connsiteX5" fmla="*/ 829578 w 3177676"/>
              <a:gd name="connsiteY5" fmla="*/ 1013703 h 3584562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11178 w 2672400"/>
              <a:gd name="connsiteY0" fmla="*/ 7864 h 2583061"/>
              <a:gd name="connsiteX1" fmla="*/ 1318755 w 2672400"/>
              <a:gd name="connsiteY1" fmla="*/ 1092175 h 2583061"/>
              <a:gd name="connsiteX2" fmla="*/ 2555897 w 2672400"/>
              <a:gd name="connsiteY2" fmla="*/ 638483 h 2583061"/>
              <a:gd name="connsiteX3" fmla="*/ 2303647 w 2672400"/>
              <a:gd name="connsiteY3" fmla="*/ 2446263 h 2583061"/>
              <a:gd name="connsiteX4" fmla="*/ 33412 w 2672400"/>
              <a:gd name="connsiteY4" fmla="*/ 1636967 h 2583061"/>
              <a:gd name="connsiteX5" fmla="*/ 811178 w 2672400"/>
              <a:gd name="connsiteY5" fmla="*/ 7864 h 2583061"/>
              <a:gd name="connsiteX0" fmla="*/ 811178 w 3223026"/>
              <a:gd name="connsiteY0" fmla="*/ 5596 h 2477281"/>
              <a:gd name="connsiteX1" fmla="*/ 1318755 w 3223026"/>
              <a:gd name="connsiteY1" fmla="*/ 1089907 h 2477281"/>
              <a:gd name="connsiteX2" fmla="*/ 3192488 w 3223026"/>
              <a:gd name="connsiteY2" fmla="*/ 802600 h 2477281"/>
              <a:gd name="connsiteX3" fmla="*/ 2303647 w 3223026"/>
              <a:gd name="connsiteY3" fmla="*/ 2443995 h 2477281"/>
              <a:gd name="connsiteX4" fmla="*/ 33412 w 3223026"/>
              <a:gd name="connsiteY4" fmla="*/ 1634699 h 2477281"/>
              <a:gd name="connsiteX5" fmla="*/ 811178 w 3223026"/>
              <a:gd name="connsiteY5" fmla="*/ 5596 h 2477281"/>
              <a:gd name="connsiteX0" fmla="*/ 846588 w 3330250"/>
              <a:gd name="connsiteY0" fmla="*/ 5596 h 2432711"/>
              <a:gd name="connsiteX1" fmla="*/ 1354165 w 3330250"/>
              <a:gd name="connsiteY1" fmla="*/ 1089907 h 2432711"/>
              <a:gd name="connsiteX2" fmla="*/ 3227898 w 3330250"/>
              <a:gd name="connsiteY2" fmla="*/ 802600 h 2432711"/>
              <a:gd name="connsiteX3" fmla="*/ 2761796 w 3330250"/>
              <a:gd name="connsiteY3" fmla="*/ 2409553 h 2432711"/>
              <a:gd name="connsiteX4" fmla="*/ 68822 w 3330250"/>
              <a:gd name="connsiteY4" fmla="*/ 1634699 h 2432711"/>
              <a:gd name="connsiteX5" fmla="*/ 846588 w 3330250"/>
              <a:gd name="connsiteY5" fmla="*/ 5596 h 2432711"/>
              <a:gd name="connsiteX0" fmla="*/ 846588 w 3514825"/>
              <a:gd name="connsiteY0" fmla="*/ 5596 h 2432711"/>
              <a:gd name="connsiteX1" fmla="*/ 1354165 w 3514825"/>
              <a:gd name="connsiteY1" fmla="*/ 1089907 h 2432711"/>
              <a:gd name="connsiteX2" fmla="*/ 3227898 w 3514825"/>
              <a:gd name="connsiteY2" fmla="*/ 802600 h 2432711"/>
              <a:gd name="connsiteX3" fmla="*/ 2761796 w 3514825"/>
              <a:gd name="connsiteY3" fmla="*/ 2409553 h 2432711"/>
              <a:gd name="connsiteX4" fmla="*/ 68822 w 3514825"/>
              <a:gd name="connsiteY4" fmla="*/ 1634699 h 2432711"/>
              <a:gd name="connsiteX5" fmla="*/ 846588 w 3514825"/>
              <a:gd name="connsiteY5" fmla="*/ 5596 h 2432711"/>
              <a:gd name="connsiteX0" fmla="*/ 875402 w 3543639"/>
              <a:gd name="connsiteY0" fmla="*/ 2708 h 2429823"/>
              <a:gd name="connsiteX1" fmla="*/ 1382979 w 3543639"/>
              <a:gd name="connsiteY1" fmla="*/ 1087019 h 2429823"/>
              <a:gd name="connsiteX2" fmla="*/ 3256712 w 3543639"/>
              <a:gd name="connsiteY2" fmla="*/ 799712 h 2429823"/>
              <a:gd name="connsiteX3" fmla="*/ 2790610 w 3543639"/>
              <a:gd name="connsiteY3" fmla="*/ 2406665 h 2429823"/>
              <a:gd name="connsiteX4" fmla="*/ 97636 w 3543639"/>
              <a:gd name="connsiteY4" fmla="*/ 1631811 h 2429823"/>
              <a:gd name="connsiteX5" fmla="*/ 875402 w 3543639"/>
              <a:gd name="connsiteY5" fmla="*/ 2708 h 2429823"/>
              <a:gd name="connsiteX0" fmla="*/ 1035116 w 3703353"/>
              <a:gd name="connsiteY0" fmla="*/ 3586 h 2450893"/>
              <a:gd name="connsiteX1" fmla="*/ 1542693 w 3703353"/>
              <a:gd name="connsiteY1" fmla="*/ 1087897 h 2450893"/>
              <a:gd name="connsiteX2" fmla="*/ 3416426 w 3703353"/>
              <a:gd name="connsiteY2" fmla="*/ 800590 h 2450893"/>
              <a:gd name="connsiteX3" fmla="*/ 2950324 w 3703353"/>
              <a:gd name="connsiteY3" fmla="*/ 2407543 h 2450893"/>
              <a:gd name="connsiteX4" fmla="*/ 257350 w 3703353"/>
              <a:gd name="connsiteY4" fmla="*/ 1632689 h 2450893"/>
              <a:gd name="connsiteX5" fmla="*/ 1035116 w 3703353"/>
              <a:gd name="connsiteY5" fmla="*/ 3586 h 2450893"/>
              <a:gd name="connsiteX0" fmla="*/ 991689 w 3462563"/>
              <a:gd name="connsiteY0" fmla="*/ 10605 h 2457912"/>
              <a:gd name="connsiteX1" fmla="*/ 1674106 w 3462563"/>
              <a:gd name="connsiteY1" fmla="*/ 930710 h 2457912"/>
              <a:gd name="connsiteX2" fmla="*/ 3372999 w 3462563"/>
              <a:gd name="connsiteY2" fmla="*/ 807609 h 2457912"/>
              <a:gd name="connsiteX3" fmla="*/ 2906897 w 3462563"/>
              <a:gd name="connsiteY3" fmla="*/ 2414562 h 2457912"/>
              <a:gd name="connsiteX4" fmla="*/ 213923 w 3462563"/>
              <a:gd name="connsiteY4" fmla="*/ 1639708 h 2457912"/>
              <a:gd name="connsiteX5" fmla="*/ 991689 w 3462563"/>
              <a:gd name="connsiteY5" fmla="*/ 10605 h 2457912"/>
              <a:gd name="connsiteX0" fmla="*/ 991689 w 3644113"/>
              <a:gd name="connsiteY0" fmla="*/ 10605 h 2457912"/>
              <a:gd name="connsiteX1" fmla="*/ 1674106 w 3644113"/>
              <a:gd name="connsiteY1" fmla="*/ 930710 h 2457912"/>
              <a:gd name="connsiteX2" fmla="*/ 3372999 w 3644113"/>
              <a:gd name="connsiteY2" fmla="*/ 807609 h 2457912"/>
              <a:gd name="connsiteX3" fmla="*/ 2906897 w 3644113"/>
              <a:gd name="connsiteY3" fmla="*/ 2414562 h 2457912"/>
              <a:gd name="connsiteX4" fmla="*/ 213923 w 3644113"/>
              <a:gd name="connsiteY4" fmla="*/ 1639708 h 2457912"/>
              <a:gd name="connsiteX5" fmla="*/ 991689 w 3644113"/>
              <a:gd name="connsiteY5" fmla="*/ 10605 h 2457912"/>
              <a:gd name="connsiteX0" fmla="*/ 1054352 w 3706777"/>
              <a:gd name="connsiteY0" fmla="*/ 1046 h 2448353"/>
              <a:gd name="connsiteX1" fmla="*/ 1736769 w 3706777"/>
              <a:gd name="connsiteY1" fmla="*/ 921151 h 2448353"/>
              <a:gd name="connsiteX2" fmla="*/ 3435662 w 3706777"/>
              <a:gd name="connsiteY2" fmla="*/ 798050 h 2448353"/>
              <a:gd name="connsiteX3" fmla="*/ 2969560 w 3706777"/>
              <a:gd name="connsiteY3" fmla="*/ 2405003 h 2448353"/>
              <a:gd name="connsiteX4" fmla="*/ 276586 w 3706777"/>
              <a:gd name="connsiteY4" fmla="*/ 1630149 h 2448353"/>
              <a:gd name="connsiteX5" fmla="*/ 1054352 w 3706777"/>
              <a:gd name="connsiteY5" fmla="*/ 1046 h 2448353"/>
              <a:gd name="connsiteX0" fmla="*/ 590056 w 3683836"/>
              <a:gd name="connsiteY0" fmla="*/ 1109 h 1961431"/>
              <a:gd name="connsiteX1" fmla="*/ 1713828 w 3683836"/>
              <a:gd name="connsiteY1" fmla="*/ 456838 h 1961431"/>
              <a:gd name="connsiteX2" fmla="*/ 3412721 w 3683836"/>
              <a:gd name="connsiteY2" fmla="*/ 333737 h 1961431"/>
              <a:gd name="connsiteX3" fmla="*/ 2946619 w 3683836"/>
              <a:gd name="connsiteY3" fmla="*/ 1940690 h 1961431"/>
              <a:gd name="connsiteX4" fmla="*/ 253645 w 3683836"/>
              <a:gd name="connsiteY4" fmla="*/ 1165836 h 1961431"/>
              <a:gd name="connsiteX5" fmla="*/ 590056 w 3683836"/>
              <a:gd name="connsiteY5" fmla="*/ 1109 h 1961431"/>
              <a:gd name="connsiteX0" fmla="*/ 577152 w 3670932"/>
              <a:gd name="connsiteY0" fmla="*/ 28557 h 1988879"/>
              <a:gd name="connsiteX1" fmla="*/ 1700924 w 3670932"/>
              <a:gd name="connsiteY1" fmla="*/ 484286 h 1988879"/>
              <a:gd name="connsiteX2" fmla="*/ 3399817 w 3670932"/>
              <a:gd name="connsiteY2" fmla="*/ 361185 h 1988879"/>
              <a:gd name="connsiteX3" fmla="*/ 2933715 w 3670932"/>
              <a:gd name="connsiteY3" fmla="*/ 1968138 h 1988879"/>
              <a:gd name="connsiteX4" fmla="*/ 240741 w 3670932"/>
              <a:gd name="connsiteY4" fmla="*/ 1193284 h 1988879"/>
              <a:gd name="connsiteX5" fmla="*/ 577152 w 3670932"/>
              <a:gd name="connsiteY5" fmla="*/ 28557 h 1988879"/>
              <a:gd name="connsiteX0" fmla="*/ 5660 w 3065770"/>
              <a:gd name="connsiteY0" fmla="*/ 41752 h 2084853"/>
              <a:gd name="connsiteX1" fmla="*/ 1129432 w 3065770"/>
              <a:gd name="connsiteY1" fmla="*/ 497481 h 2084853"/>
              <a:gd name="connsiteX2" fmla="*/ 2828325 w 3065770"/>
              <a:gd name="connsiteY2" fmla="*/ 374380 h 2084853"/>
              <a:gd name="connsiteX3" fmla="*/ 2362223 w 3065770"/>
              <a:gd name="connsiteY3" fmla="*/ 1981333 h 2084853"/>
              <a:gd name="connsiteX4" fmla="*/ 768571 w 3065770"/>
              <a:gd name="connsiteY4" fmla="*/ 1718703 h 2084853"/>
              <a:gd name="connsiteX5" fmla="*/ 5660 w 3065770"/>
              <a:gd name="connsiteY5" fmla="*/ 41752 h 2084853"/>
              <a:gd name="connsiteX0" fmla="*/ 12471 w 3072581"/>
              <a:gd name="connsiteY0" fmla="*/ 41752 h 2092530"/>
              <a:gd name="connsiteX1" fmla="*/ 1136243 w 3072581"/>
              <a:gd name="connsiteY1" fmla="*/ 497481 h 2092530"/>
              <a:gd name="connsiteX2" fmla="*/ 2835136 w 3072581"/>
              <a:gd name="connsiteY2" fmla="*/ 374380 h 2092530"/>
              <a:gd name="connsiteX3" fmla="*/ 2369034 w 3072581"/>
              <a:gd name="connsiteY3" fmla="*/ 1981333 h 2092530"/>
              <a:gd name="connsiteX4" fmla="*/ 775382 w 3072581"/>
              <a:gd name="connsiteY4" fmla="*/ 1718703 h 2092530"/>
              <a:gd name="connsiteX5" fmla="*/ 12471 w 3072581"/>
              <a:gd name="connsiteY5" fmla="*/ 41752 h 2092530"/>
              <a:gd name="connsiteX0" fmla="*/ 2798 w 3655173"/>
              <a:gd name="connsiteY0" fmla="*/ 869129 h 2007317"/>
              <a:gd name="connsiteX1" fmla="*/ 1718835 w 3655173"/>
              <a:gd name="connsiteY1" fmla="*/ 445136 h 2007317"/>
              <a:gd name="connsiteX2" fmla="*/ 3417728 w 3655173"/>
              <a:gd name="connsiteY2" fmla="*/ 322035 h 2007317"/>
              <a:gd name="connsiteX3" fmla="*/ 2951626 w 3655173"/>
              <a:gd name="connsiteY3" fmla="*/ 1928988 h 2007317"/>
              <a:gd name="connsiteX4" fmla="*/ 1357974 w 3655173"/>
              <a:gd name="connsiteY4" fmla="*/ 1666358 h 2007317"/>
              <a:gd name="connsiteX5" fmla="*/ 2798 w 3655173"/>
              <a:gd name="connsiteY5" fmla="*/ 869129 h 2007317"/>
              <a:gd name="connsiteX0" fmla="*/ 542 w 3652917"/>
              <a:gd name="connsiteY0" fmla="*/ 869129 h 2007318"/>
              <a:gd name="connsiteX1" fmla="*/ 1716579 w 3652917"/>
              <a:gd name="connsiteY1" fmla="*/ 445136 h 2007318"/>
              <a:gd name="connsiteX2" fmla="*/ 3415472 w 3652917"/>
              <a:gd name="connsiteY2" fmla="*/ 322035 h 2007318"/>
              <a:gd name="connsiteX3" fmla="*/ 2949370 w 3652917"/>
              <a:gd name="connsiteY3" fmla="*/ 1928988 h 2007318"/>
              <a:gd name="connsiteX4" fmla="*/ 1355718 w 3652917"/>
              <a:gd name="connsiteY4" fmla="*/ 1666358 h 2007318"/>
              <a:gd name="connsiteX5" fmla="*/ 542 w 3652917"/>
              <a:gd name="connsiteY5" fmla="*/ 869129 h 2007318"/>
              <a:gd name="connsiteX0" fmla="*/ 243 w 3639926"/>
              <a:gd name="connsiteY0" fmla="*/ 869129 h 1955507"/>
              <a:gd name="connsiteX1" fmla="*/ 1716280 w 3639926"/>
              <a:gd name="connsiteY1" fmla="*/ 445136 h 1955507"/>
              <a:gd name="connsiteX2" fmla="*/ 3415173 w 3639926"/>
              <a:gd name="connsiteY2" fmla="*/ 322035 h 1955507"/>
              <a:gd name="connsiteX3" fmla="*/ 2949071 w 3639926"/>
              <a:gd name="connsiteY3" fmla="*/ 1928988 h 1955507"/>
              <a:gd name="connsiteX4" fmla="*/ 1833458 w 3639926"/>
              <a:gd name="connsiteY4" fmla="*/ 1291535 h 1955507"/>
              <a:gd name="connsiteX5" fmla="*/ 243 w 3639926"/>
              <a:gd name="connsiteY5" fmla="*/ 869129 h 1955507"/>
              <a:gd name="connsiteX0" fmla="*/ 243 w 3639926"/>
              <a:gd name="connsiteY0" fmla="*/ 869129 h 1947022"/>
              <a:gd name="connsiteX1" fmla="*/ 1716280 w 3639926"/>
              <a:gd name="connsiteY1" fmla="*/ 445136 h 1947022"/>
              <a:gd name="connsiteX2" fmla="*/ 3415173 w 3639926"/>
              <a:gd name="connsiteY2" fmla="*/ 322035 h 1947022"/>
              <a:gd name="connsiteX3" fmla="*/ 2949071 w 3639926"/>
              <a:gd name="connsiteY3" fmla="*/ 1928988 h 1947022"/>
              <a:gd name="connsiteX4" fmla="*/ 1833458 w 3639926"/>
              <a:gd name="connsiteY4" fmla="*/ 1291535 h 1947022"/>
              <a:gd name="connsiteX5" fmla="*/ 243 w 3639926"/>
              <a:gd name="connsiteY5" fmla="*/ 869129 h 1947022"/>
              <a:gd name="connsiteX0" fmla="*/ 7345 w 3647028"/>
              <a:gd name="connsiteY0" fmla="*/ 869129 h 1947022"/>
              <a:gd name="connsiteX1" fmla="*/ 1723382 w 3647028"/>
              <a:gd name="connsiteY1" fmla="*/ 445136 h 1947022"/>
              <a:gd name="connsiteX2" fmla="*/ 3422275 w 3647028"/>
              <a:gd name="connsiteY2" fmla="*/ 322035 h 1947022"/>
              <a:gd name="connsiteX3" fmla="*/ 2956173 w 3647028"/>
              <a:gd name="connsiteY3" fmla="*/ 1928988 h 1947022"/>
              <a:gd name="connsiteX4" fmla="*/ 1840560 w 3647028"/>
              <a:gd name="connsiteY4" fmla="*/ 1291535 h 1947022"/>
              <a:gd name="connsiteX5" fmla="*/ 7345 w 3647028"/>
              <a:gd name="connsiteY5" fmla="*/ 869129 h 1947022"/>
              <a:gd name="connsiteX0" fmla="*/ 7345 w 3811052"/>
              <a:gd name="connsiteY0" fmla="*/ 869129 h 1929159"/>
              <a:gd name="connsiteX1" fmla="*/ 1723382 w 3811052"/>
              <a:gd name="connsiteY1" fmla="*/ 445136 h 1929159"/>
              <a:gd name="connsiteX2" fmla="*/ 3422275 w 3811052"/>
              <a:gd name="connsiteY2" fmla="*/ 322035 h 1929159"/>
              <a:gd name="connsiteX3" fmla="*/ 2956173 w 3811052"/>
              <a:gd name="connsiteY3" fmla="*/ 1928988 h 1929159"/>
              <a:gd name="connsiteX4" fmla="*/ 1840560 w 3811052"/>
              <a:gd name="connsiteY4" fmla="*/ 1291535 h 1929159"/>
              <a:gd name="connsiteX5" fmla="*/ 7345 w 3811052"/>
              <a:gd name="connsiteY5" fmla="*/ 869129 h 1929159"/>
              <a:gd name="connsiteX0" fmla="*/ 5264 w 3937957"/>
              <a:gd name="connsiteY0" fmla="*/ 1155023 h 1938909"/>
              <a:gd name="connsiteX1" fmla="*/ 1850286 w 3937957"/>
              <a:gd name="connsiteY1" fmla="*/ 454886 h 1938909"/>
              <a:gd name="connsiteX2" fmla="*/ 3549179 w 3937957"/>
              <a:gd name="connsiteY2" fmla="*/ 331785 h 1938909"/>
              <a:gd name="connsiteX3" fmla="*/ 3083077 w 3937957"/>
              <a:gd name="connsiteY3" fmla="*/ 1938738 h 1938909"/>
              <a:gd name="connsiteX4" fmla="*/ 1967464 w 3937957"/>
              <a:gd name="connsiteY4" fmla="*/ 1301285 h 1938909"/>
              <a:gd name="connsiteX5" fmla="*/ 5264 w 3937957"/>
              <a:gd name="connsiteY5" fmla="*/ 1155023 h 1938909"/>
              <a:gd name="connsiteX0" fmla="*/ 23607 w 3956300"/>
              <a:gd name="connsiteY0" fmla="*/ 1155023 h 1938909"/>
              <a:gd name="connsiteX1" fmla="*/ 1868629 w 3956300"/>
              <a:gd name="connsiteY1" fmla="*/ 454886 h 1938909"/>
              <a:gd name="connsiteX2" fmla="*/ 3567522 w 3956300"/>
              <a:gd name="connsiteY2" fmla="*/ 331785 h 1938909"/>
              <a:gd name="connsiteX3" fmla="*/ 3101420 w 3956300"/>
              <a:gd name="connsiteY3" fmla="*/ 1938738 h 1938909"/>
              <a:gd name="connsiteX4" fmla="*/ 1985807 w 3956300"/>
              <a:gd name="connsiteY4" fmla="*/ 1301285 h 1938909"/>
              <a:gd name="connsiteX5" fmla="*/ 23607 w 3956300"/>
              <a:gd name="connsiteY5" fmla="*/ 1155023 h 1938909"/>
              <a:gd name="connsiteX0" fmla="*/ 356 w 3775841"/>
              <a:gd name="connsiteY0" fmla="*/ 1155023 h 1975367"/>
              <a:gd name="connsiteX1" fmla="*/ 1845378 w 3775841"/>
              <a:gd name="connsiteY1" fmla="*/ 454886 h 1975367"/>
              <a:gd name="connsiteX2" fmla="*/ 3544271 w 3775841"/>
              <a:gd name="connsiteY2" fmla="*/ 331785 h 1975367"/>
              <a:gd name="connsiteX3" fmla="*/ 3078169 w 3775841"/>
              <a:gd name="connsiteY3" fmla="*/ 1938738 h 1975367"/>
              <a:gd name="connsiteX4" fmla="*/ 1700608 w 3775841"/>
              <a:gd name="connsiteY4" fmla="*/ 1432728 h 1975367"/>
              <a:gd name="connsiteX5" fmla="*/ 356 w 3775841"/>
              <a:gd name="connsiteY5" fmla="*/ 1155023 h 1975367"/>
              <a:gd name="connsiteX0" fmla="*/ 385 w 3775871"/>
              <a:gd name="connsiteY0" fmla="*/ 1155023 h 1964875"/>
              <a:gd name="connsiteX1" fmla="*/ 1845407 w 3775871"/>
              <a:gd name="connsiteY1" fmla="*/ 454886 h 1964875"/>
              <a:gd name="connsiteX2" fmla="*/ 3544300 w 3775871"/>
              <a:gd name="connsiteY2" fmla="*/ 331785 h 1964875"/>
              <a:gd name="connsiteX3" fmla="*/ 3078198 w 3775871"/>
              <a:gd name="connsiteY3" fmla="*/ 1938738 h 1964875"/>
              <a:gd name="connsiteX4" fmla="*/ 1700637 w 3775871"/>
              <a:gd name="connsiteY4" fmla="*/ 1432728 h 1964875"/>
              <a:gd name="connsiteX5" fmla="*/ 385 w 3775871"/>
              <a:gd name="connsiteY5" fmla="*/ 1155023 h 1964875"/>
              <a:gd name="connsiteX0" fmla="*/ 518 w 3310321"/>
              <a:gd name="connsiteY0" fmla="*/ 1561197 h 1986949"/>
              <a:gd name="connsiteX1" fmla="*/ 1379857 w 3310321"/>
              <a:gd name="connsiteY1" fmla="*/ 469469 h 1986949"/>
              <a:gd name="connsiteX2" fmla="*/ 3078750 w 3310321"/>
              <a:gd name="connsiteY2" fmla="*/ 346368 h 1986949"/>
              <a:gd name="connsiteX3" fmla="*/ 2612648 w 3310321"/>
              <a:gd name="connsiteY3" fmla="*/ 1953321 h 1986949"/>
              <a:gd name="connsiteX4" fmla="*/ 1235087 w 3310321"/>
              <a:gd name="connsiteY4" fmla="*/ 1447311 h 1986949"/>
              <a:gd name="connsiteX5" fmla="*/ 518 w 3310321"/>
              <a:gd name="connsiteY5" fmla="*/ 1561197 h 1986949"/>
              <a:gd name="connsiteX0" fmla="*/ 252954 w 3562757"/>
              <a:gd name="connsiteY0" fmla="*/ 1561197 h 1986950"/>
              <a:gd name="connsiteX1" fmla="*/ 1632293 w 3562757"/>
              <a:gd name="connsiteY1" fmla="*/ 469469 h 1986950"/>
              <a:gd name="connsiteX2" fmla="*/ 3331186 w 3562757"/>
              <a:gd name="connsiteY2" fmla="*/ 346368 h 1986950"/>
              <a:gd name="connsiteX3" fmla="*/ 2865084 w 3562757"/>
              <a:gd name="connsiteY3" fmla="*/ 1953321 h 1986950"/>
              <a:gd name="connsiteX4" fmla="*/ 1487523 w 3562757"/>
              <a:gd name="connsiteY4" fmla="*/ 1447311 h 1986950"/>
              <a:gd name="connsiteX5" fmla="*/ 252954 w 3562757"/>
              <a:gd name="connsiteY5" fmla="*/ 1561197 h 1986950"/>
              <a:gd name="connsiteX0" fmla="*/ 275988 w 4836894"/>
              <a:gd name="connsiteY0" fmla="*/ 1254188 h 1664972"/>
              <a:gd name="connsiteX1" fmla="*/ 1655327 w 4836894"/>
              <a:gd name="connsiteY1" fmla="*/ 162460 h 1664972"/>
              <a:gd name="connsiteX2" fmla="*/ 4715739 w 4836894"/>
              <a:gd name="connsiteY2" fmla="*/ 494988 h 1664972"/>
              <a:gd name="connsiteX3" fmla="*/ 2888118 w 4836894"/>
              <a:gd name="connsiteY3" fmla="*/ 1646312 h 1664972"/>
              <a:gd name="connsiteX4" fmla="*/ 1510557 w 4836894"/>
              <a:gd name="connsiteY4" fmla="*/ 1140302 h 1664972"/>
              <a:gd name="connsiteX5" fmla="*/ 275988 w 4836894"/>
              <a:gd name="connsiteY5" fmla="*/ 1254188 h 1664972"/>
              <a:gd name="connsiteX0" fmla="*/ 275988 w 4716813"/>
              <a:gd name="connsiteY0" fmla="*/ 1630321 h 2049242"/>
              <a:gd name="connsiteX1" fmla="*/ 1655327 w 4716813"/>
              <a:gd name="connsiteY1" fmla="*/ 538593 h 2049242"/>
              <a:gd name="connsiteX2" fmla="*/ 4715739 w 4716813"/>
              <a:gd name="connsiteY2" fmla="*/ 871121 h 2049242"/>
              <a:gd name="connsiteX3" fmla="*/ 2888118 w 4716813"/>
              <a:gd name="connsiteY3" fmla="*/ 2022445 h 2049242"/>
              <a:gd name="connsiteX4" fmla="*/ 1510557 w 4716813"/>
              <a:gd name="connsiteY4" fmla="*/ 1516435 h 2049242"/>
              <a:gd name="connsiteX5" fmla="*/ 275988 w 4716813"/>
              <a:gd name="connsiteY5" fmla="*/ 1630321 h 2049242"/>
              <a:gd name="connsiteX0" fmla="*/ 275988 w 4749030"/>
              <a:gd name="connsiteY0" fmla="*/ 1124638 h 1545870"/>
              <a:gd name="connsiteX1" fmla="*/ 1655327 w 4749030"/>
              <a:gd name="connsiteY1" fmla="*/ 32910 h 1545870"/>
              <a:gd name="connsiteX2" fmla="*/ 4715739 w 4749030"/>
              <a:gd name="connsiteY2" fmla="*/ 365438 h 1545870"/>
              <a:gd name="connsiteX3" fmla="*/ 3175706 w 4749030"/>
              <a:gd name="connsiteY3" fmla="*/ 1192854 h 1545870"/>
              <a:gd name="connsiteX4" fmla="*/ 1510557 w 4749030"/>
              <a:gd name="connsiteY4" fmla="*/ 1010752 h 1545870"/>
              <a:gd name="connsiteX5" fmla="*/ 275988 w 4749030"/>
              <a:gd name="connsiteY5" fmla="*/ 1124638 h 1545870"/>
              <a:gd name="connsiteX0" fmla="*/ 275988 w 4727950"/>
              <a:gd name="connsiteY0" fmla="*/ 1387914 h 1809146"/>
              <a:gd name="connsiteX1" fmla="*/ 1655327 w 4727950"/>
              <a:gd name="connsiteY1" fmla="*/ 296186 h 1809146"/>
              <a:gd name="connsiteX2" fmla="*/ 4715739 w 4727950"/>
              <a:gd name="connsiteY2" fmla="*/ 628714 h 1809146"/>
              <a:gd name="connsiteX3" fmla="*/ 3175706 w 4727950"/>
              <a:gd name="connsiteY3" fmla="*/ 1456130 h 1809146"/>
              <a:gd name="connsiteX4" fmla="*/ 1510557 w 4727950"/>
              <a:gd name="connsiteY4" fmla="*/ 1274028 h 1809146"/>
              <a:gd name="connsiteX5" fmla="*/ 275988 w 4727950"/>
              <a:gd name="connsiteY5" fmla="*/ 1387914 h 1809146"/>
              <a:gd name="connsiteX0" fmla="*/ 275988 w 4727950"/>
              <a:gd name="connsiteY0" fmla="*/ 1387914 h 1809146"/>
              <a:gd name="connsiteX1" fmla="*/ 1655327 w 4727950"/>
              <a:gd name="connsiteY1" fmla="*/ 296186 h 1809146"/>
              <a:gd name="connsiteX2" fmla="*/ 4715739 w 4727950"/>
              <a:gd name="connsiteY2" fmla="*/ 628714 h 1809146"/>
              <a:gd name="connsiteX3" fmla="*/ 3175706 w 4727950"/>
              <a:gd name="connsiteY3" fmla="*/ 1456130 h 1809146"/>
              <a:gd name="connsiteX4" fmla="*/ 1510557 w 4727950"/>
              <a:gd name="connsiteY4" fmla="*/ 1274028 h 1809146"/>
              <a:gd name="connsiteX5" fmla="*/ 275988 w 4727950"/>
              <a:gd name="connsiteY5" fmla="*/ 1387914 h 1809146"/>
              <a:gd name="connsiteX0" fmla="*/ 275988 w 4740315"/>
              <a:gd name="connsiteY0" fmla="*/ 1132875 h 1722803"/>
              <a:gd name="connsiteX1" fmla="*/ 1655327 w 4740315"/>
              <a:gd name="connsiteY1" fmla="*/ 41147 h 1722803"/>
              <a:gd name="connsiteX2" fmla="*/ 4715739 w 4740315"/>
              <a:gd name="connsiteY2" fmla="*/ 373675 h 1722803"/>
              <a:gd name="connsiteX3" fmla="*/ 3012343 w 4740315"/>
              <a:gd name="connsiteY3" fmla="*/ 1711656 h 1722803"/>
              <a:gd name="connsiteX4" fmla="*/ 1510557 w 4740315"/>
              <a:gd name="connsiteY4" fmla="*/ 1018989 h 1722803"/>
              <a:gd name="connsiteX5" fmla="*/ 275988 w 4740315"/>
              <a:gd name="connsiteY5" fmla="*/ 1132875 h 1722803"/>
              <a:gd name="connsiteX0" fmla="*/ 275988 w 4756119"/>
              <a:gd name="connsiteY0" fmla="*/ 1127108 h 1542684"/>
              <a:gd name="connsiteX1" fmla="*/ 1655327 w 4756119"/>
              <a:gd name="connsiteY1" fmla="*/ 35380 h 1542684"/>
              <a:gd name="connsiteX2" fmla="*/ 4715739 w 4756119"/>
              <a:gd name="connsiteY2" fmla="*/ 367908 h 1542684"/>
              <a:gd name="connsiteX3" fmla="*/ 3285074 w 4756119"/>
              <a:gd name="connsiteY3" fmla="*/ 1369029 h 1542684"/>
              <a:gd name="connsiteX4" fmla="*/ 1510557 w 4756119"/>
              <a:gd name="connsiteY4" fmla="*/ 1013222 h 1542684"/>
              <a:gd name="connsiteX5" fmla="*/ 275988 w 4756119"/>
              <a:gd name="connsiteY5" fmla="*/ 1127108 h 1542684"/>
              <a:gd name="connsiteX0" fmla="*/ 275988 w 4715923"/>
              <a:gd name="connsiteY0" fmla="*/ 1122352 h 1572226"/>
              <a:gd name="connsiteX1" fmla="*/ 1655327 w 4715923"/>
              <a:gd name="connsiteY1" fmla="*/ 30624 h 1572226"/>
              <a:gd name="connsiteX2" fmla="*/ 4715739 w 4715923"/>
              <a:gd name="connsiteY2" fmla="*/ 363152 h 1572226"/>
              <a:gd name="connsiteX3" fmla="*/ 1510557 w 4715923"/>
              <a:gd name="connsiteY3" fmla="*/ 1008466 h 1572226"/>
              <a:gd name="connsiteX4" fmla="*/ 275988 w 4715923"/>
              <a:gd name="connsiteY4" fmla="*/ 1122352 h 1572226"/>
              <a:gd name="connsiteX0" fmla="*/ 25029 w 4476010"/>
              <a:gd name="connsiteY0" fmla="*/ 1892393 h 2022034"/>
              <a:gd name="connsiteX1" fmla="*/ 2236847 w 4476010"/>
              <a:gd name="connsiteY1" fmla="*/ 11492 h 2022034"/>
              <a:gd name="connsiteX2" fmla="*/ 4464780 w 4476010"/>
              <a:gd name="connsiteY2" fmla="*/ 1133193 h 2022034"/>
              <a:gd name="connsiteX3" fmla="*/ 1259598 w 4476010"/>
              <a:gd name="connsiteY3" fmla="*/ 1778507 h 2022034"/>
              <a:gd name="connsiteX4" fmla="*/ 25029 w 4476010"/>
              <a:gd name="connsiteY4" fmla="*/ 1892393 h 2022034"/>
              <a:gd name="connsiteX0" fmla="*/ 19312 w 4468531"/>
              <a:gd name="connsiteY0" fmla="*/ 1893478 h 2350831"/>
              <a:gd name="connsiteX1" fmla="*/ 2231130 w 4468531"/>
              <a:gd name="connsiteY1" fmla="*/ 12577 h 2350831"/>
              <a:gd name="connsiteX2" fmla="*/ 4459063 w 4468531"/>
              <a:gd name="connsiteY2" fmla="*/ 1134278 h 2350831"/>
              <a:gd name="connsiteX3" fmla="*/ 2962196 w 4468531"/>
              <a:gd name="connsiteY3" fmla="*/ 2337807 h 2350831"/>
              <a:gd name="connsiteX4" fmla="*/ 1253881 w 4468531"/>
              <a:gd name="connsiteY4" fmla="*/ 1779592 h 2350831"/>
              <a:gd name="connsiteX5" fmla="*/ 19312 w 4468531"/>
              <a:gd name="connsiteY5" fmla="*/ 1893478 h 2350831"/>
              <a:gd name="connsiteX0" fmla="*/ 114931 w 4564151"/>
              <a:gd name="connsiteY0" fmla="*/ 1893478 h 2606070"/>
              <a:gd name="connsiteX1" fmla="*/ 2326749 w 4564151"/>
              <a:gd name="connsiteY1" fmla="*/ 12577 h 2606070"/>
              <a:gd name="connsiteX2" fmla="*/ 4554682 w 4564151"/>
              <a:gd name="connsiteY2" fmla="*/ 1134278 h 2606070"/>
              <a:gd name="connsiteX3" fmla="*/ 3057815 w 4564151"/>
              <a:gd name="connsiteY3" fmla="*/ 2337807 h 2606070"/>
              <a:gd name="connsiteX4" fmla="*/ 602599 w 4564151"/>
              <a:gd name="connsiteY4" fmla="*/ 2591133 h 2606070"/>
              <a:gd name="connsiteX5" fmla="*/ 114931 w 4564151"/>
              <a:gd name="connsiteY5" fmla="*/ 1893478 h 2606070"/>
              <a:gd name="connsiteX0" fmla="*/ 339436 w 4163621"/>
              <a:gd name="connsiteY0" fmla="*/ 711041 h 2677547"/>
              <a:gd name="connsiteX1" fmla="*/ 1926219 w 4163621"/>
              <a:gd name="connsiteY1" fmla="*/ 9118 h 2677547"/>
              <a:gd name="connsiteX2" fmla="*/ 4154152 w 4163621"/>
              <a:gd name="connsiteY2" fmla="*/ 1130819 h 2677547"/>
              <a:gd name="connsiteX3" fmla="*/ 2657285 w 4163621"/>
              <a:gd name="connsiteY3" fmla="*/ 2334348 h 2677547"/>
              <a:gd name="connsiteX4" fmla="*/ 202069 w 4163621"/>
              <a:gd name="connsiteY4" fmla="*/ 2587674 h 2677547"/>
              <a:gd name="connsiteX5" fmla="*/ 339436 w 4163621"/>
              <a:gd name="connsiteY5" fmla="*/ 711041 h 2677547"/>
              <a:gd name="connsiteX0" fmla="*/ 8699 w 3970251"/>
              <a:gd name="connsiteY0" fmla="*/ 2578556 h 2717756"/>
              <a:gd name="connsiteX1" fmla="*/ 1732849 w 3970251"/>
              <a:gd name="connsiteY1" fmla="*/ 0 h 2717756"/>
              <a:gd name="connsiteX2" fmla="*/ 3960782 w 3970251"/>
              <a:gd name="connsiteY2" fmla="*/ 1121701 h 2717756"/>
              <a:gd name="connsiteX3" fmla="*/ 2463915 w 3970251"/>
              <a:gd name="connsiteY3" fmla="*/ 2325230 h 2717756"/>
              <a:gd name="connsiteX4" fmla="*/ 8699 w 3970251"/>
              <a:gd name="connsiteY4" fmla="*/ 2578556 h 2717756"/>
              <a:gd name="connsiteX0" fmla="*/ 11617 w 3584652"/>
              <a:gd name="connsiteY0" fmla="*/ 1430838 h 2340009"/>
              <a:gd name="connsiteX1" fmla="*/ 1347250 w 3584652"/>
              <a:gd name="connsiteY1" fmla="*/ 2380 h 2340009"/>
              <a:gd name="connsiteX2" fmla="*/ 3575183 w 3584652"/>
              <a:gd name="connsiteY2" fmla="*/ 1124081 h 2340009"/>
              <a:gd name="connsiteX3" fmla="*/ 2078316 w 3584652"/>
              <a:gd name="connsiteY3" fmla="*/ 2327610 h 2340009"/>
              <a:gd name="connsiteX4" fmla="*/ 11617 w 3584652"/>
              <a:gd name="connsiteY4" fmla="*/ 1430838 h 2340009"/>
              <a:gd name="connsiteX0" fmla="*/ 36322 w 3609357"/>
              <a:gd name="connsiteY0" fmla="*/ 1430838 h 2532978"/>
              <a:gd name="connsiteX1" fmla="*/ 1371955 w 3609357"/>
              <a:gd name="connsiteY1" fmla="*/ 2380 h 2532978"/>
              <a:gd name="connsiteX2" fmla="*/ 3599888 w 3609357"/>
              <a:gd name="connsiteY2" fmla="*/ 1124081 h 2532978"/>
              <a:gd name="connsiteX3" fmla="*/ 2103021 w 3609357"/>
              <a:gd name="connsiteY3" fmla="*/ 2327610 h 2532978"/>
              <a:gd name="connsiteX4" fmla="*/ 36322 w 3609357"/>
              <a:gd name="connsiteY4" fmla="*/ 1430838 h 2532978"/>
              <a:gd name="connsiteX0" fmla="*/ 3580 w 3569301"/>
              <a:gd name="connsiteY0" fmla="*/ 1431089 h 2816320"/>
              <a:gd name="connsiteX1" fmla="*/ 1339213 w 3569301"/>
              <a:gd name="connsiteY1" fmla="*/ 2631 h 2816320"/>
              <a:gd name="connsiteX2" fmla="*/ 3567146 w 3569301"/>
              <a:gd name="connsiteY2" fmla="*/ 1124332 h 2816320"/>
              <a:gd name="connsiteX3" fmla="*/ 1722688 w 3569301"/>
              <a:gd name="connsiteY3" fmla="*/ 2808414 h 2816320"/>
              <a:gd name="connsiteX4" fmla="*/ 3580 w 3569301"/>
              <a:gd name="connsiteY4" fmla="*/ 1431089 h 2816320"/>
              <a:gd name="connsiteX0" fmla="*/ 3579 w 3569300"/>
              <a:gd name="connsiteY0" fmla="*/ 1431089 h 2808414"/>
              <a:gd name="connsiteX1" fmla="*/ 1339212 w 3569300"/>
              <a:gd name="connsiteY1" fmla="*/ 2631 h 2808414"/>
              <a:gd name="connsiteX2" fmla="*/ 3567145 w 3569300"/>
              <a:gd name="connsiteY2" fmla="*/ 1124332 h 2808414"/>
              <a:gd name="connsiteX3" fmla="*/ 1722687 w 3569300"/>
              <a:gd name="connsiteY3" fmla="*/ 2808414 h 2808414"/>
              <a:gd name="connsiteX4" fmla="*/ 3579 w 3569300"/>
              <a:gd name="connsiteY4" fmla="*/ 1431089 h 2808414"/>
              <a:gd name="connsiteX0" fmla="*/ 3579 w 3570402"/>
              <a:gd name="connsiteY0" fmla="*/ 1431089 h 2845664"/>
              <a:gd name="connsiteX1" fmla="*/ 1339212 w 3570402"/>
              <a:gd name="connsiteY1" fmla="*/ 2631 h 2845664"/>
              <a:gd name="connsiteX2" fmla="*/ 3567145 w 3570402"/>
              <a:gd name="connsiteY2" fmla="*/ 1124332 h 2845664"/>
              <a:gd name="connsiteX3" fmla="*/ 1722687 w 3570402"/>
              <a:gd name="connsiteY3" fmla="*/ 2808414 h 2845664"/>
              <a:gd name="connsiteX4" fmla="*/ 3579 w 3570402"/>
              <a:gd name="connsiteY4" fmla="*/ 1431089 h 2845664"/>
              <a:gd name="connsiteX0" fmla="*/ 3579 w 3571531"/>
              <a:gd name="connsiteY0" fmla="*/ 1431089 h 2809355"/>
              <a:gd name="connsiteX1" fmla="*/ 1339212 w 3571531"/>
              <a:gd name="connsiteY1" fmla="*/ 2631 h 2809355"/>
              <a:gd name="connsiteX2" fmla="*/ 3567145 w 3571531"/>
              <a:gd name="connsiteY2" fmla="*/ 1124332 h 2809355"/>
              <a:gd name="connsiteX3" fmla="*/ 1722687 w 3571531"/>
              <a:gd name="connsiteY3" fmla="*/ 2808414 h 2809355"/>
              <a:gd name="connsiteX4" fmla="*/ 3579 w 3571531"/>
              <a:gd name="connsiteY4" fmla="*/ 1431089 h 2809355"/>
              <a:gd name="connsiteX0" fmla="*/ 3579 w 3570449"/>
              <a:gd name="connsiteY0" fmla="*/ 1431089 h 2811091"/>
              <a:gd name="connsiteX1" fmla="*/ 1339212 w 3570449"/>
              <a:gd name="connsiteY1" fmla="*/ 2631 h 2811091"/>
              <a:gd name="connsiteX2" fmla="*/ 3567145 w 3570449"/>
              <a:gd name="connsiteY2" fmla="*/ 1124332 h 2811091"/>
              <a:gd name="connsiteX3" fmla="*/ 1722687 w 3570449"/>
              <a:gd name="connsiteY3" fmla="*/ 2808414 h 2811091"/>
              <a:gd name="connsiteX4" fmla="*/ 3579 w 3570449"/>
              <a:gd name="connsiteY4" fmla="*/ 1431089 h 2811091"/>
              <a:gd name="connsiteX0" fmla="*/ 9477 w 3576347"/>
              <a:gd name="connsiteY0" fmla="*/ 1454488 h 2834490"/>
              <a:gd name="connsiteX1" fmla="*/ 1345110 w 3576347"/>
              <a:gd name="connsiteY1" fmla="*/ 26030 h 2834490"/>
              <a:gd name="connsiteX2" fmla="*/ 3573043 w 3576347"/>
              <a:gd name="connsiteY2" fmla="*/ 1147731 h 2834490"/>
              <a:gd name="connsiteX3" fmla="*/ 1728585 w 3576347"/>
              <a:gd name="connsiteY3" fmla="*/ 2831813 h 2834490"/>
              <a:gd name="connsiteX4" fmla="*/ 9477 w 3576347"/>
              <a:gd name="connsiteY4" fmla="*/ 1454488 h 2834490"/>
              <a:gd name="connsiteX0" fmla="*/ 11200 w 3578070"/>
              <a:gd name="connsiteY0" fmla="*/ 1454488 h 2834490"/>
              <a:gd name="connsiteX1" fmla="*/ 1346833 w 3578070"/>
              <a:gd name="connsiteY1" fmla="*/ 26030 h 2834490"/>
              <a:gd name="connsiteX2" fmla="*/ 3574766 w 3578070"/>
              <a:gd name="connsiteY2" fmla="*/ 1147731 h 2834490"/>
              <a:gd name="connsiteX3" fmla="*/ 1730308 w 3578070"/>
              <a:gd name="connsiteY3" fmla="*/ 2831813 h 2834490"/>
              <a:gd name="connsiteX4" fmla="*/ 11200 w 3578070"/>
              <a:gd name="connsiteY4" fmla="*/ 1454488 h 2834490"/>
              <a:gd name="connsiteX0" fmla="*/ 5238 w 3394494"/>
              <a:gd name="connsiteY0" fmla="*/ 1561249 h 2815719"/>
              <a:gd name="connsiteX1" fmla="*/ 1164359 w 3394494"/>
              <a:gd name="connsiteY1" fmla="*/ 5027 h 2815719"/>
              <a:gd name="connsiteX2" fmla="*/ 3392292 w 3394494"/>
              <a:gd name="connsiteY2" fmla="*/ 1126728 h 2815719"/>
              <a:gd name="connsiteX3" fmla="*/ 1547834 w 3394494"/>
              <a:gd name="connsiteY3" fmla="*/ 2810810 h 2815719"/>
              <a:gd name="connsiteX4" fmla="*/ 5238 w 3394494"/>
              <a:gd name="connsiteY4" fmla="*/ 1561249 h 2815719"/>
              <a:gd name="connsiteX0" fmla="*/ 1714 w 3390970"/>
              <a:gd name="connsiteY0" fmla="*/ 1561249 h 2816846"/>
              <a:gd name="connsiteX1" fmla="*/ 1160835 w 3390970"/>
              <a:gd name="connsiteY1" fmla="*/ 5027 h 2816846"/>
              <a:gd name="connsiteX2" fmla="*/ 3388768 w 3390970"/>
              <a:gd name="connsiteY2" fmla="*/ 1126728 h 2816846"/>
              <a:gd name="connsiteX3" fmla="*/ 1544310 w 3390970"/>
              <a:gd name="connsiteY3" fmla="*/ 2810810 h 2816846"/>
              <a:gd name="connsiteX4" fmla="*/ 1714 w 3390970"/>
              <a:gd name="connsiteY4" fmla="*/ 1561249 h 2816846"/>
              <a:gd name="connsiteX0" fmla="*/ 1714 w 3392183"/>
              <a:gd name="connsiteY0" fmla="*/ 1561249 h 2822298"/>
              <a:gd name="connsiteX1" fmla="*/ 1160835 w 3392183"/>
              <a:gd name="connsiteY1" fmla="*/ 5027 h 2822298"/>
              <a:gd name="connsiteX2" fmla="*/ 3388768 w 3392183"/>
              <a:gd name="connsiteY2" fmla="*/ 1126728 h 2822298"/>
              <a:gd name="connsiteX3" fmla="*/ 1544310 w 3392183"/>
              <a:gd name="connsiteY3" fmla="*/ 2810810 h 2822298"/>
              <a:gd name="connsiteX4" fmla="*/ 1714 w 3392183"/>
              <a:gd name="connsiteY4" fmla="*/ 1561249 h 28222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92183" h="2822298">
                <a:moveTo>
                  <a:pt x="1714" y="1561249"/>
                </a:moveTo>
                <a:cubicBezTo>
                  <a:pt x="-37269" y="828037"/>
                  <a:pt x="596326" y="77447"/>
                  <a:pt x="1160835" y="5027"/>
                </a:cubicBezTo>
                <a:cubicBezTo>
                  <a:pt x="1725344" y="-67393"/>
                  <a:pt x="3324856" y="659098"/>
                  <a:pt x="3388768" y="1126728"/>
                </a:cubicBezTo>
                <a:cubicBezTo>
                  <a:pt x="3452680" y="1594358"/>
                  <a:pt x="2611566" y="2706535"/>
                  <a:pt x="1544310" y="2810810"/>
                </a:cubicBezTo>
                <a:cubicBezTo>
                  <a:pt x="477054" y="2915085"/>
                  <a:pt x="40697" y="2294461"/>
                  <a:pt x="1714" y="1561249"/>
                </a:cubicBezTo>
                <a:close/>
              </a:path>
            </a:pathLst>
          </a:custGeom>
          <a:noFill/>
          <a:ln w="76200">
            <a:solidFill>
              <a:srgbClr val="FDC21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BC239B9-97EB-8147-A4B5-809E65FFBE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52861"/>
            <a:ext cx="9144000" cy="1767223"/>
          </a:xfrm>
        </p:spPr>
        <p:txBody>
          <a:bodyPr anchor="b">
            <a:normAutofit/>
          </a:bodyPr>
          <a:lstStyle>
            <a:lvl1pPr algn="ctr">
              <a:defRPr sz="4800" cap="all" spc="600" baseline="0">
                <a:solidFill>
                  <a:srgbClr val="647A84"/>
                </a:solidFill>
                <a:latin typeface="TheSans Plain" pitchFamily="2" charset="0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607B9D97-45D6-2E45-6F24-F1A04C2406B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81150" y="2465388"/>
            <a:ext cx="9086850" cy="3890962"/>
          </a:xfrm>
        </p:spPr>
        <p:txBody>
          <a:bodyPr/>
          <a:lstStyle>
            <a:lvl1pPr marL="0" indent="0" algn="ctr">
              <a:buNone/>
              <a:defRPr>
                <a:solidFill>
                  <a:srgbClr val="647A84"/>
                </a:solidFill>
                <a:latin typeface="TheSans Plain" pitchFamily="2" charset="0"/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C52D0D56-C509-3DFF-19F7-E0666DDDFD91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Lukas Peter Sumann, Maximilian Wolf Leopold Lindner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698C62A5-C458-9AF0-7E22-D578BCD73D1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99721" y="6093676"/>
            <a:ext cx="431554" cy="558481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0B6EFBF2-1106-553F-47A3-7781EA1B392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858375" y="216695"/>
            <a:ext cx="2078627" cy="466874"/>
          </a:xfrm>
          <a:prstGeom prst="rect">
            <a:avLst/>
          </a:prstGeom>
        </p:spPr>
      </p:pic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0D2E9D08-558B-CC6D-5429-222C45A7632E}"/>
              </a:ext>
            </a:extLst>
          </p:cNvPr>
          <p:cNvGrpSpPr/>
          <p:nvPr userDrawn="1"/>
        </p:nvGrpSpPr>
        <p:grpSpPr>
          <a:xfrm>
            <a:off x="8372798" y="5651780"/>
            <a:ext cx="5498261" cy="2530969"/>
            <a:chOff x="6265416" y="5268016"/>
            <a:chExt cx="7318186" cy="3368719"/>
          </a:xfrm>
        </p:grpSpPr>
        <p:sp>
          <p:nvSpPr>
            <p:cNvPr id="8" name="Freihandform 7">
              <a:extLst>
                <a:ext uri="{FF2B5EF4-FFF2-40B4-BE49-F238E27FC236}">
                  <a16:creationId xmlns:a16="http://schemas.microsoft.com/office/drawing/2014/main" id="{EF0F5953-246B-7D63-F877-779CE3EE6861}"/>
                </a:ext>
              </a:extLst>
            </p:cNvPr>
            <p:cNvSpPr/>
            <p:nvPr/>
          </p:nvSpPr>
          <p:spPr>
            <a:xfrm rot="19708695">
              <a:off x="6265416" y="5268016"/>
              <a:ext cx="6636396" cy="3214341"/>
            </a:xfrm>
            <a:custGeom>
              <a:avLst/>
              <a:gdLst>
                <a:gd name="connsiteX0" fmla="*/ 346842 w 3373821"/>
                <a:gd name="connsiteY0" fmla="*/ 283779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346842 w 3373821"/>
                <a:gd name="connsiteY5" fmla="*/ 283779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882870 h 3310759"/>
                <a:gd name="connsiteX1" fmla="*/ 3090042 w 3373821"/>
                <a:gd name="connsiteY1" fmla="*/ 0 h 3310759"/>
                <a:gd name="connsiteX2" fmla="*/ 3373821 w 3373821"/>
                <a:gd name="connsiteY2" fmla="*/ 1849821 h 3310759"/>
                <a:gd name="connsiteX3" fmla="*/ 1902373 w 3373821"/>
                <a:gd name="connsiteY3" fmla="*/ 3310759 h 3310759"/>
                <a:gd name="connsiteX4" fmla="*/ 0 w 3373821"/>
                <a:gd name="connsiteY4" fmla="*/ 2511973 h 3310759"/>
                <a:gd name="connsiteX5" fmla="*/ 777766 w 3373821"/>
                <a:gd name="connsiteY5" fmla="*/ 882870 h 3310759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35451 h 3463340"/>
                <a:gd name="connsiteX1" fmla="*/ 3090042 w 3373821"/>
                <a:gd name="connsiteY1" fmla="*/ 152581 h 3463340"/>
                <a:gd name="connsiteX2" fmla="*/ 3373821 w 3373821"/>
                <a:gd name="connsiteY2" fmla="*/ 2002402 h 3463340"/>
                <a:gd name="connsiteX3" fmla="*/ 1902373 w 3373821"/>
                <a:gd name="connsiteY3" fmla="*/ 3463340 h 3463340"/>
                <a:gd name="connsiteX4" fmla="*/ 0 w 3373821"/>
                <a:gd name="connsiteY4" fmla="*/ 2664554 h 3463340"/>
                <a:gd name="connsiteX5" fmla="*/ 777766 w 3373821"/>
                <a:gd name="connsiteY5" fmla="*/ 1035451 h 3463340"/>
                <a:gd name="connsiteX0" fmla="*/ 777766 w 3468415"/>
                <a:gd name="connsiteY0" fmla="*/ 1035451 h 3463340"/>
                <a:gd name="connsiteX1" fmla="*/ 3090042 w 3468415"/>
                <a:gd name="connsiteY1" fmla="*/ 152581 h 3463340"/>
                <a:gd name="connsiteX2" fmla="*/ 3468415 w 3468415"/>
                <a:gd name="connsiteY2" fmla="*/ 2202098 h 3463340"/>
                <a:gd name="connsiteX3" fmla="*/ 1902373 w 3468415"/>
                <a:gd name="connsiteY3" fmla="*/ 3463340 h 3463340"/>
                <a:gd name="connsiteX4" fmla="*/ 0 w 3468415"/>
                <a:gd name="connsiteY4" fmla="*/ 2664554 h 3463340"/>
                <a:gd name="connsiteX5" fmla="*/ 777766 w 3468415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3748"/>
                <a:gd name="connsiteX1" fmla="*/ 3090042 w 3520921"/>
                <a:gd name="connsiteY1" fmla="*/ 152581 h 3463748"/>
                <a:gd name="connsiteX2" fmla="*/ 3468415 w 3520921"/>
                <a:gd name="connsiteY2" fmla="*/ 2202098 h 3463748"/>
                <a:gd name="connsiteX3" fmla="*/ 1902373 w 3520921"/>
                <a:gd name="connsiteY3" fmla="*/ 3463340 h 3463748"/>
                <a:gd name="connsiteX4" fmla="*/ 0 w 3520921"/>
                <a:gd name="connsiteY4" fmla="*/ 2664554 h 3463748"/>
                <a:gd name="connsiteX5" fmla="*/ 777766 w 3520921"/>
                <a:gd name="connsiteY5" fmla="*/ 1035451 h 3463748"/>
                <a:gd name="connsiteX0" fmla="*/ 815379 w 3558534"/>
                <a:gd name="connsiteY0" fmla="*/ 1035451 h 3463748"/>
                <a:gd name="connsiteX1" fmla="*/ 3127655 w 3558534"/>
                <a:gd name="connsiteY1" fmla="*/ 152581 h 3463748"/>
                <a:gd name="connsiteX2" fmla="*/ 3506028 w 3558534"/>
                <a:gd name="connsiteY2" fmla="*/ 2202098 h 3463748"/>
                <a:gd name="connsiteX3" fmla="*/ 1939986 w 3558534"/>
                <a:gd name="connsiteY3" fmla="*/ 3463340 h 3463748"/>
                <a:gd name="connsiteX4" fmla="*/ 37613 w 3558534"/>
                <a:gd name="connsiteY4" fmla="*/ 2664554 h 3463748"/>
                <a:gd name="connsiteX5" fmla="*/ 815379 w 3558534"/>
                <a:gd name="connsiteY5" fmla="*/ 1035451 h 3463748"/>
                <a:gd name="connsiteX0" fmla="*/ 815379 w 3558534"/>
                <a:gd name="connsiteY0" fmla="*/ 1035451 h 3464371"/>
                <a:gd name="connsiteX1" fmla="*/ 3127655 w 3558534"/>
                <a:gd name="connsiteY1" fmla="*/ 152581 h 3464371"/>
                <a:gd name="connsiteX2" fmla="*/ 3506028 w 3558534"/>
                <a:gd name="connsiteY2" fmla="*/ 2202098 h 3464371"/>
                <a:gd name="connsiteX3" fmla="*/ 1939986 w 3558534"/>
                <a:gd name="connsiteY3" fmla="*/ 3463340 h 3464371"/>
                <a:gd name="connsiteX4" fmla="*/ 37613 w 3558534"/>
                <a:gd name="connsiteY4" fmla="*/ 2664554 h 3464371"/>
                <a:gd name="connsiteX5" fmla="*/ 815379 w 3558534"/>
                <a:gd name="connsiteY5" fmla="*/ 1035451 h 3464371"/>
                <a:gd name="connsiteX0" fmla="*/ 815379 w 3150376"/>
                <a:gd name="connsiteY0" fmla="*/ 1035451 h 3464371"/>
                <a:gd name="connsiteX1" fmla="*/ 3127655 w 3150376"/>
                <a:gd name="connsiteY1" fmla="*/ 152581 h 3464371"/>
                <a:gd name="connsiteX2" fmla="*/ 1961008 w 3150376"/>
                <a:gd name="connsiteY2" fmla="*/ 1655560 h 3464371"/>
                <a:gd name="connsiteX3" fmla="*/ 1939986 w 3150376"/>
                <a:gd name="connsiteY3" fmla="*/ 3463340 h 3464371"/>
                <a:gd name="connsiteX4" fmla="*/ 37613 w 3150376"/>
                <a:gd name="connsiteY4" fmla="*/ 2664554 h 3464371"/>
                <a:gd name="connsiteX5" fmla="*/ 815379 w 3150376"/>
                <a:gd name="connsiteY5" fmla="*/ 1035451 h 3464371"/>
                <a:gd name="connsiteX0" fmla="*/ 815379 w 3162532"/>
                <a:gd name="connsiteY0" fmla="*/ 1035451 h 3464371"/>
                <a:gd name="connsiteX1" fmla="*/ 3127655 w 3162532"/>
                <a:gd name="connsiteY1" fmla="*/ 152581 h 3464371"/>
                <a:gd name="connsiteX2" fmla="*/ 2423463 w 3162532"/>
                <a:gd name="connsiteY2" fmla="*/ 1645049 h 3464371"/>
                <a:gd name="connsiteX3" fmla="*/ 1939986 w 3162532"/>
                <a:gd name="connsiteY3" fmla="*/ 3463340 h 3464371"/>
                <a:gd name="connsiteX4" fmla="*/ 37613 w 3162532"/>
                <a:gd name="connsiteY4" fmla="*/ 2664554 h 3464371"/>
                <a:gd name="connsiteX5" fmla="*/ 815379 w 3162532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606310"/>
                <a:gd name="connsiteX1" fmla="*/ 3127655 w 3171514"/>
                <a:gd name="connsiteY1" fmla="*/ 152581 h 3606310"/>
                <a:gd name="connsiteX2" fmla="*/ 2423463 w 3171514"/>
                <a:gd name="connsiteY2" fmla="*/ 1645049 h 3606310"/>
                <a:gd name="connsiteX3" fmla="*/ 2307848 w 3171514"/>
                <a:gd name="connsiteY3" fmla="*/ 3473850 h 3606310"/>
                <a:gd name="connsiteX4" fmla="*/ 37613 w 3171514"/>
                <a:gd name="connsiteY4" fmla="*/ 2664554 h 3606310"/>
                <a:gd name="connsiteX5" fmla="*/ 815379 w 3171514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64502"/>
                <a:gd name="connsiteY0" fmla="*/ 1035451 h 3606310"/>
                <a:gd name="connsiteX1" fmla="*/ 3127655 w 3164502"/>
                <a:gd name="connsiteY1" fmla="*/ 152581 h 3606310"/>
                <a:gd name="connsiteX2" fmla="*/ 2560098 w 3164502"/>
                <a:gd name="connsiteY2" fmla="*/ 1666070 h 3606310"/>
                <a:gd name="connsiteX3" fmla="*/ 2307848 w 3164502"/>
                <a:gd name="connsiteY3" fmla="*/ 3473850 h 3606310"/>
                <a:gd name="connsiteX4" fmla="*/ 37613 w 3164502"/>
                <a:gd name="connsiteY4" fmla="*/ 2664554 h 3606310"/>
                <a:gd name="connsiteX5" fmla="*/ 815379 w 3164502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29312 w 3176710"/>
                <a:gd name="connsiteY0" fmla="*/ 1035451 h 3606310"/>
                <a:gd name="connsiteX1" fmla="*/ 3141588 w 3176710"/>
                <a:gd name="connsiteY1" fmla="*/ 152581 h 3606310"/>
                <a:gd name="connsiteX2" fmla="*/ 2574031 w 3176710"/>
                <a:gd name="connsiteY2" fmla="*/ 1666070 h 3606310"/>
                <a:gd name="connsiteX3" fmla="*/ 2321781 w 3176710"/>
                <a:gd name="connsiteY3" fmla="*/ 3473850 h 3606310"/>
                <a:gd name="connsiteX4" fmla="*/ 51546 w 3176710"/>
                <a:gd name="connsiteY4" fmla="*/ 2664554 h 3606310"/>
                <a:gd name="connsiteX5" fmla="*/ 829312 w 3176710"/>
                <a:gd name="connsiteY5" fmla="*/ 1035451 h 3606310"/>
                <a:gd name="connsiteX0" fmla="*/ 829312 w 3177410"/>
                <a:gd name="connsiteY0" fmla="*/ 1035451 h 3606310"/>
                <a:gd name="connsiteX1" fmla="*/ 3141588 w 3177410"/>
                <a:gd name="connsiteY1" fmla="*/ 152581 h 3606310"/>
                <a:gd name="connsiteX2" fmla="*/ 2574031 w 3177410"/>
                <a:gd name="connsiteY2" fmla="*/ 1666070 h 3606310"/>
                <a:gd name="connsiteX3" fmla="*/ 2321781 w 3177410"/>
                <a:gd name="connsiteY3" fmla="*/ 3473850 h 3606310"/>
                <a:gd name="connsiteX4" fmla="*/ 51546 w 3177410"/>
                <a:gd name="connsiteY4" fmla="*/ 2664554 h 3606310"/>
                <a:gd name="connsiteX5" fmla="*/ 829312 w 3177410"/>
                <a:gd name="connsiteY5" fmla="*/ 1035451 h 3606310"/>
                <a:gd name="connsiteX0" fmla="*/ 829312 w 3177410"/>
                <a:gd name="connsiteY0" fmla="*/ 1013703 h 3584562"/>
                <a:gd name="connsiteX1" fmla="*/ 3141588 w 3177410"/>
                <a:gd name="connsiteY1" fmla="*/ 130833 h 3584562"/>
                <a:gd name="connsiteX2" fmla="*/ 2574031 w 3177410"/>
                <a:gd name="connsiteY2" fmla="*/ 1644322 h 3584562"/>
                <a:gd name="connsiteX3" fmla="*/ 2321781 w 3177410"/>
                <a:gd name="connsiteY3" fmla="*/ 3452102 h 3584562"/>
                <a:gd name="connsiteX4" fmla="*/ 51546 w 3177410"/>
                <a:gd name="connsiteY4" fmla="*/ 2642806 h 3584562"/>
                <a:gd name="connsiteX5" fmla="*/ 829312 w 3177410"/>
                <a:gd name="connsiteY5" fmla="*/ 1013703 h 3584562"/>
                <a:gd name="connsiteX0" fmla="*/ 829578 w 3177676"/>
                <a:gd name="connsiteY0" fmla="*/ 1013703 h 3584562"/>
                <a:gd name="connsiteX1" fmla="*/ 3141854 w 3177676"/>
                <a:gd name="connsiteY1" fmla="*/ 130833 h 3584562"/>
                <a:gd name="connsiteX2" fmla="*/ 2574297 w 3177676"/>
                <a:gd name="connsiteY2" fmla="*/ 1644322 h 3584562"/>
                <a:gd name="connsiteX3" fmla="*/ 2322047 w 3177676"/>
                <a:gd name="connsiteY3" fmla="*/ 3452102 h 3584562"/>
                <a:gd name="connsiteX4" fmla="*/ 51812 w 3177676"/>
                <a:gd name="connsiteY4" fmla="*/ 2642806 h 3584562"/>
                <a:gd name="connsiteX5" fmla="*/ 829578 w 3177676"/>
                <a:gd name="connsiteY5" fmla="*/ 1013703 h 3584562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11178 w 2672400"/>
                <a:gd name="connsiteY0" fmla="*/ 7864 h 2583061"/>
                <a:gd name="connsiteX1" fmla="*/ 1318755 w 2672400"/>
                <a:gd name="connsiteY1" fmla="*/ 1092175 h 2583061"/>
                <a:gd name="connsiteX2" fmla="*/ 2555897 w 2672400"/>
                <a:gd name="connsiteY2" fmla="*/ 638483 h 2583061"/>
                <a:gd name="connsiteX3" fmla="*/ 2303647 w 2672400"/>
                <a:gd name="connsiteY3" fmla="*/ 2446263 h 2583061"/>
                <a:gd name="connsiteX4" fmla="*/ 33412 w 2672400"/>
                <a:gd name="connsiteY4" fmla="*/ 1636967 h 2583061"/>
                <a:gd name="connsiteX5" fmla="*/ 811178 w 2672400"/>
                <a:gd name="connsiteY5" fmla="*/ 7864 h 2583061"/>
                <a:gd name="connsiteX0" fmla="*/ 811178 w 3223026"/>
                <a:gd name="connsiteY0" fmla="*/ 5596 h 2477281"/>
                <a:gd name="connsiteX1" fmla="*/ 1318755 w 3223026"/>
                <a:gd name="connsiteY1" fmla="*/ 1089907 h 2477281"/>
                <a:gd name="connsiteX2" fmla="*/ 3192488 w 3223026"/>
                <a:gd name="connsiteY2" fmla="*/ 802600 h 2477281"/>
                <a:gd name="connsiteX3" fmla="*/ 2303647 w 3223026"/>
                <a:gd name="connsiteY3" fmla="*/ 2443995 h 2477281"/>
                <a:gd name="connsiteX4" fmla="*/ 33412 w 3223026"/>
                <a:gd name="connsiteY4" fmla="*/ 1634699 h 2477281"/>
                <a:gd name="connsiteX5" fmla="*/ 811178 w 3223026"/>
                <a:gd name="connsiteY5" fmla="*/ 5596 h 2477281"/>
                <a:gd name="connsiteX0" fmla="*/ 846588 w 3330250"/>
                <a:gd name="connsiteY0" fmla="*/ 5596 h 2432711"/>
                <a:gd name="connsiteX1" fmla="*/ 1354165 w 3330250"/>
                <a:gd name="connsiteY1" fmla="*/ 1089907 h 2432711"/>
                <a:gd name="connsiteX2" fmla="*/ 3227898 w 3330250"/>
                <a:gd name="connsiteY2" fmla="*/ 802600 h 2432711"/>
                <a:gd name="connsiteX3" fmla="*/ 2761796 w 3330250"/>
                <a:gd name="connsiteY3" fmla="*/ 2409553 h 2432711"/>
                <a:gd name="connsiteX4" fmla="*/ 68822 w 3330250"/>
                <a:gd name="connsiteY4" fmla="*/ 1634699 h 2432711"/>
                <a:gd name="connsiteX5" fmla="*/ 846588 w 3330250"/>
                <a:gd name="connsiteY5" fmla="*/ 5596 h 2432711"/>
                <a:gd name="connsiteX0" fmla="*/ 846588 w 3514825"/>
                <a:gd name="connsiteY0" fmla="*/ 5596 h 2432711"/>
                <a:gd name="connsiteX1" fmla="*/ 1354165 w 3514825"/>
                <a:gd name="connsiteY1" fmla="*/ 1089907 h 2432711"/>
                <a:gd name="connsiteX2" fmla="*/ 3227898 w 3514825"/>
                <a:gd name="connsiteY2" fmla="*/ 802600 h 2432711"/>
                <a:gd name="connsiteX3" fmla="*/ 2761796 w 3514825"/>
                <a:gd name="connsiteY3" fmla="*/ 2409553 h 2432711"/>
                <a:gd name="connsiteX4" fmla="*/ 68822 w 3514825"/>
                <a:gd name="connsiteY4" fmla="*/ 1634699 h 2432711"/>
                <a:gd name="connsiteX5" fmla="*/ 846588 w 3514825"/>
                <a:gd name="connsiteY5" fmla="*/ 5596 h 2432711"/>
                <a:gd name="connsiteX0" fmla="*/ 875402 w 3543639"/>
                <a:gd name="connsiteY0" fmla="*/ 2708 h 2429823"/>
                <a:gd name="connsiteX1" fmla="*/ 1382979 w 3543639"/>
                <a:gd name="connsiteY1" fmla="*/ 1087019 h 2429823"/>
                <a:gd name="connsiteX2" fmla="*/ 3256712 w 3543639"/>
                <a:gd name="connsiteY2" fmla="*/ 799712 h 2429823"/>
                <a:gd name="connsiteX3" fmla="*/ 2790610 w 3543639"/>
                <a:gd name="connsiteY3" fmla="*/ 2406665 h 2429823"/>
                <a:gd name="connsiteX4" fmla="*/ 97636 w 3543639"/>
                <a:gd name="connsiteY4" fmla="*/ 1631811 h 2429823"/>
                <a:gd name="connsiteX5" fmla="*/ 875402 w 3543639"/>
                <a:gd name="connsiteY5" fmla="*/ 2708 h 2429823"/>
                <a:gd name="connsiteX0" fmla="*/ 1035116 w 3703353"/>
                <a:gd name="connsiteY0" fmla="*/ 3586 h 2450893"/>
                <a:gd name="connsiteX1" fmla="*/ 1542693 w 3703353"/>
                <a:gd name="connsiteY1" fmla="*/ 1087897 h 2450893"/>
                <a:gd name="connsiteX2" fmla="*/ 3416426 w 3703353"/>
                <a:gd name="connsiteY2" fmla="*/ 800590 h 2450893"/>
                <a:gd name="connsiteX3" fmla="*/ 2950324 w 3703353"/>
                <a:gd name="connsiteY3" fmla="*/ 2407543 h 2450893"/>
                <a:gd name="connsiteX4" fmla="*/ 257350 w 3703353"/>
                <a:gd name="connsiteY4" fmla="*/ 1632689 h 2450893"/>
                <a:gd name="connsiteX5" fmla="*/ 1035116 w 3703353"/>
                <a:gd name="connsiteY5" fmla="*/ 3586 h 2450893"/>
                <a:gd name="connsiteX0" fmla="*/ 991689 w 3462563"/>
                <a:gd name="connsiteY0" fmla="*/ 10605 h 2457912"/>
                <a:gd name="connsiteX1" fmla="*/ 1674106 w 3462563"/>
                <a:gd name="connsiteY1" fmla="*/ 930710 h 2457912"/>
                <a:gd name="connsiteX2" fmla="*/ 3372999 w 3462563"/>
                <a:gd name="connsiteY2" fmla="*/ 807609 h 2457912"/>
                <a:gd name="connsiteX3" fmla="*/ 2906897 w 3462563"/>
                <a:gd name="connsiteY3" fmla="*/ 2414562 h 2457912"/>
                <a:gd name="connsiteX4" fmla="*/ 213923 w 3462563"/>
                <a:gd name="connsiteY4" fmla="*/ 1639708 h 2457912"/>
                <a:gd name="connsiteX5" fmla="*/ 991689 w 3462563"/>
                <a:gd name="connsiteY5" fmla="*/ 10605 h 2457912"/>
                <a:gd name="connsiteX0" fmla="*/ 991689 w 3644113"/>
                <a:gd name="connsiteY0" fmla="*/ 10605 h 2457912"/>
                <a:gd name="connsiteX1" fmla="*/ 1674106 w 3644113"/>
                <a:gd name="connsiteY1" fmla="*/ 930710 h 2457912"/>
                <a:gd name="connsiteX2" fmla="*/ 3372999 w 3644113"/>
                <a:gd name="connsiteY2" fmla="*/ 807609 h 2457912"/>
                <a:gd name="connsiteX3" fmla="*/ 2906897 w 3644113"/>
                <a:gd name="connsiteY3" fmla="*/ 2414562 h 2457912"/>
                <a:gd name="connsiteX4" fmla="*/ 213923 w 3644113"/>
                <a:gd name="connsiteY4" fmla="*/ 1639708 h 2457912"/>
                <a:gd name="connsiteX5" fmla="*/ 991689 w 3644113"/>
                <a:gd name="connsiteY5" fmla="*/ 10605 h 2457912"/>
                <a:gd name="connsiteX0" fmla="*/ 1054352 w 3706777"/>
                <a:gd name="connsiteY0" fmla="*/ 1046 h 2448353"/>
                <a:gd name="connsiteX1" fmla="*/ 1736769 w 3706777"/>
                <a:gd name="connsiteY1" fmla="*/ 921151 h 2448353"/>
                <a:gd name="connsiteX2" fmla="*/ 3435662 w 3706777"/>
                <a:gd name="connsiteY2" fmla="*/ 798050 h 2448353"/>
                <a:gd name="connsiteX3" fmla="*/ 2969560 w 3706777"/>
                <a:gd name="connsiteY3" fmla="*/ 2405003 h 2448353"/>
                <a:gd name="connsiteX4" fmla="*/ 276586 w 3706777"/>
                <a:gd name="connsiteY4" fmla="*/ 1630149 h 2448353"/>
                <a:gd name="connsiteX5" fmla="*/ 1054352 w 3706777"/>
                <a:gd name="connsiteY5" fmla="*/ 1046 h 2448353"/>
                <a:gd name="connsiteX0" fmla="*/ 590056 w 3683836"/>
                <a:gd name="connsiteY0" fmla="*/ 1109 h 1961431"/>
                <a:gd name="connsiteX1" fmla="*/ 1713828 w 3683836"/>
                <a:gd name="connsiteY1" fmla="*/ 456838 h 1961431"/>
                <a:gd name="connsiteX2" fmla="*/ 3412721 w 3683836"/>
                <a:gd name="connsiteY2" fmla="*/ 333737 h 1961431"/>
                <a:gd name="connsiteX3" fmla="*/ 2946619 w 3683836"/>
                <a:gd name="connsiteY3" fmla="*/ 1940690 h 1961431"/>
                <a:gd name="connsiteX4" fmla="*/ 253645 w 3683836"/>
                <a:gd name="connsiteY4" fmla="*/ 1165836 h 1961431"/>
                <a:gd name="connsiteX5" fmla="*/ 590056 w 3683836"/>
                <a:gd name="connsiteY5" fmla="*/ 1109 h 1961431"/>
                <a:gd name="connsiteX0" fmla="*/ 577152 w 3670932"/>
                <a:gd name="connsiteY0" fmla="*/ 28557 h 1988879"/>
                <a:gd name="connsiteX1" fmla="*/ 1700924 w 3670932"/>
                <a:gd name="connsiteY1" fmla="*/ 484286 h 1988879"/>
                <a:gd name="connsiteX2" fmla="*/ 3399817 w 3670932"/>
                <a:gd name="connsiteY2" fmla="*/ 361185 h 1988879"/>
                <a:gd name="connsiteX3" fmla="*/ 2933715 w 3670932"/>
                <a:gd name="connsiteY3" fmla="*/ 1968138 h 1988879"/>
                <a:gd name="connsiteX4" fmla="*/ 240741 w 3670932"/>
                <a:gd name="connsiteY4" fmla="*/ 1193284 h 1988879"/>
                <a:gd name="connsiteX5" fmla="*/ 577152 w 3670932"/>
                <a:gd name="connsiteY5" fmla="*/ 28557 h 1988879"/>
                <a:gd name="connsiteX0" fmla="*/ 5660 w 3065770"/>
                <a:gd name="connsiteY0" fmla="*/ 41752 h 2084853"/>
                <a:gd name="connsiteX1" fmla="*/ 1129432 w 3065770"/>
                <a:gd name="connsiteY1" fmla="*/ 497481 h 2084853"/>
                <a:gd name="connsiteX2" fmla="*/ 2828325 w 3065770"/>
                <a:gd name="connsiteY2" fmla="*/ 374380 h 2084853"/>
                <a:gd name="connsiteX3" fmla="*/ 2362223 w 3065770"/>
                <a:gd name="connsiteY3" fmla="*/ 1981333 h 2084853"/>
                <a:gd name="connsiteX4" fmla="*/ 768571 w 3065770"/>
                <a:gd name="connsiteY4" fmla="*/ 1718703 h 2084853"/>
                <a:gd name="connsiteX5" fmla="*/ 5660 w 3065770"/>
                <a:gd name="connsiteY5" fmla="*/ 41752 h 2084853"/>
                <a:gd name="connsiteX0" fmla="*/ 12471 w 3072581"/>
                <a:gd name="connsiteY0" fmla="*/ 41752 h 2092530"/>
                <a:gd name="connsiteX1" fmla="*/ 1136243 w 3072581"/>
                <a:gd name="connsiteY1" fmla="*/ 497481 h 2092530"/>
                <a:gd name="connsiteX2" fmla="*/ 2835136 w 3072581"/>
                <a:gd name="connsiteY2" fmla="*/ 374380 h 2092530"/>
                <a:gd name="connsiteX3" fmla="*/ 2369034 w 3072581"/>
                <a:gd name="connsiteY3" fmla="*/ 1981333 h 2092530"/>
                <a:gd name="connsiteX4" fmla="*/ 775382 w 3072581"/>
                <a:gd name="connsiteY4" fmla="*/ 1718703 h 2092530"/>
                <a:gd name="connsiteX5" fmla="*/ 12471 w 3072581"/>
                <a:gd name="connsiteY5" fmla="*/ 41752 h 2092530"/>
                <a:gd name="connsiteX0" fmla="*/ 2798 w 3655173"/>
                <a:gd name="connsiteY0" fmla="*/ 869129 h 2007317"/>
                <a:gd name="connsiteX1" fmla="*/ 1718835 w 3655173"/>
                <a:gd name="connsiteY1" fmla="*/ 445136 h 2007317"/>
                <a:gd name="connsiteX2" fmla="*/ 3417728 w 3655173"/>
                <a:gd name="connsiteY2" fmla="*/ 322035 h 2007317"/>
                <a:gd name="connsiteX3" fmla="*/ 2951626 w 3655173"/>
                <a:gd name="connsiteY3" fmla="*/ 1928988 h 2007317"/>
                <a:gd name="connsiteX4" fmla="*/ 1357974 w 3655173"/>
                <a:gd name="connsiteY4" fmla="*/ 1666358 h 2007317"/>
                <a:gd name="connsiteX5" fmla="*/ 2798 w 3655173"/>
                <a:gd name="connsiteY5" fmla="*/ 869129 h 2007317"/>
                <a:gd name="connsiteX0" fmla="*/ 542 w 3652917"/>
                <a:gd name="connsiteY0" fmla="*/ 869129 h 2007318"/>
                <a:gd name="connsiteX1" fmla="*/ 1716579 w 3652917"/>
                <a:gd name="connsiteY1" fmla="*/ 445136 h 2007318"/>
                <a:gd name="connsiteX2" fmla="*/ 3415472 w 3652917"/>
                <a:gd name="connsiteY2" fmla="*/ 322035 h 2007318"/>
                <a:gd name="connsiteX3" fmla="*/ 2949370 w 3652917"/>
                <a:gd name="connsiteY3" fmla="*/ 1928988 h 2007318"/>
                <a:gd name="connsiteX4" fmla="*/ 1355718 w 3652917"/>
                <a:gd name="connsiteY4" fmla="*/ 1666358 h 2007318"/>
                <a:gd name="connsiteX5" fmla="*/ 542 w 3652917"/>
                <a:gd name="connsiteY5" fmla="*/ 869129 h 2007318"/>
                <a:gd name="connsiteX0" fmla="*/ 243 w 3639926"/>
                <a:gd name="connsiteY0" fmla="*/ 869129 h 1955507"/>
                <a:gd name="connsiteX1" fmla="*/ 1716280 w 3639926"/>
                <a:gd name="connsiteY1" fmla="*/ 445136 h 1955507"/>
                <a:gd name="connsiteX2" fmla="*/ 3415173 w 3639926"/>
                <a:gd name="connsiteY2" fmla="*/ 322035 h 1955507"/>
                <a:gd name="connsiteX3" fmla="*/ 2949071 w 3639926"/>
                <a:gd name="connsiteY3" fmla="*/ 1928988 h 1955507"/>
                <a:gd name="connsiteX4" fmla="*/ 1833458 w 3639926"/>
                <a:gd name="connsiteY4" fmla="*/ 1291535 h 1955507"/>
                <a:gd name="connsiteX5" fmla="*/ 243 w 3639926"/>
                <a:gd name="connsiteY5" fmla="*/ 869129 h 1955507"/>
                <a:gd name="connsiteX0" fmla="*/ 243 w 3639926"/>
                <a:gd name="connsiteY0" fmla="*/ 869129 h 1947022"/>
                <a:gd name="connsiteX1" fmla="*/ 1716280 w 3639926"/>
                <a:gd name="connsiteY1" fmla="*/ 445136 h 1947022"/>
                <a:gd name="connsiteX2" fmla="*/ 3415173 w 3639926"/>
                <a:gd name="connsiteY2" fmla="*/ 322035 h 1947022"/>
                <a:gd name="connsiteX3" fmla="*/ 2949071 w 3639926"/>
                <a:gd name="connsiteY3" fmla="*/ 1928988 h 1947022"/>
                <a:gd name="connsiteX4" fmla="*/ 1833458 w 3639926"/>
                <a:gd name="connsiteY4" fmla="*/ 1291535 h 1947022"/>
                <a:gd name="connsiteX5" fmla="*/ 243 w 3639926"/>
                <a:gd name="connsiteY5" fmla="*/ 869129 h 1947022"/>
                <a:gd name="connsiteX0" fmla="*/ 7345 w 3647028"/>
                <a:gd name="connsiteY0" fmla="*/ 869129 h 1947022"/>
                <a:gd name="connsiteX1" fmla="*/ 1723382 w 3647028"/>
                <a:gd name="connsiteY1" fmla="*/ 445136 h 1947022"/>
                <a:gd name="connsiteX2" fmla="*/ 3422275 w 3647028"/>
                <a:gd name="connsiteY2" fmla="*/ 322035 h 1947022"/>
                <a:gd name="connsiteX3" fmla="*/ 2956173 w 3647028"/>
                <a:gd name="connsiteY3" fmla="*/ 1928988 h 1947022"/>
                <a:gd name="connsiteX4" fmla="*/ 1840560 w 3647028"/>
                <a:gd name="connsiteY4" fmla="*/ 1291535 h 1947022"/>
                <a:gd name="connsiteX5" fmla="*/ 7345 w 3647028"/>
                <a:gd name="connsiteY5" fmla="*/ 869129 h 1947022"/>
                <a:gd name="connsiteX0" fmla="*/ 7345 w 3811052"/>
                <a:gd name="connsiteY0" fmla="*/ 869129 h 1929159"/>
                <a:gd name="connsiteX1" fmla="*/ 1723382 w 3811052"/>
                <a:gd name="connsiteY1" fmla="*/ 445136 h 1929159"/>
                <a:gd name="connsiteX2" fmla="*/ 3422275 w 3811052"/>
                <a:gd name="connsiteY2" fmla="*/ 322035 h 1929159"/>
                <a:gd name="connsiteX3" fmla="*/ 2956173 w 3811052"/>
                <a:gd name="connsiteY3" fmla="*/ 1928988 h 1929159"/>
                <a:gd name="connsiteX4" fmla="*/ 1840560 w 3811052"/>
                <a:gd name="connsiteY4" fmla="*/ 1291535 h 1929159"/>
                <a:gd name="connsiteX5" fmla="*/ 7345 w 3811052"/>
                <a:gd name="connsiteY5" fmla="*/ 869129 h 1929159"/>
                <a:gd name="connsiteX0" fmla="*/ 5264 w 3937957"/>
                <a:gd name="connsiteY0" fmla="*/ 1155023 h 1938909"/>
                <a:gd name="connsiteX1" fmla="*/ 1850286 w 3937957"/>
                <a:gd name="connsiteY1" fmla="*/ 454886 h 1938909"/>
                <a:gd name="connsiteX2" fmla="*/ 3549179 w 3937957"/>
                <a:gd name="connsiteY2" fmla="*/ 331785 h 1938909"/>
                <a:gd name="connsiteX3" fmla="*/ 3083077 w 3937957"/>
                <a:gd name="connsiteY3" fmla="*/ 1938738 h 1938909"/>
                <a:gd name="connsiteX4" fmla="*/ 1967464 w 3937957"/>
                <a:gd name="connsiteY4" fmla="*/ 1301285 h 1938909"/>
                <a:gd name="connsiteX5" fmla="*/ 5264 w 3937957"/>
                <a:gd name="connsiteY5" fmla="*/ 1155023 h 1938909"/>
                <a:gd name="connsiteX0" fmla="*/ 23607 w 3956300"/>
                <a:gd name="connsiteY0" fmla="*/ 1155023 h 1938909"/>
                <a:gd name="connsiteX1" fmla="*/ 1868629 w 3956300"/>
                <a:gd name="connsiteY1" fmla="*/ 454886 h 1938909"/>
                <a:gd name="connsiteX2" fmla="*/ 3567522 w 3956300"/>
                <a:gd name="connsiteY2" fmla="*/ 331785 h 1938909"/>
                <a:gd name="connsiteX3" fmla="*/ 3101420 w 3956300"/>
                <a:gd name="connsiteY3" fmla="*/ 1938738 h 1938909"/>
                <a:gd name="connsiteX4" fmla="*/ 1985807 w 3956300"/>
                <a:gd name="connsiteY4" fmla="*/ 1301285 h 1938909"/>
                <a:gd name="connsiteX5" fmla="*/ 23607 w 3956300"/>
                <a:gd name="connsiteY5" fmla="*/ 1155023 h 1938909"/>
                <a:gd name="connsiteX0" fmla="*/ 356 w 3775841"/>
                <a:gd name="connsiteY0" fmla="*/ 1155023 h 1975367"/>
                <a:gd name="connsiteX1" fmla="*/ 1845378 w 3775841"/>
                <a:gd name="connsiteY1" fmla="*/ 454886 h 1975367"/>
                <a:gd name="connsiteX2" fmla="*/ 3544271 w 3775841"/>
                <a:gd name="connsiteY2" fmla="*/ 331785 h 1975367"/>
                <a:gd name="connsiteX3" fmla="*/ 3078169 w 3775841"/>
                <a:gd name="connsiteY3" fmla="*/ 1938738 h 1975367"/>
                <a:gd name="connsiteX4" fmla="*/ 1700608 w 3775841"/>
                <a:gd name="connsiteY4" fmla="*/ 1432728 h 1975367"/>
                <a:gd name="connsiteX5" fmla="*/ 356 w 3775841"/>
                <a:gd name="connsiteY5" fmla="*/ 1155023 h 1975367"/>
                <a:gd name="connsiteX0" fmla="*/ 385 w 3775871"/>
                <a:gd name="connsiteY0" fmla="*/ 1155023 h 1964875"/>
                <a:gd name="connsiteX1" fmla="*/ 1845407 w 3775871"/>
                <a:gd name="connsiteY1" fmla="*/ 454886 h 1964875"/>
                <a:gd name="connsiteX2" fmla="*/ 3544300 w 3775871"/>
                <a:gd name="connsiteY2" fmla="*/ 331785 h 1964875"/>
                <a:gd name="connsiteX3" fmla="*/ 3078198 w 3775871"/>
                <a:gd name="connsiteY3" fmla="*/ 1938738 h 1964875"/>
                <a:gd name="connsiteX4" fmla="*/ 1700637 w 3775871"/>
                <a:gd name="connsiteY4" fmla="*/ 1432728 h 1964875"/>
                <a:gd name="connsiteX5" fmla="*/ 385 w 3775871"/>
                <a:gd name="connsiteY5" fmla="*/ 1155023 h 1964875"/>
                <a:gd name="connsiteX0" fmla="*/ 518 w 3310321"/>
                <a:gd name="connsiteY0" fmla="*/ 1561197 h 1986949"/>
                <a:gd name="connsiteX1" fmla="*/ 1379857 w 3310321"/>
                <a:gd name="connsiteY1" fmla="*/ 469469 h 1986949"/>
                <a:gd name="connsiteX2" fmla="*/ 3078750 w 3310321"/>
                <a:gd name="connsiteY2" fmla="*/ 346368 h 1986949"/>
                <a:gd name="connsiteX3" fmla="*/ 2612648 w 3310321"/>
                <a:gd name="connsiteY3" fmla="*/ 1953321 h 1986949"/>
                <a:gd name="connsiteX4" fmla="*/ 1235087 w 3310321"/>
                <a:gd name="connsiteY4" fmla="*/ 1447311 h 1986949"/>
                <a:gd name="connsiteX5" fmla="*/ 518 w 3310321"/>
                <a:gd name="connsiteY5" fmla="*/ 1561197 h 1986949"/>
                <a:gd name="connsiteX0" fmla="*/ 252954 w 3562757"/>
                <a:gd name="connsiteY0" fmla="*/ 1561197 h 1986950"/>
                <a:gd name="connsiteX1" fmla="*/ 1632293 w 3562757"/>
                <a:gd name="connsiteY1" fmla="*/ 469469 h 1986950"/>
                <a:gd name="connsiteX2" fmla="*/ 3331186 w 3562757"/>
                <a:gd name="connsiteY2" fmla="*/ 346368 h 1986950"/>
                <a:gd name="connsiteX3" fmla="*/ 2865084 w 3562757"/>
                <a:gd name="connsiteY3" fmla="*/ 1953321 h 1986950"/>
                <a:gd name="connsiteX4" fmla="*/ 1487523 w 3562757"/>
                <a:gd name="connsiteY4" fmla="*/ 1447311 h 1986950"/>
                <a:gd name="connsiteX5" fmla="*/ 252954 w 3562757"/>
                <a:gd name="connsiteY5" fmla="*/ 1561197 h 1986950"/>
                <a:gd name="connsiteX0" fmla="*/ 275988 w 4836894"/>
                <a:gd name="connsiteY0" fmla="*/ 1254188 h 1664972"/>
                <a:gd name="connsiteX1" fmla="*/ 1655327 w 4836894"/>
                <a:gd name="connsiteY1" fmla="*/ 162460 h 1664972"/>
                <a:gd name="connsiteX2" fmla="*/ 4715739 w 4836894"/>
                <a:gd name="connsiteY2" fmla="*/ 494988 h 1664972"/>
                <a:gd name="connsiteX3" fmla="*/ 2888118 w 4836894"/>
                <a:gd name="connsiteY3" fmla="*/ 1646312 h 1664972"/>
                <a:gd name="connsiteX4" fmla="*/ 1510557 w 4836894"/>
                <a:gd name="connsiteY4" fmla="*/ 1140302 h 1664972"/>
                <a:gd name="connsiteX5" fmla="*/ 275988 w 4836894"/>
                <a:gd name="connsiteY5" fmla="*/ 1254188 h 1664972"/>
                <a:gd name="connsiteX0" fmla="*/ 275988 w 4716813"/>
                <a:gd name="connsiteY0" fmla="*/ 1630321 h 2049242"/>
                <a:gd name="connsiteX1" fmla="*/ 1655327 w 4716813"/>
                <a:gd name="connsiteY1" fmla="*/ 538593 h 2049242"/>
                <a:gd name="connsiteX2" fmla="*/ 4715739 w 4716813"/>
                <a:gd name="connsiteY2" fmla="*/ 871121 h 2049242"/>
                <a:gd name="connsiteX3" fmla="*/ 2888118 w 4716813"/>
                <a:gd name="connsiteY3" fmla="*/ 2022445 h 2049242"/>
                <a:gd name="connsiteX4" fmla="*/ 1510557 w 4716813"/>
                <a:gd name="connsiteY4" fmla="*/ 1516435 h 2049242"/>
                <a:gd name="connsiteX5" fmla="*/ 275988 w 4716813"/>
                <a:gd name="connsiteY5" fmla="*/ 1630321 h 2049242"/>
                <a:gd name="connsiteX0" fmla="*/ 275988 w 4749030"/>
                <a:gd name="connsiteY0" fmla="*/ 1124638 h 1545870"/>
                <a:gd name="connsiteX1" fmla="*/ 1655327 w 4749030"/>
                <a:gd name="connsiteY1" fmla="*/ 32910 h 1545870"/>
                <a:gd name="connsiteX2" fmla="*/ 4715739 w 4749030"/>
                <a:gd name="connsiteY2" fmla="*/ 365438 h 1545870"/>
                <a:gd name="connsiteX3" fmla="*/ 3175706 w 4749030"/>
                <a:gd name="connsiteY3" fmla="*/ 1192854 h 1545870"/>
                <a:gd name="connsiteX4" fmla="*/ 1510557 w 4749030"/>
                <a:gd name="connsiteY4" fmla="*/ 1010752 h 1545870"/>
                <a:gd name="connsiteX5" fmla="*/ 275988 w 4749030"/>
                <a:gd name="connsiteY5" fmla="*/ 1124638 h 1545870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40315"/>
                <a:gd name="connsiteY0" fmla="*/ 1132875 h 1722803"/>
                <a:gd name="connsiteX1" fmla="*/ 1655327 w 4740315"/>
                <a:gd name="connsiteY1" fmla="*/ 41147 h 1722803"/>
                <a:gd name="connsiteX2" fmla="*/ 4715739 w 4740315"/>
                <a:gd name="connsiteY2" fmla="*/ 373675 h 1722803"/>
                <a:gd name="connsiteX3" fmla="*/ 3012343 w 4740315"/>
                <a:gd name="connsiteY3" fmla="*/ 1711656 h 1722803"/>
                <a:gd name="connsiteX4" fmla="*/ 1510557 w 4740315"/>
                <a:gd name="connsiteY4" fmla="*/ 1018989 h 1722803"/>
                <a:gd name="connsiteX5" fmla="*/ 275988 w 4740315"/>
                <a:gd name="connsiteY5" fmla="*/ 1132875 h 1722803"/>
                <a:gd name="connsiteX0" fmla="*/ 275988 w 4756119"/>
                <a:gd name="connsiteY0" fmla="*/ 1127108 h 1542684"/>
                <a:gd name="connsiteX1" fmla="*/ 1655327 w 4756119"/>
                <a:gd name="connsiteY1" fmla="*/ 35380 h 1542684"/>
                <a:gd name="connsiteX2" fmla="*/ 4715739 w 4756119"/>
                <a:gd name="connsiteY2" fmla="*/ 367908 h 1542684"/>
                <a:gd name="connsiteX3" fmla="*/ 3285074 w 4756119"/>
                <a:gd name="connsiteY3" fmla="*/ 1369029 h 1542684"/>
                <a:gd name="connsiteX4" fmla="*/ 1510557 w 4756119"/>
                <a:gd name="connsiteY4" fmla="*/ 1013222 h 1542684"/>
                <a:gd name="connsiteX5" fmla="*/ 275988 w 4756119"/>
                <a:gd name="connsiteY5" fmla="*/ 1127108 h 1542684"/>
                <a:gd name="connsiteX0" fmla="*/ 275988 w 4715923"/>
                <a:gd name="connsiteY0" fmla="*/ 1122352 h 1572226"/>
                <a:gd name="connsiteX1" fmla="*/ 1655327 w 4715923"/>
                <a:gd name="connsiteY1" fmla="*/ 30624 h 1572226"/>
                <a:gd name="connsiteX2" fmla="*/ 4715739 w 4715923"/>
                <a:gd name="connsiteY2" fmla="*/ 363152 h 1572226"/>
                <a:gd name="connsiteX3" fmla="*/ 1510557 w 4715923"/>
                <a:gd name="connsiteY3" fmla="*/ 1008466 h 1572226"/>
                <a:gd name="connsiteX4" fmla="*/ 275988 w 4715923"/>
                <a:gd name="connsiteY4" fmla="*/ 1122352 h 1572226"/>
                <a:gd name="connsiteX0" fmla="*/ 25029 w 4476010"/>
                <a:gd name="connsiteY0" fmla="*/ 1892393 h 2022034"/>
                <a:gd name="connsiteX1" fmla="*/ 2236847 w 4476010"/>
                <a:gd name="connsiteY1" fmla="*/ 11492 h 2022034"/>
                <a:gd name="connsiteX2" fmla="*/ 4464780 w 4476010"/>
                <a:gd name="connsiteY2" fmla="*/ 1133193 h 2022034"/>
                <a:gd name="connsiteX3" fmla="*/ 1259598 w 4476010"/>
                <a:gd name="connsiteY3" fmla="*/ 1778507 h 2022034"/>
                <a:gd name="connsiteX4" fmla="*/ 25029 w 4476010"/>
                <a:gd name="connsiteY4" fmla="*/ 1892393 h 2022034"/>
                <a:gd name="connsiteX0" fmla="*/ 19312 w 4468531"/>
                <a:gd name="connsiteY0" fmla="*/ 1893478 h 2350831"/>
                <a:gd name="connsiteX1" fmla="*/ 2231130 w 4468531"/>
                <a:gd name="connsiteY1" fmla="*/ 12577 h 2350831"/>
                <a:gd name="connsiteX2" fmla="*/ 4459063 w 4468531"/>
                <a:gd name="connsiteY2" fmla="*/ 1134278 h 2350831"/>
                <a:gd name="connsiteX3" fmla="*/ 2962196 w 4468531"/>
                <a:gd name="connsiteY3" fmla="*/ 2337807 h 2350831"/>
                <a:gd name="connsiteX4" fmla="*/ 1253881 w 4468531"/>
                <a:gd name="connsiteY4" fmla="*/ 1779592 h 2350831"/>
                <a:gd name="connsiteX5" fmla="*/ 19312 w 4468531"/>
                <a:gd name="connsiteY5" fmla="*/ 1893478 h 2350831"/>
                <a:gd name="connsiteX0" fmla="*/ 114931 w 4564151"/>
                <a:gd name="connsiteY0" fmla="*/ 1893478 h 2606070"/>
                <a:gd name="connsiteX1" fmla="*/ 2326749 w 4564151"/>
                <a:gd name="connsiteY1" fmla="*/ 12577 h 2606070"/>
                <a:gd name="connsiteX2" fmla="*/ 4554682 w 4564151"/>
                <a:gd name="connsiteY2" fmla="*/ 1134278 h 2606070"/>
                <a:gd name="connsiteX3" fmla="*/ 3057815 w 4564151"/>
                <a:gd name="connsiteY3" fmla="*/ 2337807 h 2606070"/>
                <a:gd name="connsiteX4" fmla="*/ 602599 w 4564151"/>
                <a:gd name="connsiteY4" fmla="*/ 2591133 h 2606070"/>
                <a:gd name="connsiteX5" fmla="*/ 114931 w 4564151"/>
                <a:gd name="connsiteY5" fmla="*/ 1893478 h 2606070"/>
                <a:gd name="connsiteX0" fmla="*/ 339436 w 4163621"/>
                <a:gd name="connsiteY0" fmla="*/ 711041 h 2677547"/>
                <a:gd name="connsiteX1" fmla="*/ 1926219 w 4163621"/>
                <a:gd name="connsiteY1" fmla="*/ 9118 h 2677547"/>
                <a:gd name="connsiteX2" fmla="*/ 4154152 w 4163621"/>
                <a:gd name="connsiteY2" fmla="*/ 1130819 h 2677547"/>
                <a:gd name="connsiteX3" fmla="*/ 2657285 w 4163621"/>
                <a:gd name="connsiteY3" fmla="*/ 2334348 h 2677547"/>
                <a:gd name="connsiteX4" fmla="*/ 202069 w 4163621"/>
                <a:gd name="connsiteY4" fmla="*/ 2587674 h 2677547"/>
                <a:gd name="connsiteX5" fmla="*/ 339436 w 4163621"/>
                <a:gd name="connsiteY5" fmla="*/ 711041 h 2677547"/>
                <a:gd name="connsiteX0" fmla="*/ 8699 w 3970251"/>
                <a:gd name="connsiteY0" fmla="*/ 2578556 h 2717756"/>
                <a:gd name="connsiteX1" fmla="*/ 1732849 w 3970251"/>
                <a:gd name="connsiteY1" fmla="*/ 0 h 2717756"/>
                <a:gd name="connsiteX2" fmla="*/ 3960782 w 3970251"/>
                <a:gd name="connsiteY2" fmla="*/ 1121701 h 2717756"/>
                <a:gd name="connsiteX3" fmla="*/ 2463915 w 3970251"/>
                <a:gd name="connsiteY3" fmla="*/ 2325230 h 2717756"/>
                <a:gd name="connsiteX4" fmla="*/ 8699 w 3970251"/>
                <a:gd name="connsiteY4" fmla="*/ 2578556 h 2717756"/>
                <a:gd name="connsiteX0" fmla="*/ 11617 w 3584652"/>
                <a:gd name="connsiteY0" fmla="*/ 1430838 h 2340009"/>
                <a:gd name="connsiteX1" fmla="*/ 1347250 w 3584652"/>
                <a:gd name="connsiteY1" fmla="*/ 2380 h 2340009"/>
                <a:gd name="connsiteX2" fmla="*/ 3575183 w 3584652"/>
                <a:gd name="connsiteY2" fmla="*/ 1124081 h 2340009"/>
                <a:gd name="connsiteX3" fmla="*/ 2078316 w 3584652"/>
                <a:gd name="connsiteY3" fmla="*/ 2327610 h 2340009"/>
                <a:gd name="connsiteX4" fmla="*/ 11617 w 3584652"/>
                <a:gd name="connsiteY4" fmla="*/ 1430838 h 2340009"/>
                <a:gd name="connsiteX0" fmla="*/ 36322 w 3609357"/>
                <a:gd name="connsiteY0" fmla="*/ 1430838 h 2532978"/>
                <a:gd name="connsiteX1" fmla="*/ 1371955 w 3609357"/>
                <a:gd name="connsiteY1" fmla="*/ 2380 h 2532978"/>
                <a:gd name="connsiteX2" fmla="*/ 3599888 w 3609357"/>
                <a:gd name="connsiteY2" fmla="*/ 1124081 h 2532978"/>
                <a:gd name="connsiteX3" fmla="*/ 2103021 w 3609357"/>
                <a:gd name="connsiteY3" fmla="*/ 2327610 h 2532978"/>
                <a:gd name="connsiteX4" fmla="*/ 36322 w 3609357"/>
                <a:gd name="connsiteY4" fmla="*/ 1430838 h 2532978"/>
                <a:gd name="connsiteX0" fmla="*/ 3580 w 3569301"/>
                <a:gd name="connsiteY0" fmla="*/ 1431089 h 2816320"/>
                <a:gd name="connsiteX1" fmla="*/ 1339213 w 3569301"/>
                <a:gd name="connsiteY1" fmla="*/ 2631 h 2816320"/>
                <a:gd name="connsiteX2" fmla="*/ 3567146 w 3569301"/>
                <a:gd name="connsiteY2" fmla="*/ 1124332 h 2816320"/>
                <a:gd name="connsiteX3" fmla="*/ 1722688 w 3569301"/>
                <a:gd name="connsiteY3" fmla="*/ 2808414 h 2816320"/>
                <a:gd name="connsiteX4" fmla="*/ 3580 w 3569301"/>
                <a:gd name="connsiteY4" fmla="*/ 1431089 h 2816320"/>
                <a:gd name="connsiteX0" fmla="*/ 3579 w 3569300"/>
                <a:gd name="connsiteY0" fmla="*/ 1431089 h 2808414"/>
                <a:gd name="connsiteX1" fmla="*/ 1339212 w 3569300"/>
                <a:gd name="connsiteY1" fmla="*/ 2631 h 2808414"/>
                <a:gd name="connsiteX2" fmla="*/ 3567145 w 3569300"/>
                <a:gd name="connsiteY2" fmla="*/ 1124332 h 2808414"/>
                <a:gd name="connsiteX3" fmla="*/ 1722687 w 3569300"/>
                <a:gd name="connsiteY3" fmla="*/ 2808414 h 2808414"/>
                <a:gd name="connsiteX4" fmla="*/ 3579 w 3569300"/>
                <a:gd name="connsiteY4" fmla="*/ 1431089 h 2808414"/>
                <a:gd name="connsiteX0" fmla="*/ 3579 w 3570402"/>
                <a:gd name="connsiteY0" fmla="*/ 1431089 h 2845664"/>
                <a:gd name="connsiteX1" fmla="*/ 1339212 w 3570402"/>
                <a:gd name="connsiteY1" fmla="*/ 2631 h 2845664"/>
                <a:gd name="connsiteX2" fmla="*/ 3567145 w 3570402"/>
                <a:gd name="connsiteY2" fmla="*/ 1124332 h 2845664"/>
                <a:gd name="connsiteX3" fmla="*/ 1722687 w 3570402"/>
                <a:gd name="connsiteY3" fmla="*/ 2808414 h 2845664"/>
                <a:gd name="connsiteX4" fmla="*/ 3579 w 3570402"/>
                <a:gd name="connsiteY4" fmla="*/ 1431089 h 2845664"/>
                <a:gd name="connsiteX0" fmla="*/ 3579 w 3571531"/>
                <a:gd name="connsiteY0" fmla="*/ 1431089 h 2809355"/>
                <a:gd name="connsiteX1" fmla="*/ 1339212 w 3571531"/>
                <a:gd name="connsiteY1" fmla="*/ 2631 h 2809355"/>
                <a:gd name="connsiteX2" fmla="*/ 3567145 w 3571531"/>
                <a:gd name="connsiteY2" fmla="*/ 1124332 h 2809355"/>
                <a:gd name="connsiteX3" fmla="*/ 1722687 w 3571531"/>
                <a:gd name="connsiteY3" fmla="*/ 2808414 h 2809355"/>
                <a:gd name="connsiteX4" fmla="*/ 3579 w 3571531"/>
                <a:gd name="connsiteY4" fmla="*/ 1431089 h 2809355"/>
                <a:gd name="connsiteX0" fmla="*/ 3579 w 3570449"/>
                <a:gd name="connsiteY0" fmla="*/ 1431089 h 2811091"/>
                <a:gd name="connsiteX1" fmla="*/ 1339212 w 3570449"/>
                <a:gd name="connsiteY1" fmla="*/ 2631 h 2811091"/>
                <a:gd name="connsiteX2" fmla="*/ 3567145 w 3570449"/>
                <a:gd name="connsiteY2" fmla="*/ 1124332 h 2811091"/>
                <a:gd name="connsiteX3" fmla="*/ 1722687 w 3570449"/>
                <a:gd name="connsiteY3" fmla="*/ 2808414 h 2811091"/>
                <a:gd name="connsiteX4" fmla="*/ 3579 w 3570449"/>
                <a:gd name="connsiteY4" fmla="*/ 1431089 h 2811091"/>
                <a:gd name="connsiteX0" fmla="*/ 9477 w 3576347"/>
                <a:gd name="connsiteY0" fmla="*/ 1454488 h 2834490"/>
                <a:gd name="connsiteX1" fmla="*/ 1345110 w 3576347"/>
                <a:gd name="connsiteY1" fmla="*/ 26030 h 2834490"/>
                <a:gd name="connsiteX2" fmla="*/ 3573043 w 3576347"/>
                <a:gd name="connsiteY2" fmla="*/ 1147731 h 2834490"/>
                <a:gd name="connsiteX3" fmla="*/ 1728585 w 3576347"/>
                <a:gd name="connsiteY3" fmla="*/ 2831813 h 2834490"/>
                <a:gd name="connsiteX4" fmla="*/ 9477 w 3576347"/>
                <a:gd name="connsiteY4" fmla="*/ 1454488 h 2834490"/>
                <a:gd name="connsiteX0" fmla="*/ 11200 w 3578070"/>
                <a:gd name="connsiteY0" fmla="*/ 1454488 h 2834490"/>
                <a:gd name="connsiteX1" fmla="*/ 1346833 w 3578070"/>
                <a:gd name="connsiteY1" fmla="*/ 26030 h 2834490"/>
                <a:gd name="connsiteX2" fmla="*/ 3574766 w 3578070"/>
                <a:gd name="connsiteY2" fmla="*/ 1147731 h 2834490"/>
                <a:gd name="connsiteX3" fmla="*/ 1730308 w 3578070"/>
                <a:gd name="connsiteY3" fmla="*/ 2831813 h 2834490"/>
                <a:gd name="connsiteX4" fmla="*/ 11200 w 3578070"/>
                <a:gd name="connsiteY4" fmla="*/ 1454488 h 2834490"/>
                <a:gd name="connsiteX0" fmla="*/ 5238 w 3394494"/>
                <a:gd name="connsiteY0" fmla="*/ 1561249 h 2815719"/>
                <a:gd name="connsiteX1" fmla="*/ 1164359 w 3394494"/>
                <a:gd name="connsiteY1" fmla="*/ 5027 h 2815719"/>
                <a:gd name="connsiteX2" fmla="*/ 3392292 w 3394494"/>
                <a:gd name="connsiteY2" fmla="*/ 1126728 h 2815719"/>
                <a:gd name="connsiteX3" fmla="*/ 1547834 w 3394494"/>
                <a:gd name="connsiteY3" fmla="*/ 2810810 h 2815719"/>
                <a:gd name="connsiteX4" fmla="*/ 5238 w 3394494"/>
                <a:gd name="connsiteY4" fmla="*/ 1561249 h 2815719"/>
                <a:gd name="connsiteX0" fmla="*/ 1714 w 3390970"/>
                <a:gd name="connsiteY0" fmla="*/ 1561249 h 2816846"/>
                <a:gd name="connsiteX1" fmla="*/ 1160835 w 3390970"/>
                <a:gd name="connsiteY1" fmla="*/ 5027 h 2816846"/>
                <a:gd name="connsiteX2" fmla="*/ 3388768 w 3390970"/>
                <a:gd name="connsiteY2" fmla="*/ 1126728 h 2816846"/>
                <a:gd name="connsiteX3" fmla="*/ 1544310 w 3390970"/>
                <a:gd name="connsiteY3" fmla="*/ 2810810 h 2816846"/>
                <a:gd name="connsiteX4" fmla="*/ 1714 w 3390970"/>
                <a:gd name="connsiteY4" fmla="*/ 1561249 h 2816846"/>
                <a:gd name="connsiteX0" fmla="*/ 1714 w 3392183"/>
                <a:gd name="connsiteY0" fmla="*/ 1561249 h 2822298"/>
                <a:gd name="connsiteX1" fmla="*/ 1160835 w 3392183"/>
                <a:gd name="connsiteY1" fmla="*/ 5027 h 2822298"/>
                <a:gd name="connsiteX2" fmla="*/ 3388768 w 3392183"/>
                <a:gd name="connsiteY2" fmla="*/ 1126728 h 2822298"/>
                <a:gd name="connsiteX3" fmla="*/ 1544310 w 3392183"/>
                <a:gd name="connsiteY3" fmla="*/ 2810810 h 2822298"/>
                <a:gd name="connsiteX4" fmla="*/ 1714 w 3392183"/>
                <a:gd name="connsiteY4" fmla="*/ 1561249 h 2822298"/>
                <a:gd name="connsiteX0" fmla="*/ 1599 w 3099681"/>
                <a:gd name="connsiteY0" fmla="*/ 1556274 h 2805936"/>
                <a:gd name="connsiteX1" fmla="*/ 1160720 w 3099681"/>
                <a:gd name="connsiteY1" fmla="*/ 52 h 2805936"/>
                <a:gd name="connsiteX2" fmla="*/ 3097014 w 3099681"/>
                <a:gd name="connsiteY2" fmla="*/ 1505235 h 2805936"/>
                <a:gd name="connsiteX3" fmla="*/ 1544195 w 3099681"/>
                <a:gd name="connsiteY3" fmla="*/ 2805835 h 2805936"/>
                <a:gd name="connsiteX4" fmla="*/ 1599 w 3099681"/>
                <a:gd name="connsiteY4" fmla="*/ 1556274 h 2805936"/>
                <a:gd name="connsiteX0" fmla="*/ 1599 w 3098266"/>
                <a:gd name="connsiteY0" fmla="*/ 1556274 h 2805936"/>
                <a:gd name="connsiteX1" fmla="*/ 1160720 w 3098266"/>
                <a:gd name="connsiteY1" fmla="*/ 52 h 2805936"/>
                <a:gd name="connsiteX2" fmla="*/ 3097014 w 3098266"/>
                <a:gd name="connsiteY2" fmla="*/ 1505235 h 2805936"/>
                <a:gd name="connsiteX3" fmla="*/ 1544195 w 3098266"/>
                <a:gd name="connsiteY3" fmla="*/ 2805835 h 2805936"/>
                <a:gd name="connsiteX4" fmla="*/ 1599 w 3098266"/>
                <a:gd name="connsiteY4" fmla="*/ 1556274 h 2805936"/>
                <a:gd name="connsiteX0" fmla="*/ 6698 w 3107113"/>
                <a:gd name="connsiteY0" fmla="*/ 1556268 h 1995204"/>
                <a:gd name="connsiteX1" fmla="*/ 1165819 w 3107113"/>
                <a:gd name="connsiteY1" fmla="*/ 46 h 1995204"/>
                <a:gd name="connsiteX2" fmla="*/ 3102113 w 3107113"/>
                <a:gd name="connsiteY2" fmla="*/ 1505229 h 1995204"/>
                <a:gd name="connsiteX3" fmla="*/ 1670895 w 3107113"/>
                <a:gd name="connsiteY3" fmla="*/ 1994767 h 1995204"/>
                <a:gd name="connsiteX4" fmla="*/ 6698 w 3107113"/>
                <a:gd name="connsiteY4" fmla="*/ 1556268 h 1995204"/>
                <a:gd name="connsiteX0" fmla="*/ 6698 w 3107610"/>
                <a:gd name="connsiteY0" fmla="*/ 1556268 h 2094159"/>
                <a:gd name="connsiteX1" fmla="*/ 1165819 w 3107610"/>
                <a:gd name="connsiteY1" fmla="*/ 46 h 2094159"/>
                <a:gd name="connsiteX2" fmla="*/ 3102113 w 3107610"/>
                <a:gd name="connsiteY2" fmla="*/ 1505229 h 2094159"/>
                <a:gd name="connsiteX3" fmla="*/ 1670895 w 3107610"/>
                <a:gd name="connsiteY3" fmla="*/ 1994767 h 2094159"/>
                <a:gd name="connsiteX4" fmla="*/ 6698 w 3107610"/>
                <a:gd name="connsiteY4" fmla="*/ 1556268 h 2094159"/>
                <a:gd name="connsiteX0" fmla="*/ 6698 w 3108326"/>
                <a:gd name="connsiteY0" fmla="*/ 1556268 h 2032117"/>
                <a:gd name="connsiteX1" fmla="*/ 1165819 w 3108326"/>
                <a:gd name="connsiteY1" fmla="*/ 46 h 2032117"/>
                <a:gd name="connsiteX2" fmla="*/ 3102113 w 3108326"/>
                <a:gd name="connsiteY2" fmla="*/ 1505229 h 2032117"/>
                <a:gd name="connsiteX3" fmla="*/ 1670895 w 3108326"/>
                <a:gd name="connsiteY3" fmla="*/ 1994767 h 2032117"/>
                <a:gd name="connsiteX4" fmla="*/ 6698 w 3108326"/>
                <a:gd name="connsiteY4" fmla="*/ 1556268 h 2032117"/>
                <a:gd name="connsiteX0" fmla="*/ 2700 w 3101149"/>
                <a:gd name="connsiteY0" fmla="*/ 1588985 h 2065259"/>
                <a:gd name="connsiteX1" fmla="*/ 1324169 w 3101149"/>
                <a:gd name="connsiteY1" fmla="*/ 44 h 2065259"/>
                <a:gd name="connsiteX2" fmla="*/ 3098115 w 3101149"/>
                <a:gd name="connsiteY2" fmla="*/ 1537946 h 2065259"/>
                <a:gd name="connsiteX3" fmla="*/ 1666897 w 3101149"/>
                <a:gd name="connsiteY3" fmla="*/ 2027484 h 2065259"/>
                <a:gd name="connsiteX4" fmla="*/ 2700 w 3101149"/>
                <a:gd name="connsiteY4" fmla="*/ 1588985 h 2065259"/>
                <a:gd name="connsiteX0" fmla="*/ 2700 w 3100106"/>
                <a:gd name="connsiteY0" fmla="*/ 1588985 h 2163738"/>
                <a:gd name="connsiteX1" fmla="*/ 1324169 w 3100106"/>
                <a:gd name="connsiteY1" fmla="*/ 44 h 2163738"/>
                <a:gd name="connsiteX2" fmla="*/ 3098115 w 3100106"/>
                <a:gd name="connsiteY2" fmla="*/ 1537946 h 2163738"/>
                <a:gd name="connsiteX3" fmla="*/ 1666897 w 3100106"/>
                <a:gd name="connsiteY3" fmla="*/ 2027484 h 2163738"/>
                <a:gd name="connsiteX4" fmla="*/ 2700 w 3100106"/>
                <a:gd name="connsiteY4" fmla="*/ 1588985 h 2163738"/>
                <a:gd name="connsiteX0" fmla="*/ 2700 w 3100834"/>
                <a:gd name="connsiteY0" fmla="*/ 1588985 h 2056082"/>
                <a:gd name="connsiteX1" fmla="*/ 1324169 w 3100834"/>
                <a:gd name="connsiteY1" fmla="*/ 44 h 2056082"/>
                <a:gd name="connsiteX2" fmla="*/ 3098115 w 3100834"/>
                <a:gd name="connsiteY2" fmla="*/ 1537946 h 2056082"/>
                <a:gd name="connsiteX3" fmla="*/ 1666897 w 3100834"/>
                <a:gd name="connsiteY3" fmla="*/ 2027484 h 2056082"/>
                <a:gd name="connsiteX4" fmla="*/ 2700 w 3100834"/>
                <a:gd name="connsiteY4" fmla="*/ 1588985 h 2056082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01100" h="2041075">
                  <a:moveTo>
                    <a:pt x="2700" y="1588985"/>
                  </a:moveTo>
                  <a:cubicBezTo>
                    <a:pt x="-54421" y="1251078"/>
                    <a:pt x="808267" y="8550"/>
                    <a:pt x="1324169" y="44"/>
                  </a:cubicBezTo>
                  <a:cubicBezTo>
                    <a:pt x="1840071" y="-8462"/>
                    <a:pt x="3040994" y="1200039"/>
                    <a:pt x="3098115" y="1537946"/>
                  </a:cubicBezTo>
                  <a:cubicBezTo>
                    <a:pt x="3155236" y="1875853"/>
                    <a:pt x="2382291" y="1963492"/>
                    <a:pt x="1666897" y="2027484"/>
                  </a:cubicBezTo>
                  <a:cubicBezTo>
                    <a:pt x="951503" y="2091476"/>
                    <a:pt x="59821" y="1926892"/>
                    <a:pt x="2700" y="1588985"/>
                  </a:cubicBezTo>
                  <a:close/>
                </a:path>
              </a:pathLst>
            </a:custGeom>
            <a:solidFill>
              <a:srgbClr val="FDC21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16" name="Freihandform 15">
              <a:extLst>
                <a:ext uri="{FF2B5EF4-FFF2-40B4-BE49-F238E27FC236}">
                  <a16:creationId xmlns:a16="http://schemas.microsoft.com/office/drawing/2014/main" id="{6FAEC9A1-E7D9-9F74-A1C6-FC8D31366309}"/>
                </a:ext>
              </a:extLst>
            </p:cNvPr>
            <p:cNvSpPr/>
            <p:nvPr/>
          </p:nvSpPr>
          <p:spPr>
            <a:xfrm rot="20823310" flipV="1">
              <a:off x="6947206" y="5460057"/>
              <a:ext cx="6636396" cy="3176678"/>
            </a:xfrm>
            <a:custGeom>
              <a:avLst/>
              <a:gdLst>
                <a:gd name="connsiteX0" fmla="*/ 346842 w 3373821"/>
                <a:gd name="connsiteY0" fmla="*/ 283779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346842 w 3373821"/>
                <a:gd name="connsiteY5" fmla="*/ 283779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882870 h 3310759"/>
                <a:gd name="connsiteX1" fmla="*/ 3090042 w 3373821"/>
                <a:gd name="connsiteY1" fmla="*/ 0 h 3310759"/>
                <a:gd name="connsiteX2" fmla="*/ 3373821 w 3373821"/>
                <a:gd name="connsiteY2" fmla="*/ 1849821 h 3310759"/>
                <a:gd name="connsiteX3" fmla="*/ 1902373 w 3373821"/>
                <a:gd name="connsiteY3" fmla="*/ 3310759 h 3310759"/>
                <a:gd name="connsiteX4" fmla="*/ 0 w 3373821"/>
                <a:gd name="connsiteY4" fmla="*/ 2511973 h 3310759"/>
                <a:gd name="connsiteX5" fmla="*/ 777766 w 3373821"/>
                <a:gd name="connsiteY5" fmla="*/ 882870 h 3310759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35451 h 3463340"/>
                <a:gd name="connsiteX1" fmla="*/ 3090042 w 3373821"/>
                <a:gd name="connsiteY1" fmla="*/ 152581 h 3463340"/>
                <a:gd name="connsiteX2" fmla="*/ 3373821 w 3373821"/>
                <a:gd name="connsiteY2" fmla="*/ 2002402 h 3463340"/>
                <a:gd name="connsiteX3" fmla="*/ 1902373 w 3373821"/>
                <a:gd name="connsiteY3" fmla="*/ 3463340 h 3463340"/>
                <a:gd name="connsiteX4" fmla="*/ 0 w 3373821"/>
                <a:gd name="connsiteY4" fmla="*/ 2664554 h 3463340"/>
                <a:gd name="connsiteX5" fmla="*/ 777766 w 3373821"/>
                <a:gd name="connsiteY5" fmla="*/ 1035451 h 3463340"/>
                <a:gd name="connsiteX0" fmla="*/ 777766 w 3468415"/>
                <a:gd name="connsiteY0" fmla="*/ 1035451 h 3463340"/>
                <a:gd name="connsiteX1" fmla="*/ 3090042 w 3468415"/>
                <a:gd name="connsiteY1" fmla="*/ 152581 h 3463340"/>
                <a:gd name="connsiteX2" fmla="*/ 3468415 w 3468415"/>
                <a:gd name="connsiteY2" fmla="*/ 2202098 h 3463340"/>
                <a:gd name="connsiteX3" fmla="*/ 1902373 w 3468415"/>
                <a:gd name="connsiteY3" fmla="*/ 3463340 h 3463340"/>
                <a:gd name="connsiteX4" fmla="*/ 0 w 3468415"/>
                <a:gd name="connsiteY4" fmla="*/ 2664554 h 3463340"/>
                <a:gd name="connsiteX5" fmla="*/ 777766 w 3468415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3748"/>
                <a:gd name="connsiteX1" fmla="*/ 3090042 w 3520921"/>
                <a:gd name="connsiteY1" fmla="*/ 152581 h 3463748"/>
                <a:gd name="connsiteX2" fmla="*/ 3468415 w 3520921"/>
                <a:gd name="connsiteY2" fmla="*/ 2202098 h 3463748"/>
                <a:gd name="connsiteX3" fmla="*/ 1902373 w 3520921"/>
                <a:gd name="connsiteY3" fmla="*/ 3463340 h 3463748"/>
                <a:gd name="connsiteX4" fmla="*/ 0 w 3520921"/>
                <a:gd name="connsiteY4" fmla="*/ 2664554 h 3463748"/>
                <a:gd name="connsiteX5" fmla="*/ 777766 w 3520921"/>
                <a:gd name="connsiteY5" fmla="*/ 1035451 h 3463748"/>
                <a:gd name="connsiteX0" fmla="*/ 815379 w 3558534"/>
                <a:gd name="connsiteY0" fmla="*/ 1035451 h 3463748"/>
                <a:gd name="connsiteX1" fmla="*/ 3127655 w 3558534"/>
                <a:gd name="connsiteY1" fmla="*/ 152581 h 3463748"/>
                <a:gd name="connsiteX2" fmla="*/ 3506028 w 3558534"/>
                <a:gd name="connsiteY2" fmla="*/ 2202098 h 3463748"/>
                <a:gd name="connsiteX3" fmla="*/ 1939986 w 3558534"/>
                <a:gd name="connsiteY3" fmla="*/ 3463340 h 3463748"/>
                <a:gd name="connsiteX4" fmla="*/ 37613 w 3558534"/>
                <a:gd name="connsiteY4" fmla="*/ 2664554 h 3463748"/>
                <a:gd name="connsiteX5" fmla="*/ 815379 w 3558534"/>
                <a:gd name="connsiteY5" fmla="*/ 1035451 h 3463748"/>
                <a:gd name="connsiteX0" fmla="*/ 815379 w 3558534"/>
                <a:gd name="connsiteY0" fmla="*/ 1035451 h 3464371"/>
                <a:gd name="connsiteX1" fmla="*/ 3127655 w 3558534"/>
                <a:gd name="connsiteY1" fmla="*/ 152581 h 3464371"/>
                <a:gd name="connsiteX2" fmla="*/ 3506028 w 3558534"/>
                <a:gd name="connsiteY2" fmla="*/ 2202098 h 3464371"/>
                <a:gd name="connsiteX3" fmla="*/ 1939986 w 3558534"/>
                <a:gd name="connsiteY3" fmla="*/ 3463340 h 3464371"/>
                <a:gd name="connsiteX4" fmla="*/ 37613 w 3558534"/>
                <a:gd name="connsiteY4" fmla="*/ 2664554 h 3464371"/>
                <a:gd name="connsiteX5" fmla="*/ 815379 w 3558534"/>
                <a:gd name="connsiteY5" fmla="*/ 1035451 h 3464371"/>
                <a:gd name="connsiteX0" fmla="*/ 815379 w 3150376"/>
                <a:gd name="connsiteY0" fmla="*/ 1035451 h 3464371"/>
                <a:gd name="connsiteX1" fmla="*/ 3127655 w 3150376"/>
                <a:gd name="connsiteY1" fmla="*/ 152581 h 3464371"/>
                <a:gd name="connsiteX2" fmla="*/ 1961008 w 3150376"/>
                <a:gd name="connsiteY2" fmla="*/ 1655560 h 3464371"/>
                <a:gd name="connsiteX3" fmla="*/ 1939986 w 3150376"/>
                <a:gd name="connsiteY3" fmla="*/ 3463340 h 3464371"/>
                <a:gd name="connsiteX4" fmla="*/ 37613 w 3150376"/>
                <a:gd name="connsiteY4" fmla="*/ 2664554 h 3464371"/>
                <a:gd name="connsiteX5" fmla="*/ 815379 w 3150376"/>
                <a:gd name="connsiteY5" fmla="*/ 1035451 h 3464371"/>
                <a:gd name="connsiteX0" fmla="*/ 815379 w 3162532"/>
                <a:gd name="connsiteY0" fmla="*/ 1035451 h 3464371"/>
                <a:gd name="connsiteX1" fmla="*/ 3127655 w 3162532"/>
                <a:gd name="connsiteY1" fmla="*/ 152581 h 3464371"/>
                <a:gd name="connsiteX2" fmla="*/ 2423463 w 3162532"/>
                <a:gd name="connsiteY2" fmla="*/ 1645049 h 3464371"/>
                <a:gd name="connsiteX3" fmla="*/ 1939986 w 3162532"/>
                <a:gd name="connsiteY3" fmla="*/ 3463340 h 3464371"/>
                <a:gd name="connsiteX4" fmla="*/ 37613 w 3162532"/>
                <a:gd name="connsiteY4" fmla="*/ 2664554 h 3464371"/>
                <a:gd name="connsiteX5" fmla="*/ 815379 w 3162532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606310"/>
                <a:gd name="connsiteX1" fmla="*/ 3127655 w 3171514"/>
                <a:gd name="connsiteY1" fmla="*/ 152581 h 3606310"/>
                <a:gd name="connsiteX2" fmla="*/ 2423463 w 3171514"/>
                <a:gd name="connsiteY2" fmla="*/ 1645049 h 3606310"/>
                <a:gd name="connsiteX3" fmla="*/ 2307848 w 3171514"/>
                <a:gd name="connsiteY3" fmla="*/ 3473850 h 3606310"/>
                <a:gd name="connsiteX4" fmla="*/ 37613 w 3171514"/>
                <a:gd name="connsiteY4" fmla="*/ 2664554 h 3606310"/>
                <a:gd name="connsiteX5" fmla="*/ 815379 w 3171514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64502"/>
                <a:gd name="connsiteY0" fmla="*/ 1035451 h 3606310"/>
                <a:gd name="connsiteX1" fmla="*/ 3127655 w 3164502"/>
                <a:gd name="connsiteY1" fmla="*/ 152581 h 3606310"/>
                <a:gd name="connsiteX2" fmla="*/ 2560098 w 3164502"/>
                <a:gd name="connsiteY2" fmla="*/ 1666070 h 3606310"/>
                <a:gd name="connsiteX3" fmla="*/ 2307848 w 3164502"/>
                <a:gd name="connsiteY3" fmla="*/ 3473850 h 3606310"/>
                <a:gd name="connsiteX4" fmla="*/ 37613 w 3164502"/>
                <a:gd name="connsiteY4" fmla="*/ 2664554 h 3606310"/>
                <a:gd name="connsiteX5" fmla="*/ 815379 w 3164502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29312 w 3176710"/>
                <a:gd name="connsiteY0" fmla="*/ 1035451 h 3606310"/>
                <a:gd name="connsiteX1" fmla="*/ 3141588 w 3176710"/>
                <a:gd name="connsiteY1" fmla="*/ 152581 h 3606310"/>
                <a:gd name="connsiteX2" fmla="*/ 2574031 w 3176710"/>
                <a:gd name="connsiteY2" fmla="*/ 1666070 h 3606310"/>
                <a:gd name="connsiteX3" fmla="*/ 2321781 w 3176710"/>
                <a:gd name="connsiteY3" fmla="*/ 3473850 h 3606310"/>
                <a:gd name="connsiteX4" fmla="*/ 51546 w 3176710"/>
                <a:gd name="connsiteY4" fmla="*/ 2664554 h 3606310"/>
                <a:gd name="connsiteX5" fmla="*/ 829312 w 3176710"/>
                <a:gd name="connsiteY5" fmla="*/ 1035451 h 3606310"/>
                <a:gd name="connsiteX0" fmla="*/ 829312 w 3177410"/>
                <a:gd name="connsiteY0" fmla="*/ 1035451 h 3606310"/>
                <a:gd name="connsiteX1" fmla="*/ 3141588 w 3177410"/>
                <a:gd name="connsiteY1" fmla="*/ 152581 h 3606310"/>
                <a:gd name="connsiteX2" fmla="*/ 2574031 w 3177410"/>
                <a:gd name="connsiteY2" fmla="*/ 1666070 h 3606310"/>
                <a:gd name="connsiteX3" fmla="*/ 2321781 w 3177410"/>
                <a:gd name="connsiteY3" fmla="*/ 3473850 h 3606310"/>
                <a:gd name="connsiteX4" fmla="*/ 51546 w 3177410"/>
                <a:gd name="connsiteY4" fmla="*/ 2664554 h 3606310"/>
                <a:gd name="connsiteX5" fmla="*/ 829312 w 3177410"/>
                <a:gd name="connsiteY5" fmla="*/ 1035451 h 3606310"/>
                <a:gd name="connsiteX0" fmla="*/ 829312 w 3177410"/>
                <a:gd name="connsiteY0" fmla="*/ 1013703 h 3584562"/>
                <a:gd name="connsiteX1" fmla="*/ 3141588 w 3177410"/>
                <a:gd name="connsiteY1" fmla="*/ 130833 h 3584562"/>
                <a:gd name="connsiteX2" fmla="*/ 2574031 w 3177410"/>
                <a:gd name="connsiteY2" fmla="*/ 1644322 h 3584562"/>
                <a:gd name="connsiteX3" fmla="*/ 2321781 w 3177410"/>
                <a:gd name="connsiteY3" fmla="*/ 3452102 h 3584562"/>
                <a:gd name="connsiteX4" fmla="*/ 51546 w 3177410"/>
                <a:gd name="connsiteY4" fmla="*/ 2642806 h 3584562"/>
                <a:gd name="connsiteX5" fmla="*/ 829312 w 3177410"/>
                <a:gd name="connsiteY5" fmla="*/ 1013703 h 3584562"/>
                <a:gd name="connsiteX0" fmla="*/ 829578 w 3177676"/>
                <a:gd name="connsiteY0" fmla="*/ 1013703 h 3584562"/>
                <a:gd name="connsiteX1" fmla="*/ 3141854 w 3177676"/>
                <a:gd name="connsiteY1" fmla="*/ 130833 h 3584562"/>
                <a:gd name="connsiteX2" fmla="*/ 2574297 w 3177676"/>
                <a:gd name="connsiteY2" fmla="*/ 1644322 h 3584562"/>
                <a:gd name="connsiteX3" fmla="*/ 2322047 w 3177676"/>
                <a:gd name="connsiteY3" fmla="*/ 3452102 h 3584562"/>
                <a:gd name="connsiteX4" fmla="*/ 51812 w 3177676"/>
                <a:gd name="connsiteY4" fmla="*/ 2642806 h 3584562"/>
                <a:gd name="connsiteX5" fmla="*/ 829578 w 3177676"/>
                <a:gd name="connsiteY5" fmla="*/ 1013703 h 3584562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11178 w 2672400"/>
                <a:gd name="connsiteY0" fmla="*/ 7864 h 2583061"/>
                <a:gd name="connsiteX1" fmla="*/ 1318755 w 2672400"/>
                <a:gd name="connsiteY1" fmla="*/ 1092175 h 2583061"/>
                <a:gd name="connsiteX2" fmla="*/ 2555897 w 2672400"/>
                <a:gd name="connsiteY2" fmla="*/ 638483 h 2583061"/>
                <a:gd name="connsiteX3" fmla="*/ 2303647 w 2672400"/>
                <a:gd name="connsiteY3" fmla="*/ 2446263 h 2583061"/>
                <a:gd name="connsiteX4" fmla="*/ 33412 w 2672400"/>
                <a:gd name="connsiteY4" fmla="*/ 1636967 h 2583061"/>
                <a:gd name="connsiteX5" fmla="*/ 811178 w 2672400"/>
                <a:gd name="connsiteY5" fmla="*/ 7864 h 2583061"/>
                <a:gd name="connsiteX0" fmla="*/ 811178 w 3223026"/>
                <a:gd name="connsiteY0" fmla="*/ 5596 h 2477281"/>
                <a:gd name="connsiteX1" fmla="*/ 1318755 w 3223026"/>
                <a:gd name="connsiteY1" fmla="*/ 1089907 h 2477281"/>
                <a:gd name="connsiteX2" fmla="*/ 3192488 w 3223026"/>
                <a:gd name="connsiteY2" fmla="*/ 802600 h 2477281"/>
                <a:gd name="connsiteX3" fmla="*/ 2303647 w 3223026"/>
                <a:gd name="connsiteY3" fmla="*/ 2443995 h 2477281"/>
                <a:gd name="connsiteX4" fmla="*/ 33412 w 3223026"/>
                <a:gd name="connsiteY4" fmla="*/ 1634699 h 2477281"/>
                <a:gd name="connsiteX5" fmla="*/ 811178 w 3223026"/>
                <a:gd name="connsiteY5" fmla="*/ 5596 h 2477281"/>
                <a:gd name="connsiteX0" fmla="*/ 846588 w 3330250"/>
                <a:gd name="connsiteY0" fmla="*/ 5596 h 2432711"/>
                <a:gd name="connsiteX1" fmla="*/ 1354165 w 3330250"/>
                <a:gd name="connsiteY1" fmla="*/ 1089907 h 2432711"/>
                <a:gd name="connsiteX2" fmla="*/ 3227898 w 3330250"/>
                <a:gd name="connsiteY2" fmla="*/ 802600 h 2432711"/>
                <a:gd name="connsiteX3" fmla="*/ 2761796 w 3330250"/>
                <a:gd name="connsiteY3" fmla="*/ 2409553 h 2432711"/>
                <a:gd name="connsiteX4" fmla="*/ 68822 w 3330250"/>
                <a:gd name="connsiteY4" fmla="*/ 1634699 h 2432711"/>
                <a:gd name="connsiteX5" fmla="*/ 846588 w 3330250"/>
                <a:gd name="connsiteY5" fmla="*/ 5596 h 2432711"/>
                <a:gd name="connsiteX0" fmla="*/ 846588 w 3514825"/>
                <a:gd name="connsiteY0" fmla="*/ 5596 h 2432711"/>
                <a:gd name="connsiteX1" fmla="*/ 1354165 w 3514825"/>
                <a:gd name="connsiteY1" fmla="*/ 1089907 h 2432711"/>
                <a:gd name="connsiteX2" fmla="*/ 3227898 w 3514825"/>
                <a:gd name="connsiteY2" fmla="*/ 802600 h 2432711"/>
                <a:gd name="connsiteX3" fmla="*/ 2761796 w 3514825"/>
                <a:gd name="connsiteY3" fmla="*/ 2409553 h 2432711"/>
                <a:gd name="connsiteX4" fmla="*/ 68822 w 3514825"/>
                <a:gd name="connsiteY4" fmla="*/ 1634699 h 2432711"/>
                <a:gd name="connsiteX5" fmla="*/ 846588 w 3514825"/>
                <a:gd name="connsiteY5" fmla="*/ 5596 h 2432711"/>
                <a:gd name="connsiteX0" fmla="*/ 875402 w 3543639"/>
                <a:gd name="connsiteY0" fmla="*/ 2708 h 2429823"/>
                <a:gd name="connsiteX1" fmla="*/ 1382979 w 3543639"/>
                <a:gd name="connsiteY1" fmla="*/ 1087019 h 2429823"/>
                <a:gd name="connsiteX2" fmla="*/ 3256712 w 3543639"/>
                <a:gd name="connsiteY2" fmla="*/ 799712 h 2429823"/>
                <a:gd name="connsiteX3" fmla="*/ 2790610 w 3543639"/>
                <a:gd name="connsiteY3" fmla="*/ 2406665 h 2429823"/>
                <a:gd name="connsiteX4" fmla="*/ 97636 w 3543639"/>
                <a:gd name="connsiteY4" fmla="*/ 1631811 h 2429823"/>
                <a:gd name="connsiteX5" fmla="*/ 875402 w 3543639"/>
                <a:gd name="connsiteY5" fmla="*/ 2708 h 2429823"/>
                <a:gd name="connsiteX0" fmla="*/ 1035116 w 3703353"/>
                <a:gd name="connsiteY0" fmla="*/ 3586 h 2450893"/>
                <a:gd name="connsiteX1" fmla="*/ 1542693 w 3703353"/>
                <a:gd name="connsiteY1" fmla="*/ 1087897 h 2450893"/>
                <a:gd name="connsiteX2" fmla="*/ 3416426 w 3703353"/>
                <a:gd name="connsiteY2" fmla="*/ 800590 h 2450893"/>
                <a:gd name="connsiteX3" fmla="*/ 2950324 w 3703353"/>
                <a:gd name="connsiteY3" fmla="*/ 2407543 h 2450893"/>
                <a:gd name="connsiteX4" fmla="*/ 257350 w 3703353"/>
                <a:gd name="connsiteY4" fmla="*/ 1632689 h 2450893"/>
                <a:gd name="connsiteX5" fmla="*/ 1035116 w 3703353"/>
                <a:gd name="connsiteY5" fmla="*/ 3586 h 2450893"/>
                <a:gd name="connsiteX0" fmla="*/ 991689 w 3462563"/>
                <a:gd name="connsiteY0" fmla="*/ 10605 h 2457912"/>
                <a:gd name="connsiteX1" fmla="*/ 1674106 w 3462563"/>
                <a:gd name="connsiteY1" fmla="*/ 930710 h 2457912"/>
                <a:gd name="connsiteX2" fmla="*/ 3372999 w 3462563"/>
                <a:gd name="connsiteY2" fmla="*/ 807609 h 2457912"/>
                <a:gd name="connsiteX3" fmla="*/ 2906897 w 3462563"/>
                <a:gd name="connsiteY3" fmla="*/ 2414562 h 2457912"/>
                <a:gd name="connsiteX4" fmla="*/ 213923 w 3462563"/>
                <a:gd name="connsiteY4" fmla="*/ 1639708 h 2457912"/>
                <a:gd name="connsiteX5" fmla="*/ 991689 w 3462563"/>
                <a:gd name="connsiteY5" fmla="*/ 10605 h 2457912"/>
                <a:gd name="connsiteX0" fmla="*/ 991689 w 3644113"/>
                <a:gd name="connsiteY0" fmla="*/ 10605 h 2457912"/>
                <a:gd name="connsiteX1" fmla="*/ 1674106 w 3644113"/>
                <a:gd name="connsiteY1" fmla="*/ 930710 h 2457912"/>
                <a:gd name="connsiteX2" fmla="*/ 3372999 w 3644113"/>
                <a:gd name="connsiteY2" fmla="*/ 807609 h 2457912"/>
                <a:gd name="connsiteX3" fmla="*/ 2906897 w 3644113"/>
                <a:gd name="connsiteY3" fmla="*/ 2414562 h 2457912"/>
                <a:gd name="connsiteX4" fmla="*/ 213923 w 3644113"/>
                <a:gd name="connsiteY4" fmla="*/ 1639708 h 2457912"/>
                <a:gd name="connsiteX5" fmla="*/ 991689 w 3644113"/>
                <a:gd name="connsiteY5" fmla="*/ 10605 h 2457912"/>
                <a:gd name="connsiteX0" fmla="*/ 1054352 w 3706777"/>
                <a:gd name="connsiteY0" fmla="*/ 1046 h 2448353"/>
                <a:gd name="connsiteX1" fmla="*/ 1736769 w 3706777"/>
                <a:gd name="connsiteY1" fmla="*/ 921151 h 2448353"/>
                <a:gd name="connsiteX2" fmla="*/ 3435662 w 3706777"/>
                <a:gd name="connsiteY2" fmla="*/ 798050 h 2448353"/>
                <a:gd name="connsiteX3" fmla="*/ 2969560 w 3706777"/>
                <a:gd name="connsiteY3" fmla="*/ 2405003 h 2448353"/>
                <a:gd name="connsiteX4" fmla="*/ 276586 w 3706777"/>
                <a:gd name="connsiteY4" fmla="*/ 1630149 h 2448353"/>
                <a:gd name="connsiteX5" fmla="*/ 1054352 w 3706777"/>
                <a:gd name="connsiteY5" fmla="*/ 1046 h 2448353"/>
                <a:gd name="connsiteX0" fmla="*/ 590056 w 3683836"/>
                <a:gd name="connsiteY0" fmla="*/ 1109 h 1961431"/>
                <a:gd name="connsiteX1" fmla="*/ 1713828 w 3683836"/>
                <a:gd name="connsiteY1" fmla="*/ 456838 h 1961431"/>
                <a:gd name="connsiteX2" fmla="*/ 3412721 w 3683836"/>
                <a:gd name="connsiteY2" fmla="*/ 333737 h 1961431"/>
                <a:gd name="connsiteX3" fmla="*/ 2946619 w 3683836"/>
                <a:gd name="connsiteY3" fmla="*/ 1940690 h 1961431"/>
                <a:gd name="connsiteX4" fmla="*/ 253645 w 3683836"/>
                <a:gd name="connsiteY4" fmla="*/ 1165836 h 1961431"/>
                <a:gd name="connsiteX5" fmla="*/ 590056 w 3683836"/>
                <a:gd name="connsiteY5" fmla="*/ 1109 h 1961431"/>
                <a:gd name="connsiteX0" fmla="*/ 577152 w 3670932"/>
                <a:gd name="connsiteY0" fmla="*/ 28557 h 1988879"/>
                <a:gd name="connsiteX1" fmla="*/ 1700924 w 3670932"/>
                <a:gd name="connsiteY1" fmla="*/ 484286 h 1988879"/>
                <a:gd name="connsiteX2" fmla="*/ 3399817 w 3670932"/>
                <a:gd name="connsiteY2" fmla="*/ 361185 h 1988879"/>
                <a:gd name="connsiteX3" fmla="*/ 2933715 w 3670932"/>
                <a:gd name="connsiteY3" fmla="*/ 1968138 h 1988879"/>
                <a:gd name="connsiteX4" fmla="*/ 240741 w 3670932"/>
                <a:gd name="connsiteY4" fmla="*/ 1193284 h 1988879"/>
                <a:gd name="connsiteX5" fmla="*/ 577152 w 3670932"/>
                <a:gd name="connsiteY5" fmla="*/ 28557 h 1988879"/>
                <a:gd name="connsiteX0" fmla="*/ 5660 w 3065770"/>
                <a:gd name="connsiteY0" fmla="*/ 41752 h 2084853"/>
                <a:gd name="connsiteX1" fmla="*/ 1129432 w 3065770"/>
                <a:gd name="connsiteY1" fmla="*/ 497481 h 2084853"/>
                <a:gd name="connsiteX2" fmla="*/ 2828325 w 3065770"/>
                <a:gd name="connsiteY2" fmla="*/ 374380 h 2084853"/>
                <a:gd name="connsiteX3" fmla="*/ 2362223 w 3065770"/>
                <a:gd name="connsiteY3" fmla="*/ 1981333 h 2084853"/>
                <a:gd name="connsiteX4" fmla="*/ 768571 w 3065770"/>
                <a:gd name="connsiteY4" fmla="*/ 1718703 h 2084853"/>
                <a:gd name="connsiteX5" fmla="*/ 5660 w 3065770"/>
                <a:gd name="connsiteY5" fmla="*/ 41752 h 2084853"/>
                <a:gd name="connsiteX0" fmla="*/ 12471 w 3072581"/>
                <a:gd name="connsiteY0" fmla="*/ 41752 h 2092530"/>
                <a:gd name="connsiteX1" fmla="*/ 1136243 w 3072581"/>
                <a:gd name="connsiteY1" fmla="*/ 497481 h 2092530"/>
                <a:gd name="connsiteX2" fmla="*/ 2835136 w 3072581"/>
                <a:gd name="connsiteY2" fmla="*/ 374380 h 2092530"/>
                <a:gd name="connsiteX3" fmla="*/ 2369034 w 3072581"/>
                <a:gd name="connsiteY3" fmla="*/ 1981333 h 2092530"/>
                <a:gd name="connsiteX4" fmla="*/ 775382 w 3072581"/>
                <a:gd name="connsiteY4" fmla="*/ 1718703 h 2092530"/>
                <a:gd name="connsiteX5" fmla="*/ 12471 w 3072581"/>
                <a:gd name="connsiteY5" fmla="*/ 41752 h 2092530"/>
                <a:gd name="connsiteX0" fmla="*/ 2798 w 3655173"/>
                <a:gd name="connsiteY0" fmla="*/ 869129 h 2007317"/>
                <a:gd name="connsiteX1" fmla="*/ 1718835 w 3655173"/>
                <a:gd name="connsiteY1" fmla="*/ 445136 h 2007317"/>
                <a:gd name="connsiteX2" fmla="*/ 3417728 w 3655173"/>
                <a:gd name="connsiteY2" fmla="*/ 322035 h 2007317"/>
                <a:gd name="connsiteX3" fmla="*/ 2951626 w 3655173"/>
                <a:gd name="connsiteY3" fmla="*/ 1928988 h 2007317"/>
                <a:gd name="connsiteX4" fmla="*/ 1357974 w 3655173"/>
                <a:gd name="connsiteY4" fmla="*/ 1666358 h 2007317"/>
                <a:gd name="connsiteX5" fmla="*/ 2798 w 3655173"/>
                <a:gd name="connsiteY5" fmla="*/ 869129 h 2007317"/>
                <a:gd name="connsiteX0" fmla="*/ 542 w 3652917"/>
                <a:gd name="connsiteY0" fmla="*/ 869129 h 2007318"/>
                <a:gd name="connsiteX1" fmla="*/ 1716579 w 3652917"/>
                <a:gd name="connsiteY1" fmla="*/ 445136 h 2007318"/>
                <a:gd name="connsiteX2" fmla="*/ 3415472 w 3652917"/>
                <a:gd name="connsiteY2" fmla="*/ 322035 h 2007318"/>
                <a:gd name="connsiteX3" fmla="*/ 2949370 w 3652917"/>
                <a:gd name="connsiteY3" fmla="*/ 1928988 h 2007318"/>
                <a:gd name="connsiteX4" fmla="*/ 1355718 w 3652917"/>
                <a:gd name="connsiteY4" fmla="*/ 1666358 h 2007318"/>
                <a:gd name="connsiteX5" fmla="*/ 542 w 3652917"/>
                <a:gd name="connsiteY5" fmla="*/ 869129 h 2007318"/>
                <a:gd name="connsiteX0" fmla="*/ 243 w 3639926"/>
                <a:gd name="connsiteY0" fmla="*/ 869129 h 1955507"/>
                <a:gd name="connsiteX1" fmla="*/ 1716280 w 3639926"/>
                <a:gd name="connsiteY1" fmla="*/ 445136 h 1955507"/>
                <a:gd name="connsiteX2" fmla="*/ 3415173 w 3639926"/>
                <a:gd name="connsiteY2" fmla="*/ 322035 h 1955507"/>
                <a:gd name="connsiteX3" fmla="*/ 2949071 w 3639926"/>
                <a:gd name="connsiteY3" fmla="*/ 1928988 h 1955507"/>
                <a:gd name="connsiteX4" fmla="*/ 1833458 w 3639926"/>
                <a:gd name="connsiteY4" fmla="*/ 1291535 h 1955507"/>
                <a:gd name="connsiteX5" fmla="*/ 243 w 3639926"/>
                <a:gd name="connsiteY5" fmla="*/ 869129 h 1955507"/>
                <a:gd name="connsiteX0" fmla="*/ 243 w 3639926"/>
                <a:gd name="connsiteY0" fmla="*/ 869129 h 1947022"/>
                <a:gd name="connsiteX1" fmla="*/ 1716280 w 3639926"/>
                <a:gd name="connsiteY1" fmla="*/ 445136 h 1947022"/>
                <a:gd name="connsiteX2" fmla="*/ 3415173 w 3639926"/>
                <a:gd name="connsiteY2" fmla="*/ 322035 h 1947022"/>
                <a:gd name="connsiteX3" fmla="*/ 2949071 w 3639926"/>
                <a:gd name="connsiteY3" fmla="*/ 1928988 h 1947022"/>
                <a:gd name="connsiteX4" fmla="*/ 1833458 w 3639926"/>
                <a:gd name="connsiteY4" fmla="*/ 1291535 h 1947022"/>
                <a:gd name="connsiteX5" fmla="*/ 243 w 3639926"/>
                <a:gd name="connsiteY5" fmla="*/ 869129 h 1947022"/>
                <a:gd name="connsiteX0" fmla="*/ 7345 w 3647028"/>
                <a:gd name="connsiteY0" fmla="*/ 869129 h 1947022"/>
                <a:gd name="connsiteX1" fmla="*/ 1723382 w 3647028"/>
                <a:gd name="connsiteY1" fmla="*/ 445136 h 1947022"/>
                <a:gd name="connsiteX2" fmla="*/ 3422275 w 3647028"/>
                <a:gd name="connsiteY2" fmla="*/ 322035 h 1947022"/>
                <a:gd name="connsiteX3" fmla="*/ 2956173 w 3647028"/>
                <a:gd name="connsiteY3" fmla="*/ 1928988 h 1947022"/>
                <a:gd name="connsiteX4" fmla="*/ 1840560 w 3647028"/>
                <a:gd name="connsiteY4" fmla="*/ 1291535 h 1947022"/>
                <a:gd name="connsiteX5" fmla="*/ 7345 w 3647028"/>
                <a:gd name="connsiteY5" fmla="*/ 869129 h 1947022"/>
                <a:gd name="connsiteX0" fmla="*/ 7345 w 3811052"/>
                <a:gd name="connsiteY0" fmla="*/ 869129 h 1929159"/>
                <a:gd name="connsiteX1" fmla="*/ 1723382 w 3811052"/>
                <a:gd name="connsiteY1" fmla="*/ 445136 h 1929159"/>
                <a:gd name="connsiteX2" fmla="*/ 3422275 w 3811052"/>
                <a:gd name="connsiteY2" fmla="*/ 322035 h 1929159"/>
                <a:gd name="connsiteX3" fmla="*/ 2956173 w 3811052"/>
                <a:gd name="connsiteY3" fmla="*/ 1928988 h 1929159"/>
                <a:gd name="connsiteX4" fmla="*/ 1840560 w 3811052"/>
                <a:gd name="connsiteY4" fmla="*/ 1291535 h 1929159"/>
                <a:gd name="connsiteX5" fmla="*/ 7345 w 3811052"/>
                <a:gd name="connsiteY5" fmla="*/ 869129 h 1929159"/>
                <a:gd name="connsiteX0" fmla="*/ 5264 w 3937957"/>
                <a:gd name="connsiteY0" fmla="*/ 1155023 h 1938909"/>
                <a:gd name="connsiteX1" fmla="*/ 1850286 w 3937957"/>
                <a:gd name="connsiteY1" fmla="*/ 454886 h 1938909"/>
                <a:gd name="connsiteX2" fmla="*/ 3549179 w 3937957"/>
                <a:gd name="connsiteY2" fmla="*/ 331785 h 1938909"/>
                <a:gd name="connsiteX3" fmla="*/ 3083077 w 3937957"/>
                <a:gd name="connsiteY3" fmla="*/ 1938738 h 1938909"/>
                <a:gd name="connsiteX4" fmla="*/ 1967464 w 3937957"/>
                <a:gd name="connsiteY4" fmla="*/ 1301285 h 1938909"/>
                <a:gd name="connsiteX5" fmla="*/ 5264 w 3937957"/>
                <a:gd name="connsiteY5" fmla="*/ 1155023 h 1938909"/>
                <a:gd name="connsiteX0" fmla="*/ 23607 w 3956300"/>
                <a:gd name="connsiteY0" fmla="*/ 1155023 h 1938909"/>
                <a:gd name="connsiteX1" fmla="*/ 1868629 w 3956300"/>
                <a:gd name="connsiteY1" fmla="*/ 454886 h 1938909"/>
                <a:gd name="connsiteX2" fmla="*/ 3567522 w 3956300"/>
                <a:gd name="connsiteY2" fmla="*/ 331785 h 1938909"/>
                <a:gd name="connsiteX3" fmla="*/ 3101420 w 3956300"/>
                <a:gd name="connsiteY3" fmla="*/ 1938738 h 1938909"/>
                <a:gd name="connsiteX4" fmla="*/ 1985807 w 3956300"/>
                <a:gd name="connsiteY4" fmla="*/ 1301285 h 1938909"/>
                <a:gd name="connsiteX5" fmla="*/ 23607 w 3956300"/>
                <a:gd name="connsiteY5" fmla="*/ 1155023 h 1938909"/>
                <a:gd name="connsiteX0" fmla="*/ 356 w 3775841"/>
                <a:gd name="connsiteY0" fmla="*/ 1155023 h 1975367"/>
                <a:gd name="connsiteX1" fmla="*/ 1845378 w 3775841"/>
                <a:gd name="connsiteY1" fmla="*/ 454886 h 1975367"/>
                <a:gd name="connsiteX2" fmla="*/ 3544271 w 3775841"/>
                <a:gd name="connsiteY2" fmla="*/ 331785 h 1975367"/>
                <a:gd name="connsiteX3" fmla="*/ 3078169 w 3775841"/>
                <a:gd name="connsiteY3" fmla="*/ 1938738 h 1975367"/>
                <a:gd name="connsiteX4" fmla="*/ 1700608 w 3775841"/>
                <a:gd name="connsiteY4" fmla="*/ 1432728 h 1975367"/>
                <a:gd name="connsiteX5" fmla="*/ 356 w 3775841"/>
                <a:gd name="connsiteY5" fmla="*/ 1155023 h 1975367"/>
                <a:gd name="connsiteX0" fmla="*/ 385 w 3775871"/>
                <a:gd name="connsiteY0" fmla="*/ 1155023 h 1964875"/>
                <a:gd name="connsiteX1" fmla="*/ 1845407 w 3775871"/>
                <a:gd name="connsiteY1" fmla="*/ 454886 h 1964875"/>
                <a:gd name="connsiteX2" fmla="*/ 3544300 w 3775871"/>
                <a:gd name="connsiteY2" fmla="*/ 331785 h 1964875"/>
                <a:gd name="connsiteX3" fmla="*/ 3078198 w 3775871"/>
                <a:gd name="connsiteY3" fmla="*/ 1938738 h 1964875"/>
                <a:gd name="connsiteX4" fmla="*/ 1700637 w 3775871"/>
                <a:gd name="connsiteY4" fmla="*/ 1432728 h 1964875"/>
                <a:gd name="connsiteX5" fmla="*/ 385 w 3775871"/>
                <a:gd name="connsiteY5" fmla="*/ 1155023 h 1964875"/>
                <a:gd name="connsiteX0" fmla="*/ 518 w 3310321"/>
                <a:gd name="connsiteY0" fmla="*/ 1561197 h 1986949"/>
                <a:gd name="connsiteX1" fmla="*/ 1379857 w 3310321"/>
                <a:gd name="connsiteY1" fmla="*/ 469469 h 1986949"/>
                <a:gd name="connsiteX2" fmla="*/ 3078750 w 3310321"/>
                <a:gd name="connsiteY2" fmla="*/ 346368 h 1986949"/>
                <a:gd name="connsiteX3" fmla="*/ 2612648 w 3310321"/>
                <a:gd name="connsiteY3" fmla="*/ 1953321 h 1986949"/>
                <a:gd name="connsiteX4" fmla="*/ 1235087 w 3310321"/>
                <a:gd name="connsiteY4" fmla="*/ 1447311 h 1986949"/>
                <a:gd name="connsiteX5" fmla="*/ 518 w 3310321"/>
                <a:gd name="connsiteY5" fmla="*/ 1561197 h 1986949"/>
                <a:gd name="connsiteX0" fmla="*/ 252954 w 3562757"/>
                <a:gd name="connsiteY0" fmla="*/ 1561197 h 1986950"/>
                <a:gd name="connsiteX1" fmla="*/ 1632293 w 3562757"/>
                <a:gd name="connsiteY1" fmla="*/ 469469 h 1986950"/>
                <a:gd name="connsiteX2" fmla="*/ 3331186 w 3562757"/>
                <a:gd name="connsiteY2" fmla="*/ 346368 h 1986950"/>
                <a:gd name="connsiteX3" fmla="*/ 2865084 w 3562757"/>
                <a:gd name="connsiteY3" fmla="*/ 1953321 h 1986950"/>
                <a:gd name="connsiteX4" fmla="*/ 1487523 w 3562757"/>
                <a:gd name="connsiteY4" fmla="*/ 1447311 h 1986950"/>
                <a:gd name="connsiteX5" fmla="*/ 252954 w 3562757"/>
                <a:gd name="connsiteY5" fmla="*/ 1561197 h 1986950"/>
                <a:gd name="connsiteX0" fmla="*/ 275988 w 4836894"/>
                <a:gd name="connsiteY0" fmla="*/ 1254188 h 1664972"/>
                <a:gd name="connsiteX1" fmla="*/ 1655327 w 4836894"/>
                <a:gd name="connsiteY1" fmla="*/ 162460 h 1664972"/>
                <a:gd name="connsiteX2" fmla="*/ 4715739 w 4836894"/>
                <a:gd name="connsiteY2" fmla="*/ 494988 h 1664972"/>
                <a:gd name="connsiteX3" fmla="*/ 2888118 w 4836894"/>
                <a:gd name="connsiteY3" fmla="*/ 1646312 h 1664972"/>
                <a:gd name="connsiteX4" fmla="*/ 1510557 w 4836894"/>
                <a:gd name="connsiteY4" fmla="*/ 1140302 h 1664972"/>
                <a:gd name="connsiteX5" fmla="*/ 275988 w 4836894"/>
                <a:gd name="connsiteY5" fmla="*/ 1254188 h 1664972"/>
                <a:gd name="connsiteX0" fmla="*/ 275988 w 4716813"/>
                <a:gd name="connsiteY0" fmla="*/ 1630321 h 2049242"/>
                <a:gd name="connsiteX1" fmla="*/ 1655327 w 4716813"/>
                <a:gd name="connsiteY1" fmla="*/ 538593 h 2049242"/>
                <a:gd name="connsiteX2" fmla="*/ 4715739 w 4716813"/>
                <a:gd name="connsiteY2" fmla="*/ 871121 h 2049242"/>
                <a:gd name="connsiteX3" fmla="*/ 2888118 w 4716813"/>
                <a:gd name="connsiteY3" fmla="*/ 2022445 h 2049242"/>
                <a:gd name="connsiteX4" fmla="*/ 1510557 w 4716813"/>
                <a:gd name="connsiteY4" fmla="*/ 1516435 h 2049242"/>
                <a:gd name="connsiteX5" fmla="*/ 275988 w 4716813"/>
                <a:gd name="connsiteY5" fmla="*/ 1630321 h 2049242"/>
                <a:gd name="connsiteX0" fmla="*/ 275988 w 4749030"/>
                <a:gd name="connsiteY0" fmla="*/ 1124638 h 1545870"/>
                <a:gd name="connsiteX1" fmla="*/ 1655327 w 4749030"/>
                <a:gd name="connsiteY1" fmla="*/ 32910 h 1545870"/>
                <a:gd name="connsiteX2" fmla="*/ 4715739 w 4749030"/>
                <a:gd name="connsiteY2" fmla="*/ 365438 h 1545870"/>
                <a:gd name="connsiteX3" fmla="*/ 3175706 w 4749030"/>
                <a:gd name="connsiteY3" fmla="*/ 1192854 h 1545870"/>
                <a:gd name="connsiteX4" fmla="*/ 1510557 w 4749030"/>
                <a:gd name="connsiteY4" fmla="*/ 1010752 h 1545870"/>
                <a:gd name="connsiteX5" fmla="*/ 275988 w 4749030"/>
                <a:gd name="connsiteY5" fmla="*/ 1124638 h 1545870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40315"/>
                <a:gd name="connsiteY0" fmla="*/ 1132875 h 1722803"/>
                <a:gd name="connsiteX1" fmla="*/ 1655327 w 4740315"/>
                <a:gd name="connsiteY1" fmla="*/ 41147 h 1722803"/>
                <a:gd name="connsiteX2" fmla="*/ 4715739 w 4740315"/>
                <a:gd name="connsiteY2" fmla="*/ 373675 h 1722803"/>
                <a:gd name="connsiteX3" fmla="*/ 3012343 w 4740315"/>
                <a:gd name="connsiteY3" fmla="*/ 1711656 h 1722803"/>
                <a:gd name="connsiteX4" fmla="*/ 1510557 w 4740315"/>
                <a:gd name="connsiteY4" fmla="*/ 1018989 h 1722803"/>
                <a:gd name="connsiteX5" fmla="*/ 275988 w 4740315"/>
                <a:gd name="connsiteY5" fmla="*/ 1132875 h 1722803"/>
                <a:gd name="connsiteX0" fmla="*/ 275988 w 4756119"/>
                <a:gd name="connsiteY0" fmla="*/ 1127108 h 1542684"/>
                <a:gd name="connsiteX1" fmla="*/ 1655327 w 4756119"/>
                <a:gd name="connsiteY1" fmla="*/ 35380 h 1542684"/>
                <a:gd name="connsiteX2" fmla="*/ 4715739 w 4756119"/>
                <a:gd name="connsiteY2" fmla="*/ 367908 h 1542684"/>
                <a:gd name="connsiteX3" fmla="*/ 3285074 w 4756119"/>
                <a:gd name="connsiteY3" fmla="*/ 1369029 h 1542684"/>
                <a:gd name="connsiteX4" fmla="*/ 1510557 w 4756119"/>
                <a:gd name="connsiteY4" fmla="*/ 1013222 h 1542684"/>
                <a:gd name="connsiteX5" fmla="*/ 275988 w 4756119"/>
                <a:gd name="connsiteY5" fmla="*/ 1127108 h 1542684"/>
                <a:gd name="connsiteX0" fmla="*/ 275988 w 4715923"/>
                <a:gd name="connsiteY0" fmla="*/ 1122352 h 1572226"/>
                <a:gd name="connsiteX1" fmla="*/ 1655327 w 4715923"/>
                <a:gd name="connsiteY1" fmla="*/ 30624 h 1572226"/>
                <a:gd name="connsiteX2" fmla="*/ 4715739 w 4715923"/>
                <a:gd name="connsiteY2" fmla="*/ 363152 h 1572226"/>
                <a:gd name="connsiteX3" fmla="*/ 1510557 w 4715923"/>
                <a:gd name="connsiteY3" fmla="*/ 1008466 h 1572226"/>
                <a:gd name="connsiteX4" fmla="*/ 275988 w 4715923"/>
                <a:gd name="connsiteY4" fmla="*/ 1122352 h 1572226"/>
                <a:gd name="connsiteX0" fmla="*/ 25029 w 4476010"/>
                <a:gd name="connsiteY0" fmla="*/ 1892393 h 2022034"/>
                <a:gd name="connsiteX1" fmla="*/ 2236847 w 4476010"/>
                <a:gd name="connsiteY1" fmla="*/ 11492 h 2022034"/>
                <a:gd name="connsiteX2" fmla="*/ 4464780 w 4476010"/>
                <a:gd name="connsiteY2" fmla="*/ 1133193 h 2022034"/>
                <a:gd name="connsiteX3" fmla="*/ 1259598 w 4476010"/>
                <a:gd name="connsiteY3" fmla="*/ 1778507 h 2022034"/>
                <a:gd name="connsiteX4" fmla="*/ 25029 w 4476010"/>
                <a:gd name="connsiteY4" fmla="*/ 1892393 h 2022034"/>
                <a:gd name="connsiteX0" fmla="*/ 19312 w 4468531"/>
                <a:gd name="connsiteY0" fmla="*/ 1893478 h 2350831"/>
                <a:gd name="connsiteX1" fmla="*/ 2231130 w 4468531"/>
                <a:gd name="connsiteY1" fmla="*/ 12577 h 2350831"/>
                <a:gd name="connsiteX2" fmla="*/ 4459063 w 4468531"/>
                <a:gd name="connsiteY2" fmla="*/ 1134278 h 2350831"/>
                <a:gd name="connsiteX3" fmla="*/ 2962196 w 4468531"/>
                <a:gd name="connsiteY3" fmla="*/ 2337807 h 2350831"/>
                <a:gd name="connsiteX4" fmla="*/ 1253881 w 4468531"/>
                <a:gd name="connsiteY4" fmla="*/ 1779592 h 2350831"/>
                <a:gd name="connsiteX5" fmla="*/ 19312 w 4468531"/>
                <a:gd name="connsiteY5" fmla="*/ 1893478 h 2350831"/>
                <a:gd name="connsiteX0" fmla="*/ 114931 w 4564151"/>
                <a:gd name="connsiteY0" fmla="*/ 1893478 h 2606070"/>
                <a:gd name="connsiteX1" fmla="*/ 2326749 w 4564151"/>
                <a:gd name="connsiteY1" fmla="*/ 12577 h 2606070"/>
                <a:gd name="connsiteX2" fmla="*/ 4554682 w 4564151"/>
                <a:gd name="connsiteY2" fmla="*/ 1134278 h 2606070"/>
                <a:gd name="connsiteX3" fmla="*/ 3057815 w 4564151"/>
                <a:gd name="connsiteY3" fmla="*/ 2337807 h 2606070"/>
                <a:gd name="connsiteX4" fmla="*/ 602599 w 4564151"/>
                <a:gd name="connsiteY4" fmla="*/ 2591133 h 2606070"/>
                <a:gd name="connsiteX5" fmla="*/ 114931 w 4564151"/>
                <a:gd name="connsiteY5" fmla="*/ 1893478 h 2606070"/>
                <a:gd name="connsiteX0" fmla="*/ 339436 w 4163621"/>
                <a:gd name="connsiteY0" fmla="*/ 711041 h 2677547"/>
                <a:gd name="connsiteX1" fmla="*/ 1926219 w 4163621"/>
                <a:gd name="connsiteY1" fmla="*/ 9118 h 2677547"/>
                <a:gd name="connsiteX2" fmla="*/ 4154152 w 4163621"/>
                <a:gd name="connsiteY2" fmla="*/ 1130819 h 2677547"/>
                <a:gd name="connsiteX3" fmla="*/ 2657285 w 4163621"/>
                <a:gd name="connsiteY3" fmla="*/ 2334348 h 2677547"/>
                <a:gd name="connsiteX4" fmla="*/ 202069 w 4163621"/>
                <a:gd name="connsiteY4" fmla="*/ 2587674 h 2677547"/>
                <a:gd name="connsiteX5" fmla="*/ 339436 w 4163621"/>
                <a:gd name="connsiteY5" fmla="*/ 711041 h 2677547"/>
                <a:gd name="connsiteX0" fmla="*/ 8699 w 3970251"/>
                <a:gd name="connsiteY0" fmla="*/ 2578556 h 2717756"/>
                <a:gd name="connsiteX1" fmla="*/ 1732849 w 3970251"/>
                <a:gd name="connsiteY1" fmla="*/ 0 h 2717756"/>
                <a:gd name="connsiteX2" fmla="*/ 3960782 w 3970251"/>
                <a:gd name="connsiteY2" fmla="*/ 1121701 h 2717756"/>
                <a:gd name="connsiteX3" fmla="*/ 2463915 w 3970251"/>
                <a:gd name="connsiteY3" fmla="*/ 2325230 h 2717756"/>
                <a:gd name="connsiteX4" fmla="*/ 8699 w 3970251"/>
                <a:gd name="connsiteY4" fmla="*/ 2578556 h 2717756"/>
                <a:gd name="connsiteX0" fmla="*/ 11617 w 3584652"/>
                <a:gd name="connsiteY0" fmla="*/ 1430838 h 2340009"/>
                <a:gd name="connsiteX1" fmla="*/ 1347250 w 3584652"/>
                <a:gd name="connsiteY1" fmla="*/ 2380 h 2340009"/>
                <a:gd name="connsiteX2" fmla="*/ 3575183 w 3584652"/>
                <a:gd name="connsiteY2" fmla="*/ 1124081 h 2340009"/>
                <a:gd name="connsiteX3" fmla="*/ 2078316 w 3584652"/>
                <a:gd name="connsiteY3" fmla="*/ 2327610 h 2340009"/>
                <a:gd name="connsiteX4" fmla="*/ 11617 w 3584652"/>
                <a:gd name="connsiteY4" fmla="*/ 1430838 h 2340009"/>
                <a:gd name="connsiteX0" fmla="*/ 36322 w 3609357"/>
                <a:gd name="connsiteY0" fmla="*/ 1430838 h 2532978"/>
                <a:gd name="connsiteX1" fmla="*/ 1371955 w 3609357"/>
                <a:gd name="connsiteY1" fmla="*/ 2380 h 2532978"/>
                <a:gd name="connsiteX2" fmla="*/ 3599888 w 3609357"/>
                <a:gd name="connsiteY2" fmla="*/ 1124081 h 2532978"/>
                <a:gd name="connsiteX3" fmla="*/ 2103021 w 3609357"/>
                <a:gd name="connsiteY3" fmla="*/ 2327610 h 2532978"/>
                <a:gd name="connsiteX4" fmla="*/ 36322 w 3609357"/>
                <a:gd name="connsiteY4" fmla="*/ 1430838 h 2532978"/>
                <a:gd name="connsiteX0" fmla="*/ 3580 w 3569301"/>
                <a:gd name="connsiteY0" fmla="*/ 1431089 h 2816320"/>
                <a:gd name="connsiteX1" fmla="*/ 1339213 w 3569301"/>
                <a:gd name="connsiteY1" fmla="*/ 2631 h 2816320"/>
                <a:gd name="connsiteX2" fmla="*/ 3567146 w 3569301"/>
                <a:gd name="connsiteY2" fmla="*/ 1124332 h 2816320"/>
                <a:gd name="connsiteX3" fmla="*/ 1722688 w 3569301"/>
                <a:gd name="connsiteY3" fmla="*/ 2808414 h 2816320"/>
                <a:gd name="connsiteX4" fmla="*/ 3580 w 3569301"/>
                <a:gd name="connsiteY4" fmla="*/ 1431089 h 2816320"/>
                <a:gd name="connsiteX0" fmla="*/ 3579 w 3569300"/>
                <a:gd name="connsiteY0" fmla="*/ 1431089 h 2808414"/>
                <a:gd name="connsiteX1" fmla="*/ 1339212 w 3569300"/>
                <a:gd name="connsiteY1" fmla="*/ 2631 h 2808414"/>
                <a:gd name="connsiteX2" fmla="*/ 3567145 w 3569300"/>
                <a:gd name="connsiteY2" fmla="*/ 1124332 h 2808414"/>
                <a:gd name="connsiteX3" fmla="*/ 1722687 w 3569300"/>
                <a:gd name="connsiteY3" fmla="*/ 2808414 h 2808414"/>
                <a:gd name="connsiteX4" fmla="*/ 3579 w 3569300"/>
                <a:gd name="connsiteY4" fmla="*/ 1431089 h 2808414"/>
                <a:gd name="connsiteX0" fmla="*/ 3579 w 3570402"/>
                <a:gd name="connsiteY0" fmla="*/ 1431089 h 2845664"/>
                <a:gd name="connsiteX1" fmla="*/ 1339212 w 3570402"/>
                <a:gd name="connsiteY1" fmla="*/ 2631 h 2845664"/>
                <a:gd name="connsiteX2" fmla="*/ 3567145 w 3570402"/>
                <a:gd name="connsiteY2" fmla="*/ 1124332 h 2845664"/>
                <a:gd name="connsiteX3" fmla="*/ 1722687 w 3570402"/>
                <a:gd name="connsiteY3" fmla="*/ 2808414 h 2845664"/>
                <a:gd name="connsiteX4" fmla="*/ 3579 w 3570402"/>
                <a:gd name="connsiteY4" fmla="*/ 1431089 h 2845664"/>
                <a:gd name="connsiteX0" fmla="*/ 3579 w 3571531"/>
                <a:gd name="connsiteY0" fmla="*/ 1431089 h 2809355"/>
                <a:gd name="connsiteX1" fmla="*/ 1339212 w 3571531"/>
                <a:gd name="connsiteY1" fmla="*/ 2631 h 2809355"/>
                <a:gd name="connsiteX2" fmla="*/ 3567145 w 3571531"/>
                <a:gd name="connsiteY2" fmla="*/ 1124332 h 2809355"/>
                <a:gd name="connsiteX3" fmla="*/ 1722687 w 3571531"/>
                <a:gd name="connsiteY3" fmla="*/ 2808414 h 2809355"/>
                <a:gd name="connsiteX4" fmla="*/ 3579 w 3571531"/>
                <a:gd name="connsiteY4" fmla="*/ 1431089 h 2809355"/>
                <a:gd name="connsiteX0" fmla="*/ 3579 w 3570449"/>
                <a:gd name="connsiteY0" fmla="*/ 1431089 h 2811091"/>
                <a:gd name="connsiteX1" fmla="*/ 1339212 w 3570449"/>
                <a:gd name="connsiteY1" fmla="*/ 2631 h 2811091"/>
                <a:gd name="connsiteX2" fmla="*/ 3567145 w 3570449"/>
                <a:gd name="connsiteY2" fmla="*/ 1124332 h 2811091"/>
                <a:gd name="connsiteX3" fmla="*/ 1722687 w 3570449"/>
                <a:gd name="connsiteY3" fmla="*/ 2808414 h 2811091"/>
                <a:gd name="connsiteX4" fmla="*/ 3579 w 3570449"/>
                <a:gd name="connsiteY4" fmla="*/ 1431089 h 2811091"/>
                <a:gd name="connsiteX0" fmla="*/ 9477 w 3576347"/>
                <a:gd name="connsiteY0" fmla="*/ 1454488 h 2834490"/>
                <a:gd name="connsiteX1" fmla="*/ 1345110 w 3576347"/>
                <a:gd name="connsiteY1" fmla="*/ 26030 h 2834490"/>
                <a:gd name="connsiteX2" fmla="*/ 3573043 w 3576347"/>
                <a:gd name="connsiteY2" fmla="*/ 1147731 h 2834490"/>
                <a:gd name="connsiteX3" fmla="*/ 1728585 w 3576347"/>
                <a:gd name="connsiteY3" fmla="*/ 2831813 h 2834490"/>
                <a:gd name="connsiteX4" fmla="*/ 9477 w 3576347"/>
                <a:gd name="connsiteY4" fmla="*/ 1454488 h 2834490"/>
                <a:gd name="connsiteX0" fmla="*/ 11200 w 3578070"/>
                <a:gd name="connsiteY0" fmla="*/ 1454488 h 2834490"/>
                <a:gd name="connsiteX1" fmla="*/ 1346833 w 3578070"/>
                <a:gd name="connsiteY1" fmla="*/ 26030 h 2834490"/>
                <a:gd name="connsiteX2" fmla="*/ 3574766 w 3578070"/>
                <a:gd name="connsiteY2" fmla="*/ 1147731 h 2834490"/>
                <a:gd name="connsiteX3" fmla="*/ 1730308 w 3578070"/>
                <a:gd name="connsiteY3" fmla="*/ 2831813 h 2834490"/>
                <a:gd name="connsiteX4" fmla="*/ 11200 w 3578070"/>
                <a:gd name="connsiteY4" fmla="*/ 1454488 h 2834490"/>
                <a:gd name="connsiteX0" fmla="*/ 5238 w 3394494"/>
                <a:gd name="connsiteY0" fmla="*/ 1561249 h 2815719"/>
                <a:gd name="connsiteX1" fmla="*/ 1164359 w 3394494"/>
                <a:gd name="connsiteY1" fmla="*/ 5027 h 2815719"/>
                <a:gd name="connsiteX2" fmla="*/ 3392292 w 3394494"/>
                <a:gd name="connsiteY2" fmla="*/ 1126728 h 2815719"/>
                <a:gd name="connsiteX3" fmla="*/ 1547834 w 3394494"/>
                <a:gd name="connsiteY3" fmla="*/ 2810810 h 2815719"/>
                <a:gd name="connsiteX4" fmla="*/ 5238 w 3394494"/>
                <a:gd name="connsiteY4" fmla="*/ 1561249 h 2815719"/>
                <a:gd name="connsiteX0" fmla="*/ 1714 w 3390970"/>
                <a:gd name="connsiteY0" fmla="*/ 1561249 h 2816846"/>
                <a:gd name="connsiteX1" fmla="*/ 1160835 w 3390970"/>
                <a:gd name="connsiteY1" fmla="*/ 5027 h 2816846"/>
                <a:gd name="connsiteX2" fmla="*/ 3388768 w 3390970"/>
                <a:gd name="connsiteY2" fmla="*/ 1126728 h 2816846"/>
                <a:gd name="connsiteX3" fmla="*/ 1544310 w 3390970"/>
                <a:gd name="connsiteY3" fmla="*/ 2810810 h 2816846"/>
                <a:gd name="connsiteX4" fmla="*/ 1714 w 3390970"/>
                <a:gd name="connsiteY4" fmla="*/ 1561249 h 2816846"/>
                <a:gd name="connsiteX0" fmla="*/ 1714 w 3392183"/>
                <a:gd name="connsiteY0" fmla="*/ 1561249 h 2822298"/>
                <a:gd name="connsiteX1" fmla="*/ 1160835 w 3392183"/>
                <a:gd name="connsiteY1" fmla="*/ 5027 h 2822298"/>
                <a:gd name="connsiteX2" fmla="*/ 3388768 w 3392183"/>
                <a:gd name="connsiteY2" fmla="*/ 1126728 h 2822298"/>
                <a:gd name="connsiteX3" fmla="*/ 1544310 w 3392183"/>
                <a:gd name="connsiteY3" fmla="*/ 2810810 h 2822298"/>
                <a:gd name="connsiteX4" fmla="*/ 1714 w 3392183"/>
                <a:gd name="connsiteY4" fmla="*/ 1561249 h 2822298"/>
                <a:gd name="connsiteX0" fmla="*/ 1599 w 3099681"/>
                <a:gd name="connsiteY0" fmla="*/ 1556274 h 2805936"/>
                <a:gd name="connsiteX1" fmla="*/ 1160720 w 3099681"/>
                <a:gd name="connsiteY1" fmla="*/ 52 h 2805936"/>
                <a:gd name="connsiteX2" fmla="*/ 3097014 w 3099681"/>
                <a:gd name="connsiteY2" fmla="*/ 1505235 h 2805936"/>
                <a:gd name="connsiteX3" fmla="*/ 1544195 w 3099681"/>
                <a:gd name="connsiteY3" fmla="*/ 2805835 h 2805936"/>
                <a:gd name="connsiteX4" fmla="*/ 1599 w 3099681"/>
                <a:gd name="connsiteY4" fmla="*/ 1556274 h 2805936"/>
                <a:gd name="connsiteX0" fmla="*/ 1599 w 3098266"/>
                <a:gd name="connsiteY0" fmla="*/ 1556274 h 2805936"/>
                <a:gd name="connsiteX1" fmla="*/ 1160720 w 3098266"/>
                <a:gd name="connsiteY1" fmla="*/ 52 h 2805936"/>
                <a:gd name="connsiteX2" fmla="*/ 3097014 w 3098266"/>
                <a:gd name="connsiteY2" fmla="*/ 1505235 h 2805936"/>
                <a:gd name="connsiteX3" fmla="*/ 1544195 w 3098266"/>
                <a:gd name="connsiteY3" fmla="*/ 2805835 h 2805936"/>
                <a:gd name="connsiteX4" fmla="*/ 1599 w 3098266"/>
                <a:gd name="connsiteY4" fmla="*/ 1556274 h 2805936"/>
                <a:gd name="connsiteX0" fmla="*/ 6698 w 3107113"/>
                <a:gd name="connsiteY0" fmla="*/ 1556268 h 1995204"/>
                <a:gd name="connsiteX1" fmla="*/ 1165819 w 3107113"/>
                <a:gd name="connsiteY1" fmla="*/ 46 h 1995204"/>
                <a:gd name="connsiteX2" fmla="*/ 3102113 w 3107113"/>
                <a:gd name="connsiteY2" fmla="*/ 1505229 h 1995204"/>
                <a:gd name="connsiteX3" fmla="*/ 1670895 w 3107113"/>
                <a:gd name="connsiteY3" fmla="*/ 1994767 h 1995204"/>
                <a:gd name="connsiteX4" fmla="*/ 6698 w 3107113"/>
                <a:gd name="connsiteY4" fmla="*/ 1556268 h 1995204"/>
                <a:gd name="connsiteX0" fmla="*/ 6698 w 3107610"/>
                <a:gd name="connsiteY0" fmla="*/ 1556268 h 2094159"/>
                <a:gd name="connsiteX1" fmla="*/ 1165819 w 3107610"/>
                <a:gd name="connsiteY1" fmla="*/ 46 h 2094159"/>
                <a:gd name="connsiteX2" fmla="*/ 3102113 w 3107610"/>
                <a:gd name="connsiteY2" fmla="*/ 1505229 h 2094159"/>
                <a:gd name="connsiteX3" fmla="*/ 1670895 w 3107610"/>
                <a:gd name="connsiteY3" fmla="*/ 1994767 h 2094159"/>
                <a:gd name="connsiteX4" fmla="*/ 6698 w 3107610"/>
                <a:gd name="connsiteY4" fmla="*/ 1556268 h 2094159"/>
                <a:gd name="connsiteX0" fmla="*/ 6698 w 3108326"/>
                <a:gd name="connsiteY0" fmla="*/ 1556268 h 2032117"/>
                <a:gd name="connsiteX1" fmla="*/ 1165819 w 3108326"/>
                <a:gd name="connsiteY1" fmla="*/ 46 h 2032117"/>
                <a:gd name="connsiteX2" fmla="*/ 3102113 w 3108326"/>
                <a:gd name="connsiteY2" fmla="*/ 1505229 h 2032117"/>
                <a:gd name="connsiteX3" fmla="*/ 1670895 w 3108326"/>
                <a:gd name="connsiteY3" fmla="*/ 1994767 h 2032117"/>
                <a:gd name="connsiteX4" fmla="*/ 6698 w 3108326"/>
                <a:gd name="connsiteY4" fmla="*/ 1556268 h 2032117"/>
                <a:gd name="connsiteX0" fmla="*/ 2700 w 3101149"/>
                <a:gd name="connsiteY0" fmla="*/ 1588985 h 2065259"/>
                <a:gd name="connsiteX1" fmla="*/ 1324169 w 3101149"/>
                <a:gd name="connsiteY1" fmla="*/ 44 h 2065259"/>
                <a:gd name="connsiteX2" fmla="*/ 3098115 w 3101149"/>
                <a:gd name="connsiteY2" fmla="*/ 1537946 h 2065259"/>
                <a:gd name="connsiteX3" fmla="*/ 1666897 w 3101149"/>
                <a:gd name="connsiteY3" fmla="*/ 2027484 h 2065259"/>
                <a:gd name="connsiteX4" fmla="*/ 2700 w 3101149"/>
                <a:gd name="connsiteY4" fmla="*/ 1588985 h 2065259"/>
                <a:gd name="connsiteX0" fmla="*/ 2700 w 3100106"/>
                <a:gd name="connsiteY0" fmla="*/ 1588985 h 2163738"/>
                <a:gd name="connsiteX1" fmla="*/ 1324169 w 3100106"/>
                <a:gd name="connsiteY1" fmla="*/ 44 h 2163738"/>
                <a:gd name="connsiteX2" fmla="*/ 3098115 w 3100106"/>
                <a:gd name="connsiteY2" fmla="*/ 1537946 h 2163738"/>
                <a:gd name="connsiteX3" fmla="*/ 1666897 w 3100106"/>
                <a:gd name="connsiteY3" fmla="*/ 2027484 h 2163738"/>
                <a:gd name="connsiteX4" fmla="*/ 2700 w 3100106"/>
                <a:gd name="connsiteY4" fmla="*/ 1588985 h 2163738"/>
                <a:gd name="connsiteX0" fmla="*/ 2700 w 3100834"/>
                <a:gd name="connsiteY0" fmla="*/ 1588985 h 2056082"/>
                <a:gd name="connsiteX1" fmla="*/ 1324169 w 3100834"/>
                <a:gd name="connsiteY1" fmla="*/ 44 h 2056082"/>
                <a:gd name="connsiteX2" fmla="*/ 3098115 w 3100834"/>
                <a:gd name="connsiteY2" fmla="*/ 1537946 h 2056082"/>
                <a:gd name="connsiteX3" fmla="*/ 1666897 w 3100834"/>
                <a:gd name="connsiteY3" fmla="*/ 2027484 h 2056082"/>
                <a:gd name="connsiteX4" fmla="*/ 2700 w 3100834"/>
                <a:gd name="connsiteY4" fmla="*/ 1588985 h 2056082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01100" h="2041075">
                  <a:moveTo>
                    <a:pt x="2700" y="1588985"/>
                  </a:moveTo>
                  <a:cubicBezTo>
                    <a:pt x="-54421" y="1251078"/>
                    <a:pt x="808267" y="8550"/>
                    <a:pt x="1324169" y="44"/>
                  </a:cubicBezTo>
                  <a:cubicBezTo>
                    <a:pt x="1840071" y="-8462"/>
                    <a:pt x="3040994" y="1200039"/>
                    <a:pt x="3098115" y="1537946"/>
                  </a:cubicBezTo>
                  <a:cubicBezTo>
                    <a:pt x="3155236" y="1875853"/>
                    <a:pt x="2382291" y="1963492"/>
                    <a:pt x="1666897" y="2027484"/>
                  </a:cubicBezTo>
                  <a:cubicBezTo>
                    <a:pt x="951503" y="2091476"/>
                    <a:pt x="59821" y="1926892"/>
                    <a:pt x="2700" y="1588985"/>
                  </a:cubicBezTo>
                  <a:close/>
                </a:path>
              </a:pathLst>
            </a:custGeom>
            <a:noFill/>
            <a:ln w="50800">
              <a:solidFill>
                <a:srgbClr val="647A8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17" name="Titel 1">
              <a:extLst>
                <a:ext uri="{FF2B5EF4-FFF2-40B4-BE49-F238E27FC236}">
                  <a16:creationId xmlns:a16="http://schemas.microsoft.com/office/drawing/2014/main" id="{04AA9378-4C14-13B9-BF38-8A3953EB4868}"/>
                </a:ext>
              </a:extLst>
            </p:cNvPr>
            <p:cNvSpPr txBox="1">
              <a:spLocks/>
            </p:cNvSpPr>
            <p:nvPr/>
          </p:nvSpPr>
          <p:spPr>
            <a:xfrm>
              <a:off x="8051859" y="6045499"/>
              <a:ext cx="2276638" cy="489887"/>
            </a:xfrm>
            <a:prstGeom prst="rect">
              <a:avLst/>
            </a:prstGeom>
          </p:spPr>
          <p:txBody>
            <a:bodyPr anchor="ctr"/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r"/>
              <a:r>
                <a:rPr lang="de-DE" sz="1200" b="0" dirty="0">
                  <a:solidFill>
                    <a:schemeClr val="bg1"/>
                  </a:solidFill>
                  <a:latin typeface="TheSans Plain" pitchFamily="2" charset="0"/>
                  <a:cs typeface="Kannada Sangam MN" pitchFamily="2" charset="0"/>
                </a:rPr>
                <a:t>Abend-HTL</a:t>
              </a:r>
            </a:p>
          </p:txBody>
        </p:sp>
      </p:grpSp>
      <p:pic>
        <p:nvPicPr>
          <p:cNvPr id="19" name="Grafik 18">
            <a:extLst>
              <a:ext uri="{FF2B5EF4-FFF2-40B4-BE49-F238E27FC236}">
                <a16:creationId xmlns:a16="http://schemas.microsoft.com/office/drawing/2014/main" id="{F570B224-0750-461E-270C-21E5C47D1287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425451" y="6038569"/>
            <a:ext cx="485673" cy="62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7974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T_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ihandform 13">
            <a:extLst>
              <a:ext uri="{FF2B5EF4-FFF2-40B4-BE49-F238E27FC236}">
                <a16:creationId xmlns:a16="http://schemas.microsoft.com/office/drawing/2014/main" id="{44E8D287-3E84-0CEF-FE7D-A2F5ACFCCE39}"/>
              </a:ext>
            </a:extLst>
          </p:cNvPr>
          <p:cNvSpPr/>
          <p:nvPr userDrawn="1"/>
        </p:nvSpPr>
        <p:spPr>
          <a:xfrm rot="12964706">
            <a:off x="7061387" y="-688096"/>
            <a:ext cx="5830459" cy="6730241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2630869"/>
              <a:gd name="connsiteY0" fmla="*/ 1913201 h 4484060"/>
              <a:gd name="connsiteX1" fmla="*/ 2156275 w 2630869"/>
              <a:gd name="connsiteY1" fmla="*/ 89473 h 4484060"/>
              <a:gd name="connsiteX2" fmla="*/ 2574031 w 2630869"/>
              <a:gd name="connsiteY2" fmla="*/ 2543820 h 4484060"/>
              <a:gd name="connsiteX3" fmla="*/ 2321781 w 2630869"/>
              <a:gd name="connsiteY3" fmla="*/ 4351600 h 4484060"/>
              <a:gd name="connsiteX4" fmla="*/ 51546 w 2630869"/>
              <a:gd name="connsiteY4" fmla="*/ 3542304 h 4484060"/>
              <a:gd name="connsiteX5" fmla="*/ 829312 w 2630869"/>
              <a:gd name="connsiteY5" fmla="*/ 1913201 h 4484060"/>
              <a:gd name="connsiteX0" fmla="*/ 829312 w 2634983"/>
              <a:gd name="connsiteY0" fmla="*/ 1913201 h 4484060"/>
              <a:gd name="connsiteX1" fmla="*/ 2156275 w 2634983"/>
              <a:gd name="connsiteY1" fmla="*/ 89473 h 4484060"/>
              <a:gd name="connsiteX2" fmla="*/ 2574031 w 2634983"/>
              <a:gd name="connsiteY2" fmla="*/ 2543820 h 4484060"/>
              <a:gd name="connsiteX3" fmla="*/ 2321781 w 2634983"/>
              <a:gd name="connsiteY3" fmla="*/ 4351600 h 4484060"/>
              <a:gd name="connsiteX4" fmla="*/ 51546 w 2634983"/>
              <a:gd name="connsiteY4" fmla="*/ 3542304 h 4484060"/>
              <a:gd name="connsiteX5" fmla="*/ 829312 w 2634983"/>
              <a:gd name="connsiteY5" fmla="*/ 1913201 h 4484060"/>
              <a:gd name="connsiteX0" fmla="*/ 829312 w 2634983"/>
              <a:gd name="connsiteY0" fmla="*/ 1823911 h 4394770"/>
              <a:gd name="connsiteX1" fmla="*/ 2156275 w 2634983"/>
              <a:gd name="connsiteY1" fmla="*/ 183 h 4394770"/>
              <a:gd name="connsiteX2" fmla="*/ 2574031 w 2634983"/>
              <a:gd name="connsiteY2" fmla="*/ 2454530 h 4394770"/>
              <a:gd name="connsiteX3" fmla="*/ 2321781 w 2634983"/>
              <a:gd name="connsiteY3" fmla="*/ 4262310 h 4394770"/>
              <a:gd name="connsiteX4" fmla="*/ 51546 w 2634983"/>
              <a:gd name="connsiteY4" fmla="*/ 3453014 h 4394770"/>
              <a:gd name="connsiteX5" fmla="*/ 829312 w 2634983"/>
              <a:gd name="connsiteY5" fmla="*/ 1823911 h 4394770"/>
              <a:gd name="connsiteX0" fmla="*/ 550921 w 2356592"/>
              <a:gd name="connsiteY0" fmla="*/ 1823911 h 4375660"/>
              <a:gd name="connsiteX1" fmla="*/ 1877884 w 2356592"/>
              <a:gd name="connsiteY1" fmla="*/ 183 h 4375660"/>
              <a:gd name="connsiteX2" fmla="*/ 2295640 w 2356592"/>
              <a:gd name="connsiteY2" fmla="*/ 2454530 h 4375660"/>
              <a:gd name="connsiteX3" fmla="*/ 2043390 w 2356592"/>
              <a:gd name="connsiteY3" fmla="*/ 4262310 h 4375660"/>
              <a:gd name="connsiteX4" fmla="*/ 97666 w 2356592"/>
              <a:gd name="connsiteY4" fmla="*/ 3284751 h 4375660"/>
              <a:gd name="connsiteX5" fmla="*/ 550921 w 2356592"/>
              <a:gd name="connsiteY5" fmla="*/ 1823911 h 4375660"/>
              <a:gd name="connsiteX0" fmla="*/ 1187626 w 2290887"/>
              <a:gd name="connsiteY0" fmla="*/ 1491571 h 4375718"/>
              <a:gd name="connsiteX1" fmla="*/ 1812179 w 2290887"/>
              <a:gd name="connsiteY1" fmla="*/ 241 h 4375718"/>
              <a:gd name="connsiteX2" fmla="*/ 2229935 w 2290887"/>
              <a:gd name="connsiteY2" fmla="*/ 2454588 h 4375718"/>
              <a:gd name="connsiteX3" fmla="*/ 1977685 w 2290887"/>
              <a:gd name="connsiteY3" fmla="*/ 4262368 h 4375718"/>
              <a:gd name="connsiteX4" fmla="*/ 31961 w 2290887"/>
              <a:gd name="connsiteY4" fmla="*/ 3284809 h 4375718"/>
              <a:gd name="connsiteX5" fmla="*/ 1187626 w 2290887"/>
              <a:gd name="connsiteY5" fmla="*/ 1491571 h 4375718"/>
              <a:gd name="connsiteX0" fmla="*/ 1187626 w 2290887"/>
              <a:gd name="connsiteY0" fmla="*/ 1491690 h 4375837"/>
              <a:gd name="connsiteX1" fmla="*/ 1812179 w 2290887"/>
              <a:gd name="connsiteY1" fmla="*/ 360 h 4375837"/>
              <a:gd name="connsiteX2" fmla="*/ 2229935 w 2290887"/>
              <a:gd name="connsiteY2" fmla="*/ 2454707 h 4375837"/>
              <a:gd name="connsiteX3" fmla="*/ 1977685 w 2290887"/>
              <a:gd name="connsiteY3" fmla="*/ 4262487 h 4375837"/>
              <a:gd name="connsiteX4" fmla="*/ 31961 w 2290887"/>
              <a:gd name="connsiteY4" fmla="*/ 3284928 h 4375837"/>
              <a:gd name="connsiteX5" fmla="*/ 1187626 w 2290887"/>
              <a:gd name="connsiteY5" fmla="*/ 1491690 h 4375837"/>
              <a:gd name="connsiteX0" fmla="*/ 1177700 w 2280961"/>
              <a:gd name="connsiteY0" fmla="*/ 1491690 h 4375837"/>
              <a:gd name="connsiteX1" fmla="*/ 1802253 w 2280961"/>
              <a:gd name="connsiteY1" fmla="*/ 360 h 4375837"/>
              <a:gd name="connsiteX2" fmla="*/ 2220009 w 2280961"/>
              <a:gd name="connsiteY2" fmla="*/ 2454707 h 4375837"/>
              <a:gd name="connsiteX3" fmla="*/ 1967759 w 2280961"/>
              <a:gd name="connsiteY3" fmla="*/ 4262487 h 4375837"/>
              <a:gd name="connsiteX4" fmla="*/ 22035 w 2280961"/>
              <a:gd name="connsiteY4" fmla="*/ 3284928 h 4375837"/>
              <a:gd name="connsiteX5" fmla="*/ 1177700 w 2280961"/>
              <a:gd name="connsiteY5" fmla="*/ 1491690 h 4375837"/>
              <a:gd name="connsiteX0" fmla="*/ 1177700 w 2132201"/>
              <a:gd name="connsiteY0" fmla="*/ 1491690 h 4375837"/>
              <a:gd name="connsiteX1" fmla="*/ 1802253 w 2132201"/>
              <a:gd name="connsiteY1" fmla="*/ 360 h 4375837"/>
              <a:gd name="connsiteX2" fmla="*/ 1570986 w 2132201"/>
              <a:gd name="connsiteY2" fmla="*/ 2791232 h 4375837"/>
              <a:gd name="connsiteX3" fmla="*/ 1967759 w 2132201"/>
              <a:gd name="connsiteY3" fmla="*/ 4262487 h 4375837"/>
              <a:gd name="connsiteX4" fmla="*/ 22035 w 2132201"/>
              <a:gd name="connsiteY4" fmla="*/ 3284928 h 4375837"/>
              <a:gd name="connsiteX5" fmla="*/ 1177700 w 2132201"/>
              <a:gd name="connsiteY5" fmla="*/ 1491690 h 4375837"/>
              <a:gd name="connsiteX0" fmla="*/ 1177700 w 2303877"/>
              <a:gd name="connsiteY0" fmla="*/ 654980 h 3539127"/>
              <a:gd name="connsiteX1" fmla="*/ 2105842 w 2303877"/>
              <a:gd name="connsiteY1" fmla="*/ 30327 h 3539127"/>
              <a:gd name="connsiteX2" fmla="*/ 1570986 w 2303877"/>
              <a:gd name="connsiteY2" fmla="*/ 1954522 h 3539127"/>
              <a:gd name="connsiteX3" fmla="*/ 1967759 w 2303877"/>
              <a:gd name="connsiteY3" fmla="*/ 3425777 h 3539127"/>
              <a:gd name="connsiteX4" fmla="*/ 22035 w 2303877"/>
              <a:gd name="connsiteY4" fmla="*/ 2448218 h 3539127"/>
              <a:gd name="connsiteX5" fmla="*/ 1177700 w 2303877"/>
              <a:gd name="connsiteY5" fmla="*/ 654980 h 3539127"/>
              <a:gd name="connsiteX0" fmla="*/ 1177700 w 2303877"/>
              <a:gd name="connsiteY0" fmla="*/ 811890 h 3696037"/>
              <a:gd name="connsiteX1" fmla="*/ 2105842 w 2303877"/>
              <a:gd name="connsiteY1" fmla="*/ 187237 h 3696037"/>
              <a:gd name="connsiteX2" fmla="*/ 1570986 w 2303877"/>
              <a:gd name="connsiteY2" fmla="*/ 2111432 h 3696037"/>
              <a:gd name="connsiteX3" fmla="*/ 1967759 w 2303877"/>
              <a:gd name="connsiteY3" fmla="*/ 3582687 h 3696037"/>
              <a:gd name="connsiteX4" fmla="*/ 22035 w 2303877"/>
              <a:gd name="connsiteY4" fmla="*/ 2605128 h 3696037"/>
              <a:gd name="connsiteX5" fmla="*/ 1177700 w 2303877"/>
              <a:gd name="connsiteY5" fmla="*/ 811890 h 3696037"/>
              <a:gd name="connsiteX0" fmla="*/ 1177700 w 2189200"/>
              <a:gd name="connsiteY0" fmla="*/ 811890 h 3696037"/>
              <a:gd name="connsiteX1" fmla="*/ 2105842 w 2189200"/>
              <a:gd name="connsiteY1" fmla="*/ 187237 h 3696037"/>
              <a:gd name="connsiteX2" fmla="*/ 1570986 w 2189200"/>
              <a:gd name="connsiteY2" fmla="*/ 2111432 h 3696037"/>
              <a:gd name="connsiteX3" fmla="*/ 1967759 w 2189200"/>
              <a:gd name="connsiteY3" fmla="*/ 3582687 h 3696037"/>
              <a:gd name="connsiteX4" fmla="*/ 22035 w 2189200"/>
              <a:gd name="connsiteY4" fmla="*/ 2605128 h 3696037"/>
              <a:gd name="connsiteX5" fmla="*/ 1177700 w 2189200"/>
              <a:gd name="connsiteY5" fmla="*/ 811890 h 3696037"/>
              <a:gd name="connsiteX0" fmla="*/ 1177700 w 2189200"/>
              <a:gd name="connsiteY0" fmla="*/ 743015 h 3627162"/>
              <a:gd name="connsiteX1" fmla="*/ 2105842 w 2189200"/>
              <a:gd name="connsiteY1" fmla="*/ 118362 h 3627162"/>
              <a:gd name="connsiteX2" fmla="*/ 1570986 w 2189200"/>
              <a:gd name="connsiteY2" fmla="*/ 2042557 h 3627162"/>
              <a:gd name="connsiteX3" fmla="*/ 1967759 w 2189200"/>
              <a:gd name="connsiteY3" fmla="*/ 3513812 h 3627162"/>
              <a:gd name="connsiteX4" fmla="*/ 22035 w 2189200"/>
              <a:gd name="connsiteY4" fmla="*/ 2536253 h 3627162"/>
              <a:gd name="connsiteX5" fmla="*/ 1177700 w 2189200"/>
              <a:gd name="connsiteY5" fmla="*/ 743015 h 3627162"/>
              <a:gd name="connsiteX0" fmla="*/ 1177700 w 2189200"/>
              <a:gd name="connsiteY0" fmla="*/ 695554 h 3579701"/>
              <a:gd name="connsiteX1" fmla="*/ 2105842 w 2189200"/>
              <a:gd name="connsiteY1" fmla="*/ 70901 h 3579701"/>
              <a:gd name="connsiteX2" fmla="*/ 1570986 w 2189200"/>
              <a:gd name="connsiteY2" fmla="*/ 1995096 h 3579701"/>
              <a:gd name="connsiteX3" fmla="*/ 1967759 w 2189200"/>
              <a:gd name="connsiteY3" fmla="*/ 3466351 h 3579701"/>
              <a:gd name="connsiteX4" fmla="*/ 22035 w 2189200"/>
              <a:gd name="connsiteY4" fmla="*/ 2488792 h 3579701"/>
              <a:gd name="connsiteX5" fmla="*/ 1177700 w 2189200"/>
              <a:gd name="connsiteY5" fmla="*/ 695554 h 3579701"/>
              <a:gd name="connsiteX0" fmla="*/ 1180449 w 2191949"/>
              <a:gd name="connsiteY0" fmla="*/ 695554 h 3579701"/>
              <a:gd name="connsiteX1" fmla="*/ 2108591 w 2191949"/>
              <a:gd name="connsiteY1" fmla="*/ 70901 h 3579701"/>
              <a:gd name="connsiteX2" fmla="*/ 1573735 w 2191949"/>
              <a:gd name="connsiteY2" fmla="*/ 1995096 h 3579701"/>
              <a:gd name="connsiteX3" fmla="*/ 1970508 w 2191949"/>
              <a:gd name="connsiteY3" fmla="*/ 3466351 h 3579701"/>
              <a:gd name="connsiteX4" fmla="*/ 24784 w 2191949"/>
              <a:gd name="connsiteY4" fmla="*/ 2488792 h 3579701"/>
              <a:gd name="connsiteX5" fmla="*/ 1180449 w 2191949"/>
              <a:gd name="connsiteY5" fmla="*/ 695554 h 3579701"/>
              <a:gd name="connsiteX0" fmla="*/ 1180449 w 2191949"/>
              <a:gd name="connsiteY0" fmla="*/ 688306 h 3572453"/>
              <a:gd name="connsiteX1" fmla="*/ 2108591 w 2191949"/>
              <a:gd name="connsiteY1" fmla="*/ 63653 h 3572453"/>
              <a:gd name="connsiteX2" fmla="*/ 1573735 w 2191949"/>
              <a:gd name="connsiteY2" fmla="*/ 1987848 h 3572453"/>
              <a:gd name="connsiteX3" fmla="*/ 1970508 w 2191949"/>
              <a:gd name="connsiteY3" fmla="*/ 3459103 h 3572453"/>
              <a:gd name="connsiteX4" fmla="*/ 24784 w 2191949"/>
              <a:gd name="connsiteY4" fmla="*/ 2481544 h 3572453"/>
              <a:gd name="connsiteX5" fmla="*/ 1180449 w 2191949"/>
              <a:gd name="connsiteY5" fmla="*/ 688306 h 3572453"/>
              <a:gd name="connsiteX0" fmla="*/ 1180449 w 2191949"/>
              <a:gd name="connsiteY0" fmla="*/ 683650 h 3567797"/>
              <a:gd name="connsiteX1" fmla="*/ 2108591 w 2191949"/>
              <a:gd name="connsiteY1" fmla="*/ 58997 h 3567797"/>
              <a:gd name="connsiteX2" fmla="*/ 1573735 w 2191949"/>
              <a:gd name="connsiteY2" fmla="*/ 1983192 h 3567797"/>
              <a:gd name="connsiteX3" fmla="*/ 1970508 w 2191949"/>
              <a:gd name="connsiteY3" fmla="*/ 3454447 h 3567797"/>
              <a:gd name="connsiteX4" fmla="*/ 24784 w 2191949"/>
              <a:gd name="connsiteY4" fmla="*/ 2476888 h 3567797"/>
              <a:gd name="connsiteX5" fmla="*/ 1180449 w 2191949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3164"/>
              <a:gd name="connsiteY0" fmla="*/ 683650 h 3567797"/>
              <a:gd name="connsiteX1" fmla="*/ 2108591 w 2193164"/>
              <a:gd name="connsiteY1" fmla="*/ 58997 h 3567797"/>
              <a:gd name="connsiteX2" fmla="*/ 1573735 w 2193164"/>
              <a:gd name="connsiteY2" fmla="*/ 1983192 h 3567797"/>
              <a:gd name="connsiteX3" fmla="*/ 1970508 w 2193164"/>
              <a:gd name="connsiteY3" fmla="*/ 3454447 h 3567797"/>
              <a:gd name="connsiteX4" fmla="*/ 24784 w 2193164"/>
              <a:gd name="connsiteY4" fmla="*/ 2476888 h 3567797"/>
              <a:gd name="connsiteX5" fmla="*/ 1180449 w 2193164"/>
              <a:gd name="connsiteY5" fmla="*/ 683650 h 3567797"/>
              <a:gd name="connsiteX0" fmla="*/ 1180310 w 2193025"/>
              <a:gd name="connsiteY0" fmla="*/ 683650 h 3567797"/>
              <a:gd name="connsiteX1" fmla="*/ 2108452 w 2193025"/>
              <a:gd name="connsiteY1" fmla="*/ 58997 h 3567797"/>
              <a:gd name="connsiteX2" fmla="*/ 1573596 w 2193025"/>
              <a:gd name="connsiteY2" fmla="*/ 1983192 h 3567797"/>
              <a:gd name="connsiteX3" fmla="*/ 1970369 w 2193025"/>
              <a:gd name="connsiteY3" fmla="*/ 3454447 h 3567797"/>
              <a:gd name="connsiteX4" fmla="*/ 24645 w 2193025"/>
              <a:gd name="connsiteY4" fmla="*/ 2476888 h 3567797"/>
              <a:gd name="connsiteX5" fmla="*/ 1180310 w 2193025"/>
              <a:gd name="connsiteY5" fmla="*/ 683650 h 3567797"/>
              <a:gd name="connsiteX0" fmla="*/ 1180310 w 2193025"/>
              <a:gd name="connsiteY0" fmla="*/ 693860 h 3578007"/>
              <a:gd name="connsiteX1" fmla="*/ 2108452 w 2193025"/>
              <a:gd name="connsiteY1" fmla="*/ 69207 h 3578007"/>
              <a:gd name="connsiteX2" fmla="*/ 1573596 w 2193025"/>
              <a:gd name="connsiteY2" fmla="*/ 1993402 h 3578007"/>
              <a:gd name="connsiteX3" fmla="*/ 1970369 w 2193025"/>
              <a:gd name="connsiteY3" fmla="*/ 3464657 h 3578007"/>
              <a:gd name="connsiteX4" fmla="*/ 24645 w 2193025"/>
              <a:gd name="connsiteY4" fmla="*/ 2487098 h 3578007"/>
              <a:gd name="connsiteX5" fmla="*/ 1180310 w 2193025"/>
              <a:gd name="connsiteY5" fmla="*/ 693860 h 3578007"/>
              <a:gd name="connsiteX0" fmla="*/ 1180310 w 2193025"/>
              <a:gd name="connsiteY0" fmla="*/ 693860 h 3581308"/>
              <a:gd name="connsiteX1" fmla="*/ 2108452 w 2193025"/>
              <a:gd name="connsiteY1" fmla="*/ 69207 h 3581308"/>
              <a:gd name="connsiteX2" fmla="*/ 1573596 w 2193025"/>
              <a:gd name="connsiteY2" fmla="*/ 1993402 h 3581308"/>
              <a:gd name="connsiteX3" fmla="*/ 1970369 w 2193025"/>
              <a:gd name="connsiteY3" fmla="*/ 3464657 h 3581308"/>
              <a:gd name="connsiteX4" fmla="*/ 24645 w 2193025"/>
              <a:gd name="connsiteY4" fmla="*/ 2487098 h 3581308"/>
              <a:gd name="connsiteX5" fmla="*/ 1180310 w 2193025"/>
              <a:gd name="connsiteY5" fmla="*/ 693860 h 3581308"/>
              <a:gd name="connsiteX0" fmla="*/ 1180701 w 2193416"/>
              <a:gd name="connsiteY0" fmla="*/ 693860 h 3581308"/>
              <a:gd name="connsiteX1" fmla="*/ 2108843 w 2193416"/>
              <a:gd name="connsiteY1" fmla="*/ 69207 h 3581308"/>
              <a:gd name="connsiteX2" fmla="*/ 1573987 w 2193416"/>
              <a:gd name="connsiteY2" fmla="*/ 1993402 h 3581308"/>
              <a:gd name="connsiteX3" fmla="*/ 1970760 w 2193416"/>
              <a:gd name="connsiteY3" fmla="*/ 3464657 h 3581308"/>
              <a:gd name="connsiteX4" fmla="*/ 25036 w 2193416"/>
              <a:gd name="connsiteY4" fmla="*/ 2487098 h 3581308"/>
              <a:gd name="connsiteX5" fmla="*/ 1180701 w 2193416"/>
              <a:gd name="connsiteY5" fmla="*/ 693860 h 3581308"/>
              <a:gd name="connsiteX0" fmla="*/ 928190 w 2150347"/>
              <a:gd name="connsiteY0" fmla="*/ 1084474 h 3508207"/>
              <a:gd name="connsiteX1" fmla="*/ 2108497 w 2150347"/>
              <a:gd name="connsiteY1" fmla="*/ 17094 h 3508207"/>
              <a:gd name="connsiteX2" fmla="*/ 1573641 w 2150347"/>
              <a:gd name="connsiteY2" fmla="*/ 1941289 h 3508207"/>
              <a:gd name="connsiteX3" fmla="*/ 1970414 w 2150347"/>
              <a:gd name="connsiteY3" fmla="*/ 3412544 h 3508207"/>
              <a:gd name="connsiteX4" fmla="*/ 24690 w 2150347"/>
              <a:gd name="connsiteY4" fmla="*/ 2434985 h 3508207"/>
              <a:gd name="connsiteX5" fmla="*/ 928190 w 2150347"/>
              <a:gd name="connsiteY5" fmla="*/ 1084474 h 3508207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4105 w 2214185"/>
              <a:gd name="connsiteY0" fmla="*/ 720680 h 3624865"/>
              <a:gd name="connsiteX1" fmla="*/ 1990259 w 2214185"/>
              <a:gd name="connsiteY1" fmla="*/ 56886 h 3624865"/>
              <a:gd name="connsiteX2" fmla="*/ 1628516 w 2214185"/>
              <a:gd name="connsiteY2" fmla="*/ 2052315 h 3624865"/>
              <a:gd name="connsiteX3" fmla="*/ 2025289 w 2214185"/>
              <a:gd name="connsiteY3" fmla="*/ 3523570 h 3624865"/>
              <a:gd name="connsiteX4" fmla="*/ 79565 w 2214185"/>
              <a:gd name="connsiteY4" fmla="*/ 2546011 h 3624865"/>
              <a:gd name="connsiteX5" fmla="*/ 534105 w 2214185"/>
              <a:gd name="connsiteY5" fmla="*/ 720680 h 3624865"/>
              <a:gd name="connsiteX0" fmla="*/ 534105 w 2214185"/>
              <a:gd name="connsiteY0" fmla="*/ 702134 h 3606319"/>
              <a:gd name="connsiteX1" fmla="*/ 1990259 w 2214185"/>
              <a:gd name="connsiteY1" fmla="*/ 38340 h 3606319"/>
              <a:gd name="connsiteX2" fmla="*/ 1628516 w 2214185"/>
              <a:gd name="connsiteY2" fmla="*/ 2033769 h 3606319"/>
              <a:gd name="connsiteX3" fmla="*/ 2025289 w 2214185"/>
              <a:gd name="connsiteY3" fmla="*/ 3505024 h 3606319"/>
              <a:gd name="connsiteX4" fmla="*/ 79565 w 2214185"/>
              <a:gd name="connsiteY4" fmla="*/ 2527465 h 3606319"/>
              <a:gd name="connsiteX5" fmla="*/ 534105 w 2214185"/>
              <a:gd name="connsiteY5" fmla="*/ 702134 h 3606319"/>
              <a:gd name="connsiteX0" fmla="*/ 591383 w 2201636"/>
              <a:gd name="connsiteY0" fmla="*/ 804752 h 3611345"/>
              <a:gd name="connsiteX1" fmla="*/ 1977710 w 2201636"/>
              <a:gd name="connsiteY1" fmla="*/ 44556 h 3611345"/>
              <a:gd name="connsiteX2" fmla="*/ 1615967 w 2201636"/>
              <a:gd name="connsiteY2" fmla="*/ 2039985 h 3611345"/>
              <a:gd name="connsiteX3" fmla="*/ 2012740 w 2201636"/>
              <a:gd name="connsiteY3" fmla="*/ 3511240 h 3611345"/>
              <a:gd name="connsiteX4" fmla="*/ 67016 w 2201636"/>
              <a:gd name="connsiteY4" fmla="*/ 2533681 h 3611345"/>
              <a:gd name="connsiteX5" fmla="*/ 591383 w 2201636"/>
              <a:gd name="connsiteY5" fmla="*/ 804752 h 3611345"/>
              <a:gd name="connsiteX0" fmla="*/ 621567 w 2231820"/>
              <a:gd name="connsiteY0" fmla="*/ 847596 h 3654189"/>
              <a:gd name="connsiteX1" fmla="*/ 2007894 w 2231820"/>
              <a:gd name="connsiteY1" fmla="*/ 87400 h 3654189"/>
              <a:gd name="connsiteX2" fmla="*/ 1646151 w 2231820"/>
              <a:gd name="connsiteY2" fmla="*/ 2082829 h 3654189"/>
              <a:gd name="connsiteX3" fmla="*/ 2042924 w 2231820"/>
              <a:gd name="connsiteY3" fmla="*/ 3554084 h 3654189"/>
              <a:gd name="connsiteX4" fmla="*/ 97200 w 2231820"/>
              <a:gd name="connsiteY4" fmla="*/ 2576525 h 3654189"/>
              <a:gd name="connsiteX5" fmla="*/ 621567 w 2231820"/>
              <a:gd name="connsiteY5" fmla="*/ 847596 h 36541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31820" h="3654189">
                <a:moveTo>
                  <a:pt x="621567" y="847596"/>
                </a:moveTo>
                <a:cubicBezTo>
                  <a:pt x="1178629" y="2845"/>
                  <a:pt x="1837130" y="-118472"/>
                  <a:pt x="2007894" y="87400"/>
                </a:cubicBezTo>
                <a:cubicBezTo>
                  <a:pt x="2178658" y="293272"/>
                  <a:pt x="1640313" y="1505048"/>
                  <a:pt x="1646151" y="2082829"/>
                </a:cubicBezTo>
                <a:cubicBezTo>
                  <a:pt x="1651989" y="2660610"/>
                  <a:pt x="2633224" y="3039235"/>
                  <a:pt x="2042924" y="3554084"/>
                </a:cubicBezTo>
                <a:cubicBezTo>
                  <a:pt x="1576966" y="3960484"/>
                  <a:pt x="334093" y="3027606"/>
                  <a:pt x="97200" y="2576525"/>
                </a:cubicBezTo>
                <a:cubicBezTo>
                  <a:pt x="-139693" y="2125444"/>
                  <a:pt x="64505" y="1692347"/>
                  <a:pt x="621567" y="847596"/>
                </a:cubicBezTo>
                <a:close/>
              </a:path>
            </a:pathLst>
          </a:custGeom>
          <a:solidFill>
            <a:srgbClr val="FDC21A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Freihandform 14">
            <a:extLst>
              <a:ext uri="{FF2B5EF4-FFF2-40B4-BE49-F238E27FC236}">
                <a16:creationId xmlns:a16="http://schemas.microsoft.com/office/drawing/2014/main" id="{DE57907C-840A-5BB1-5D69-DE4552E00CDF}"/>
              </a:ext>
            </a:extLst>
          </p:cNvPr>
          <p:cNvSpPr/>
          <p:nvPr userDrawn="1"/>
        </p:nvSpPr>
        <p:spPr>
          <a:xfrm rot="12433821">
            <a:off x="6943358" y="-1183844"/>
            <a:ext cx="6379201" cy="7374662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2630869"/>
              <a:gd name="connsiteY0" fmla="*/ 1913201 h 4484060"/>
              <a:gd name="connsiteX1" fmla="*/ 2156275 w 2630869"/>
              <a:gd name="connsiteY1" fmla="*/ 89473 h 4484060"/>
              <a:gd name="connsiteX2" fmla="*/ 2574031 w 2630869"/>
              <a:gd name="connsiteY2" fmla="*/ 2543820 h 4484060"/>
              <a:gd name="connsiteX3" fmla="*/ 2321781 w 2630869"/>
              <a:gd name="connsiteY3" fmla="*/ 4351600 h 4484060"/>
              <a:gd name="connsiteX4" fmla="*/ 51546 w 2630869"/>
              <a:gd name="connsiteY4" fmla="*/ 3542304 h 4484060"/>
              <a:gd name="connsiteX5" fmla="*/ 829312 w 2630869"/>
              <a:gd name="connsiteY5" fmla="*/ 1913201 h 4484060"/>
              <a:gd name="connsiteX0" fmla="*/ 829312 w 2634983"/>
              <a:gd name="connsiteY0" fmla="*/ 1913201 h 4484060"/>
              <a:gd name="connsiteX1" fmla="*/ 2156275 w 2634983"/>
              <a:gd name="connsiteY1" fmla="*/ 89473 h 4484060"/>
              <a:gd name="connsiteX2" fmla="*/ 2574031 w 2634983"/>
              <a:gd name="connsiteY2" fmla="*/ 2543820 h 4484060"/>
              <a:gd name="connsiteX3" fmla="*/ 2321781 w 2634983"/>
              <a:gd name="connsiteY3" fmla="*/ 4351600 h 4484060"/>
              <a:gd name="connsiteX4" fmla="*/ 51546 w 2634983"/>
              <a:gd name="connsiteY4" fmla="*/ 3542304 h 4484060"/>
              <a:gd name="connsiteX5" fmla="*/ 829312 w 2634983"/>
              <a:gd name="connsiteY5" fmla="*/ 1913201 h 4484060"/>
              <a:gd name="connsiteX0" fmla="*/ 829312 w 2634983"/>
              <a:gd name="connsiteY0" fmla="*/ 1823911 h 4394770"/>
              <a:gd name="connsiteX1" fmla="*/ 2156275 w 2634983"/>
              <a:gd name="connsiteY1" fmla="*/ 183 h 4394770"/>
              <a:gd name="connsiteX2" fmla="*/ 2574031 w 2634983"/>
              <a:gd name="connsiteY2" fmla="*/ 2454530 h 4394770"/>
              <a:gd name="connsiteX3" fmla="*/ 2321781 w 2634983"/>
              <a:gd name="connsiteY3" fmla="*/ 4262310 h 4394770"/>
              <a:gd name="connsiteX4" fmla="*/ 51546 w 2634983"/>
              <a:gd name="connsiteY4" fmla="*/ 3453014 h 4394770"/>
              <a:gd name="connsiteX5" fmla="*/ 829312 w 2634983"/>
              <a:gd name="connsiteY5" fmla="*/ 1823911 h 4394770"/>
              <a:gd name="connsiteX0" fmla="*/ 550921 w 2356592"/>
              <a:gd name="connsiteY0" fmla="*/ 1823911 h 4375660"/>
              <a:gd name="connsiteX1" fmla="*/ 1877884 w 2356592"/>
              <a:gd name="connsiteY1" fmla="*/ 183 h 4375660"/>
              <a:gd name="connsiteX2" fmla="*/ 2295640 w 2356592"/>
              <a:gd name="connsiteY2" fmla="*/ 2454530 h 4375660"/>
              <a:gd name="connsiteX3" fmla="*/ 2043390 w 2356592"/>
              <a:gd name="connsiteY3" fmla="*/ 4262310 h 4375660"/>
              <a:gd name="connsiteX4" fmla="*/ 97666 w 2356592"/>
              <a:gd name="connsiteY4" fmla="*/ 3284751 h 4375660"/>
              <a:gd name="connsiteX5" fmla="*/ 550921 w 2356592"/>
              <a:gd name="connsiteY5" fmla="*/ 1823911 h 4375660"/>
              <a:gd name="connsiteX0" fmla="*/ 1187626 w 2290887"/>
              <a:gd name="connsiteY0" fmla="*/ 1491571 h 4375718"/>
              <a:gd name="connsiteX1" fmla="*/ 1812179 w 2290887"/>
              <a:gd name="connsiteY1" fmla="*/ 241 h 4375718"/>
              <a:gd name="connsiteX2" fmla="*/ 2229935 w 2290887"/>
              <a:gd name="connsiteY2" fmla="*/ 2454588 h 4375718"/>
              <a:gd name="connsiteX3" fmla="*/ 1977685 w 2290887"/>
              <a:gd name="connsiteY3" fmla="*/ 4262368 h 4375718"/>
              <a:gd name="connsiteX4" fmla="*/ 31961 w 2290887"/>
              <a:gd name="connsiteY4" fmla="*/ 3284809 h 4375718"/>
              <a:gd name="connsiteX5" fmla="*/ 1187626 w 2290887"/>
              <a:gd name="connsiteY5" fmla="*/ 1491571 h 4375718"/>
              <a:gd name="connsiteX0" fmla="*/ 1187626 w 2290887"/>
              <a:gd name="connsiteY0" fmla="*/ 1491690 h 4375837"/>
              <a:gd name="connsiteX1" fmla="*/ 1812179 w 2290887"/>
              <a:gd name="connsiteY1" fmla="*/ 360 h 4375837"/>
              <a:gd name="connsiteX2" fmla="*/ 2229935 w 2290887"/>
              <a:gd name="connsiteY2" fmla="*/ 2454707 h 4375837"/>
              <a:gd name="connsiteX3" fmla="*/ 1977685 w 2290887"/>
              <a:gd name="connsiteY3" fmla="*/ 4262487 h 4375837"/>
              <a:gd name="connsiteX4" fmla="*/ 31961 w 2290887"/>
              <a:gd name="connsiteY4" fmla="*/ 3284928 h 4375837"/>
              <a:gd name="connsiteX5" fmla="*/ 1187626 w 2290887"/>
              <a:gd name="connsiteY5" fmla="*/ 1491690 h 4375837"/>
              <a:gd name="connsiteX0" fmla="*/ 1177700 w 2280961"/>
              <a:gd name="connsiteY0" fmla="*/ 1491690 h 4375837"/>
              <a:gd name="connsiteX1" fmla="*/ 1802253 w 2280961"/>
              <a:gd name="connsiteY1" fmla="*/ 360 h 4375837"/>
              <a:gd name="connsiteX2" fmla="*/ 2220009 w 2280961"/>
              <a:gd name="connsiteY2" fmla="*/ 2454707 h 4375837"/>
              <a:gd name="connsiteX3" fmla="*/ 1967759 w 2280961"/>
              <a:gd name="connsiteY3" fmla="*/ 4262487 h 4375837"/>
              <a:gd name="connsiteX4" fmla="*/ 22035 w 2280961"/>
              <a:gd name="connsiteY4" fmla="*/ 3284928 h 4375837"/>
              <a:gd name="connsiteX5" fmla="*/ 1177700 w 2280961"/>
              <a:gd name="connsiteY5" fmla="*/ 1491690 h 4375837"/>
              <a:gd name="connsiteX0" fmla="*/ 1177700 w 2132201"/>
              <a:gd name="connsiteY0" fmla="*/ 1491690 h 4375837"/>
              <a:gd name="connsiteX1" fmla="*/ 1802253 w 2132201"/>
              <a:gd name="connsiteY1" fmla="*/ 360 h 4375837"/>
              <a:gd name="connsiteX2" fmla="*/ 1570986 w 2132201"/>
              <a:gd name="connsiteY2" fmla="*/ 2791232 h 4375837"/>
              <a:gd name="connsiteX3" fmla="*/ 1967759 w 2132201"/>
              <a:gd name="connsiteY3" fmla="*/ 4262487 h 4375837"/>
              <a:gd name="connsiteX4" fmla="*/ 22035 w 2132201"/>
              <a:gd name="connsiteY4" fmla="*/ 3284928 h 4375837"/>
              <a:gd name="connsiteX5" fmla="*/ 1177700 w 2132201"/>
              <a:gd name="connsiteY5" fmla="*/ 1491690 h 4375837"/>
              <a:gd name="connsiteX0" fmla="*/ 1177700 w 2303877"/>
              <a:gd name="connsiteY0" fmla="*/ 654980 h 3539127"/>
              <a:gd name="connsiteX1" fmla="*/ 2105842 w 2303877"/>
              <a:gd name="connsiteY1" fmla="*/ 30327 h 3539127"/>
              <a:gd name="connsiteX2" fmla="*/ 1570986 w 2303877"/>
              <a:gd name="connsiteY2" fmla="*/ 1954522 h 3539127"/>
              <a:gd name="connsiteX3" fmla="*/ 1967759 w 2303877"/>
              <a:gd name="connsiteY3" fmla="*/ 3425777 h 3539127"/>
              <a:gd name="connsiteX4" fmla="*/ 22035 w 2303877"/>
              <a:gd name="connsiteY4" fmla="*/ 2448218 h 3539127"/>
              <a:gd name="connsiteX5" fmla="*/ 1177700 w 2303877"/>
              <a:gd name="connsiteY5" fmla="*/ 654980 h 3539127"/>
              <a:gd name="connsiteX0" fmla="*/ 1177700 w 2303877"/>
              <a:gd name="connsiteY0" fmla="*/ 811890 h 3696037"/>
              <a:gd name="connsiteX1" fmla="*/ 2105842 w 2303877"/>
              <a:gd name="connsiteY1" fmla="*/ 187237 h 3696037"/>
              <a:gd name="connsiteX2" fmla="*/ 1570986 w 2303877"/>
              <a:gd name="connsiteY2" fmla="*/ 2111432 h 3696037"/>
              <a:gd name="connsiteX3" fmla="*/ 1967759 w 2303877"/>
              <a:gd name="connsiteY3" fmla="*/ 3582687 h 3696037"/>
              <a:gd name="connsiteX4" fmla="*/ 22035 w 2303877"/>
              <a:gd name="connsiteY4" fmla="*/ 2605128 h 3696037"/>
              <a:gd name="connsiteX5" fmla="*/ 1177700 w 2303877"/>
              <a:gd name="connsiteY5" fmla="*/ 811890 h 3696037"/>
              <a:gd name="connsiteX0" fmla="*/ 1177700 w 2189200"/>
              <a:gd name="connsiteY0" fmla="*/ 811890 h 3696037"/>
              <a:gd name="connsiteX1" fmla="*/ 2105842 w 2189200"/>
              <a:gd name="connsiteY1" fmla="*/ 187237 h 3696037"/>
              <a:gd name="connsiteX2" fmla="*/ 1570986 w 2189200"/>
              <a:gd name="connsiteY2" fmla="*/ 2111432 h 3696037"/>
              <a:gd name="connsiteX3" fmla="*/ 1967759 w 2189200"/>
              <a:gd name="connsiteY3" fmla="*/ 3582687 h 3696037"/>
              <a:gd name="connsiteX4" fmla="*/ 22035 w 2189200"/>
              <a:gd name="connsiteY4" fmla="*/ 2605128 h 3696037"/>
              <a:gd name="connsiteX5" fmla="*/ 1177700 w 2189200"/>
              <a:gd name="connsiteY5" fmla="*/ 811890 h 3696037"/>
              <a:gd name="connsiteX0" fmla="*/ 1177700 w 2189200"/>
              <a:gd name="connsiteY0" fmla="*/ 743015 h 3627162"/>
              <a:gd name="connsiteX1" fmla="*/ 2105842 w 2189200"/>
              <a:gd name="connsiteY1" fmla="*/ 118362 h 3627162"/>
              <a:gd name="connsiteX2" fmla="*/ 1570986 w 2189200"/>
              <a:gd name="connsiteY2" fmla="*/ 2042557 h 3627162"/>
              <a:gd name="connsiteX3" fmla="*/ 1967759 w 2189200"/>
              <a:gd name="connsiteY3" fmla="*/ 3513812 h 3627162"/>
              <a:gd name="connsiteX4" fmla="*/ 22035 w 2189200"/>
              <a:gd name="connsiteY4" fmla="*/ 2536253 h 3627162"/>
              <a:gd name="connsiteX5" fmla="*/ 1177700 w 2189200"/>
              <a:gd name="connsiteY5" fmla="*/ 743015 h 3627162"/>
              <a:gd name="connsiteX0" fmla="*/ 1177700 w 2189200"/>
              <a:gd name="connsiteY0" fmla="*/ 695554 h 3579701"/>
              <a:gd name="connsiteX1" fmla="*/ 2105842 w 2189200"/>
              <a:gd name="connsiteY1" fmla="*/ 70901 h 3579701"/>
              <a:gd name="connsiteX2" fmla="*/ 1570986 w 2189200"/>
              <a:gd name="connsiteY2" fmla="*/ 1995096 h 3579701"/>
              <a:gd name="connsiteX3" fmla="*/ 1967759 w 2189200"/>
              <a:gd name="connsiteY3" fmla="*/ 3466351 h 3579701"/>
              <a:gd name="connsiteX4" fmla="*/ 22035 w 2189200"/>
              <a:gd name="connsiteY4" fmla="*/ 2488792 h 3579701"/>
              <a:gd name="connsiteX5" fmla="*/ 1177700 w 2189200"/>
              <a:gd name="connsiteY5" fmla="*/ 695554 h 3579701"/>
              <a:gd name="connsiteX0" fmla="*/ 1180449 w 2191949"/>
              <a:gd name="connsiteY0" fmla="*/ 695554 h 3579701"/>
              <a:gd name="connsiteX1" fmla="*/ 2108591 w 2191949"/>
              <a:gd name="connsiteY1" fmla="*/ 70901 h 3579701"/>
              <a:gd name="connsiteX2" fmla="*/ 1573735 w 2191949"/>
              <a:gd name="connsiteY2" fmla="*/ 1995096 h 3579701"/>
              <a:gd name="connsiteX3" fmla="*/ 1970508 w 2191949"/>
              <a:gd name="connsiteY3" fmla="*/ 3466351 h 3579701"/>
              <a:gd name="connsiteX4" fmla="*/ 24784 w 2191949"/>
              <a:gd name="connsiteY4" fmla="*/ 2488792 h 3579701"/>
              <a:gd name="connsiteX5" fmla="*/ 1180449 w 2191949"/>
              <a:gd name="connsiteY5" fmla="*/ 695554 h 3579701"/>
              <a:gd name="connsiteX0" fmla="*/ 1180449 w 2191949"/>
              <a:gd name="connsiteY0" fmla="*/ 688306 h 3572453"/>
              <a:gd name="connsiteX1" fmla="*/ 2108591 w 2191949"/>
              <a:gd name="connsiteY1" fmla="*/ 63653 h 3572453"/>
              <a:gd name="connsiteX2" fmla="*/ 1573735 w 2191949"/>
              <a:gd name="connsiteY2" fmla="*/ 1987848 h 3572453"/>
              <a:gd name="connsiteX3" fmla="*/ 1970508 w 2191949"/>
              <a:gd name="connsiteY3" fmla="*/ 3459103 h 3572453"/>
              <a:gd name="connsiteX4" fmla="*/ 24784 w 2191949"/>
              <a:gd name="connsiteY4" fmla="*/ 2481544 h 3572453"/>
              <a:gd name="connsiteX5" fmla="*/ 1180449 w 2191949"/>
              <a:gd name="connsiteY5" fmla="*/ 688306 h 3572453"/>
              <a:gd name="connsiteX0" fmla="*/ 1180449 w 2191949"/>
              <a:gd name="connsiteY0" fmla="*/ 683650 h 3567797"/>
              <a:gd name="connsiteX1" fmla="*/ 2108591 w 2191949"/>
              <a:gd name="connsiteY1" fmla="*/ 58997 h 3567797"/>
              <a:gd name="connsiteX2" fmla="*/ 1573735 w 2191949"/>
              <a:gd name="connsiteY2" fmla="*/ 1983192 h 3567797"/>
              <a:gd name="connsiteX3" fmla="*/ 1970508 w 2191949"/>
              <a:gd name="connsiteY3" fmla="*/ 3454447 h 3567797"/>
              <a:gd name="connsiteX4" fmla="*/ 24784 w 2191949"/>
              <a:gd name="connsiteY4" fmla="*/ 2476888 h 3567797"/>
              <a:gd name="connsiteX5" fmla="*/ 1180449 w 2191949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3164"/>
              <a:gd name="connsiteY0" fmla="*/ 683650 h 3567797"/>
              <a:gd name="connsiteX1" fmla="*/ 2108591 w 2193164"/>
              <a:gd name="connsiteY1" fmla="*/ 58997 h 3567797"/>
              <a:gd name="connsiteX2" fmla="*/ 1573735 w 2193164"/>
              <a:gd name="connsiteY2" fmla="*/ 1983192 h 3567797"/>
              <a:gd name="connsiteX3" fmla="*/ 1970508 w 2193164"/>
              <a:gd name="connsiteY3" fmla="*/ 3454447 h 3567797"/>
              <a:gd name="connsiteX4" fmla="*/ 24784 w 2193164"/>
              <a:gd name="connsiteY4" fmla="*/ 2476888 h 3567797"/>
              <a:gd name="connsiteX5" fmla="*/ 1180449 w 2193164"/>
              <a:gd name="connsiteY5" fmla="*/ 683650 h 3567797"/>
              <a:gd name="connsiteX0" fmla="*/ 1180310 w 2193025"/>
              <a:gd name="connsiteY0" fmla="*/ 683650 h 3567797"/>
              <a:gd name="connsiteX1" fmla="*/ 2108452 w 2193025"/>
              <a:gd name="connsiteY1" fmla="*/ 58997 h 3567797"/>
              <a:gd name="connsiteX2" fmla="*/ 1573596 w 2193025"/>
              <a:gd name="connsiteY2" fmla="*/ 1983192 h 3567797"/>
              <a:gd name="connsiteX3" fmla="*/ 1970369 w 2193025"/>
              <a:gd name="connsiteY3" fmla="*/ 3454447 h 3567797"/>
              <a:gd name="connsiteX4" fmla="*/ 24645 w 2193025"/>
              <a:gd name="connsiteY4" fmla="*/ 2476888 h 3567797"/>
              <a:gd name="connsiteX5" fmla="*/ 1180310 w 2193025"/>
              <a:gd name="connsiteY5" fmla="*/ 683650 h 3567797"/>
              <a:gd name="connsiteX0" fmla="*/ 1180310 w 2193025"/>
              <a:gd name="connsiteY0" fmla="*/ 693860 h 3578007"/>
              <a:gd name="connsiteX1" fmla="*/ 2108452 w 2193025"/>
              <a:gd name="connsiteY1" fmla="*/ 69207 h 3578007"/>
              <a:gd name="connsiteX2" fmla="*/ 1573596 w 2193025"/>
              <a:gd name="connsiteY2" fmla="*/ 1993402 h 3578007"/>
              <a:gd name="connsiteX3" fmla="*/ 1970369 w 2193025"/>
              <a:gd name="connsiteY3" fmla="*/ 3464657 h 3578007"/>
              <a:gd name="connsiteX4" fmla="*/ 24645 w 2193025"/>
              <a:gd name="connsiteY4" fmla="*/ 2487098 h 3578007"/>
              <a:gd name="connsiteX5" fmla="*/ 1180310 w 2193025"/>
              <a:gd name="connsiteY5" fmla="*/ 693860 h 3578007"/>
              <a:gd name="connsiteX0" fmla="*/ 1180310 w 2193025"/>
              <a:gd name="connsiteY0" fmla="*/ 693860 h 3581308"/>
              <a:gd name="connsiteX1" fmla="*/ 2108452 w 2193025"/>
              <a:gd name="connsiteY1" fmla="*/ 69207 h 3581308"/>
              <a:gd name="connsiteX2" fmla="*/ 1573596 w 2193025"/>
              <a:gd name="connsiteY2" fmla="*/ 1993402 h 3581308"/>
              <a:gd name="connsiteX3" fmla="*/ 1970369 w 2193025"/>
              <a:gd name="connsiteY3" fmla="*/ 3464657 h 3581308"/>
              <a:gd name="connsiteX4" fmla="*/ 24645 w 2193025"/>
              <a:gd name="connsiteY4" fmla="*/ 2487098 h 3581308"/>
              <a:gd name="connsiteX5" fmla="*/ 1180310 w 2193025"/>
              <a:gd name="connsiteY5" fmla="*/ 693860 h 3581308"/>
              <a:gd name="connsiteX0" fmla="*/ 1180701 w 2193416"/>
              <a:gd name="connsiteY0" fmla="*/ 693860 h 3581308"/>
              <a:gd name="connsiteX1" fmla="*/ 2108843 w 2193416"/>
              <a:gd name="connsiteY1" fmla="*/ 69207 h 3581308"/>
              <a:gd name="connsiteX2" fmla="*/ 1573987 w 2193416"/>
              <a:gd name="connsiteY2" fmla="*/ 1993402 h 3581308"/>
              <a:gd name="connsiteX3" fmla="*/ 1970760 w 2193416"/>
              <a:gd name="connsiteY3" fmla="*/ 3464657 h 3581308"/>
              <a:gd name="connsiteX4" fmla="*/ 25036 w 2193416"/>
              <a:gd name="connsiteY4" fmla="*/ 2487098 h 3581308"/>
              <a:gd name="connsiteX5" fmla="*/ 1180701 w 2193416"/>
              <a:gd name="connsiteY5" fmla="*/ 693860 h 3581308"/>
              <a:gd name="connsiteX0" fmla="*/ 928190 w 2150347"/>
              <a:gd name="connsiteY0" fmla="*/ 1084474 h 3508207"/>
              <a:gd name="connsiteX1" fmla="*/ 2108497 w 2150347"/>
              <a:gd name="connsiteY1" fmla="*/ 17094 h 3508207"/>
              <a:gd name="connsiteX2" fmla="*/ 1573641 w 2150347"/>
              <a:gd name="connsiteY2" fmla="*/ 1941289 h 3508207"/>
              <a:gd name="connsiteX3" fmla="*/ 1970414 w 2150347"/>
              <a:gd name="connsiteY3" fmla="*/ 3412544 h 3508207"/>
              <a:gd name="connsiteX4" fmla="*/ 24690 w 2150347"/>
              <a:gd name="connsiteY4" fmla="*/ 2434985 h 3508207"/>
              <a:gd name="connsiteX5" fmla="*/ 928190 w 2150347"/>
              <a:gd name="connsiteY5" fmla="*/ 1084474 h 3508207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4105 w 2214185"/>
              <a:gd name="connsiteY0" fmla="*/ 720680 h 3624865"/>
              <a:gd name="connsiteX1" fmla="*/ 1990259 w 2214185"/>
              <a:gd name="connsiteY1" fmla="*/ 56886 h 3624865"/>
              <a:gd name="connsiteX2" fmla="*/ 1628516 w 2214185"/>
              <a:gd name="connsiteY2" fmla="*/ 2052315 h 3624865"/>
              <a:gd name="connsiteX3" fmla="*/ 2025289 w 2214185"/>
              <a:gd name="connsiteY3" fmla="*/ 3523570 h 3624865"/>
              <a:gd name="connsiteX4" fmla="*/ 79565 w 2214185"/>
              <a:gd name="connsiteY4" fmla="*/ 2546011 h 3624865"/>
              <a:gd name="connsiteX5" fmla="*/ 534105 w 2214185"/>
              <a:gd name="connsiteY5" fmla="*/ 720680 h 3624865"/>
              <a:gd name="connsiteX0" fmla="*/ 534105 w 2214185"/>
              <a:gd name="connsiteY0" fmla="*/ 702134 h 3606319"/>
              <a:gd name="connsiteX1" fmla="*/ 1990259 w 2214185"/>
              <a:gd name="connsiteY1" fmla="*/ 38340 h 3606319"/>
              <a:gd name="connsiteX2" fmla="*/ 1628516 w 2214185"/>
              <a:gd name="connsiteY2" fmla="*/ 2033769 h 3606319"/>
              <a:gd name="connsiteX3" fmla="*/ 2025289 w 2214185"/>
              <a:gd name="connsiteY3" fmla="*/ 3505024 h 3606319"/>
              <a:gd name="connsiteX4" fmla="*/ 79565 w 2214185"/>
              <a:gd name="connsiteY4" fmla="*/ 2527465 h 3606319"/>
              <a:gd name="connsiteX5" fmla="*/ 534105 w 2214185"/>
              <a:gd name="connsiteY5" fmla="*/ 702134 h 3606319"/>
              <a:gd name="connsiteX0" fmla="*/ 591383 w 2201636"/>
              <a:gd name="connsiteY0" fmla="*/ 804752 h 3611345"/>
              <a:gd name="connsiteX1" fmla="*/ 1977710 w 2201636"/>
              <a:gd name="connsiteY1" fmla="*/ 44556 h 3611345"/>
              <a:gd name="connsiteX2" fmla="*/ 1615967 w 2201636"/>
              <a:gd name="connsiteY2" fmla="*/ 2039985 h 3611345"/>
              <a:gd name="connsiteX3" fmla="*/ 2012740 w 2201636"/>
              <a:gd name="connsiteY3" fmla="*/ 3511240 h 3611345"/>
              <a:gd name="connsiteX4" fmla="*/ 67016 w 2201636"/>
              <a:gd name="connsiteY4" fmla="*/ 2533681 h 3611345"/>
              <a:gd name="connsiteX5" fmla="*/ 591383 w 2201636"/>
              <a:gd name="connsiteY5" fmla="*/ 804752 h 3611345"/>
              <a:gd name="connsiteX0" fmla="*/ 621567 w 2231820"/>
              <a:gd name="connsiteY0" fmla="*/ 847596 h 3654189"/>
              <a:gd name="connsiteX1" fmla="*/ 2007894 w 2231820"/>
              <a:gd name="connsiteY1" fmla="*/ 87400 h 3654189"/>
              <a:gd name="connsiteX2" fmla="*/ 1646151 w 2231820"/>
              <a:gd name="connsiteY2" fmla="*/ 2082829 h 3654189"/>
              <a:gd name="connsiteX3" fmla="*/ 2042924 w 2231820"/>
              <a:gd name="connsiteY3" fmla="*/ 3554084 h 3654189"/>
              <a:gd name="connsiteX4" fmla="*/ 97200 w 2231820"/>
              <a:gd name="connsiteY4" fmla="*/ 2576525 h 3654189"/>
              <a:gd name="connsiteX5" fmla="*/ 621567 w 2231820"/>
              <a:gd name="connsiteY5" fmla="*/ 847596 h 36541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31820" h="3654189">
                <a:moveTo>
                  <a:pt x="621567" y="847596"/>
                </a:moveTo>
                <a:cubicBezTo>
                  <a:pt x="1178629" y="2845"/>
                  <a:pt x="1837130" y="-118472"/>
                  <a:pt x="2007894" y="87400"/>
                </a:cubicBezTo>
                <a:cubicBezTo>
                  <a:pt x="2178658" y="293272"/>
                  <a:pt x="1640313" y="1505048"/>
                  <a:pt x="1646151" y="2082829"/>
                </a:cubicBezTo>
                <a:cubicBezTo>
                  <a:pt x="1651989" y="2660610"/>
                  <a:pt x="2633224" y="3039235"/>
                  <a:pt x="2042924" y="3554084"/>
                </a:cubicBezTo>
                <a:cubicBezTo>
                  <a:pt x="1576966" y="3960484"/>
                  <a:pt x="334093" y="3027606"/>
                  <a:pt x="97200" y="2576525"/>
                </a:cubicBezTo>
                <a:cubicBezTo>
                  <a:pt x="-139693" y="2125444"/>
                  <a:pt x="64505" y="1692347"/>
                  <a:pt x="621567" y="847596"/>
                </a:cubicBezTo>
                <a:close/>
              </a:path>
            </a:pathLst>
          </a:custGeom>
          <a:noFill/>
          <a:ln w="76200">
            <a:solidFill>
              <a:srgbClr val="FDC21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Freihandform 7">
            <a:extLst>
              <a:ext uri="{FF2B5EF4-FFF2-40B4-BE49-F238E27FC236}">
                <a16:creationId xmlns:a16="http://schemas.microsoft.com/office/drawing/2014/main" id="{53FEF7C6-490A-61FF-48B8-041F69BF613C}"/>
              </a:ext>
            </a:extLst>
          </p:cNvPr>
          <p:cNvSpPr/>
          <p:nvPr userDrawn="1"/>
        </p:nvSpPr>
        <p:spPr>
          <a:xfrm rot="10129930">
            <a:off x="-2360171" y="-819992"/>
            <a:ext cx="5954496" cy="5169791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2630869"/>
              <a:gd name="connsiteY0" fmla="*/ 1913201 h 4484060"/>
              <a:gd name="connsiteX1" fmla="*/ 2156275 w 2630869"/>
              <a:gd name="connsiteY1" fmla="*/ 89473 h 4484060"/>
              <a:gd name="connsiteX2" fmla="*/ 2574031 w 2630869"/>
              <a:gd name="connsiteY2" fmla="*/ 2543820 h 4484060"/>
              <a:gd name="connsiteX3" fmla="*/ 2321781 w 2630869"/>
              <a:gd name="connsiteY3" fmla="*/ 4351600 h 4484060"/>
              <a:gd name="connsiteX4" fmla="*/ 51546 w 2630869"/>
              <a:gd name="connsiteY4" fmla="*/ 3542304 h 4484060"/>
              <a:gd name="connsiteX5" fmla="*/ 829312 w 2630869"/>
              <a:gd name="connsiteY5" fmla="*/ 1913201 h 4484060"/>
              <a:gd name="connsiteX0" fmla="*/ 829312 w 2634983"/>
              <a:gd name="connsiteY0" fmla="*/ 1913201 h 4484060"/>
              <a:gd name="connsiteX1" fmla="*/ 2156275 w 2634983"/>
              <a:gd name="connsiteY1" fmla="*/ 89473 h 4484060"/>
              <a:gd name="connsiteX2" fmla="*/ 2574031 w 2634983"/>
              <a:gd name="connsiteY2" fmla="*/ 2543820 h 4484060"/>
              <a:gd name="connsiteX3" fmla="*/ 2321781 w 2634983"/>
              <a:gd name="connsiteY3" fmla="*/ 4351600 h 4484060"/>
              <a:gd name="connsiteX4" fmla="*/ 51546 w 2634983"/>
              <a:gd name="connsiteY4" fmla="*/ 3542304 h 4484060"/>
              <a:gd name="connsiteX5" fmla="*/ 829312 w 2634983"/>
              <a:gd name="connsiteY5" fmla="*/ 1913201 h 4484060"/>
              <a:gd name="connsiteX0" fmla="*/ 829312 w 2634983"/>
              <a:gd name="connsiteY0" fmla="*/ 1823911 h 4394770"/>
              <a:gd name="connsiteX1" fmla="*/ 2156275 w 2634983"/>
              <a:gd name="connsiteY1" fmla="*/ 183 h 4394770"/>
              <a:gd name="connsiteX2" fmla="*/ 2574031 w 2634983"/>
              <a:gd name="connsiteY2" fmla="*/ 2454530 h 4394770"/>
              <a:gd name="connsiteX3" fmla="*/ 2321781 w 2634983"/>
              <a:gd name="connsiteY3" fmla="*/ 4262310 h 4394770"/>
              <a:gd name="connsiteX4" fmla="*/ 51546 w 2634983"/>
              <a:gd name="connsiteY4" fmla="*/ 3453014 h 4394770"/>
              <a:gd name="connsiteX5" fmla="*/ 829312 w 2634983"/>
              <a:gd name="connsiteY5" fmla="*/ 1823911 h 4394770"/>
              <a:gd name="connsiteX0" fmla="*/ 550921 w 2356592"/>
              <a:gd name="connsiteY0" fmla="*/ 1823911 h 4375660"/>
              <a:gd name="connsiteX1" fmla="*/ 1877884 w 2356592"/>
              <a:gd name="connsiteY1" fmla="*/ 183 h 4375660"/>
              <a:gd name="connsiteX2" fmla="*/ 2295640 w 2356592"/>
              <a:gd name="connsiteY2" fmla="*/ 2454530 h 4375660"/>
              <a:gd name="connsiteX3" fmla="*/ 2043390 w 2356592"/>
              <a:gd name="connsiteY3" fmla="*/ 4262310 h 4375660"/>
              <a:gd name="connsiteX4" fmla="*/ 97666 w 2356592"/>
              <a:gd name="connsiteY4" fmla="*/ 3284751 h 4375660"/>
              <a:gd name="connsiteX5" fmla="*/ 550921 w 2356592"/>
              <a:gd name="connsiteY5" fmla="*/ 1823911 h 4375660"/>
              <a:gd name="connsiteX0" fmla="*/ 1187626 w 2290887"/>
              <a:gd name="connsiteY0" fmla="*/ 1491571 h 4375718"/>
              <a:gd name="connsiteX1" fmla="*/ 1812179 w 2290887"/>
              <a:gd name="connsiteY1" fmla="*/ 241 h 4375718"/>
              <a:gd name="connsiteX2" fmla="*/ 2229935 w 2290887"/>
              <a:gd name="connsiteY2" fmla="*/ 2454588 h 4375718"/>
              <a:gd name="connsiteX3" fmla="*/ 1977685 w 2290887"/>
              <a:gd name="connsiteY3" fmla="*/ 4262368 h 4375718"/>
              <a:gd name="connsiteX4" fmla="*/ 31961 w 2290887"/>
              <a:gd name="connsiteY4" fmla="*/ 3284809 h 4375718"/>
              <a:gd name="connsiteX5" fmla="*/ 1187626 w 2290887"/>
              <a:gd name="connsiteY5" fmla="*/ 1491571 h 4375718"/>
              <a:gd name="connsiteX0" fmla="*/ 1187626 w 2290887"/>
              <a:gd name="connsiteY0" fmla="*/ 1491690 h 4375837"/>
              <a:gd name="connsiteX1" fmla="*/ 1812179 w 2290887"/>
              <a:gd name="connsiteY1" fmla="*/ 360 h 4375837"/>
              <a:gd name="connsiteX2" fmla="*/ 2229935 w 2290887"/>
              <a:gd name="connsiteY2" fmla="*/ 2454707 h 4375837"/>
              <a:gd name="connsiteX3" fmla="*/ 1977685 w 2290887"/>
              <a:gd name="connsiteY3" fmla="*/ 4262487 h 4375837"/>
              <a:gd name="connsiteX4" fmla="*/ 31961 w 2290887"/>
              <a:gd name="connsiteY4" fmla="*/ 3284928 h 4375837"/>
              <a:gd name="connsiteX5" fmla="*/ 1187626 w 2290887"/>
              <a:gd name="connsiteY5" fmla="*/ 1491690 h 4375837"/>
              <a:gd name="connsiteX0" fmla="*/ 1177700 w 2280961"/>
              <a:gd name="connsiteY0" fmla="*/ 1491690 h 4375837"/>
              <a:gd name="connsiteX1" fmla="*/ 1802253 w 2280961"/>
              <a:gd name="connsiteY1" fmla="*/ 360 h 4375837"/>
              <a:gd name="connsiteX2" fmla="*/ 2220009 w 2280961"/>
              <a:gd name="connsiteY2" fmla="*/ 2454707 h 4375837"/>
              <a:gd name="connsiteX3" fmla="*/ 1967759 w 2280961"/>
              <a:gd name="connsiteY3" fmla="*/ 4262487 h 4375837"/>
              <a:gd name="connsiteX4" fmla="*/ 22035 w 2280961"/>
              <a:gd name="connsiteY4" fmla="*/ 3284928 h 4375837"/>
              <a:gd name="connsiteX5" fmla="*/ 1177700 w 2280961"/>
              <a:gd name="connsiteY5" fmla="*/ 1491690 h 4375837"/>
              <a:gd name="connsiteX0" fmla="*/ 1177700 w 2132201"/>
              <a:gd name="connsiteY0" fmla="*/ 1491690 h 4375837"/>
              <a:gd name="connsiteX1" fmla="*/ 1802253 w 2132201"/>
              <a:gd name="connsiteY1" fmla="*/ 360 h 4375837"/>
              <a:gd name="connsiteX2" fmla="*/ 1570986 w 2132201"/>
              <a:gd name="connsiteY2" fmla="*/ 2791232 h 4375837"/>
              <a:gd name="connsiteX3" fmla="*/ 1967759 w 2132201"/>
              <a:gd name="connsiteY3" fmla="*/ 4262487 h 4375837"/>
              <a:gd name="connsiteX4" fmla="*/ 22035 w 2132201"/>
              <a:gd name="connsiteY4" fmla="*/ 3284928 h 4375837"/>
              <a:gd name="connsiteX5" fmla="*/ 1177700 w 2132201"/>
              <a:gd name="connsiteY5" fmla="*/ 1491690 h 4375837"/>
              <a:gd name="connsiteX0" fmla="*/ 1177700 w 2303877"/>
              <a:gd name="connsiteY0" fmla="*/ 654980 h 3539127"/>
              <a:gd name="connsiteX1" fmla="*/ 2105842 w 2303877"/>
              <a:gd name="connsiteY1" fmla="*/ 30327 h 3539127"/>
              <a:gd name="connsiteX2" fmla="*/ 1570986 w 2303877"/>
              <a:gd name="connsiteY2" fmla="*/ 1954522 h 3539127"/>
              <a:gd name="connsiteX3" fmla="*/ 1967759 w 2303877"/>
              <a:gd name="connsiteY3" fmla="*/ 3425777 h 3539127"/>
              <a:gd name="connsiteX4" fmla="*/ 22035 w 2303877"/>
              <a:gd name="connsiteY4" fmla="*/ 2448218 h 3539127"/>
              <a:gd name="connsiteX5" fmla="*/ 1177700 w 2303877"/>
              <a:gd name="connsiteY5" fmla="*/ 654980 h 3539127"/>
              <a:gd name="connsiteX0" fmla="*/ 1177700 w 2303877"/>
              <a:gd name="connsiteY0" fmla="*/ 811890 h 3696037"/>
              <a:gd name="connsiteX1" fmla="*/ 2105842 w 2303877"/>
              <a:gd name="connsiteY1" fmla="*/ 187237 h 3696037"/>
              <a:gd name="connsiteX2" fmla="*/ 1570986 w 2303877"/>
              <a:gd name="connsiteY2" fmla="*/ 2111432 h 3696037"/>
              <a:gd name="connsiteX3" fmla="*/ 1967759 w 2303877"/>
              <a:gd name="connsiteY3" fmla="*/ 3582687 h 3696037"/>
              <a:gd name="connsiteX4" fmla="*/ 22035 w 2303877"/>
              <a:gd name="connsiteY4" fmla="*/ 2605128 h 3696037"/>
              <a:gd name="connsiteX5" fmla="*/ 1177700 w 2303877"/>
              <a:gd name="connsiteY5" fmla="*/ 811890 h 3696037"/>
              <a:gd name="connsiteX0" fmla="*/ 1177700 w 2189200"/>
              <a:gd name="connsiteY0" fmla="*/ 811890 h 3696037"/>
              <a:gd name="connsiteX1" fmla="*/ 2105842 w 2189200"/>
              <a:gd name="connsiteY1" fmla="*/ 187237 h 3696037"/>
              <a:gd name="connsiteX2" fmla="*/ 1570986 w 2189200"/>
              <a:gd name="connsiteY2" fmla="*/ 2111432 h 3696037"/>
              <a:gd name="connsiteX3" fmla="*/ 1967759 w 2189200"/>
              <a:gd name="connsiteY3" fmla="*/ 3582687 h 3696037"/>
              <a:gd name="connsiteX4" fmla="*/ 22035 w 2189200"/>
              <a:gd name="connsiteY4" fmla="*/ 2605128 h 3696037"/>
              <a:gd name="connsiteX5" fmla="*/ 1177700 w 2189200"/>
              <a:gd name="connsiteY5" fmla="*/ 811890 h 3696037"/>
              <a:gd name="connsiteX0" fmla="*/ 1177700 w 2189200"/>
              <a:gd name="connsiteY0" fmla="*/ 743015 h 3627162"/>
              <a:gd name="connsiteX1" fmla="*/ 2105842 w 2189200"/>
              <a:gd name="connsiteY1" fmla="*/ 118362 h 3627162"/>
              <a:gd name="connsiteX2" fmla="*/ 1570986 w 2189200"/>
              <a:gd name="connsiteY2" fmla="*/ 2042557 h 3627162"/>
              <a:gd name="connsiteX3" fmla="*/ 1967759 w 2189200"/>
              <a:gd name="connsiteY3" fmla="*/ 3513812 h 3627162"/>
              <a:gd name="connsiteX4" fmla="*/ 22035 w 2189200"/>
              <a:gd name="connsiteY4" fmla="*/ 2536253 h 3627162"/>
              <a:gd name="connsiteX5" fmla="*/ 1177700 w 2189200"/>
              <a:gd name="connsiteY5" fmla="*/ 743015 h 3627162"/>
              <a:gd name="connsiteX0" fmla="*/ 1177700 w 2189200"/>
              <a:gd name="connsiteY0" fmla="*/ 695554 h 3579701"/>
              <a:gd name="connsiteX1" fmla="*/ 2105842 w 2189200"/>
              <a:gd name="connsiteY1" fmla="*/ 70901 h 3579701"/>
              <a:gd name="connsiteX2" fmla="*/ 1570986 w 2189200"/>
              <a:gd name="connsiteY2" fmla="*/ 1995096 h 3579701"/>
              <a:gd name="connsiteX3" fmla="*/ 1967759 w 2189200"/>
              <a:gd name="connsiteY3" fmla="*/ 3466351 h 3579701"/>
              <a:gd name="connsiteX4" fmla="*/ 22035 w 2189200"/>
              <a:gd name="connsiteY4" fmla="*/ 2488792 h 3579701"/>
              <a:gd name="connsiteX5" fmla="*/ 1177700 w 2189200"/>
              <a:gd name="connsiteY5" fmla="*/ 695554 h 3579701"/>
              <a:gd name="connsiteX0" fmla="*/ 1180449 w 2191949"/>
              <a:gd name="connsiteY0" fmla="*/ 695554 h 3579701"/>
              <a:gd name="connsiteX1" fmla="*/ 2108591 w 2191949"/>
              <a:gd name="connsiteY1" fmla="*/ 70901 h 3579701"/>
              <a:gd name="connsiteX2" fmla="*/ 1573735 w 2191949"/>
              <a:gd name="connsiteY2" fmla="*/ 1995096 h 3579701"/>
              <a:gd name="connsiteX3" fmla="*/ 1970508 w 2191949"/>
              <a:gd name="connsiteY3" fmla="*/ 3466351 h 3579701"/>
              <a:gd name="connsiteX4" fmla="*/ 24784 w 2191949"/>
              <a:gd name="connsiteY4" fmla="*/ 2488792 h 3579701"/>
              <a:gd name="connsiteX5" fmla="*/ 1180449 w 2191949"/>
              <a:gd name="connsiteY5" fmla="*/ 695554 h 3579701"/>
              <a:gd name="connsiteX0" fmla="*/ 1180449 w 2191949"/>
              <a:gd name="connsiteY0" fmla="*/ 688306 h 3572453"/>
              <a:gd name="connsiteX1" fmla="*/ 2108591 w 2191949"/>
              <a:gd name="connsiteY1" fmla="*/ 63653 h 3572453"/>
              <a:gd name="connsiteX2" fmla="*/ 1573735 w 2191949"/>
              <a:gd name="connsiteY2" fmla="*/ 1987848 h 3572453"/>
              <a:gd name="connsiteX3" fmla="*/ 1970508 w 2191949"/>
              <a:gd name="connsiteY3" fmla="*/ 3459103 h 3572453"/>
              <a:gd name="connsiteX4" fmla="*/ 24784 w 2191949"/>
              <a:gd name="connsiteY4" fmla="*/ 2481544 h 3572453"/>
              <a:gd name="connsiteX5" fmla="*/ 1180449 w 2191949"/>
              <a:gd name="connsiteY5" fmla="*/ 688306 h 3572453"/>
              <a:gd name="connsiteX0" fmla="*/ 1180449 w 2191949"/>
              <a:gd name="connsiteY0" fmla="*/ 683650 h 3567797"/>
              <a:gd name="connsiteX1" fmla="*/ 2108591 w 2191949"/>
              <a:gd name="connsiteY1" fmla="*/ 58997 h 3567797"/>
              <a:gd name="connsiteX2" fmla="*/ 1573735 w 2191949"/>
              <a:gd name="connsiteY2" fmla="*/ 1983192 h 3567797"/>
              <a:gd name="connsiteX3" fmla="*/ 1970508 w 2191949"/>
              <a:gd name="connsiteY3" fmla="*/ 3454447 h 3567797"/>
              <a:gd name="connsiteX4" fmla="*/ 24784 w 2191949"/>
              <a:gd name="connsiteY4" fmla="*/ 2476888 h 3567797"/>
              <a:gd name="connsiteX5" fmla="*/ 1180449 w 2191949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3164"/>
              <a:gd name="connsiteY0" fmla="*/ 683650 h 3567797"/>
              <a:gd name="connsiteX1" fmla="*/ 2108591 w 2193164"/>
              <a:gd name="connsiteY1" fmla="*/ 58997 h 3567797"/>
              <a:gd name="connsiteX2" fmla="*/ 1573735 w 2193164"/>
              <a:gd name="connsiteY2" fmla="*/ 1983192 h 3567797"/>
              <a:gd name="connsiteX3" fmla="*/ 1970508 w 2193164"/>
              <a:gd name="connsiteY3" fmla="*/ 3454447 h 3567797"/>
              <a:gd name="connsiteX4" fmla="*/ 24784 w 2193164"/>
              <a:gd name="connsiteY4" fmla="*/ 2476888 h 3567797"/>
              <a:gd name="connsiteX5" fmla="*/ 1180449 w 2193164"/>
              <a:gd name="connsiteY5" fmla="*/ 683650 h 3567797"/>
              <a:gd name="connsiteX0" fmla="*/ 1180310 w 2193025"/>
              <a:gd name="connsiteY0" fmla="*/ 683650 h 3567797"/>
              <a:gd name="connsiteX1" fmla="*/ 2108452 w 2193025"/>
              <a:gd name="connsiteY1" fmla="*/ 58997 h 3567797"/>
              <a:gd name="connsiteX2" fmla="*/ 1573596 w 2193025"/>
              <a:gd name="connsiteY2" fmla="*/ 1983192 h 3567797"/>
              <a:gd name="connsiteX3" fmla="*/ 1970369 w 2193025"/>
              <a:gd name="connsiteY3" fmla="*/ 3454447 h 3567797"/>
              <a:gd name="connsiteX4" fmla="*/ 24645 w 2193025"/>
              <a:gd name="connsiteY4" fmla="*/ 2476888 h 3567797"/>
              <a:gd name="connsiteX5" fmla="*/ 1180310 w 2193025"/>
              <a:gd name="connsiteY5" fmla="*/ 683650 h 3567797"/>
              <a:gd name="connsiteX0" fmla="*/ 1180310 w 2193025"/>
              <a:gd name="connsiteY0" fmla="*/ 693860 h 3578007"/>
              <a:gd name="connsiteX1" fmla="*/ 2108452 w 2193025"/>
              <a:gd name="connsiteY1" fmla="*/ 69207 h 3578007"/>
              <a:gd name="connsiteX2" fmla="*/ 1573596 w 2193025"/>
              <a:gd name="connsiteY2" fmla="*/ 1993402 h 3578007"/>
              <a:gd name="connsiteX3" fmla="*/ 1970369 w 2193025"/>
              <a:gd name="connsiteY3" fmla="*/ 3464657 h 3578007"/>
              <a:gd name="connsiteX4" fmla="*/ 24645 w 2193025"/>
              <a:gd name="connsiteY4" fmla="*/ 2487098 h 3578007"/>
              <a:gd name="connsiteX5" fmla="*/ 1180310 w 2193025"/>
              <a:gd name="connsiteY5" fmla="*/ 693860 h 3578007"/>
              <a:gd name="connsiteX0" fmla="*/ 1180310 w 2193025"/>
              <a:gd name="connsiteY0" fmla="*/ 693860 h 3581308"/>
              <a:gd name="connsiteX1" fmla="*/ 2108452 w 2193025"/>
              <a:gd name="connsiteY1" fmla="*/ 69207 h 3581308"/>
              <a:gd name="connsiteX2" fmla="*/ 1573596 w 2193025"/>
              <a:gd name="connsiteY2" fmla="*/ 1993402 h 3581308"/>
              <a:gd name="connsiteX3" fmla="*/ 1970369 w 2193025"/>
              <a:gd name="connsiteY3" fmla="*/ 3464657 h 3581308"/>
              <a:gd name="connsiteX4" fmla="*/ 24645 w 2193025"/>
              <a:gd name="connsiteY4" fmla="*/ 2487098 h 3581308"/>
              <a:gd name="connsiteX5" fmla="*/ 1180310 w 2193025"/>
              <a:gd name="connsiteY5" fmla="*/ 693860 h 3581308"/>
              <a:gd name="connsiteX0" fmla="*/ 1180701 w 2193416"/>
              <a:gd name="connsiteY0" fmla="*/ 693860 h 3581308"/>
              <a:gd name="connsiteX1" fmla="*/ 2108843 w 2193416"/>
              <a:gd name="connsiteY1" fmla="*/ 69207 h 3581308"/>
              <a:gd name="connsiteX2" fmla="*/ 1573987 w 2193416"/>
              <a:gd name="connsiteY2" fmla="*/ 1993402 h 3581308"/>
              <a:gd name="connsiteX3" fmla="*/ 1970760 w 2193416"/>
              <a:gd name="connsiteY3" fmla="*/ 3464657 h 3581308"/>
              <a:gd name="connsiteX4" fmla="*/ 25036 w 2193416"/>
              <a:gd name="connsiteY4" fmla="*/ 2487098 h 3581308"/>
              <a:gd name="connsiteX5" fmla="*/ 1180701 w 2193416"/>
              <a:gd name="connsiteY5" fmla="*/ 693860 h 3581308"/>
              <a:gd name="connsiteX0" fmla="*/ 928190 w 2150347"/>
              <a:gd name="connsiteY0" fmla="*/ 1084474 h 3508207"/>
              <a:gd name="connsiteX1" fmla="*/ 2108497 w 2150347"/>
              <a:gd name="connsiteY1" fmla="*/ 17094 h 3508207"/>
              <a:gd name="connsiteX2" fmla="*/ 1573641 w 2150347"/>
              <a:gd name="connsiteY2" fmla="*/ 1941289 h 3508207"/>
              <a:gd name="connsiteX3" fmla="*/ 1970414 w 2150347"/>
              <a:gd name="connsiteY3" fmla="*/ 3412544 h 3508207"/>
              <a:gd name="connsiteX4" fmla="*/ 24690 w 2150347"/>
              <a:gd name="connsiteY4" fmla="*/ 2434985 h 3508207"/>
              <a:gd name="connsiteX5" fmla="*/ 928190 w 2150347"/>
              <a:gd name="connsiteY5" fmla="*/ 1084474 h 3508207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4105 w 2214185"/>
              <a:gd name="connsiteY0" fmla="*/ 720680 h 3624865"/>
              <a:gd name="connsiteX1" fmla="*/ 1990259 w 2214185"/>
              <a:gd name="connsiteY1" fmla="*/ 56886 h 3624865"/>
              <a:gd name="connsiteX2" fmla="*/ 1628516 w 2214185"/>
              <a:gd name="connsiteY2" fmla="*/ 2052315 h 3624865"/>
              <a:gd name="connsiteX3" fmla="*/ 2025289 w 2214185"/>
              <a:gd name="connsiteY3" fmla="*/ 3523570 h 3624865"/>
              <a:gd name="connsiteX4" fmla="*/ 79565 w 2214185"/>
              <a:gd name="connsiteY4" fmla="*/ 2546011 h 3624865"/>
              <a:gd name="connsiteX5" fmla="*/ 534105 w 2214185"/>
              <a:gd name="connsiteY5" fmla="*/ 720680 h 3624865"/>
              <a:gd name="connsiteX0" fmla="*/ 534105 w 2214185"/>
              <a:gd name="connsiteY0" fmla="*/ 702134 h 3606319"/>
              <a:gd name="connsiteX1" fmla="*/ 1990259 w 2214185"/>
              <a:gd name="connsiteY1" fmla="*/ 38340 h 3606319"/>
              <a:gd name="connsiteX2" fmla="*/ 1628516 w 2214185"/>
              <a:gd name="connsiteY2" fmla="*/ 2033769 h 3606319"/>
              <a:gd name="connsiteX3" fmla="*/ 2025289 w 2214185"/>
              <a:gd name="connsiteY3" fmla="*/ 3505024 h 3606319"/>
              <a:gd name="connsiteX4" fmla="*/ 79565 w 2214185"/>
              <a:gd name="connsiteY4" fmla="*/ 2527465 h 3606319"/>
              <a:gd name="connsiteX5" fmla="*/ 534105 w 2214185"/>
              <a:gd name="connsiteY5" fmla="*/ 702134 h 3606319"/>
              <a:gd name="connsiteX0" fmla="*/ 591383 w 2201636"/>
              <a:gd name="connsiteY0" fmla="*/ 804752 h 3611345"/>
              <a:gd name="connsiteX1" fmla="*/ 1977710 w 2201636"/>
              <a:gd name="connsiteY1" fmla="*/ 44556 h 3611345"/>
              <a:gd name="connsiteX2" fmla="*/ 1615967 w 2201636"/>
              <a:gd name="connsiteY2" fmla="*/ 2039985 h 3611345"/>
              <a:gd name="connsiteX3" fmla="*/ 2012740 w 2201636"/>
              <a:gd name="connsiteY3" fmla="*/ 3511240 h 3611345"/>
              <a:gd name="connsiteX4" fmla="*/ 67016 w 2201636"/>
              <a:gd name="connsiteY4" fmla="*/ 2533681 h 3611345"/>
              <a:gd name="connsiteX5" fmla="*/ 591383 w 2201636"/>
              <a:gd name="connsiteY5" fmla="*/ 804752 h 3611345"/>
              <a:gd name="connsiteX0" fmla="*/ 621567 w 2231820"/>
              <a:gd name="connsiteY0" fmla="*/ 847596 h 3654189"/>
              <a:gd name="connsiteX1" fmla="*/ 2007894 w 2231820"/>
              <a:gd name="connsiteY1" fmla="*/ 87400 h 3654189"/>
              <a:gd name="connsiteX2" fmla="*/ 1646151 w 2231820"/>
              <a:gd name="connsiteY2" fmla="*/ 2082829 h 3654189"/>
              <a:gd name="connsiteX3" fmla="*/ 2042924 w 2231820"/>
              <a:gd name="connsiteY3" fmla="*/ 3554084 h 3654189"/>
              <a:gd name="connsiteX4" fmla="*/ 97200 w 2231820"/>
              <a:gd name="connsiteY4" fmla="*/ 2576525 h 3654189"/>
              <a:gd name="connsiteX5" fmla="*/ 621567 w 2231820"/>
              <a:gd name="connsiteY5" fmla="*/ 847596 h 36541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31820" h="3654189">
                <a:moveTo>
                  <a:pt x="621567" y="847596"/>
                </a:moveTo>
                <a:cubicBezTo>
                  <a:pt x="1178629" y="2845"/>
                  <a:pt x="1837130" y="-118472"/>
                  <a:pt x="2007894" y="87400"/>
                </a:cubicBezTo>
                <a:cubicBezTo>
                  <a:pt x="2178658" y="293272"/>
                  <a:pt x="1640313" y="1505048"/>
                  <a:pt x="1646151" y="2082829"/>
                </a:cubicBezTo>
                <a:cubicBezTo>
                  <a:pt x="1651989" y="2660610"/>
                  <a:pt x="2633224" y="3039235"/>
                  <a:pt x="2042924" y="3554084"/>
                </a:cubicBezTo>
                <a:cubicBezTo>
                  <a:pt x="1576966" y="3960484"/>
                  <a:pt x="334093" y="3027606"/>
                  <a:pt x="97200" y="2576525"/>
                </a:cubicBezTo>
                <a:cubicBezTo>
                  <a:pt x="-139693" y="2125444"/>
                  <a:pt x="64505" y="1692347"/>
                  <a:pt x="621567" y="847596"/>
                </a:cubicBezTo>
                <a:close/>
              </a:path>
            </a:pathLst>
          </a:custGeom>
          <a:solidFill>
            <a:srgbClr val="E7E7E7">
              <a:alpha val="52941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7F148FD-7C9D-0747-859F-DDCBE8F995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 cap="all" spc="600" baseline="0">
                <a:latin typeface="TheSans Plain" pitchFamily="2" charset="0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922E125-465D-814E-8AE3-3334AE7168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buClr>
                <a:srgbClr val="FDC21A"/>
              </a:buClr>
              <a:defRPr>
                <a:solidFill>
                  <a:srgbClr val="647A84"/>
                </a:solidFill>
                <a:latin typeface="TheSans Plain" pitchFamily="2" charset="0"/>
              </a:defRPr>
            </a:lvl1pPr>
            <a:lvl2pPr>
              <a:buClr>
                <a:srgbClr val="FDC21A"/>
              </a:buClr>
              <a:defRPr>
                <a:solidFill>
                  <a:srgbClr val="647A84"/>
                </a:solidFill>
                <a:latin typeface="TheSans Plain" pitchFamily="2" charset="0"/>
              </a:defRPr>
            </a:lvl2pPr>
            <a:lvl3pPr>
              <a:buClr>
                <a:srgbClr val="FDC21A"/>
              </a:buClr>
              <a:defRPr>
                <a:solidFill>
                  <a:srgbClr val="647A84"/>
                </a:solidFill>
                <a:latin typeface="TheSans Plain" pitchFamily="2" charset="0"/>
              </a:defRPr>
            </a:lvl3pPr>
            <a:lvl4pPr>
              <a:buClr>
                <a:srgbClr val="FDC21A"/>
              </a:buClr>
              <a:defRPr>
                <a:solidFill>
                  <a:srgbClr val="647A84"/>
                </a:solidFill>
                <a:latin typeface="TheSans Plain" pitchFamily="2" charset="0"/>
              </a:defRPr>
            </a:lvl4pPr>
            <a:lvl5pPr>
              <a:buClr>
                <a:srgbClr val="FDC21A"/>
              </a:buClr>
              <a:defRPr>
                <a:solidFill>
                  <a:srgbClr val="647A84"/>
                </a:solidFill>
                <a:latin typeface="TheSans Plain" pitchFamily="2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6517CC0-3827-824C-BD82-5D524FC77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137DF-46F0-194D-B8E6-89251B633EEA}" type="slidenum">
              <a:rPr lang="de-DE" smtClean="0"/>
              <a:t>‹Nr.›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EE3AA6B-514B-3F5F-22E3-B489C71C8E0C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de-DE"/>
              <a:t>Lukas Peter Sumann, Maximilian Wolf Leopold Lindner</a:t>
            </a:r>
          </a:p>
        </p:txBody>
      </p:sp>
      <p:sp>
        <p:nvSpPr>
          <p:cNvPr id="17" name="Bildplatzhalter 16">
            <a:extLst>
              <a:ext uri="{FF2B5EF4-FFF2-40B4-BE49-F238E27FC236}">
                <a16:creationId xmlns:a16="http://schemas.microsoft.com/office/drawing/2014/main" id="{3FAEB419-CE0E-A2C1-CF13-6F8BF8F0875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72202" y="1825625"/>
            <a:ext cx="5456236" cy="435133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pic>
        <p:nvPicPr>
          <p:cNvPr id="20" name="Grafik 19">
            <a:extLst>
              <a:ext uri="{FF2B5EF4-FFF2-40B4-BE49-F238E27FC236}">
                <a16:creationId xmlns:a16="http://schemas.microsoft.com/office/drawing/2014/main" id="{342B8641-C365-B86B-0AE0-4A02F5406E2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858375" y="216695"/>
            <a:ext cx="2078627" cy="466874"/>
          </a:xfrm>
          <a:prstGeom prst="rect">
            <a:avLst/>
          </a:prstGeom>
        </p:spPr>
      </p:pic>
      <p:grpSp>
        <p:nvGrpSpPr>
          <p:cNvPr id="5" name="Gruppieren 4">
            <a:extLst>
              <a:ext uri="{FF2B5EF4-FFF2-40B4-BE49-F238E27FC236}">
                <a16:creationId xmlns:a16="http://schemas.microsoft.com/office/drawing/2014/main" id="{5F2973C9-CCE7-D25F-92CB-BD0A810DBB90}"/>
              </a:ext>
            </a:extLst>
          </p:cNvPr>
          <p:cNvGrpSpPr/>
          <p:nvPr userDrawn="1"/>
        </p:nvGrpSpPr>
        <p:grpSpPr>
          <a:xfrm>
            <a:off x="8372798" y="5651780"/>
            <a:ext cx="5498261" cy="2530969"/>
            <a:chOff x="6265416" y="5268016"/>
            <a:chExt cx="7318186" cy="3368719"/>
          </a:xfrm>
        </p:grpSpPr>
        <p:sp>
          <p:nvSpPr>
            <p:cNvPr id="12" name="Freihandform 11">
              <a:extLst>
                <a:ext uri="{FF2B5EF4-FFF2-40B4-BE49-F238E27FC236}">
                  <a16:creationId xmlns:a16="http://schemas.microsoft.com/office/drawing/2014/main" id="{8F050C0B-C8EA-09B0-B2E2-1A2C2D2E7FDF}"/>
                </a:ext>
              </a:extLst>
            </p:cNvPr>
            <p:cNvSpPr/>
            <p:nvPr/>
          </p:nvSpPr>
          <p:spPr>
            <a:xfrm rot="19708695">
              <a:off x="6265416" y="5268016"/>
              <a:ext cx="6636396" cy="3214341"/>
            </a:xfrm>
            <a:custGeom>
              <a:avLst/>
              <a:gdLst>
                <a:gd name="connsiteX0" fmla="*/ 346842 w 3373821"/>
                <a:gd name="connsiteY0" fmla="*/ 283779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346842 w 3373821"/>
                <a:gd name="connsiteY5" fmla="*/ 283779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882870 h 3310759"/>
                <a:gd name="connsiteX1" fmla="*/ 3090042 w 3373821"/>
                <a:gd name="connsiteY1" fmla="*/ 0 h 3310759"/>
                <a:gd name="connsiteX2" fmla="*/ 3373821 w 3373821"/>
                <a:gd name="connsiteY2" fmla="*/ 1849821 h 3310759"/>
                <a:gd name="connsiteX3" fmla="*/ 1902373 w 3373821"/>
                <a:gd name="connsiteY3" fmla="*/ 3310759 h 3310759"/>
                <a:gd name="connsiteX4" fmla="*/ 0 w 3373821"/>
                <a:gd name="connsiteY4" fmla="*/ 2511973 h 3310759"/>
                <a:gd name="connsiteX5" fmla="*/ 777766 w 3373821"/>
                <a:gd name="connsiteY5" fmla="*/ 882870 h 3310759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35451 h 3463340"/>
                <a:gd name="connsiteX1" fmla="*/ 3090042 w 3373821"/>
                <a:gd name="connsiteY1" fmla="*/ 152581 h 3463340"/>
                <a:gd name="connsiteX2" fmla="*/ 3373821 w 3373821"/>
                <a:gd name="connsiteY2" fmla="*/ 2002402 h 3463340"/>
                <a:gd name="connsiteX3" fmla="*/ 1902373 w 3373821"/>
                <a:gd name="connsiteY3" fmla="*/ 3463340 h 3463340"/>
                <a:gd name="connsiteX4" fmla="*/ 0 w 3373821"/>
                <a:gd name="connsiteY4" fmla="*/ 2664554 h 3463340"/>
                <a:gd name="connsiteX5" fmla="*/ 777766 w 3373821"/>
                <a:gd name="connsiteY5" fmla="*/ 1035451 h 3463340"/>
                <a:gd name="connsiteX0" fmla="*/ 777766 w 3468415"/>
                <a:gd name="connsiteY0" fmla="*/ 1035451 h 3463340"/>
                <a:gd name="connsiteX1" fmla="*/ 3090042 w 3468415"/>
                <a:gd name="connsiteY1" fmla="*/ 152581 h 3463340"/>
                <a:gd name="connsiteX2" fmla="*/ 3468415 w 3468415"/>
                <a:gd name="connsiteY2" fmla="*/ 2202098 h 3463340"/>
                <a:gd name="connsiteX3" fmla="*/ 1902373 w 3468415"/>
                <a:gd name="connsiteY3" fmla="*/ 3463340 h 3463340"/>
                <a:gd name="connsiteX4" fmla="*/ 0 w 3468415"/>
                <a:gd name="connsiteY4" fmla="*/ 2664554 h 3463340"/>
                <a:gd name="connsiteX5" fmla="*/ 777766 w 3468415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3748"/>
                <a:gd name="connsiteX1" fmla="*/ 3090042 w 3520921"/>
                <a:gd name="connsiteY1" fmla="*/ 152581 h 3463748"/>
                <a:gd name="connsiteX2" fmla="*/ 3468415 w 3520921"/>
                <a:gd name="connsiteY2" fmla="*/ 2202098 h 3463748"/>
                <a:gd name="connsiteX3" fmla="*/ 1902373 w 3520921"/>
                <a:gd name="connsiteY3" fmla="*/ 3463340 h 3463748"/>
                <a:gd name="connsiteX4" fmla="*/ 0 w 3520921"/>
                <a:gd name="connsiteY4" fmla="*/ 2664554 h 3463748"/>
                <a:gd name="connsiteX5" fmla="*/ 777766 w 3520921"/>
                <a:gd name="connsiteY5" fmla="*/ 1035451 h 3463748"/>
                <a:gd name="connsiteX0" fmla="*/ 815379 w 3558534"/>
                <a:gd name="connsiteY0" fmla="*/ 1035451 h 3463748"/>
                <a:gd name="connsiteX1" fmla="*/ 3127655 w 3558534"/>
                <a:gd name="connsiteY1" fmla="*/ 152581 h 3463748"/>
                <a:gd name="connsiteX2" fmla="*/ 3506028 w 3558534"/>
                <a:gd name="connsiteY2" fmla="*/ 2202098 h 3463748"/>
                <a:gd name="connsiteX3" fmla="*/ 1939986 w 3558534"/>
                <a:gd name="connsiteY3" fmla="*/ 3463340 h 3463748"/>
                <a:gd name="connsiteX4" fmla="*/ 37613 w 3558534"/>
                <a:gd name="connsiteY4" fmla="*/ 2664554 h 3463748"/>
                <a:gd name="connsiteX5" fmla="*/ 815379 w 3558534"/>
                <a:gd name="connsiteY5" fmla="*/ 1035451 h 3463748"/>
                <a:gd name="connsiteX0" fmla="*/ 815379 w 3558534"/>
                <a:gd name="connsiteY0" fmla="*/ 1035451 h 3464371"/>
                <a:gd name="connsiteX1" fmla="*/ 3127655 w 3558534"/>
                <a:gd name="connsiteY1" fmla="*/ 152581 h 3464371"/>
                <a:gd name="connsiteX2" fmla="*/ 3506028 w 3558534"/>
                <a:gd name="connsiteY2" fmla="*/ 2202098 h 3464371"/>
                <a:gd name="connsiteX3" fmla="*/ 1939986 w 3558534"/>
                <a:gd name="connsiteY3" fmla="*/ 3463340 h 3464371"/>
                <a:gd name="connsiteX4" fmla="*/ 37613 w 3558534"/>
                <a:gd name="connsiteY4" fmla="*/ 2664554 h 3464371"/>
                <a:gd name="connsiteX5" fmla="*/ 815379 w 3558534"/>
                <a:gd name="connsiteY5" fmla="*/ 1035451 h 3464371"/>
                <a:gd name="connsiteX0" fmla="*/ 815379 w 3150376"/>
                <a:gd name="connsiteY0" fmla="*/ 1035451 h 3464371"/>
                <a:gd name="connsiteX1" fmla="*/ 3127655 w 3150376"/>
                <a:gd name="connsiteY1" fmla="*/ 152581 h 3464371"/>
                <a:gd name="connsiteX2" fmla="*/ 1961008 w 3150376"/>
                <a:gd name="connsiteY2" fmla="*/ 1655560 h 3464371"/>
                <a:gd name="connsiteX3" fmla="*/ 1939986 w 3150376"/>
                <a:gd name="connsiteY3" fmla="*/ 3463340 h 3464371"/>
                <a:gd name="connsiteX4" fmla="*/ 37613 w 3150376"/>
                <a:gd name="connsiteY4" fmla="*/ 2664554 h 3464371"/>
                <a:gd name="connsiteX5" fmla="*/ 815379 w 3150376"/>
                <a:gd name="connsiteY5" fmla="*/ 1035451 h 3464371"/>
                <a:gd name="connsiteX0" fmla="*/ 815379 w 3162532"/>
                <a:gd name="connsiteY0" fmla="*/ 1035451 h 3464371"/>
                <a:gd name="connsiteX1" fmla="*/ 3127655 w 3162532"/>
                <a:gd name="connsiteY1" fmla="*/ 152581 h 3464371"/>
                <a:gd name="connsiteX2" fmla="*/ 2423463 w 3162532"/>
                <a:gd name="connsiteY2" fmla="*/ 1645049 h 3464371"/>
                <a:gd name="connsiteX3" fmla="*/ 1939986 w 3162532"/>
                <a:gd name="connsiteY3" fmla="*/ 3463340 h 3464371"/>
                <a:gd name="connsiteX4" fmla="*/ 37613 w 3162532"/>
                <a:gd name="connsiteY4" fmla="*/ 2664554 h 3464371"/>
                <a:gd name="connsiteX5" fmla="*/ 815379 w 3162532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606310"/>
                <a:gd name="connsiteX1" fmla="*/ 3127655 w 3171514"/>
                <a:gd name="connsiteY1" fmla="*/ 152581 h 3606310"/>
                <a:gd name="connsiteX2" fmla="*/ 2423463 w 3171514"/>
                <a:gd name="connsiteY2" fmla="*/ 1645049 h 3606310"/>
                <a:gd name="connsiteX3" fmla="*/ 2307848 w 3171514"/>
                <a:gd name="connsiteY3" fmla="*/ 3473850 h 3606310"/>
                <a:gd name="connsiteX4" fmla="*/ 37613 w 3171514"/>
                <a:gd name="connsiteY4" fmla="*/ 2664554 h 3606310"/>
                <a:gd name="connsiteX5" fmla="*/ 815379 w 3171514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64502"/>
                <a:gd name="connsiteY0" fmla="*/ 1035451 h 3606310"/>
                <a:gd name="connsiteX1" fmla="*/ 3127655 w 3164502"/>
                <a:gd name="connsiteY1" fmla="*/ 152581 h 3606310"/>
                <a:gd name="connsiteX2" fmla="*/ 2560098 w 3164502"/>
                <a:gd name="connsiteY2" fmla="*/ 1666070 h 3606310"/>
                <a:gd name="connsiteX3" fmla="*/ 2307848 w 3164502"/>
                <a:gd name="connsiteY3" fmla="*/ 3473850 h 3606310"/>
                <a:gd name="connsiteX4" fmla="*/ 37613 w 3164502"/>
                <a:gd name="connsiteY4" fmla="*/ 2664554 h 3606310"/>
                <a:gd name="connsiteX5" fmla="*/ 815379 w 3164502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29312 w 3176710"/>
                <a:gd name="connsiteY0" fmla="*/ 1035451 h 3606310"/>
                <a:gd name="connsiteX1" fmla="*/ 3141588 w 3176710"/>
                <a:gd name="connsiteY1" fmla="*/ 152581 h 3606310"/>
                <a:gd name="connsiteX2" fmla="*/ 2574031 w 3176710"/>
                <a:gd name="connsiteY2" fmla="*/ 1666070 h 3606310"/>
                <a:gd name="connsiteX3" fmla="*/ 2321781 w 3176710"/>
                <a:gd name="connsiteY3" fmla="*/ 3473850 h 3606310"/>
                <a:gd name="connsiteX4" fmla="*/ 51546 w 3176710"/>
                <a:gd name="connsiteY4" fmla="*/ 2664554 h 3606310"/>
                <a:gd name="connsiteX5" fmla="*/ 829312 w 3176710"/>
                <a:gd name="connsiteY5" fmla="*/ 1035451 h 3606310"/>
                <a:gd name="connsiteX0" fmla="*/ 829312 w 3177410"/>
                <a:gd name="connsiteY0" fmla="*/ 1035451 h 3606310"/>
                <a:gd name="connsiteX1" fmla="*/ 3141588 w 3177410"/>
                <a:gd name="connsiteY1" fmla="*/ 152581 h 3606310"/>
                <a:gd name="connsiteX2" fmla="*/ 2574031 w 3177410"/>
                <a:gd name="connsiteY2" fmla="*/ 1666070 h 3606310"/>
                <a:gd name="connsiteX3" fmla="*/ 2321781 w 3177410"/>
                <a:gd name="connsiteY3" fmla="*/ 3473850 h 3606310"/>
                <a:gd name="connsiteX4" fmla="*/ 51546 w 3177410"/>
                <a:gd name="connsiteY4" fmla="*/ 2664554 h 3606310"/>
                <a:gd name="connsiteX5" fmla="*/ 829312 w 3177410"/>
                <a:gd name="connsiteY5" fmla="*/ 1035451 h 3606310"/>
                <a:gd name="connsiteX0" fmla="*/ 829312 w 3177410"/>
                <a:gd name="connsiteY0" fmla="*/ 1013703 h 3584562"/>
                <a:gd name="connsiteX1" fmla="*/ 3141588 w 3177410"/>
                <a:gd name="connsiteY1" fmla="*/ 130833 h 3584562"/>
                <a:gd name="connsiteX2" fmla="*/ 2574031 w 3177410"/>
                <a:gd name="connsiteY2" fmla="*/ 1644322 h 3584562"/>
                <a:gd name="connsiteX3" fmla="*/ 2321781 w 3177410"/>
                <a:gd name="connsiteY3" fmla="*/ 3452102 h 3584562"/>
                <a:gd name="connsiteX4" fmla="*/ 51546 w 3177410"/>
                <a:gd name="connsiteY4" fmla="*/ 2642806 h 3584562"/>
                <a:gd name="connsiteX5" fmla="*/ 829312 w 3177410"/>
                <a:gd name="connsiteY5" fmla="*/ 1013703 h 3584562"/>
                <a:gd name="connsiteX0" fmla="*/ 829578 w 3177676"/>
                <a:gd name="connsiteY0" fmla="*/ 1013703 h 3584562"/>
                <a:gd name="connsiteX1" fmla="*/ 3141854 w 3177676"/>
                <a:gd name="connsiteY1" fmla="*/ 130833 h 3584562"/>
                <a:gd name="connsiteX2" fmla="*/ 2574297 w 3177676"/>
                <a:gd name="connsiteY2" fmla="*/ 1644322 h 3584562"/>
                <a:gd name="connsiteX3" fmla="*/ 2322047 w 3177676"/>
                <a:gd name="connsiteY3" fmla="*/ 3452102 h 3584562"/>
                <a:gd name="connsiteX4" fmla="*/ 51812 w 3177676"/>
                <a:gd name="connsiteY4" fmla="*/ 2642806 h 3584562"/>
                <a:gd name="connsiteX5" fmla="*/ 829578 w 3177676"/>
                <a:gd name="connsiteY5" fmla="*/ 1013703 h 3584562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11178 w 2672400"/>
                <a:gd name="connsiteY0" fmla="*/ 7864 h 2583061"/>
                <a:gd name="connsiteX1" fmla="*/ 1318755 w 2672400"/>
                <a:gd name="connsiteY1" fmla="*/ 1092175 h 2583061"/>
                <a:gd name="connsiteX2" fmla="*/ 2555897 w 2672400"/>
                <a:gd name="connsiteY2" fmla="*/ 638483 h 2583061"/>
                <a:gd name="connsiteX3" fmla="*/ 2303647 w 2672400"/>
                <a:gd name="connsiteY3" fmla="*/ 2446263 h 2583061"/>
                <a:gd name="connsiteX4" fmla="*/ 33412 w 2672400"/>
                <a:gd name="connsiteY4" fmla="*/ 1636967 h 2583061"/>
                <a:gd name="connsiteX5" fmla="*/ 811178 w 2672400"/>
                <a:gd name="connsiteY5" fmla="*/ 7864 h 2583061"/>
                <a:gd name="connsiteX0" fmla="*/ 811178 w 3223026"/>
                <a:gd name="connsiteY0" fmla="*/ 5596 h 2477281"/>
                <a:gd name="connsiteX1" fmla="*/ 1318755 w 3223026"/>
                <a:gd name="connsiteY1" fmla="*/ 1089907 h 2477281"/>
                <a:gd name="connsiteX2" fmla="*/ 3192488 w 3223026"/>
                <a:gd name="connsiteY2" fmla="*/ 802600 h 2477281"/>
                <a:gd name="connsiteX3" fmla="*/ 2303647 w 3223026"/>
                <a:gd name="connsiteY3" fmla="*/ 2443995 h 2477281"/>
                <a:gd name="connsiteX4" fmla="*/ 33412 w 3223026"/>
                <a:gd name="connsiteY4" fmla="*/ 1634699 h 2477281"/>
                <a:gd name="connsiteX5" fmla="*/ 811178 w 3223026"/>
                <a:gd name="connsiteY5" fmla="*/ 5596 h 2477281"/>
                <a:gd name="connsiteX0" fmla="*/ 846588 w 3330250"/>
                <a:gd name="connsiteY0" fmla="*/ 5596 h 2432711"/>
                <a:gd name="connsiteX1" fmla="*/ 1354165 w 3330250"/>
                <a:gd name="connsiteY1" fmla="*/ 1089907 h 2432711"/>
                <a:gd name="connsiteX2" fmla="*/ 3227898 w 3330250"/>
                <a:gd name="connsiteY2" fmla="*/ 802600 h 2432711"/>
                <a:gd name="connsiteX3" fmla="*/ 2761796 w 3330250"/>
                <a:gd name="connsiteY3" fmla="*/ 2409553 h 2432711"/>
                <a:gd name="connsiteX4" fmla="*/ 68822 w 3330250"/>
                <a:gd name="connsiteY4" fmla="*/ 1634699 h 2432711"/>
                <a:gd name="connsiteX5" fmla="*/ 846588 w 3330250"/>
                <a:gd name="connsiteY5" fmla="*/ 5596 h 2432711"/>
                <a:gd name="connsiteX0" fmla="*/ 846588 w 3514825"/>
                <a:gd name="connsiteY0" fmla="*/ 5596 h 2432711"/>
                <a:gd name="connsiteX1" fmla="*/ 1354165 w 3514825"/>
                <a:gd name="connsiteY1" fmla="*/ 1089907 h 2432711"/>
                <a:gd name="connsiteX2" fmla="*/ 3227898 w 3514825"/>
                <a:gd name="connsiteY2" fmla="*/ 802600 h 2432711"/>
                <a:gd name="connsiteX3" fmla="*/ 2761796 w 3514825"/>
                <a:gd name="connsiteY3" fmla="*/ 2409553 h 2432711"/>
                <a:gd name="connsiteX4" fmla="*/ 68822 w 3514825"/>
                <a:gd name="connsiteY4" fmla="*/ 1634699 h 2432711"/>
                <a:gd name="connsiteX5" fmla="*/ 846588 w 3514825"/>
                <a:gd name="connsiteY5" fmla="*/ 5596 h 2432711"/>
                <a:gd name="connsiteX0" fmla="*/ 875402 w 3543639"/>
                <a:gd name="connsiteY0" fmla="*/ 2708 h 2429823"/>
                <a:gd name="connsiteX1" fmla="*/ 1382979 w 3543639"/>
                <a:gd name="connsiteY1" fmla="*/ 1087019 h 2429823"/>
                <a:gd name="connsiteX2" fmla="*/ 3256712 w 3543639"/>
                <a:gd name="connsiteY2" fmla="*/ 799712 h 2429823"/>
                <a:gd name="connsiteX3" fmla="*/ 2790610 w 3543639"/>
                <a:gd name="connsiteY3" fmla="*/ 2406665 h 2429823"/>
                <a:gd name="connsiteX4" fmla="*/ 97636 w 3543639"/>
                <a:gd name="connsiteY4" fmla="*/ 1631811 h 2429823"/>
                <a:gd name="connsiteX5" fmla="*/ 875402 w 3543639"/>
                <a:gd name="connsiteY5" fmla="*/ 2708 h 2429823"/>
                <a:gd name="connsiteX0" fmla="*/ 1035116 w 3703353"/>
                <a:gd name="connsiteY0" fmla="*/ 3586 h 2450893"/>
                <a:gd name="connsiteX1" fmla="*/ 1542693 w 3703353"/>
                <a:gd name="connsiteY1" fmla="*/ 1087897 h 2450893"/>
                <a:gd name="connsiteX2" fmla="*/ 3416426 w 3703353"/>
                <a:gd name="connsiteY2" fmla="*/ 800590 h 2450893"/>
                <a:gd name="connsiteX3" fmla="*/ 2950324 w 3703353"/>
                <a:gd name="connsiteY3" fmla="*/ 2407543 h 2450893"/>
                <a:gd name="connsiteX4" fmla="*/ 257350 w 3703353"/>
                <a:gd name="connsiteY4" fmla="*/ 1632689 h 2450893"/>
                <a:gd name="connsiteX5" fmla="*/ 1035116 w 3703353"/>
                <a:gd name="connsiteY5" fmla="*/ 3586 h 2450893"/>
                <a:gd name="connsiteX0" fmla="*/ 991689 w 3462563"/>
                <a:gd name="connsiteY0" fmla="*/ 10605 h 2457912"/>
                <a:gd name="connsiteX1" fmla="*/ 1674106 w 3462563"/>
                <a:gd name="connsiteY1" fmla="*/ 930710 h 2457912"/>
                <a:gd name="connsiteX2" fmla="*/ 3372999 w 3462563"/>
                <a:gd name="connsiteY2" fmla="*/ 807609 h 2457912"/>
                <a:gd name="connsiteX3" fmla="*/ 2906897 w 3462563"/>
                <a:gd name="connsiteY3" fmla="*/ 2414562 h 2457912"/>
                <a:gd name="connsiteX4" fmla="*/ 213923 w 3462563"/>
                <a:gd name="connsiteY4" fmla="*/ 1639708 h 2457912"/>
                <a:gd name="connsiteX5" fmla="*/ 991689 w 3462563"/>
                <a:gd name="connsiteY5" fmla="*/ 10605 h 2457912"/>
                <a:gd name="connsiteX0" fmla="*/ 991689 w 3644113"/>
                <a:gd name="connsiteY0" fmla="*/ 10605 h 2457912"/>
                <a:gd name="connsiteX1" fmla="*/ 1674106 w 3644113"/>
                <a:gd name="connsiteY1" fmla="*/ 930710 h 2457912"/>
                <a:gd name="connsiteX2" fmla="*/ 3372999 w 3644113"/>
                <a:gd name="connsiteY2" fmla="*/ 807609 h 2457912"/>
                <a:gd name="connsiteX3" fmla="*/ 2906897 w 3644113"/>
                <a:gd name="connsiteY3" fmla="*/ 2414562 h 2457912"/>
                <a:gd name="connsiteX4" fmla="*/ 213923 w 3644113"/>
                <a:gd name="connsiteY4" fmla="*/ 1639708 h 2457912"/>
                <a:gd name="connsiteX5" fmla="*/ 991689 w 3644113"/>
                <a:gd name="connsiteY5" fmla="*/ 10605 h 2457912"/>
                <a:gd name="connsiteX0" fmla="*/ 1054352 w 3706777"/>
                <a:gd name="connsiteY0" fmla="*/ 1046 h 2448353"/>
                <a:gd name="connsiteX1" fmla="*/ 1736769 w 3706777"/>
                <a:gd name="connsiteY1" fmla="*/ 921151 h 2448353"/>
                <a:gd name="connsiteX2" fmla="*/ 3435662 w 3706777"/>
                <a:gd name="connsiteY2" fmla="*/ 798050 h 2448353"/>
                <a:gd name="connsiteX3" fmla="*/ 2969560 w 3706777"/>
                <a:gd name="connsiteY3" fmla="*/ 2405003 h 2448353"/>
                <a:gd name="connsiteX4" fmla="*/ 276586 w 3706777"/>
                <a:gd name="connsiteY4" fmla="*/ 1630149 h 2448353"/>
                <a:gd name="connsiteX5" fmla="*/ 1054352 w 3706777"/>
                <a:gd name="connsiteY5" fmla="*/ 1046 h 2448353"/>
                <a:gd name="connsiteX0" fmla="*/ 590056 w 3683836"/>
                <a:gd name="connsiteY0" fmla="*/ 1109 h 1961431"/>
                <a:gd name="connsiteX1" fmla="*/ 1713828 w 3683836"/>
                <a:gd name="connsiteY1" fmla="*/ 456838 h 1961431"/>
                <a:gd name="connsiteX2" fmla="*/ 3412721 w 3683836"/>
                <a:gd name="connsiteY2" fmla="*/ 333737 h 1961431"/>
                <a:gd name="connsiteX3" fmla="*/ 2946619 w 3683836"/>
                <a:gd name="connsiteY3" fmla="*/ 1940690 h 1961431"/>
                <a:gd name="connsiteX4" fmla="*/ 253645 w 3683836"/>
                <a:gd name="connsiteY4" fmla="*/ 1165836 h 1961431"/>
                <a:gd name="connsiteX5" fmla="*/ 590056 w 3683836"/>
                <a:gd name="connsiteY5" fmla="*/ 1109 h 1961431"/>
                <a:gd name="connsiteX0" fmla="*/ 577152 w 3670932"/>
                <a:gd name="connsiteY0" fmla="*/ 28557 h 1988879"/>
                <a:gd name="connsiteX1" fmla="*/ 1700924 w 3670932"/>
                <a:gd name="connsiteY1" fmla="*/ 484286 h 1988879"/>
                <a:gd name="connsiteX2" fmla="*/ 3399817 w 3670932"/>
                <a:gd name="connsiteY2" fmla="*/ 361185 h 1988879"/>
                <a:gd name="connsiteX3" fmla="*/ 2933715 w 3670932"/>
                <a:gd name="connsiteY3" fmla="*/ 1968138 h 1988879"/>
                <a:gd name="connsiteX4" fmla="*/ 240741 w 3670932"/>
                <a:gd name="connsiteY4" fmla="*/ 1193284 h 1988879"/>
                <a:gd name="connsiteX5" fmla="*/ 577152 w 3670932"/>
                <a:gd name="connsiteY5" fmla="*/ 28557 h 1988879"/>
                <a:gd name="connsiteX0" fmla="*/ 5660 w 3065770"/>
                <a:gd name="connsiteY0" fmla="*/ 41752 h 2084853"/>
                <a:gd name="connsiteX1" fmla="*/ 1129432 w 3065770"/>
                <a:gd name="connsiteY1" fmla="*/ 497481 h 2084853"/>
                <a:gd name="connsiteX2" fmla="*/ 2828325 w 3065770"/>
                <a:gd name="connsiteY2" fmla="*/ 374380 h 2084853"/>
                <a:gd name="connsiteX3" fmla="*/ 2362223 w 3065770"/>
                <a:gd name="connsiteY3" fmla="*/ 1981333 h 2084853"/>
                <a:gd name="connsiteX4" fmla="*/ 768571 w 3065770"/>
                <a:gd name="connsiteY4" fmla="*/ 1718703 h 2084853"/>
                <a:gd name="connsiteX5" fmla="*/ 5660 w 3065770"/>
                <a:gd name="connsiteY5" fmla="*/ 41752 h 2084853"/>
                <a:gd name="connsiteX0" fmla="*/ 12471 w 3072581"/>
                <a:gd name="connsiteY0" fmla="*/ 41752 h 2092530"/>
                <a:gd name="connsiteX1" fmla="*/ 1136243 w 3072581"/>
                <a:gd name="connsiteY1" fmla="*/ 497481 h 2092530"/>
                <a:gd name="connsiteX2" fmla="*/ 2835136 w 3072581"/>
                <a:gd name="connsiteY2" fmla="*/ 374380 h 2092530"/>
                <a:gd name="connsiteX3" fmla="*/ 2369034 w 3072581"/>
                <a:gd name="connsiteY3" fmla="*/ 1981333 h 2092530"/>
                <a:gd name="connsiteX4" fmla="*/ 775382 w 3072581"/>
                <a:gd name="connsiteY4" fmla="*/ 1718703 h 2092530"/>
                <a:gd name="connsiteX5" fmla="*/ 12471 w 3072581"/>
                <a:gd name="connsiteY5" fmla="*/ 41752 h 2092530"/>
                <a:gd name="connsiteX0" fmla="*/ 2798 w 3655173"/>
                <a:gd name="connsiteY0" fmla="*/ 869129 h 2007317"/>
                <a:gd name="connsiteX1" fmla="*/ 1718835 w 3655173"/>
                <a:gd name="connsiteY1" fmla="*/ 445136 h 2007317"/>
                <a:gd name="connsiteX2" fmla="*/ 3417728 w 3655173"/>
                <a:gd name="connsiteY2" fmla="*/ 322035 h 2007317"/>
                <a:gd name="connsiteX3" fmla="*/ 2951626 w 3655173"/>
                <a:gd name="connsiteY3" fmla="*/ 1928988 h 2007317"/>
                <a:gd name="connsiteX4" fmla="*/ 1357974 w 3655173"/>
                <a:gd name="connsiteY4" fmla="*/ 1666358 h 2007317"/>
                <a:gd name="connsiteX5" fmla="*/ 2798 w 3655173"/>
                <a:gd name="connsiteY5" fmla="*/ 869129 h 2007317"/>
                <a:gd name="connsiteX0" fmla="*/ 542 w 3652917"/>
                <a:gd name="connsiteY0" fmla="*/ 869129 h 2007318"/>
                <a:gd name="connsiteX1" fmla="*/ 1716579 w 3652917"/>
                <a:gd name="connsiteY1" fmla="*/ 445136 h 2007318"/>
                <a:gd name="connsiteX2" fmla="*/ 3415472 w 3652917"/>
                <a:gd name="connsiteY2" fmla="*/ 322035 h 2007318"/>
                <a:gd name="connsiteX3" fmla="*/ 2949370 w 3652917"/>
                <a:gd name="connsiteY3" fmla="*/ 1928988 h 2007318"/>
                <a:gd name="connsiteX4" fmla="*/ 1355718 w 3652917"/>
                <a:gd name="connsiteY4" fmla="*/ 1666358 h 2007318"/>
                <a:gd name="connsiteX5" fmla="*/ 542 w 3652917"/>
                <a:gd name="connsiteY5" fmla="*/ 869129 h 2007318"/>
                <a:gd name="connsiteX0" fmla="*/ 243 w 3639926"/>
                <a:gd name="connsiteY0" fmla="*/ 869129 h 1955507"/>
                <a:gd name="connsiteX1" fmla="*/ 1716280 w 3639926"/>
                <a:gd name="connsiteY1" fmla="*/ 445136 h 1955507"/>
                <a:gd name="connsiteX2" fmla="*/ 3415173 w 3639926"/>
                <a:gd name="connsiteY2" fmla="*/ 322035 h 1955507"/>
                <a:gd name="connsiteX3" fmla="*/ 2949071 w 3639926"/>
                <a:gd name="connsiteY3" fmla="*/ 1928988 h 1955507"/>
                <a:gd name="connsiteX4" fmla="*/ 1833458 w 3639926"/>
                <a:gd name="connsiteY4" fmla="*/ 1291535 h 1955507"/>
                <a:gd name="connsiteX5" fmla="*/ 243 w 3639926"/>
                <a:gd name="connsiteY5" fmla="*/ 869129 h 1955507"/>
                <a:gd name="connsiteX0" fmla="*/ 243 w 3639926"/>
                <a:gd name="connsiteY0" fmla="*/ 869129 h 1947022"/>
                <a:gd name="connsiteX1" fmla="*/ 1716280 w 3639926"/>
                <a:gd name="connsiteY1" fmla="*/ 445136 h 1947022"/>
                <a:gd name="connsiteX2" fmla="*/ 3415173 w 3639926"/>
                <a:gd name="connsiteY2" fmla="*/ 322035 h 1947022"/>
                <a:gd name="connsiteX3" fmla="*/ 2949071 w 3639926"/>
                <a:gd name="connsiteY3" fmla="*/ 1928988 h 1947022"/>
                <a:gd name="connsiteX4" fmla="*/ 1833458 w 3639926"/>
                <a:gd name="connsiteY4" fmla="*/ 1291535 h 1947022"/>
                <a:gd name="connsiteX5" fmla="*/ 243 w 3639926"/>
                <a:gd name="connsiteY5" fmla="*/ 869129 h 1947022"/>
                <a:gd name="connsiteX0" fmla="*/ 7345 w 3647028"/>
                <a:gd name="connsiteY0" fmla="*/ 869129 h 1947022"/>
                <a:gd name="connsiteX1" fmla="*/ 1723382 w 3647028"/>
                <a:gd name="connsiteY1" fmla="*/ 445136 h 1947022"/>
                <a:gd name="connsiteX2" fmla="*/ 3422275 w 3647028"/>
                <a:gd name="connsiteY2" fmla="*/ 322035 h 1947022"/>
                <a:gd name="connsiteX3" fmla="*/ 2956173 w 3647028"/>
                <a:gd name="connsiteY3" fmla="*/ 1928988 h 1947022"/>
                <a:gd name="connsiteX4" fmla="*/ 1840560 w 3647028"/>
                <a:gd name="connsiteY4" fmla="*/ 1291535 h 1947022"/>
                <a:gd name="connsiteX5" fmla="*/ 7345 w 3647028"/>
                <a:gd name="connsiteY5" fmla="*/ 869129 h 1947022"/>
                <a:gd name="connsiteX0" fmla="*/ 7345 w 3811052"/>
                <a:gd name="connsiteY0" fmla="*/ 869129 h 1929159"/>
                <a:gd name="connsiteX1" fmla="*/ 1723382 w 3811052"/>
                <a:gd name="connsiteY1" fmla="*/ 445136 h 1929159"/>
                <a:gd name="connsiteX2" fmla="*/ 3422275 w 3811052"/>
                <a:gd name="connsiteY2" fmla="*/ 322035 h 1929159"/>
                <a:gd name="connsiteX3" fmla="*/ 2956173 w 3811052"/>
                <a:gd name="connsiteY3" fmla="*/ 1928988 h 1929159"/>
                <a:gd name="connsiteX4" fmla="*/ 1840560 w 3811052"/>
                <a:gd name="connsiteY4" fmla="*/ 1291535 h 1929159"/>
                <a:gd name="connsiteX5" fmla="*/ 7345 w 3811052"/>
                <a:gd name="connsiteY5" fmla="*/ 869129 h 1929159"/>
                <a:gd name="connsiteX0" fmla="*/ 5264 w 3937957"/>
                <a:gd name="connsiteY0" fmla="*/ 1155023 h 1938909"/>
                <a:gd name="connsiteX1" fmla="*/ 1850286 w 3937957"/>
                <a:gd name="connsiteY1" fmla="*/ 454886 h 1938909"/>
                <a:gd name="connsiteX2" fmla="*/ 3549179 w 3937957"/>
                <a:gd name="connsiteY2" fmla="*/ 331785 h 1938909"/>
                <a:gd name="connsiteX3" fmla="*/ 3083077 w 3937957"/>
                <a:gd name="connsiteY3" fmla="*/ 1938738 h 1938909"/>
                <a:gd name="connsiteX4" fmla="*/ 1967464 w 3937957"/>
                <a:gd name="connsiteY4" fmla="*/ 1301285 h 1938909"/>
                <a:gd name="connsiteX5" fmla="*/ 5264 w 3937957"/>
                <a:gd name="connsiteY5" fmla="*/ 1155023 h 1938909"/>
                <a:gd name="connsiteX0" fmla="*/ 23607 w 3956300"/>
                <a:gd name="connsiteY0" fmla="*/ 1155023 h 1938909"/>
                <a:gd name="connsiteX1" fmla="*/ 1868629 w 3956300"/>
                <a:gd name="connsiteY1" fmla="*/ 454886 h 1938909"/>
                <a:gd name="connsiteX2" fmla="*/ 3567522 w 3956300"/>
                <a:gd name="connsiteY2" fmla="*/ 331785 h 1938909"/>
                <a:gd name="connsiteX3" fmla="*/ 3101420 w 3956300"/>
                <a:gd name="connsiteY3" fmla="*/ 1938738 h 1938909"/>
                <a:gd name="connsiteX4" fmla="*/ 1985807 w 3956300"/>
                <a:gd name="connsiteY4" fmla="*/ 1301285 h 1938909"/>
                <a:gd name="connsiteX5" fmla="*/ 23607 w 3956300"/>
                <a:gd name="connsiteY5" fmla="*/ 1155023 h 1938909"/>
                <a:gd name="connsiteX0" fmla="*/ 356 w 3775841"/>
                <a:gd name="connsiteY0" fmla="*/ 1155023 h 1975367"/>
                <a:gd name="connsiteX1" fmla="*/ 1845378 w 3775841"/>
                <a:gd name="connsiteY1" fmla="*/ 454886 h 1975367"/>
                <a:gd name="connsiteX2" fmla="*/ 3544271 w 3775841"/>
                <a:gd name="connsiteY2" fmla="*/ 331785 h 1975367"/>
                <a:gd name="connsiteX3" fmla="*/ 3078169 w 3775841"/>
                <a:gd name="connsiteY3" fmla="*/ 1938738 h 1975367"/>
                <a:gd name="connsiteX4" fmla="*/ 1700608 w 3775841"/>
                <a:gd name="connsiteY4" fmla="*/ 1432728 h 1975367"/>
                <a:gd name="connsiteX5" fmla="*/ 356 w 3775841"/>
                <a:gd name="connsiteY5" fmla="*/ 1155023 h 1975367"/>
                <a:gd name="connsiteX0" fmla="*/ 385 w 3775871"/>
                <a:gd name="connsiteY0" fmla="*/ 1155023 h 1964875"/>
                <a:gd name="connsiteX1" fmla="*/ 1845407 w 3775871"/>
                <a:gd name="connsiteY1" fmla="*/ 454886 h 1964875"/>
                <a:gd name="connsiteX2" fmla="*/ 3544300 w 3775871"/>
                <a:gd name="connsiteY2" fmla="*/ 331785 h 1964875"/>
                <a:gd name="connsiteX3" fmla="*/ 3078198 w 3775871"/>
                <a:gd name="connsiteY3" fmla="*/ 1938738 h 1964875"/>
                <a:gd name="connsiteX4" fmla="*/ 1700637 w 3775871"/>
                <a:gd name="connsiteY4" fmla="*/ 1432728 h 1964875"/>
                <a:gd name="connsiteX5" fmla="*/ 385 w 3775871"/>
                <a:gd name="connsiteY5" fmla="*/ 1155023 h 1964875"/>
                <a:gd name="connsiteX0" fmla="*/ 518 w 3310321"/>
                <a:gd name="connsiteY0" fmla="*/ 1561197 h 1986949"/>
                <a:gd name="connsiteX1" fmla="*/ 1379857 w 3310321"/>
                <a:gd name="connsiteY1" fmla="*/ 469469 h 1986949"/>
                <a:gd name="connsiteX2" fmla="*/ 3078750 w 3310321"/>
                <a:gd name="connsiteY2" fmla="*/ 346368 h 1986949"/>
                <a:gd name="connsiteX3" fmla="*/ 2612648 w 3310321"/>
                <a:gd name="connsiteY3" fmla="*/ 1953321 h 1986949"/>
                <a:gd name="connsiteX4" fmla="*/ 1235087 w 3310321"/>
                <a:gd name="connsiteY4" fmla="*/ 1447311 h 1986949"/>
                <a:gd name="connsiteX5" fmla="*/ 518 w 3310321"/>
                <a:gd name="connsiteY5" fmla="*/ 1561197 h 1986949"/>
                <a:gd name="connsiteX0" fmla="*/ 252954 w 3562757"/>
                <a:gd name="connsiteY0" fmla="*/ 1561197 h 1986950"/>
                <a:gd name="connsiteX1" fmla="*/ 1632293 w 3562757"/>
                <a:gd name="connsiteY1" fmla="*/ 469469 h 1986950"/>
                <a:gd name="connsiteX2" fmla="*/ 3331186 w 3562757"/>
                <a:gd name="connsiteY2" fmla="*/ 346368 h 1986950"/>
                <a:gd name="connsiteX3" fmla="*/ 2865084 w 3562757"/>
                <a:gd name="connsiteY3" fmla="*/ 1953321 h 1986950"/>
                <a:gd name="connsiteX4" fmla="*/ 1487523 w 3562757"/>
                <a:gd name="connsiteY4" fmla="*/ 1447311 h 1986950"/>
                <a:gd name="connsiteX5" fmla="*/ 252954 w 3562757"/>
                <a:gd name="connsiteY5" fmla="*/ 1561197 h 1986950"/>
                <a:gd name="connsiteX0" fmla="*/ 275988 w 4836894"/>
                <a:gd name="connsiteY0" fmla="*/ 1254188 h 1664972"/>
                <a:gd name="connsiteX1" fmla="*/ 1655327 w 4836894"/>
                <a:gd name="connsiteY1" fmla="*/ 162460 h 1664972"/>
                <a:gd name="connsiteX2" fmla="*/ 4715739 w 4836894"/>
                <a:gd name="connsiteY2" fmla="*/ 494988 h 1664972"/>
                <a:gd name="connsiteX3" fmla="*/ 2888118 w 4836894"/>
                <a:gd name="connsiteY3" fmla="*/ 1646312 h 1664972"/>
                <a:gd name="connsiteX4" fmla="*/ 1510557 w 4836894"/>
                <a:gd name="connsiteY4" fmla="*/ 1140302 h 1664972"/>
                <a:gd name="connsiteX5" fmla="*/ 275988 w 4836894"/>
                <a:gd name="connsiteY5" fmla="*/ 1254188 h 1664972"/>
                <a:gd name="connsiteX0" fmla="*/ 275988 w 4716813"/>
                <a:gd name="connsiteY0" fmla="*/ 1630321 h 2049242"/>
                <a:gd name="connsiteX1" fmla="*/ 1655327 w 4716813"/>
                <a:gd name="connsiteY1" fmla="*/ 538593 h 2049242"/>
                <a:gd name="connsiteX2" fmla="*/ 4715739 w 4716813"/>
                <a:gd name="connsiteY2" fmla="*/ 871121 h 2049242"/>
                <a:gd name="connsiteX3" fmla="*/ 2888118 w 4716813"/>
                <a:gd name="connsiteY3" fmla="*/ 2022445 h 2049242"/>
                <a:gd name="connsiteX4" fmla="*/ 1510557 w 4716813"/>
                <a:gd name="connsiteY4" fmla="*/ 1516435 h 2049242"/>
                <a:gd name="connsiteX5" fmla="*/ 275988 w 4716813"/>
                <a:gd name="connsiteY5" fmla="*/ 1630321 h 2049242"/>
                <a:gd name="connsiteX0" fmla="*/ 275988 w 4749030"/>
                <a:gd name="connsiteY0" fmla="*/ 1124638 h 1545870"/>
                <a:gd name="connsiteX1" fmla="*/ 1655327 w 4749030"/>
                <a:gd name="connsiteY1" fmla="*/ 32910 h 1545870"/>
                <a:gd name="connsiteX2" fmla="*/ 4715739 w 4749030"/>
                <a:gd name="connsiteY2" fmla="*/ 365438 h 1545870"/>
                <a:gd name="connsiteX3" fmla="*/ 3175706 w 4749030"/>
                <a:gd name="connsiteY3" fmla="*/ 1192854 h 1545870"/>
                <a:gd name="connsiteX4" fmla="*/ 1510557 w 4749030"/>
                <a:gd name="connsiteY4" fmla="*/ 1010752 h 1545870"/>
                <a:gd name="connsiteX5" fmla="*/ 275988 w 4749030"/>
                <a:gd name="connsiteY5" fmla="*/ 1124638 h 1545870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40315"/>
                <a:gd name="connsiteY0" fmla="*/ 1132875 h 1722803"/>
                <a:gd name="connsiteX1" fmla="*/ 1655327 w 4740315"/>
                <a:gd name="connsiteY1" fmla="*/ 41147 h 1722803"/>
                <a:gd name="connsiteX2" fmla="*/ 4715739 w 4740315"/>
                <a:gd name="connsiteY2" fmla="*/ 373675 h 1722803"/>
                <a:gd name="connsiteX3" fmla="*/ 3012343 w 4740315"/>
                <a:gd name="connsiteY3" fmla="*/ 1711656 h 1722803"/>
                <a:gd name="connsiteX4" fmla="*/ 1510557 w 4740315"/>
                <a:gd name="connsiteY4" fmla="*/ 1018989 h 1722803"/>
                <a:gd name="connsiteX5" fmla="*/ 275988 w 4740315"/>
                <a:gd name="connsiteY5" fmla="*/ 1132875 h 1722803"/>
                <a:gd name="connsiteX0" fmla="*/ 275988 w 4756119"/>
                <a:gd name="connsiteY0" fmla="*/ 1127108 h 1542684"/>
                <a:gd name="connsiteX1" fmla="*/ 1655327 w 4756119"/>
                <a:gd name="connsiteY1" fmla="*/ 35380 h 1542684"/>
                <a:gd name="connsiteX2" fmla="*/ 4715739 w 4756119"/>
                <a:gd name="connsiteY2" fmla="*/ 367908 h 1542684"/>
                <a:gd name="connsiteX3" fmla="*/ 3285074 w 4756119"/>
                <a:gd name="connsiteY3" fmla="*/ 1369029 h 1542684"/>
                <a:gd name="connsiteX4" fmla="*/ 1510557 w 4756119"/>
                <a:gd name="connsiteY4" fmla="*/ 1013222 h 1542684"/>
                <a:gd name="connsiteX5" fmla="*/ 275988 w 4756119"/>
                <a:gd name="connsiteY5" fmla="*/ 1127108 h 1542684"/>
                <a:gd name="connsiteX0" fmla="*/ 275988 w 4715923"/>
                <a:gd name="connsiteY0" fmla="*/ 1122352 h 1572226"/>
                <a:gd name="connsiteX1" fmla="*/ 1655327 w 4715923"/>
                <a:gd name="connsiteY1" fmla="*/ 30624 h 1572226"/>
                <a:gd name="connsiteX2" fmla="*/ 4715739 w 4715923"/>
                <a:gd name="connsiteY2" fmla="*/ 363152 h 1572226"/>
                <a:gd name="connsiteX3" fmla="*/ 1510557 w 4715923"/>
                <a:gd name="connsiteY3" fmla="*/ 1008466 h 1572226"/>
                <a:gd name="connsiteX4" fmla="*/ 275988 w 4715923"/>
                <a:gd name="connsiteY4" fmla="*/ 1122352 h 1572226"/>
                <a:gd name="connsiteX0" fmla="*/ 25029 w 4476010"/>
                <a:gd name="connsiteY0" fmla="*/ 1892393 h 2022034"/>
                <a:gd name="connsiteX1" fmla="*/ 2236847 w 4476010"/>
                <a:gd name="connsiteY1" fmla="*/ 11492 h 2022034"/>
                <a:gd name="connsiteX2" fmla="*/ 4464780 w 4476010"/>
                <a:gd name="connsiteY2" fmla="*/ 1133193 h 2022034"/>
                <a:gd name="connsiteX3" fmla="*/ 1259598 w 4476010"/>
                <a:gd name="connsiteY3" fmla="*/ 1778507 h 2022034"/>
                <a:gd name="connsiteX4" fmla="*/ 25029 w 4476010"/>
                <a:gd name="connsiteY4" fmla="*/ 1892393 h 2022034"/>
                <a:gd name="connsiteX0" fmla="*/ 19312 w 4468531"/>
                <a:gd name="connsiteY0" fmla="*/ 1893478 h 2350831"/>
                <a:gd name="connsiteX1" fmla="*/ 2231130 w 4468531"/>
                <a:gd name="connsiteY1" fmla="*/ 12577 h 2350831"/>
                <a:gd name="connsiteX2" fmla="*/ 4459063 w 4468531"/>
                <a:gd name="connsiteY2" fmla="*/ 1134278 h 2350831"/>
                <a:gd name="connsiteX3" fmla="*/ 2962196 w 4468531"/>
                <a:gd name="connsiteY3" fmla="*/ 2337807 h 2350831"/>
                <a:gd name="connsiteX4" fmla="*/ 1253881 w 4468531"/>
                <a:gd name="connsiteY4" fmla="*/ 1779592 h 2350831"/>
                <a:gd name="connsiteX5" fmla="*/ 19312 w 4468531"/>
                <a:gd name="connsiteY5" fmla="*/ 1893478 h 2350831"/>
                <a:gd name="connsiteX0" fmla="*/ 114931 w 4564151"/>
                <a:gd name="connsiteY0" fmla="*/ 1893478 h 2606070"/>
                <a:gd name="connsiteX1" fmla="*/ 2326749 w 4564151"/>
                <a:gd name="connsiteY1" fmla="*/ 12577 h 2606070"/>
                <a:gd name="connsiteX2" fmla="*/ 4554682 w 4564151"/>
                <a:gd name="connsiteY2" fmla="*/ 1134278 h 2606070"/>
                <a:gd name="connsiteX3" fmla="*/ 3057815 w 4564151"/>
                <a:gd name="connsiteY3" fmla="*/ 2337807 h 2606070"/>
                <a:gd name="connsiteX4" fmla="*/ 602599 w 4564151"/>
                <a:gd name="connsiteY4" fmla="*/ 2591133 h 2606070"/>
                <a:gd name="connsiteX5" fmla="*/ 114931 w 4564151"/>
                <a:gd name="connsiteY5" fmla="*/ 1893478 h 2606070"/>
                <a:gd name="connsiteX0" fmla="*/ 339436 w 4163621"/>
                <a:gd name="connsiteY0" fmla="*/ 711041 h 2677547"/>
                <a:gd name="connsiteX1" fmla="*/ 1926219 w 4163621"/>
                <a:gd name="connsiteY1" fmla="*/ 9118 h 2677547"/>
                <a:gd name="connsiteX2" fmla="*/ 4154152 w 4163621"/>
                <a:gd name="connsiteY2" fmla="*/ 1130819 h 2677547"/>
                <a:gd name="connsiteX3" fmla="*/ 2657285 w 4163621"/>
                <a:gd name="connsiteY3" fmla="*/ 2334348 h 2677547"/>
                <a:gd name="connsiteX4" fmla="*/ 202069 w 4163621"/>
                <a:gd name="connsiteY4" fmla="*/ 2587674 h 2677547"/>
                <a:gd name="connsiteX5" fmla="*/ 339436 w 4163621"/>
                <a:gd name="connsiteY5" fmla="*/ 711041 h 2677547"/>
                <a:gd name="connsiteX0" fmla="*/ 8699 w 3970251"/>
                <a:gd name="connsiteY0" fmla="*/ 2578556 h 2717756"/>
                <a:gd name="connsiteX1" fmla="*/ 1732849 w 3970251"/>
                <a:gd name="connsiteY1" fmla="*/ 0 h 2717756"/>
                <a:gd name="connsiteX2" fmla="*/ 3960782 w 3970251"/>
                <a:gd name="connsiteY2" fmla="*/ 1121701 h 2717756"/>
                <a:gd name="connsiteX3" fmla="*/ 2463915 w 3970251"/>
                <a:gd name="connsiteY3" fmla="*/ 2325230 h 2717756"/>
                <a:gd name="connsiteX4" fmla="*/ 8699 w 3970251"/>
                <a:gd name="connsiteY4" fmla="*/ 2578556 h 2717756"/>
                <a:gd name="connsiteX0" fmla="*/ 11617 w 3584652"/>
                <a:gd name="connsiteY0" fmla="*/ 1430838 h 2340009"/>
                <a:gd name="connsiteX1" fmla="*/ 1347250 w 3584652"/>
                <a:gd name="connsiteY1" fmla="*/ 2380 h 2340009"/>
                <a:gd name="connsiteX2" fmla="*/ 3575183 w 3584652"/>
                <a:gd name="connsiteY2" fmla="*/ 1124081 h 2340009"/>
                <a:gd name="connsiteX3" fmla="*/ 2078316 w 3584652"/>
                <a:gd name="connsiteY3" fmla="*/ 2327610 h 2340009"/>
                <a:gd name="connsiteX4" fmla="*/ 11617 w 3584652"/>
                <a:gd name="connsiteY4" fmla="*/ 1430838 h 2340009"/>
                <a:gd name="connsiteX0" fmla="*/ 36322 w 3609357"/>
                <a:gd name="connsiteY0" fmla="*/ 1430838 h 2532978"/>
                <a:gd name="connsiteX1" fmla="*/ 1371955 w 3609357"/>
                <a:gd name="connsiteY1" fmla="*/ 2380 h 2532978"/>
                <a:gd name="connsiteX2" fmla="*/ 3599888 w 3609357"/>
                <a:gd name="connsiteY2" fmla="*/ 1124081 h 2532978"/>
                <a:gd name="connsiteX3" fmla="*/ 2103021 w 3609357"/>
                <a:gd name="connsiteY3" fmla="*/ 2327610 h 2532978"/>
                <a:gd name="connsiteX4" fmla="*/ 36322 w 3609357"/>
                <a:gd name="connsiteY4" fmla="*/ 1430838 h 2532978"/>
                <a:gd name="connsiteX0" fmla="*/ 3580 w 3569301"/>
                <a:gd name="connsiteY0" fmla="*/ 1431089 h 2816320"/>
                <a:gd name="connsiteX1" fmla="*/ 1339213 w 3569301"/>
                <a:gd name="connsiteY1" fmla="*/ 2631 h 2816320"/>
                <a:gd name="connsiteX2" fmla="*/ 3567146 w 3569301"/>
                <a:gd name="connsiteY2" fmla="*/ 1124332 h 2816320"/>
                <a:gd name="connsiteX3" fmla="*/ 1722688 w 3569301"/>
                <a:gd name="connsiteY3" fmla="*/ 2808414 h 2816320"/>
                <a:gd name="connsiteX4" fmla="*/ 3580 w 3569301"/>
                <a:gd name="connsiteY4" fmla="*/ 1431089 h 2816320"/>
                <a:gd name="connsiteX0" fmla="*/ 3579 w 3569300"/>
                <a:gd name="connsiteY0" fmla="*/ 1431089 h 2808414"/>
                <a:gd name="connsiteX1" fmla="*/ 1339212 w 3569300"/>
                <a:gd name="connsiteY1" fmla="*/ 2631 h 2808414"/>
                <a:gd name="connsiteX2" fmla="*/ 3567145 w 3569300"/>
                <a:gd name="connsiteY2" fmla="*/ 1124332 h 2808414"/>
                <a:gd name="connsiteX3" fmla="*/ 1722687 w 3569300"/>
                <a:gd name="connsiteY3" fmla="*/ 2808414 h 2808414"/>
                <a:gd name="connsiteX4" fmla="*/ 3579 w 3569300"/>
                <a:gd name="connsiteY4" fmla="*/ 1431089 h 2808414"/>
                <a:gd name="connsiteX0" fmla="*/ 3579 w 3570402"/>
                <a:gd name="connsiteY0" fmla="*/ 1431089 h 2845664"/>
                <a:gd name="connsiteX1" fmla="*/ 1339212 w 3570402"/>
                <a:gd name="connsiteY1" fmla="*/ 2631 h 2845664"/>
                <a:gd name="connsiteX2" fmla="*/ 3567145 w 3570402"/>
                <a:gd name="connsiteY2" fmla="*/ 1124332 h 2845664"/>
                <a:gd name="connsiteX3" fmla="*/ 1722687 w 3570402"/>
                <a:gd name="connsiteY3" fmla="*/ 2808414 h 2845664"/>
                <a:gd name="connsiteX4" fmla="*/ 3579 w 3570402"/>
                <a:gd name="connsiteY4" fmla="*/ 1431089 h 2845664"/>
                <a:gd name="connsiteX0" fmla="*/ 3579 w 3571531"/>
                <a:gd name="connsiteY0" fmla="*/ 1431089 h 2809355"/>
                <a:gd name="connsiteX1" fmla="*/ 1339212 w 3571531"/>
                <a:gd name="connsiteY1" fmla="*/ 2631 h 2809355"/>
                <a:gd name="connsiteX2" fmla="*/ 3567145 w 3571531"/>
                <a:gd name="connsiteY2" fmla="*/ 1124332 h 2809355"/>
                <a:gd name="connsiteX3" fmla="*/ 1722687 w 3571531"/>
                <a:gd name="connsiteY3" fmla="*/ 2808414 h 2809355"/>
                <a:gd name="connsiteX4" fmla="*/ 3579 w 3571531"/>
                <a:gd name="connsiteY4" fmla="*/ 1431089 h 2809355"/>
                <a:gd name="connsiteX0" fmla="*/ 3579 w 3570449"/>
                <a:gd name="connsiteY0" fmla="*/ 1431089 h 2811091"/>
                <a:gd name="connsiteX1" fmla="*/ 1339212 w 3570449"/>
                <a:gd name="connsiteY1" fmla="*/ 2631 h 2811091"/>
                <a:gd name="connsiteX2" fmla="*/ 3567145 w 3570449"/>
                <a:gd name="connsiteY2" fmla="*/ 1124332 h 2811091"/>
                <a:gd name="connsiteX3" fmla="*/ 1722687 w 3570449"/>
                <a:gd name="connsiteY3" fmla="*/ 2808414 h 2811091"/>
                <a:gd name="connsiteX4" fmla="*/ 3579 w 3570449"/>
                <a:gd name="connsiteY4" fmla="*/ 1431089 h 2811091"/>
                <a:gd name="connsiteX0" fmla="*/ 9477 w 3576347"/>
                <a:gd name="connsiteY0" fmla="*/ 1454488 h 2834490"/>
                <a:gd name="connsiteX1" fmla="*/ 1345110 w 3576347"/>
                <a:gd name="connsiteY1" fmla="*/ 26030 h 2834490"/>
                <a:gd name="connsiteX2" fmla="*/ 3573043 w 3576347"/>
                <a:gd name="connsiteY2" fmla="*/ 1147731 h 2834490"/>
                <a:gd name="connsiteX3" fmla="*/ 1728585 w 3576347"/>
                <a:gd name="connsiteY3" fmla="*/ 2831813 h 2834490"/>
                <a:gd name="connsiteX4" fmla="*/ 9477 w 3576347"/>
                <a:gd name="connsiteY4" fmla="*/ 1454488 h 2834490"/>
                <a:gd name="connsiteX0" fmla="*/ 11200 w 3578070"/>
                <a:gd name="connsiteY0" fmla="*/ 1454488 h 2834490"/>
                <a:gd name="connsiteX1" fmla="*/ 1346833 w 3578070"/>
                <a:gd name="connsiteY1" fmla="*/ 26030 h 2834490"/>
                <a:gd name="connsiteX2" fmla="*/ 3574766 w 3578070"/>
                <a:gd name="connsiteY2" fmla="*/ 1147731 h 2834490"/>
                <a:gd name="connsiteX3" fmla="*/ 1730308 w 3578070"/>
                <a:gd name="connsiteY3" fmla="*/ 2831813 h 2834490"/>
                <a:gd name="connsiteX4" fmla="*/ 11200 w 3578070"/>
                <a:gd name="connsiteY4" fmla="*/ 1454488 h 2834490"/>
                <a:gd name="connsiteX0" fmla="*/ 5238 w 3394494"/>
                <a:gd name="connsiteY0" fmla="*/ 1561249 h 2815719"/>
                <a:gd name="connsiteX1" fmla="*/ 1164359 w 3394494"/>
                <a:gd name="connsiteY1" fmla="*/ 5027 h 2815719"/>
                <a:gd name="connsiteX2" fmla="*/ 3392292 w 3394494"/>
                <a:gd name="connsiteY2" fmla="*/ 1126728 h 2815719"/>
                <a:gd name="connsiteX3" fmla="*/ 1547834 w 3394494"/>
                <a:gd name="connsiteY3" fmla="*/ 2810810 h 2815719"/>
                <a:gd name="connsiteX4" fmla="*/ 5238 w 3394494"/>
                <a:gd name="connsiteY4" fmla="*/ 1561249 h 2815719"/>
                <a:gd name="connsiteX0" fmla="*/ 1714 w 3390970"/>
                <a:gd name="connsiteY0" fmla="*/ 1561249 h 2816846"/>
                <a:gd name="connsiteX1" fmla="*/ 1160835 w 3390970"/>
                <a:gd name="connsiteY1" fmla="*/ 5027 h 2816846"/>
                <a:gd name="connsiteX2" fmla="*/ 3388768 w 3390970"/>
                <a:gd name="connsiteY2" fmla="*/ 1126728 h 2816846"/>
                <a:gd name="connsiteX3" fmla="*/ 1544310 w 3390970"/>
                <a:gd name="connsiteY3" fmla="*/ 2810810 h 2816846"/>
                <a:gd name="connsiteX4" fmla="*/ 1714 w 3390970"/>
                <a:gd name="connsiteY4" fmla="*/ 1561249 h 2816846"/>
                <a:gd name="connsiteX0" fmla="*/ 1714 w 3392183"/>
                <a:gd name="connsiteY0" fmla="*/ 1561249 h 2822298"/>
                <a:gd name="connsiteX1" fmla="*/ 1160835 w 3392183"/>
                <a:gd name="connsiteY1" fmla="*/ 5027 h 2822298"/>
                <a:gd name="connsiteX2" fmla="*/ 3388768 w 3392183"/>
                <a:gd name="connsiteY2" fmla="*/ 1126728 h 2822298"/>
                <a:gd name="connsiteX3" fmla="*/ 1544310 w 3392183"/>
                <a:gd name="connsiteY3" fmla="*/ 2810810 h 2822298"/>
                <a:gd name="connsiteX4" fmla="*/ 1714 w 3392183"/>
                <a:gd name="connsiteY4" fmla="*/ 1561249 h 2822298"/>
                <a:gd name="connsiteX0" fmla="*/ 1599 w 3099681"/>
                <a:gd name="connsiteY0" fmla="*/ 1556274 h 2805936"/>
                <a:gd name="connsiteX1" fmla="*/ 1160720 w 3099681"/>
                <a:gd name="connsiteY1" fmla="*/ 52 h 2805936"/>
                <a:gd name="connsiteX2" fmla="*/ 3097014 w 3099681"/>
                <a:gd name="connsiteY2" fmla="*/ 1505235 h 2805936"/>
                <a:gd name="connsiteX3" fmla="*/ 1544195 w 3099681"/>
                <a:gd name="connsiteY3" fmla="*/ 2805835 h 2805936"/>
                <a:gd name="connsiteX4" fmla="*/ 1599 w 3099681"/>
                <a:gd name="connsiteY4" fmla="*/ 1556274 h 2805936"/>
                <a:gd name="connsiteX0" fmla="*/ 1599 w 3098266"/>
                <a:gd name="connsiteY0" fmla="*/ 1556274 h 2805936"/>
                <a:gd name="connsiteX1" fmla="*/ 1160720 w 3098266"/>
                <a:gd name="connsiteY1" fmla="*/ 52 h 2805936"/>
                <a:gd name="connsiteX2" fmla="*/ 3097014 w 3098266"/>
                <a:gd name="connsiteY2" fmla="*/ 1505235 h 2805936"/>
                <a:gd name="connsiteX3" fmla="*/ 1544195 w 3098266"/>
                <a:gd name="connsiteY3" fmla="*/ 2805835 h 2805936"/>
                <a:gd name="connsiteX4" fmla="*/ 1599 w 3098266"/>
                <a:gd name="connsiteY4" fmla="*/ 1556274 h 2805936"/>
                <a:gd name="connsiteX0" fmla="*/ 6698 w 3107113"/>
                <a:gd name="connsiteY0" fmla="*/ 1556268 h 1995204"/>
                <a:gd name="connsiteX1" fmla="*/ 1165819 w 3107113"/>
                <a:gd name="connsiteY1" fmla="*/ 46 h 1995204"/>
                <a:gd name="connsiteX2" fmla="*/ 3102113 w 3107113"/>
                <a:gd name="connsiteY2" fmla="*/ 1505229 h 1995204"/>
                <a:gd name="connsiteX3" fmla="*/ 1670895 w 3107113"/>
                <a:gd name="connsiteY3" fmla="*/ 1994767 h 1995204"/>
                <a:gd name="connsiteX4" fmla="*/ 6698 w 3107113"/>
                <a:gd name="connsiteY4" fmla="*/ 1556268 h 1995204"/>
                <a:gd name="connsiteX0" fmla="*/ 6698 w 3107610"/>
                <a:gd name="connsiteY0" fmla="*/ 1556268 h 2094159"/>
                <a:gd name="connsiteX1" fmla="*/ 1165819 w 3107610"/>
                <a:gd name="connsiteY1" fmla="*/ 46 h 2094159"/>
                <a:gd name="connsiteX2" fmla="*/ 3102113 w 3107610"/>
                <a:gd name="connsiteY2" fmla="*/ 1505229 h 2094159"/>
                <a:gd name="connsiteX3" fmla="*/ 1670895 w 3107610"/>
                <a:gd name="connsiteY3" fmla="*/ 1994767 h 2094159"/>
                <a:gd name="connsiteX4" fmla="*/ 6698 w 3107610"/>
                <a:gd name="connsiteY4" fmla="*/ 1556268 h 2094159"/>
                <a:gd name="connsiteX0" fmla="*/ 6698 w 3108326"/>
                <a:gd name="connsiteY0" fmla="*/ 1556268 h 2032117"/>
                <a:gd name="connsiteX1" fmla="*/ 1165819 w 3108326"/>
                <a:gd name="connsiteY1" fmla="*/ 46 h 2032117"/>
                <a:gd name="connsiteX2" fmla="*/ 3102113 w 3108326"/>
                <a:gd name="connsiteY2" fmla="*/ 1505229 h 2032117"/>
                <a:gd name="connsiteX3" fmla="*/ 1670895 w 3108326"/>
                <a:gd name="connsiteY3" fmla="*/ 1994767 h 2032117"/>
                <a:gd name="connsiteX4" fmla="*/ 6698 w 3108326"/>
                <a:gd name="connsiteY4" fmla="*/ 1556268 h 2032117"/>
                <a:gd name="connsiteX0" fmla="*/ 2700 w 3101149"/>
                <a:gd name="connsiteY0" fmla="*/ 1588985 h 2065259"/>
                <a:gd name="connsiteX1" fmla="*/ 1324169 w 3101149"/>
                <a:gd name="connsiteY1" fmla="*/ 44 h 2065259"/>
                <a:gd name="connsiteX2" fmla="*/ 3098115 w 3101149"/>
                <a:gd name="connsiteY2" fmla="*/ 1537946 h 2065259"/>
                <a:gd name="connsiteX3" fmla="*/ 1666897 w 3101149"/>
                <a:gd name="connsiteY3" fmla="*/ 2027484 h 2065259"/>
                <a:gd name="connsiteX4" fmla="*/ 2700 w 3101149"/>
                <a:gd name="connsiteY4" fmla="*/ 1588985 h 2065259"/>
                <a:gd name="connsiteX0" fmla="*/ 2700 w 3100106"/>
                <a:gd name="connsiteY0" fmla="*/ 1588985 h 2163738"/>
                <a:gd name="connsiteX1" fmla="*/ 1324169 w 3100106"/>
                <a:gd name="connsiteY1" fmla="*/ 44 h 2163738"/>
                <a:gd name="connsiteX2" fmla="*/ 3098115 w 3100106"/>
                <a:gd name="connsiteY2" fmla="*/ 1537946 h 2163738"/>
                <a:gd name="connsiteX3" fmla="*/ 1666897 w 3100106"/>
                <a:gd name="connsiteY3" fmla="*/ 2027484 h 2163738"/>
                <a:gd name="connsiteX4" fmla="*/ 2700 w 3100106"/>
                <a:gd name="connsiteY4" fmla="*/ 1588985 h 2163738"/>
                <a:gd name="connsiteX0" fmla="*/ 2700 w 3100834"/>
                <a:gd name="connsiteY0" fmla="*/ 1588985 h 2056082"/>
                <a:gd name="connsiteX1" fmla="*/ 1324169 w 3100834"/>
                <a:gd name="connsiteY1" fmla="*/ 44 h 2056082"/>
                <a:gd name="connsiteX2" fmla="*/ 3098115 w 3100834"/>
                <a:gd name="connsiteY2" fmla="*/ 1537946 h 2056082"/>
                <a:gd name="connsiteX3" fmla="*/ 1666897 w 3100834"/>
                <a:gd name="connsiteY3" fmla="*/ 2027484 h 2056082"/>
                <a:gd name="connsiteX4" fmla="*/ 2700 w 3100834"/>
                <a:gd name="connsiteY4" fmla="*/ 1588985 h 2056082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01100" h="2041075">
                  <a:moveTo>
                    <a:pt x="2700" y="1588985"/>
                  </a:moveTo>
                  <a:cubicBezTo>
                    <a:pt x="-54421" y="1251078"/>
                    <a:pt x="808267" y="8550"/>
                    <a:pt x="1324169" y="44"/>
                  </a:cubicBezTo>
                  <a:cubicBezTo>
                    <a:pt x="1840071" y="-8462"/>
                    <a:pt x="3040994" y="1200039"/>
                    <a:pt x="3098115" y="1537946"/>
                  </a:cubicBezTo>
                  <a:cubicBezTo>
                    <a:pt x="3155236" y="1875853"/>
                    <a:pt x="2382291" y="1963492"/>
                    <a:pt x="1666897" y="2027484"/>
                  </a:cubicBezTo>
                  <a:cubicBezTo>
                    <a:pt x="951503" y="2091476"/>
                    <a:pt x="59821" y="1926892"/>
                    <a:pt x="2700" y="1588985"/>
                  </a:cubicBezTo>
                  <a:close/>
                </a:path>
              </a:pathLst>
            </a:custGeom>
            <a:solidFill>
              <a:srgbClr val="FDC21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16" name="Freihandform 15">
              <a:extLst>
                <a:ext uri="{FF2B5EF4-FFF2-40B4-BE49-F238E27FC236}">
                  <a16:creationId xmlns:a16="http://schemas.microsoft.com/office/drawing/2014/main" id="{820849D5-078C-A53B-60F3-BF6575D46887}"/>
                </a:ext>
              </a:extLst>
            </p:cNvPr>
            <p:cNvSpPr/>
            <p:nvPr/>
          </p:nvSpPr>
          <p:spPr>
            <a:xfrm rot="20823310" flipV="1">
              <a:off x="6947206" y="5460057"/>
              <a:ext cx="6636396" cy="3176678"/>
            </a:xfrm>
            <a:custGeom>
              <a:avLst/>
              <a:gdLst>
                <a:gd name="connsiteX0" fmla="*/ 346842 w 3373821"/>
                <a:gd name="connsiteY0" fmla="*/ 283779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346842 w 3373821"/>
                <a:gd name="connsiteY5" fmla="*/ 283779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882870 h 3310759"/>
                <a:gd name="connsiteX1" fmla="*/ 3090042 w 3373821"/>
                <a:gd name="connsiteY1" fmla="*/ 0 h 3310759"/>
                <a:gd name="connsiteX2" fmla="*/ 3373821 w 3373821"/>
                <a:gd name="connsiteY2" fmla="*/ 1849821 h 3310759"/>
                <a:gd name="connsiteX3" fmla="*/ 1902373 w 3373821"/>
                <a:gd name="connsiteY3" fmla="*/ 3310759 h 3310759"/>
                <a:gd name="connsiteX4" fmla="*/ 0 w 3373821"/>
                <a:gd name="connsiteY4" fmla="*/ 2511973 h 3310759"/>
                <a:gd name="connsiteX5" fmla="*/ 777766 w 3373821"/>
                <a:gd name="connsiteY5" fmla="*/ 882870 h 3310759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35451 h 3463340"/>
                <a:gd name="connsiteX1" fmla="*/ 3090042 w 3373821"/>
                <a:gd name="connsiteY1" fmla="*/ 152581 h 3463340"/>
                <a:gd name="connsiteX2" fmla="*/ 3373821 w 3373821"/>
                <a:gd name="connsiteY2" fmla="*/ 2002402 h 3463340"/>
                <a:gd name="connsiteX3" fmla="*/ 1902373 w 3373821"/>
                <a:gd name="connsiteY3" fmla="*/ 3463340 h 3463340"/>
                <a:gd name="connsiteX4" fmla="*/ 0 w 3373821"/>
                <a:gd name="connsiteY4" fmla="*/ 2664554 h 3463340"/>
                <a:gd name="connsiteX5" fmla="*/ 777766 w 3373821"/>
                <a:gd name="connsiteY5" fmla="*/ 1035451 h 3463340"/>
                <a:gd name="connsiteX0" fmla="*/ 777766 w 3468415"/>
                <a:gd name="connsiteY0" fmla="*/ 1035451 h 3463340"/>
                <a:gd name="connsiteX1" fmla="*/ 3090042 w 3468415"/>
                <a:gd name="connsiteY1" fmla="*/ 152581 h 3463340"/>
                <a:gd name="connsiteX2" fmla="*/ 3468415 w 3468415"/>
                <a:gd name="connsiteY2" fmla="*/ 2202098 h 3463340"/>
                <a:gd name="connsiteX3" fmla="*/ 1902373 w 3468415"/>
                <a:gd name="connsiteY3" fmla="*/ 3463340 h 3463340"/>
                <a:gd name="connsiteX4" fmla="*/ 0 w 3468415"/>
                <a:gd name="connsiteY4" fmla="*/ 2664554 h 3463340"/>
                <a:gd name="connsiteX5" fmla="*/ 777766 w 3468415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3748"/>
                <a:gd name="connsiteX1" fmla="*/ 3090042 w 3520921"/>
                <a:gd name="connsiteY1" fmla="*/ 152581 h 3463748"/>
                <a:gd name="connsiteX2" fmla="*/ 3468415 w 3520921"/>
                <a:gd name="connsiteY2" fmla="*/ 2202098 h 3463748"/>
                <a:gd name="connsiteX3" fmla="*/ 1902373 w 3520921"/>
                <a:gd name="connsiteY3" fmla="*/ 3463340 h 3463748"/>
                <a:gd name="connsiteX4" fmla="*/ 0 w 3520921"/>
                <a:gd name="connsiteY4" fmla="*/ 2664554 h 3463748"/>
                <a:gd name="connsiteX5" fmla="*/ 777766 w 3520921"/>
                <a:gd name="connsiteY5" fmla="*/ 1035451 h 3463748"/>
                <a:gd name="connsiteX0" fmla="*/ 815379 w 3558534"/>
                <a:gd name="connsiteY0" fmla="*/ 1035451 h 3463748"/>
                <a:gd name="connsiteX1" fmla="*/ 3127655 w 3558534"/>
                <a:gd name="connsiteY1" fmla="*/ 152581 h 3463748"/>
                <a:gd name="connsiteX2" fmla="*/ 3506028 w 3558534"/>
                <a:gd name="connsiteY2" fmla="*/ 2202098 h 3463748"/>
                <a:gd name="connsiteX3" fmla="*/ 1939986 w 3558534"/>
                <a:gd name="connsiteY3" fmla="*/ 3463340 h 3463748"/>
                <a:gd name="connsiteX4" fmla="*/ 37613 w 3558534"/>
                <a:gd name="connsiteY4" fmla="*/ 2664554 h 3463748"/>
                <a:gd name="connsiteX5" fmla="*/ 815379 w 3558534"/>
                <a:gd name="connsiteY5" fmla="*/ 1035451 h 3463748"/>
                <a:gd name="connsiteX0" fmla="*/ 815379 w 3558534"/>
                <a:gd name="connsiteY0" fmla="*/ 1035451 h 3464371"/>
                <a:gd name="connsiteX1" fmla="*/ 3127655 w 3558534"/>
                <a:gd name="connsiteY1" fmla="*/ 152581 h 3464371"/>
                <a:gd name="connsiteX2" fmla="*/ 3506028 w 3558534"/>
                <a:gd name="connsiteY2" fmla="*/ 2202098 h 3464371"/>
                <a:gd name="connsiteX3" fmla="*/ 1939986 w 3558534"/>
                <a:gd name="connsiteY3" fmla="*/ 3463340 h 3464371"/>
                <a:gd name="connsiteX4" fmla="*/ 37613 w 3558534"/>
                <a:gd name="connsiteY4" fmla="*/ 2664554 h 3464371"/>
                <a:gd name="connsiteX5" fmla="*/ 815379 w 3558534"/>
                <a:gd name="connsiteY5" fmla="*/ 1035451 h 3464371"/>
                <a:gd name="connsiteX0" fmla="*/ 815379 w 3150376"/>
                <a:gd name="connsiteY0" fmla="*/ 1035451 h 3464371"/>
                <a:gd name="connsiteX1" fmla="*/ 3127655 w 3150376"/>
                <a:gd name="connsiteY1" fmla="*/ 152581 h 3464371"/>
                <a:gd name="connsiteX2" fmla="*/ 1961008 w 3150376"/>
                <a:gd name="connsiteY2" fmla="*/ 1655560 h 3464371"/>
                <a:gd name="connsiteX3" fmla="*/ 1939986 w 3150376"/>
                <a:gd name="connsiteY3" fmla="*/ 3463340 h 3464371"/>
                <a:gd name="connsiteX4" fmla="*/ 37613 w 3150376"/>
                <a:gd name="connsiteY4" fmla="*/ 2664554 h 3464371"/>
                <a:gd name="connsiteX5" fmla="*/ 815379 w 3150376"/>
                <a:gd name="connsiteY5" fmla="*/ 1035451 h 3464371"/>
                <a:gd name="connsiteX0" fmla="*/ 815379 w 3162532"/>
                <a:gd name="connsiteY0" fmla="*/ 1035451 h 3464371"/>
                <a:gd name="connsiteX1" fmla="*/ 3127655 w 3162532"/>
                <a:gd name="connsiteY1" fmla="*/ 152581 h 3464371"/>
                <a:gd name="connsiteX2" fmla="*/ 2423463 w 3162532"/>
                <a:gd name="connsiteY2" fmla="*/ 1645049 h 3464371"/>
                <a:gd name="connsiteX3" fmla="*/ 1939986 w 3162532"/>
                <a:gd name="connsiteY3" fmla="*/ 3463340 h 3464371"/>
                <a:gd name="connsiteX4" fmla="*/ 37613 w 3162532"/>
                <a:gd name="connsiteY4" fmla="*/ 2664554 h 3464371"/>
                <a:gd name="connsiteX5" fmla="*/ 815379 w 3162532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606310"/>
                <a:gd name="connsiteX1" fmla="*/ 3127655 w 3171514"/>
                <a:gd name="connsiteY1" fmla="*/ 152581 h 3606310"/>
                <a:gd name="connsiteX2" fmla="*/ 2423463 w 3171514"/>
                <a:gd name="connsiteY2" fmla="*/ 1645049 h 3606310"/>
                <a:gd name="connsiteX3" fmla="*/ 2307848 w 3171514"/>
                <a:gd name="connsiteY3" fmla="*/ 3473850 h 3606310"/>
                <a:gd name="connsiteX4" fmla="*/ 37613 w 3171514"/>
                <a:gd name="connsiteY4" fmla="*/ 2664554 h 3606310"/>
                <a:gd name="connsiteX5" fmla="*/ 815379 w 3171514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64502"/>
                <a:gd name="connsiteY0" fmla="*/ 1035451 h 3606310"/>
                <a:gd name="connsiteX1" fmla="*/ 3127655 w 3164502"/>
                <a:gd name="connsiteY1" fmla="*/ 152581 h 3606310"/>
                <a:gd name="connsiteX2" fmla="*/ 2560098 w 3164502"/>
                <a:gd name="connsiteY2" fmla="*/ 1666070 h 3606310"/>
                <a:gd name="connsiteX3" fmla="*/ 2307848 w 3164502"/>
                <a:gd name="connsiteY3" fmla="*/ 3473850 h 3606310"/>
                <a:gd name="connsiteX4" fmla="*/ 37613 w 3164502"/>
                <a:gd name="connsiteY4" fmla="*/ 2664554 h 3606310"/>
                <a:gd name="connsiteX5" fmla="*/ 815379 w 3164502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29312 w 3176710"/>
                <a:gd name="connsiteY0" fmla="*/ 1035451 h 3606310"/>
                <a:gd name="connsiteX1" fmla="*/ 3141588 w 3176710"/>
                <a:gd name="connsiteY1" fmla="*/ 152581 h 3606310"/>
                <a:gd name="connsiteX2" fmla="*/ 2574031 w 3176710"/>
                <a:gd name="connsiteY2" fmla="*/ 1666070 h 3606310"/>
                <a:gd name="connsiteX3" fmla="*/ 2321781 w 3176710"/>
                <a:gd name="connsiteY3" fmla="*/ 3473850 h 3606310"/>
                <a:gd name="connsiteX4" fmla="*/ 51546 w 3176710"/>
                <a:gd name="connsiteY4" fmla="*/ 2664554 h 3606310"/>
                <a:gd name="connsiteX5" fmla="*/ 829312 w 3176710"/>
                <a:gd name="connsiteY5" fmla="*/ 1035451 h 3606310"/>
                <a:gd name="connsiteX0" fmla="*/ 829312 w 3177410"/>
                <a:gd name="connsiteY0" fmla="*/ 1035451 h 3606310"/>
                <a:gd name="connsiteX1" fmla="*/ 3141588 w 3177410"/>
                <a:gd name="connsiteY1" fmla="*/ 152581 h 3606310"/>
                <a:gd name="connsiteX2" fmla="*/ 2574031 w 3177410"/>
                <a:gd name="connsiteY2" fmla="*/ 1666070 h 3606310"/>
                <a:gd name="connsiteX3" fmla="*/ 2321781 w 3177410"/>
                <a:gd name="connsiteY3" fmla="*/ 3473850 h 3606310"/>
                <a:gd name="connsiteX4" fmla="*/ 51546 w 3177410"/>
                <a:gd name="connsiteY4" fmla="*/ 2664554 h 3606310"/>
                <a:gd name="connsiteX5" fmla="*/ 829312 w 3177410"/>
                <a:gd name="connsiteY5" fmla="*/ 1035451 h 3606310"/>
                <a:gd name="connsiteX0" fmla="*/ 829312 w 3177410"/>
                <a:gd name="connsiteY0" fmla="*/ 1013703 h 3584562"/>
                <a:gd name="connsiteX1" fmla="*/ 3141588 w 3177410"/>
                <a:gd name="connsiteY1" fmla="*/ 130833 h 3584562"/>
                <a:gd name="connsiteX2" fmla="*/ 2574031 w 3177410"/>
                <a:gd name="connsiteY2" fmla="*/ 1644322 h 3584562"/>
                <a:gd name="connsiteX3" fmla="*/ 2321781 w 3177410"/>
                <a:gd name="connsiteY3" fmla="*/ 3452102 h 3584562"/>
                <a:gd name="connsiteX4" fmla="*/ 51546 w 3177410"/>
                <a:gd name="connsiteY4" fmla="*/ 2642806 h 3584562"/>
                <a:gd name="connsiteX5" fmla="*/ 829312 w 3177410"/>
                <a:gd name="connsiteY5" fmla="*/ 1013703 h 3584562"/>
                <a:gd name="connsiteX0" fmla="*/ 829578 w 3177676"/>
                <a:gd name="connsiteY0" fmla="*/ 1013703 h 3584562"/>
                <a:gd name="connsiteX1" fmla="*/ 3141854 w 3177676"/>
                <a:gd name="connsiteY1" fmla="*/ 130833 h 3584562"/>
                <a:gd name="connsiteX2" fmla="*/ 2574297 w 3177676"/>
                <a:gd name="connsiteY2" fmla="*/ 1644322 h 3584562"/>
                <a:gd name="connsiteX3" fmla="*/ 2322047 w 3177676"/>
                <a:gd name="connsiteY3" fmla="*/ 3452102 h 3584562"/>
                <a:gd name="connsiteX4" fmla="*/ 51812 w 3177676"/>
                <a:gd name="connsiteY4" fmla="*/ 2642806 h 3584562"/>
                <a:gd name="connsiteX5" fmla="*/ 829578 w 3177676"/>
                <a:gd name="connsiteY5" fmla="*/ 1013703 h 3584562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11178 w 2672400"/>
                <a:gd name="connsiteY0" fmla="*/ 7864 h 2583061"/>
                <a:gd name="connsiteX1" fmla="*/ 1318755 w 2672400"/>
                <a:gd name="connsiteY1" fmla="*/ 1092175 h 2583061"/>
                <a:gd name="connsiteX2" fmla="*/ 2555897 w 2672400"/>
                <a:gd name="connsiteY2" fmla="*/ 638483 h 2583061"/>
                <a:gd name="connsiteX3" fmla="*/ 2303647 w 2672400"/>
                <a:gd name="connsiteY3" fmla="*/ 2446263 h 2583061"/>
                <a:gd name="connsiteX4" fmla="*/ 33412 w 2672400"/>
                <a:gd name="connsiteY4" fmla="*/ 1636967 h 2583061"/>
                <a:gd name="connsiteX5" fmla="*/ 811178 w 2672400"/>
                <a:gd name="connsiteY5" fmla="*/ 7864 h 2583061"/>
                <a:gd name="connsiteX0" fmla="*/ 811178 w 3223026"/>
                <a:gd name="connsiteY0" fmla="*/ 5596 h 2477281"/>
                <a:gd name="connsiteX1" fmla="*/ 1318755 w 3223026"/>
                <a:gd name="connsiteY1" fmla="*/ 1089907 h 2477281"/>
                <a:gd name="connsiteX2" fmla="*/ 3192488 w 3223026"/>
                <a:gd name="connsiteY2" fmla="*/ 802600 h 2477281"/>
                <a:gd name="connsiteX3" fmla="*/ 2303647 w 3223026"/>
                <a:gd name="connsiteY3" fmla="*/ 2443995 h 2477281"/>
                <a:gd name="connsiteX4" fmla="*/ 33412 w 3223026"/>
                <a:gd name="connsiteY4" fmla="*/ 1634699 h 2477281"/>
                <a:gd name="connsiteX5" fmla="*/ 811178 w 3223026"/>
                <a:gd name="connsiteY5" fmla="*/ 5596 h 2477281"/>
                <a:gd name="connsiteX0" fmla="*/ 846588 w 3330250"/>
                <a:gd name="connsiteY0" fmla="*/ 5596 h 2432711"/>
                <a:gd name="connsiteX1" fmla="*/ 1354165 w 3330250"/>
                <a:gd name="connsiteY1" fmla="*/ 1089907 h 2432711"/>
                <a:gd name="connsiteX2" fmla="*/ 3227898 w 3330250"/>
                <a:gd name="connsiteY2" fmla="*/ 802600 h 2432711"/>
                <a:gd name="connsiteX3" fmla="*/ 2761796 w 3330250"/>
                <a:gd name="connsiteY3" fmla="*/ 2409553 h 2432711"/>
                <a:gd name="connsiteX4" fmla="*/ 68822 w 3330250"/>
                <a:gd name="connsiteY4" fmla="*/ 1634699 h 2432711"/>
                <a:gd name="connsiteX5" fmla="*/ 846588 w 3330250"/>
                <a:gd name="connsiteY5" fmla="*/ 5596 h 2432711"/>
                <a:gd name="connsiteX0" fmla="*/ 846588 w 3514825"/>
                <a:gd name="connsiteY0" fmla="*/ 5596 h 2432711"/>
                <a:gd name="connsiteX1" fmla="*/ 1354165 w 3514825"/>
                <a:gd name="connsiteY1" fmla="*/ 1089907 h 2432711"/>
                <a:gd name="connsiteX2" fmla="*/ 3227898 w 3514825"/>
                <a:gd name="connsiteY2" fmla="*/ 802600 h 2432711"/>
                <a:gd name="connsiteX3" fmla="*/ 2761796 w 3514825"/>
                <a:gd name="connsiteY3" fmla="*/ 2409553 h 2432711"/>
                <a:gd name="connsiteX4" fmla="*/ 68822 w 3514825"/>
                <a:gd name="connsiteY4" fmla="*/ 1634699 h 2432711"/>
                <a:gd name="connsiteX5" fmla="*/ 846588 w 3514825"/>
                <a:gd name="connsiteY5" fmla="*/ 5596 h 2432711"/>
                <a:gd name="connsiteX0" fmla="*/ 875402 w 3543639"/>
                <a:gd name="connsiteY0" fmla="*/ 2708 h 2429823"/>
                <a:gd name="connsiteX1" fmla="*/ 1382979 w 3543639"/>
                <a:gd name="connsiteY1" fmla="*/ 1087019 h 2429823"/>
                <a:gd name="connsiteX2" fmla="*/ 3256712 w 3543639"/>
                <a:gd name="connsiteY2" fmla="*/ 799712 h 2429823"/>
                <a:gd name="connsiteX3" fmla="*/ 2790610 w 3543639"/>
                <a:gd name="connsiteY3" fmla="*/ 2406665 h 2429823"/>
                <a:gd name="connsiteX4" fmla="*/ 97636 w 3543639"/>
                <a:gd name="connsiteY4" fmla="*/ 1631811 h 2429823"/>
                <a:gd name="connsiteX5" fmla="*/ 875402 w 3543639"/>
                <a:gd name="connsiteY5" fmla="*/ 2708 h 2429823"/>
                <a:gd name="connsiteX0" fmla="*/ 1035116 w 3703353"/>
                <a:gd name="connsiteY0" fmla="*/ 3586 h 2450893"/>
                <a:gd name="connsiteX1" fmla="*/ 1542693 w 3703353"/>
                <a:gd name="connsiteY1" fmla="*/ 1087897 h 2450893"/>
                <a:gd name="connsiteX2" fmla="*/ 3416426 w 3703353"/>
                <a:gd name="connsiteY2" fmla="*/ 800590 h 2450893"/>
                <a:gd name="connsiteX3" fmla="*/ 2950324 w 3703353"/>
                <a:gd name="connsiteY3" fmla="*/ 2407543 h 2450893"/>
                <a:gd name="connsiteX4" fmla="*/ 257350 w 3703353"/>
                <a:gd name="connsiteY4" fmla="*/ 1632689 h 2450893"/>
                <a:gd name="connsiteX5" fmla="*/ 1035116 w 3703353"/>
                <a:gd name="connsiteY5" fmla="*/ 3586 h 2450893"/>
                <a:gd name="connsiteX0" fmla="*/ 991689 w 3462563"/>
                <a:gd name="connsiteY0" fmla="*/ 10605 h 2457912"/>
                <a:gd name="connsiteX1" fmla="*/ 1674106 w 3462563"/>
                <a:gd name="connsiteY1" fmla="*/ 930710 h 2457912"/>
                <a:gd name="connsiteX2" fmla="*/ 3372999 w 3462563"/>
                <a:gd name="connsiteY2" fmla="*/ 807609 h 2457912"/>
                <a:gd name="connsiteX3" fmla="*/ 2906897 w 3462563"/>
                <a:gd name="connsiteY3" fmla="*/ 2414562 h 2457912"/>
                <a:gd name="connsiteX4" fmla="*/ 213923 w 3462563"/>
                <a:gd name="connsiteY4" fmla="*/ 1639708 h 2457912"/>
                <a:gd name="connsiteX5" fmla="*/ 991689 w 3462563"/>
                <a:gd name="connsiteY5" fmla="*/ 10605 h 2457912"/>
                <a:gd name="connsiteX0" fmla="*/ 991689 w 3644113"/>
                <a:gd name="connsiteY0" fmla="*/ 10605 h 2457912"/>
                <a:gd name="connsiteX1" fmla="*/ 1674106 w 3644113"/>
                <a:gd name="connsiteY1" fmla="*/ 930710 h 2457912"/>
                <a:gd name="connsiteX2" fmla="*/ 3372999 w 3644113"/>
                <a:gd name="connsiteY2" fmla="*/ 807609 h 2457912"/>
                <a:gd name="connsiteX3" fmla="*/ 2906897 w 3644113"/>
                <a:gd name="connsiteY3" fmla="*/ 2414562 h 2457912"/>
                <a:gd name="connsiteX4" fmla="*/ 213923 w 3644113"/>
                <a:gd name="connsiteY4" fmla="*/ 1639708 h 2457912"/>
                <a:gd name="connsiteX5" fmla="*/ 991689 w 3644113"/>
                <a:gd name="connsiteY5" fmla="*/ 10605 h 2457912"/>
                <a:gd name="connsiteX0" fmla="*/ 1054352 w 3706777"/>
                <a:gd name="connsiteY0" fmla="*/ 1046 h 2448353"/>
                <a:gd name="connsiteX1" fmla="*/ 1736769 w 3706777"/>
                <a:gd name="connsiteY1" fmla="*/ 921151 h 2448353"/>
                <a:gd name="connsiteX2" fmla="*/ 3435662 w 3706777"/>
                <a:gd name="connsiteY2" fmla="*/ 798050 h 2448353"/>
                <a:gd name="connsiteX3" fmla="*/ 2969560 w 3706777"/>
                <a:gd name="connsiteY3" fmla="*/ 2405003 h 2448353"/>
                <a:gd name="connsiteX4" fmla="*/ 276586 w 3706777"/>
                <a:gd name="connsiteY4" fmla="*/ 1630149 h 2448353"/>
                <a:gd name="connsiteX5" fmla="*/ 1054352 w 3706777"/>
                <a:gd name="connsiteY5" fmla="*/ 1046 h 2448353"/>
                <a:gd name="connsiteX0" fmla="*/ 590056 w 3683836"/>
                <a:gd name="connsiteY0" fmla="*/ 1109 h 1961431"/>
                <a:gd name="connsiteX1" fmla="*/ 1713828 w 3683836"/>
                <a:gd name="connsiteY1" fmla="*/ 456838 h 1961431"/>
                <a:gd name="connsiteX2" fmla="*/ 3412721 w 3683836"/>
                <a:gd name="connsiteY2" fmla="*/ 333737 h 1961431"/>
                <a:gd name="connsiteX3" fmla="*/ 2946619 w 3683836"/>
                <a:gd name="connsiteY3" fmla="*/ 1940690 h 1961431"/>
                <a:gd name="connsiteX4" fmla="*/ 253645 w 3683836"/>
                <a:gd name="connsiteY4" fmla="*/ 1165836 h 1961431"/>
                <a:gd name="connsiteX5" fmla="*/ 590056 w 3683836"/>
                <a:gd name="connsiteY5" fmla="*/ 1109 h 1961431"/>
                <a:gd name="connsiteX0" fmla="*/ 577152 w 3670932"/>
                <a:gd name="connsiteY0" fmla="*/ 28557 h 1988879"/>
                <a:gd name="connsiteX1" fmla="*/ 1700924 w 3670932"/>
                <a:gd name="connsiteY1" fmla="*/ 484286 h 1988879"/>
                <a:gd name="connsiteX2" fmla="*/ 3399817 w 3670932"/>
                <a:gd name="connsiteY2" fmla="*/ 361185 h 1988879"/>
                <a:gd name="connsiteX3" fmla="*/ 2933715 w 3670932"/>
                <a:gd name="connsiteY3" fmla="*/ 1968138 h 1988879"/>
                <a:gd name="connsiteX4" fmla="*/ 240741 w 3670932"/>
                <a:gd name="connsiteY4" fmla="*/ 1193284 h 1988879"/>
                <a:gd name="connsiteX5" fmla="*/ 577152 w 3670932"/>
                <a:gd name="connsiteY5" fmla="*/ 28557 h 1988879"/>
                <a:gd name="connsiteX0" fmla="*/ 5660 w 3065770"/>
                <a:gd name="connsiteY0" fmla="*/ 41752 h 2084853"/>
                <a:gd name="connsiteX1" fmla="*/ 1129432 w 3065770"/>
                <a:gd name="connsiteY1" fmla="*/ 497481 h 2084853"/>
                <a:gd name="connsiteX2" fmla="*/ 2828325 w 3065770"/>
                <a:gd name="connsiteY2" fmla="*/ 374380 h 2084853"/>
                <a:gd name="connsiteX3" fmla="*/ 2362223 w 3065770"/>
                <a:gd name="connsiteY3" fmla="*/ 1981333 h 2084853"/>
                <a:gd name="connsiteX4" fmla="*/ 768571 w 3065770"/>
                <a:gd name="connsiteY4" fmla="*/ 1718703 h 2084853"/>
                <a:gd name="connsiteX5" fmla="*/ 5660 w 3065770"/>
                <a:gd name="connsiteY5" fmla="*/ 41752 h 2084853"/>
                <a:gd name="connsiteX0" fmla="*/ 12471 w 3072581"/>
                <a:gd name="connsiteY0" fmla="*/ 41752 h 2092530"/>
                <a:gd name="connsiteX1" fmla="*/ 1136243 w 3072581"/>
                <a:gd name="connsiteY1" fmla="*/ 497481 h 2092530"/>
                <a:gd name="connsiteX2" fmla="*/ 2835136 w 3072581"/>
                <a:gd name="connsiteY2" fmla="*/ 374380 h 2092530"/>
                <a:gd name="connsiteX3" fmla="*/ 2369034 w 3072581"/>
                <a:gd name="connsiteY3" fmla="*/ 1981333 h 2092530"/>
                <a:gd name="connsiteX4" fmla="*/ 775382 w 3072581"/>
                <a:gd name="connsiteY4" fmla="*/ 1718703 h 2092530"/>
                <a:gd name="connsiteX5" fmla="*/ 12471 w 3072581"/>
                <a:gd name="connsiteY5" fmla="*/ 41752 h 2092530"/>
                <a:gd name="connsiteX0" fmla="*/ 2798 w 3655173"/>
                <a:gd name="connsiteY0" fmla="*/ 869129 h 2007317"/>
                <a:gd name="connsiteX1" fmla="*/ 1718835 w 3655173"/>
                <a:gd name="connsiteY1" fmla="*/ 445136 h 2007317"/>
                <a:gd name="connsiteX2" fmla="*/ 3417728 w 3655173"/>
                <a:gd name="connsiteY2" fmla="*/ 322035 h 2007317"/>
                <a:gd name="connsiteX3" fmla="*/ 2951626 w 3655173"/>
                <a:gd name="connsiteY3" fmla="*/ 1928988 h 2007317"/>
                <a:gd name="connsiteX4" fmla="*/ 1357974 w 3655173"/>
                <a:gd name="connsiteY4" fmla="*/ 1666358 h 2007317"/>
                <a:gd name="connsiteX5" fmla="*/ 2798 w 3655173"/>
                <a:gd name="connsiteY5" fmla="*/ 869129 h 2007317"/>
                <a:gd name="connsiteX0" fmla="*/ 542 w 3652917"/>
                <a:gd name="connsiteY0" fmla="*/ 869129 h 2007318"/>
                <a:gd name="connsiteX1" fmla="*/ 1716579 w 3652917"/>
                <a:gd name="connsiteY1" fmla="*/ 445136 h 2007318"/>
                <a:gd name="connsiteX2" fmla="*/ 3415472 w 3652917"/>
                <a:gd name="connsiteY2" fmla="*/ 322035 h 2007318"/>
                <a:gd name="connsiteX3" fmla="*/ 2949370 w 3652917"/>
                <a:gd name="connsiteY3" fmla="*/ 1928988 h 2007318"/>
                <a:gd name="connsiteX4" fmla="*/ 1355718 w 3652917"/>
                <a:gd name="connsiteY4" fmla="*/ 1666358 h 2007318"/>
                <a:gd name="connsiteX5" fmla="*/ 542 w 3652917"/>
                <a:gd name="connsiteY5" fmla="*/ 869129 h 2007318"/>
                <a:gd name="connsiteX0" fmla="*/ 243 w 3639926"/>
                <a:gd name="connsiteY0" fmla="*/ 869129 h 1955507"/>
                <a:gd name="connsiteX1" fmla="*/ 1716280 w 3639926"/>
                <a:gd name="connsiteY1" fmla="*/ 445136 h 1955507"/>
                <a:gd name="connsiteX2" fmla="*/ 3415173 w 3639926"/>
                <a:gd name="connsiteY2" fmla="*/ 322035 h 1955507"/>
                <a:gd name="connsiteX3" fmla="*/ 2949071 w 3639926"/>
                <a:gd name="connsiteY3" fmla="*/ 1928988 h 1955507"/>
                <a:gd name="connsiteX4" fmla="*/ 1833458 w 3639926"/>
                <a:gd name="connsiteY4" fmla="*/ 1291535 h 1955507"/>
                <a:gd name="connsiteX5" fmla="*/ 243 w 3639926"/>
                <a:gd name="connsiteY5" fmla="*/ 869129 h 1955507"/>
                <a:gd name="connsiteX0" fmla="*/ 243 w 3639926"/>
                <a:gd name="connsiteY0" fmla="*/ 869129 h 1947022"/>
                <a:gd name="connsiteX1" fmla="*/ 1716280 w 3639926"/>
                <a:gd name="connsiteY1" fmla="*/ 445136 h 1947022"/>
                <a:gd name="connsiteX2" fmla="*/ 3415173 w 3639926"/>
                <a:gd name="connsiteY2" fmla="*/ 322035 h 1947022"/>
                <a:gd name="connsiteX3" fmla="*/ 2949071 w 3639926"/>
                <a:gd name="connsiteY3" fmla="*/ 1928988 h 1947022"/>
                <a:gd name="connsiteX4" fmla="*/ 1833458 w 3639926"/>
                <a:gd name="connsiteY4" fmla="*/ 1291535 h 1947022"/>
                <a:gd name="connsiteX5" fmla="*/ 243 w 3639926"/>
                <a:gd name="connsiteY5" fmla="*/ 869129 h 1947022"/>
                <a:gd name="connsiteX0" fmla="*/ 7345 w 3647028"/>
                <a:gd name="connsiteY0" fmla="*/ 869129 h 1947022"/>
                <a:gd name="connsiteX1" fmla="*/ 1723382 w 3647028"/>
                <a:gd name="connsiteY1" fmla="*/ 445136 h 1947022"/>
                <a:gd name="connsiteX2" fmla="*/ 3422275 w 3647028"/>
                <a:gd name="connsiteY2" fmla="*/ 322035 h 1947022"/>
                <a:gd name="connsiteX3" fmla="*/ 2956173 w 3647028"/>
                <a:gd name="connsiteY3" fmla="*/ 1928988 h 1947022"/>
                <a:gd name="connsiteX4" fmla="*/ 1840560 w 3647028"/>
                <a:gd name="connsiteY4" fmla="*/ 1291535 h 1947022"/>
                <a:gd name="connsiteX5" fmla="*/ 7345 w 3647028"/>
                <a:gd name="connsiteY5" fmla="*/ 869129 h 1947022"/>
                <a:gd name="connsiteX0" fmla="*/ 7345 w 3811052"/>
                <a:gd name="connsiteY0" fmla="*/ 869129 h 1929159"/>
                <a:gd name="connsiteX1" fmla="*/ 1723382 w 3811052"/>
                <a:gd name="connsiteY1" fmla="*/ 445136 h 1929159"/>
                <a:gd name="connsiteX2" fmla="*/ 3422275 w 3811052"/>
                <a:gd name="connsiteY2" fmla="*/ 322035 h 1929159"/>
                <a:gd name="connsiteX3" fmla="*/ 2956173 w 3811052"/>
                <a:gd name="connsiteY3" fmla="*/ 1928988 h 1929159"/>
                <a:gd name="connsiteX4" fmla="*/ 1840560 w 3811052"/>
                <a:gd name="connsiteY4" fmla="*/ 1291535 h 1929159"/>
                <a:gd name="connsiteX5" fmla="*/ 7345 w 3811052"/>
                <a:gd name="connsiteY5" fmla="*/ 869129 h 1929159"/>
                <a:gd name="connsiteX0" fmla="*/ 5264 w 3937957"/>
                <a:gd name="connsiteY0" fmla="*/ 1155023 h 1938909"/>
                <a:gd name="connsiteX1" fmla="*/ 1850286 w 3937957"/>
                <a:gd name="connsiteY1" fmla="*/ 454886 h 1938909"/>
                <a:gd name="connsiteX2" fmla="*/ 3549179 w 3937957"/>
                <a:gd name="connsiteY2" fmla="*/ 331785 h 1938909"/>
                <a:gd name="connsiteX3" fmla="*/ 3083077 w 3937957"/>
                <a:gd name="connsiteY3" fmla="*/ 1938738 h 1938909"/>
                <a:gd name="connsiteX4" fmla="*/ 1967464 w 3937957"/>
                <a:gd name="connsiteY4" fmla="*/ 1301285 h 1938909"/>
                <a:gd name="connsiteX5" fmla="*/ 5264 w 3937957"/>
                <a:gd name="connsiteY5" fmla="*/ 1155023 h 1938909"/>
                <a:gd name="connsiteX0" fmla="*/ 23607 w 3956300"/>
                <a:gd name="connsiteY0" fmla="*/ 1155023 h 1938909"/>
                <a:gd name="connsiteX1" fmla="*/ 1868629 w 3956300"/>
                <a:gd name="connsiteY1" fmla="*/ 454886 h 1938909"/>
                <a:gd name="connsiteX2" fmla="*/ 3567522 w 3956300"/>
                <a:gd name="connsiteY2" fmla="*/ 331785 h 1938909"/>
                <a:gd name="connsiteX3" fmla="*/ 3101420 w 3956300"/>
                <a:gd name="connsiteY3" fmla="*/ 1938738 h 1938909"/>
                <a:gd name="connsiteX4" fmla="*/ 1985807 w 3956300"/>
                <a:gd name="connsiteY4" fmla="*/ 1301285 h 1938909"/>
                <a:gd name="connsiteX5" fmla="*/ 23607 w 3956300"/>
                <a:gd name="connsiteY5" fmla="*/ 1155023 h 1938909"/>
                <a:gd name="connsiteX0" fmla="*/ 356 w 3775841"/>
                <a:gd name="connsiteY0" fmla="*/ 1155023 h 1975367"/>
                <a:gd name="connsiteX1" fmla="*/ 1845378 w 3775841"/>
                <a:gd name="connsiteY1" fmla="*/ 454886 h 1975367"/>
                <a:gd name="connsiteX2" fmla="*/ 3544271 w 3775841"/>
                <a:gd name="connsiteY2" fmla="*/ 331785 h 1975367"/>
                <a:gd name="connsiteX3" fmla="*/ 3078169 w 3775841"/>
                <a:gd name="connsiteY3" fmla="*/ 1938738 h 1975367"/>
                <a:gd name="connsiteX4" fmla="*/ 1700608 w 3775841"/>
                <a:gd name="connsiteY4" fmla="*/ 1432728 h 1975367"/>
                <a:gd name="connsiteX5" fmla="*/ 356 w 3775841"/>
                <a:gd name="connsiteY5" fmla="*/ 1155023 h 1975367"/>
                <a:gd name="connsiteX0" fmla="*/ 385 w 3775871"/>
                <a:gd name="connsiteY0" fmla="*/ 1155023 h 1964875"/>
                <a:gd name="connsiteX1" fmla="*/ 1845407 w 3775871"/>
                <a:gd name="connsiteY1" fmla="*/ 454886 h 1964875"/>
                <a:gd name="connsiteX2" fmla="*/ 3544300 w 3775871"/>
                <a:gd name="connsiteY2" fmla="*/ 331785 h 1964875"/>
                <a:gd name="connsiteX3" fmla="*/ 3078198 w 3775871"/>
                <a:gd name="connsiteY3" fmla="*/ 1938738 h 1964875"/>
                <a:gd name="connsiteX4" fmla="*/ 1700637 w 3775871"/>
                <a:gd name="connsiteY4" fmla="*/ 1432728 h 1964875"/>
                <a:gd name="connsiteX5" fmla="*/ 385 w 3775871"/>
                <a:gd name="connsiteY5" fmla="*/ 1155023 h 1964875"/>
                <a:gd name="connsiteX0" fmla="*/ 518 w 3310321"/>
                <a:gd name="connsiteY0" fmla="*/ 1561197 h 1986949"/>
                <a:gd name="connsiteX1" fmla="*/ 1379857 w 3310321"/>
                <a:gd name="connsiteY1" fmla="*/ 469469 h 1986949"/>
                <a:gd name="connsiteX2" fmla="*/ 3078750 w 3310321"/>
                <a:gd name="connsiteY2" fmla="*/ 346368 h 1986949"/>
                <a:gd name="connsiteX3" fmla="*/ 2612648 w 3310321"/>
                <a:gd name="connsiteY3" fmla="*/ 1953321 h 1986949"/>
                <a:gd name="connsiteX4" fmla="*/ 1235087 w 3310321"/>
                <a:gd name="connsiteY4" fmla="*/ 1447311 h 1986949"/>
                <a:gd name="connsiteX5" fmla="*/ 518 w 3310321"/>
                <a:gd name="connsiteY5" fmla="*/ 1561197 h 1986949"/>
                <a:gd name="connsiteX0" fmla="*/ 252954 w 3562757"/>
                <a:gd name="connsiteY0" fmla="*/ 1561197 h 1986950"/>
                <a:gd name="connsiteX1" fmla="*/ 1632293 w 3562757"/>
                <a:gd name="connsiteY1" fmla="*/ 469469 h 1986950"/>
                <a:gd name="connsiteX2" fmla="*/ 3331186 w 3562757"/>
                <a:gd name="connsiteY2" fmla="*/ 346368 h 1986950"/>
                <a:gd name="connsiteX3" fmla="*/ 2865084 w 3562757"/>
                <a:gd name="connsiteY3" fmla="*/ 1953321 h 1986950"/>
                <a:gd name="connsiteX4" fmla="*/ 1487523 w 3562757"/>
                <a:gd name="connsiteY4" fmla="*/ 1447311 h 1986950"/>
                <a:gd name="connsiteX5" fmla="*/ 252954 w 3562757"/>
                <a:gd name="connsiteY5" fmla="*/ 1561197 h 1986950"/>
                <a:gd name="connsiteX0" fmla="*/ 275988 w 4836894"/>
                <a:gd name="connsiteY0" fmla="*/ 1254188 h 1664972"/>
                <a:gd name="connsiteX1" fmla="*/ 1655327 w 4836894"/>
                <a:gd name="connsiteY1" fmla="*/ 162460 h 1664972"/>
                <a:gd name="connsiteX2" fmla="*/ 4715739 w 4836894"/>
                <a:gd name="connsiteY2" fmla="*/ 494988 h 1664972"/>
                <a:gd name="connsiteX3" fmla="*/ 2888118 w 4836894"/>
                <a:gd name="connsiteY3" fmla="*/ 1646312 h 1664972"/>
                <a:gd name="connsiteX4" fmla="*/ 1510557 w 4836894"/>
                <a:gd name="connsiteY4" fmla="*/ 1140302 h 1664972"/>
                <a:gd name="connsiteX5" fmla="*/ 275988 w 4836894"/>
                <a:gd name="connsiteY5" fmla="*/ 1254188 h 1664972"/>
                <a:gd name="connsiteX0" fmla="*/ 275988 w 4716813"/>
                <a:gd name="connsiteY0" fmla="*/ 1630321 h 2049242"/>
                <a:gd name="connsiteX1" fmla="*/ 1655327 w 4716813"/>
                <a:gd name="connsiteY1" fmla="*/ 538593 h 2049242"/>
                <a:gd name="connsiteX2" fmla="*/ 4715739 w 4716813"/>
                <a:gd name="connsiteY2" fmla="*/ 871121 h 2049242"/>
                <a:gd name="connsiteX3" fmla="*/ 2888118 w 4716813"/>
                <a:gd name="connsiteY3" fmla="*/ 2022445 h 2049242"/>
                <a:gd name="connsiteX4" fmla="*/ 1510557 w 4716813"/>
                <a:gd name="connsiteY4" fmla="*/ 1516435 h 2049242"/>
                <a:gd name="connsiteX5" fmla="*/ 275988 w 4716813"/>
                <a:gd name="connsiteY5" fmla="*/ 1630321 h 2049242"/>
                <a:gd name="connsiteX0" fmla="*/ 275988 w 4749030"/>
                <a:gd name="connsiteY0" fmla="*/ 1124638 h 1545870"/>
                <a:gd name="connsiteX1" fmla="*/ 1655327 w 4749030"/>
                <a:gd name="connsiteY1" fmla="*/ 32910 h 1545870"/>
                <a:gd name="connsiteX2" fmla="*/ 4715739 w 4749030"/>
                <a:gd name="connsiteY2" fmla="*/ 365438 h 1545870"/>
                <a:gd name="connsiteX3" fmla="*/ 3175706 w 4749030"/>
                <a:gd name="connsiteY3" fmla="*/ 1192854 h 1545870"/>
                <a:gd name="connsiteX4" fmla="*/ 1510557 w 4749030"/>
                <a:gd name="connsiteY4" fmla="*/ 1010752 h 1545870"/>
                <a:gd name="connsiteX5" fmla="*/ 275988 w 4749030"/>
                <a:gd name="connsiteY5" fmla="*/ 1124638 h 1545870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40315"/>
                <a:gd name="connsiteY0" fmla="*/ 1132875 h 1722803"/>
                <a:gd name="connsiteX1" fmla="*/ 1655327 w 4740315"/>
                <a:gd name="connsiteY1" fmla="*/ 41147 h 1722803"/>
                <a:gd name="connsiteX2" fmla="*/ 4715739 w 4740315"/>
                <a:gd name="connsiteY2" fmla="*/ 373675 h 1722803"/>
                <a:gd name="connsiteX3" fmla="*/ 3012343 w 4740315"/>
                <a:gd name="connsiteY3" fmla="*/ 1711656 h 1722803"/>
                <a:gd name="connsiteX4" fmla="*/ 1510557 w 4740315"/>
                <a:gd name="connsiteY4" fmla="*/ 1018989 h 1722803"/>
                <a:gd name="connsiteX5" fmla="*/ 275988 w 4740315"/>
                <a:gd name="connsiteY5" fmla="*/ 1132875 h 1722803"/>
                <a:gd name="connsiteX0" fmla="*/ 275988 w 4756119"/>
                <a:gd name="connsiteY0" fmla="*/ 1127108 h 1542684"/>
                <a:gd name="connsiteX1" fmla="*/ 1655327 w 4756119"/>
                <a:gd name="connsiteY1" fmla="*/ 35380 h 1542684"/>
                <a:gd name="connsiteX2" fmla="*/ 4715739 w 4756119"/>
                <a:gd name="connsiteY2" fmla="*/ 367908 h 1542684"/>
                <a:gd name="connsiteX3" fmla="*/ 3285074 w 4756119"/>
                <a:gd name="connsiteY3" fmla="*/ 1369029 h 1542684"/>
                <a:gd name="connsiteX4" fmla="*/ 1510557 w 4756119"/>
                <a:gd name="connsiteY4" fmla="*/ 1013222 h 1542684"/>
                <a:gd name="connsiteX5" fmla="*/ 275988 w 4756119"/>
                <a:gd name="connsiteY5" fmla="*/ 1127108 h 1542684"/>
                <a:gd name="connsiteX0" fmla="*/ 275988 w 4715923"/>
                <a:gd name="connsiteY0" fmla="*/ 1122352 h 1572226"/>
                <a:gd name="connsiteX1" fmla="*/ 1655327 w 4715923"/>
                <a:gd name="connsiteY1" fmla="*/ 30624 h 1572226"/>
                <a:gd name="connsiteX2" fmla="*/ 4715739 w 4715923"/>
                <a:gd name="connsiteY2" fmla="*/ 363152 h 1572226"/>
                <a:gd name="connsiteX3" fmla="*/ 1510557 w 4715923"/>
                <a:gd name="connsiteY3" fmla="*/ 1008466 h 1572226"/>
                <a:gd name="connsiteX4" fmla="*/ 275988 w 4715923"/>
                <a:gd name="connsiteY4" fmla="*/ 1122352 h 1572226"/>
                <a:gd name="connsiteX0" fmla="*/ 25029 w 4476010"/>
                <a:gd name="connsiteY0" fmla="*/ 1892393 h 2022034"/>
                <a:gd name="connsiteX1" fmla="*/ 2236847 w 4476010"/>
                <a:gd name="connsiteY1" fmla="*/ 11492 h 2022034"/>
                <a:gd name="connsiteX2" fmla="*/ 4464780 w 4476010"/>
                <a:gd name="connsiteY2" fmla="*/ 1133193 h 2022034"/>
                <a:gd name="connsiteX3" fmla="*/ 1259598 w 4476010"/>
                <a:gd name="connsiteY3" fmla="*/ 1778507 h 2022034"/>
                <a:gd name="connsiteX4" fmla="*/ 25029 w 4476010"/>
                <a:gd name="connsiteY4" fmla="*/ 1892393 h 2022034"/>
                <a:gd name="connsiteX0" fmla="*/ 19312 w 4468531"/>
                <a:gd name="connsiteY0" fmla="*/ 1893478 h 2350831"/>
                <a:gd name="connsiteX1" fmla="*/ 2231130 w 4468531"/>
                <a:gd name="connsiteY1" fmla="*/ 12577 h 2350831"/>
                <a:gd name="connsiteX2" fmla="*/ 4459063 w 4468531"/>
                <a:gd name="connsiteY2" fmla="*/ 1134278 h 2350831"/>
                <a:gd name="connsiteX3" fmla="*/ 2962196 w 4468531"/>
                <a:gd name="connsiteY3" fmla="*/ 2337807 h 2350831"/>
                <a:gd name="connsiteX4" fmla="*/ 1253881 w 4468531"/>
                <a:gd name="connsiteY4" fmla="*/ 1779592 h 2350831"/>
                <a:gd name="connsiteX5" fmla="*/ 19312 w 4468531"/>
                <a:gd name="connsiteY5" fmla="*/ 1893478 h 2350831"/>
                <a:gd name="connsiteX0" fmla="*/ 114931 w 4564151"/>
                <a:gd name="connsiteY0" fmla="*/ 1893478 h 2606070"/>
                <a:gd name="connsiteX1" fmla="*/ 2326749 w 4564151"/>
                <a:gd name="connsiteY1" fmla="*/ 12577 h 2606070"/>
                <a:gd name="connsiteX2" fmla="*/ 4554682 w 4564151"/>
                <a:gd name="connsiteY2" fmla="*/ 1134278 h 2606070"/>
                <a:gd name="connsiteX3" fmla="*/ 3057815 w 4564151"/>
                <a:gd name="connsiteY3" fmla="*/ 2337807 h 2606070"/>
                <a:gd name="connsiteX4" fmla="*/ 602599 w 4564151"/>
                <a:gd name="connsiteY4" fmla="*/ 2591133 h 2606070"/>
                <a:gd name="connsiteX5" fmla="*/ 114931 w 4564151"/>
                <a:gd name="connsiteY5" fmla="*/ 1893478 h 2606070"/>
                <a:gd name="connsiteX0" fmla="*/ 339436 w 4163621"/>
                <a:gd name="connsiteY0" fmla="*/ 711041 h 2677547"/>
                <a:gd name="connsiteX1" fmla="*/ 1926219 w 4163621"/>
                <a:gd name="connsiteY1" fmla="*/ 9118 h 2677547"/>
                <a:gd name="connsiteX2" fmla="*/ 4154152 w 4163621"/>
                <a:gd name="connsiteY2" fmla="*/ 1130819 h 2677547"/>
                <a:gd name="connsiteX3" fmla="*/ 2657285 w 4163621"/>
                <a:gd name="connsiteY3" fmla="*/ 2334348 h 2677547"/>
                <a:gd name="connsiteX4" fmla="*/ 202069 w 4163621"/>
                <a:gd name="connsiteY4" fmla="*/ 2587674 h 2677547"/>
                <a:gd name="connsiteX5" fmla="*/ 339436 w 4163621"/>
                <a:gd name="connsiteY5" fmla="*/ 711041 h 2677547"/>
                <a:gd name="connsiteX0" fmla="*/ 8699 w 3970251"/>
                <a:gd name="connsiteY0" fmla="*/ 2578556 h 2717756"/>
                <a:gd name="connsiteX1" fmla="*/ 1732849 w 3970251"/>
                <a:gd name="connsiteY1" fmla="*/ 0 h 2717756"/>
                <a:gd name="connsiteX2" fmla="*/ 3960782 w 3970251"/>
                <a:gd name="connsiteY2" fmla="*/ 1121701 h 2717756"/>
                <a:gd name="connsiteX3" fmla="*/ 2463915 w 3970251"/>
                <a:gd name="connsiteY3" fmla="*/ 2325230 h 2717756"/>
                <a:gd name="connsiteX4" fmla="*/ 8699 w 3970251"/>
                <a:gd name="connsiteY4" fmla="*/ 2578556 h 2717756"/>
                <a:gd name="connsiteX0" fmla="*/ 11617 w 3584652"/>
                <a:gd name="connsiteY0" fmla="*/ 1430838 h 2340009"/>
                <a:gd name="connsiteX1" fmla="*/ 1347250 w 3584652"/>
                <a:gd name="connsiteY1" fmla="*/ 2380 h 2340009"/>
                <a:gd name="connsiteX2" fmla="*/ 3575183 w 3584652"/>
                <a:gd name="connsiteY2" fmla="*/ 1124081 h 2340009"/>
                <a:gd name="connsiteX3" fmla="*/ 2078316 w 3584652"/>
                <a:gd name="connsiteY3" fmla="*/ 2327610 h 2340009"/>
                <a:gd name="connsiteX4" fmla="*/ 11617 w 3584652"/>
                <a:gd name="connsiteY4" fmla="*/ 1430838 h 2340009"/>
                <a:gd name="connsiteX0" fmla="*/ 36322 w 3609357"/>
                <a:gd name="connsiteY0" fmla="*/ 1430838 h 2532978"/>
                <a:gd name="connsiteX1" fmla="*/ 1371955 w 3609357"/>
                <a:gd name="connsiteY1" fmla="*/ 2380 h 2532978"/>
                <a:gd name="connsiteX2" fmla="*/ 3599888 w 3609357"/>
                <a:gd name="connsiteY2" fmla="*/ 1124081 h 2532978"/>
                <a:gd name="connsiteX3" fmla="*/ 2103021 w 3609357"/>
                <a:gd name="connsiteY3" fmla="*/ 2327610 h 2532978"/>
                <a:gd name="connsiteX4" fmla="*/ 36322 w 3609357"/>
                <a:gd name="connsiteY4" fmla="*/ 1430838 h 2532978"/>
                <a:gd name="connsiteX0" fmla="*/ 3580 w 3569301"/>
                <a:gd name="connsiteY0" fmla="*/ 1431089 h 2816320"/>
                <a:gd name="connsiteX1" fmla="*/ 1339213 w 3569301"/>
                <a:gd name="connsiteY1" fmla="*/ 2631 h 2816320"/>
                <a:gd name="connsiteX2" fmla="*/ 3567146 w 3569301"/>
                <a:gd name="connsiteY2" fmla="*/ 1124332 h 2816320"/>
                <a:gd name="connsiteX3" fmla="*/ 1722688 w 3569301"/>
                <a:gd name="connsiteY3" fmla="*/ 2808414 h 2816320"/>
                <a:gd name="connsiteX4" fmla="*/ 3580 w 3569301"/>
                <a:gd name="connsiteY4" fmla="*/ 1431089 h 2816320"/>
                <a:gd name="connsiteX0" fmla="*/ 3579 w 3569300"/>
                <a:gd name="connsiteY0" fmla="*/ 1431089 h 2808414"/>
                <a:gd name="connsiteX1" fmla="*/ 1339212 w 3569300"/>
                <a:gd name="connsiteY1" fmla="*/ 2631 h 2808414"/>
                <a:gd name="connsiteX2" fmla="*/ 3567145 w 3569300"/>
                <a:gd name="connsiteY2" fmla="*/ 1124332 h 2808414"/>
                <a:gd name="connsiteX3" fmla="*/ 1722687 w 3569300"/>
                <a:gd name="connsiteY3" fmla="*/ 2808414 h 2808414"/>
                <a:gd name="connsiteX4" fmla="*/ 3579 w 3569300"/>
                <a:gd name="connsiteY4" fmla="*/ 1431089 h 2808414"/>
                <a:gd name="connsiteX0" fmla="*/ 3579 w 3570402"/>
                <a:gd name="connsiteY0" fmla="*/ 1431089 h 2845664"/>
                <a:gd name="connsiteX1" fmla="*/ 1339212 w 3570402"/>
                <a:gd name="connsiteY1" fmla="*/ 2631 h 2845664"/>
                <a:gd name="connsiteX2" fmla="*/ 3567145 w 3570402"/>
                <a:gd name="connsiteY2" fmla="*/ 1124332 h 2845664"/>
                <a:gd name="connsiteX3" fmla="*/ 1722687 w 3570402"/>
                <a:gd name="connsiteY3" fmla="*/ 2808414 h 2845664"/>
                <a:gd name="connsiteX4" fmla="*/ 3579 w 3570402"/>
                <a:gd name="connsiteY4" fmla="*/ 1431089 h 2845664"/>
                <a:gd name="connsiteX0" fmla="*/ 3579 w 3571531"/>
                <a:gd name="connsiteY0" fmla="*/ 1431089 h 2809355"/>
                <a:gd name="connsiteX1" fmla="*/ 1339212 w 3571531"/>
                <a:gd name="connsiteY1" fmla="*/ 2631 h 2809355"/>
                <a:gd name="connsiteX2" fmla="*/ 3567145 w 3571531"/>
                <a:gd name="connsiteY2" fmla="*/ 1124332 h 2809355"/>
                <a:gd name="connsiteX3" fmla="*/ 1722687 w 3571531"/>
                <a:gd name="connsiteY3" fmla="*/ 2808414 h 2809355"/>
                <a:gd name="connsiteX4" fmla="*/ 3579 w 3571531"/>
                <a:gd name="connsiteY4" fmla="*/ 1431089 h 2809355"/>
                <a:gd name="connsiteX0" fmla="*/ 3579 w 3570449"/>
                <a:gd name="connsiteY0" fmla="*/ 1431089 h 2811091"/>
                <a:gd name="connsiteX1" fmla="*/ 1339212 w 3570449"/>
                <a:gd name="connsiteY1" fmla="*/ 2631 h 2811091"/>
                <a:gd name="connsiteX2" fmla="*/ 3567145 w 3570449"/>
                <a:gd name="connsiteY2" fmla="*/ 1124332 h 2811091"/>
                <a:gd name="connsiteX3" fmla="*/ 1722687 w 3570449"/>
                <a:gd name="connsiteY3" fmla="*/ 2808414 h 2811091"/>
                <a:gd name="connsiteX4" fmla="*/ 3579 w 3570449"/>
                <a:gd name="connsiteY4" fmla="*/ 1431089 h 2811091"/>
                <a:gd name="connsiteX0" fmla="*/ 9477 w 3576347"/>
                <a:gd name="connsiteY0" fmla="*/ 1454488 h 2834490"/>
                <a:gd name="connsiteX1" fmla="*/ 1345110 w 3576347"/>
                <a:gd name="connsiteY1" fmla="*/ 26030 h 2834490"/>
                <a:gd name="connsiteX2" fmla="*/ 3573043 w 3576347"/>
                <a:gd name="connsiteY2" fmla="*/ 1147731 h 2834490"/>
                <a:gd name="connsiteX3" fmla="*/ 1728585 w 3576347"/>
                <a:gd name="connsiteY3" fmla="*/ 2831813 h 2834490"/>
                <a:gd name="connsiteX4" fmla="*/ 9477 w 3576347"/>
                <a:gd name="connsiteY4" fmla="*/ 1454488 h 2834490"/>
                <a:gd name="connsiteX0" fmla="*/ 11200 w 3578070"/>
                <a:gd name="connsiteY0" fmla="*/ 1454488 h 2834490"/>
                <a:gd name="connsiteX1" fmla="*/ 1346833 w 3578070"/>
                <a:gd name="connsiteY1" fmla="*/ 26030 h 2834490"/>
                <a:gd name="connsiteX2" fmla="*/ 3574766 w 3578070"/>
                <a:gd name="connsiteY2" fmla="*/ 1147731 h 2834490"/>
                <a:gd name="connsiteX3" fmla="*/ 1730308 w 3578070"/>
                <a:gd name="connsiteY3" fmla="*/ 2831813 h 2834490"/>
                <a:gd name="connsiteX4" fmla="*/ 11200 w 3578070"/>
                <a:gd name="connsiteY4" fmla="*/ 1454488 h 2834490"/>
                <a:gd name="connsiteX0" fmla="*/ 5238 w 3394494"/>
                <a:gd name="connsiteY0" fmla="*/ 1561249 h 2815719"/>
                <a:gd name="connsiteX1" fmla="*/ 1164359 w 3394494"/>
                <a:gd name="connsiteY1" fmla="*/ 5027 h 2815719"/>
                <a:gd name="connsiteX2" fmla="*/ 3392292 w 3394494"/>
                <a:gd name="connsiteY2" fmla="*/ 1126728 h 2815719"/>
                <a:gd name="connsiteX3" fmla="*/ 1547834 w 3394494"/>
                <a:gd name="connsiteY3" fmla="*/ 2810810 h 2815719"/>
                <a:gd name="connsiteX4" fmla="*/ 5238 w 3394494"/>
                <a:gd name="connsiteY4" fmla="*/ 1561249 h 2815719"/>
                <a:gd name="connsiteX0" fmla="*/ 1714 w 3390970"/>
                <a:gd name="connsiteY0" fmla="*/ 1561249 h 2816846"/>
                <a:gd name="connsiteX1" fmla="*/ 1160835 w 3390970"/>
                <a:gd name="connsiteY1" fmla="*/ 5027 h 2816846"/>
                <a:gd name="connsiteX2" fmla="*/ 3388768 w 3390970"/>
                <a:gd name="connsiteY2" fmla="*/ 1126728 h 2816846"/>
                <a:gd name="connsiteX3" fmla="*/ 1544310 w 3390970"/>
                <a:gd name="connsiteY3" fmla="*/ 2810810 h 2816846"/>
                <a:gd name="connsiteX4" fmla="*/ 1714 w 3390970"/>
                <a:gd name="connsiteY4" fmla="*/ 1561249 h 2816846"/>
                <a:gd name="connsiteX0" fmla="*/ 1714 w 3392183"/>
                <a:gd name="connsiteY0" fmla="*/ 1561249 h 2822298"/>
                <a:gd name="connsiteX1" fmla="*/ 1160835 w 3392183"/>
                <a:gd name="connsiteY1" fmla="*/ 5027 h 2822298"/>
                <a:gd name="connsiteX2" fmla="*/ 3388768 w 3392183"/>
                <a:gd name="connsiteY2" fmla="*/ 1126728 h 2822298"/>
                <a:gd name="connsiteX3" fmla="*/ 1544310 w 3392183"/>
                <a:gd name="connsiteY3" fmla="*/ 2810810 h 2822298"/>
                <a:gd name="connsiteX4" fmla="*/ 1714 w 3392183"/>
                <a:gd name="connsiteY4" fmla="*/ 1561249 h 2822298"/>
                <a:gd name="connsiteX0" fmla="*/ 1599 w 3099681"/>
                <a:gd name="connsiteY0" fmla="*/ 1556274 h 2805936"/>
                <a:gd name="connsiteX1" fmla="*/ 1160720 w 3099681"/>
                <a:gd name="connsiteY1" fmla="*/ 52 h 2805936"/>
                <a:gd name="connsiteX2" fmla="*/ 3097014 w 3099681"/>
                <a:gd name="connsiteY2" fmla="*/ 1505235 h 2805936"/>
                <a:gd name="connsiteX3" fmla="*/ 1544195 w 3099681"/>
                <a:gd name="connsiteY3" fmla="*/ 2805835 h 2805936"/>
                <a:gd name="connsiteX4" fmla="*/ 1599 w 3099681"/>
                <a:gd name="connsiteY4" fmla="*/ 1556274 h 2805936"/>
                <a:gd name="connsiteX0" fmla="*/ 1599 w 3098266"/>
                <a:gd name="connsiteY0" fmla="*/ 1556274 h 2805936"/>
                <a:gd name="connsiteX1" fmla="*/ 1160720 w 3098266"/>
                <a:gd name="connsiteY1" fmla="*/ 52 h 2805936"/>
                <a:gd name="connsiteX2" fmla="*/ 3097014 w 3098266"/>
                <a:gd name="connsiteY2" fmla="*/ 1505235 h 2805936"/>
                <a:gd name="connsiteX3" fmla="*/ 1544195 w 3098266"/>
                <a:gd name="connsiteY3" fmla="*/ 2805835 h 2805936"/>
                <a:gd name="connsiteX4" fmla="*/ 1599 w 3098266"/>
                <a:gd name="connsiteY4" fmla="*/ 1556274 h 2805936"/>
                <a:gd name="connsiteX0" fmla="*/ 6698 w 3107113"/>
                <a:gd name="connsiteY0" fmla="*/ 1556268 h 1995204"/>
                <a:gd name="connsiteX1" fmla="*/ 1165819 w 3107113"/>
                <a:gd name="connsiteY1" fmla="*/ 46 h 1995204"/>
                <a:gd name="connsiteX2" fmla="*/ 3102113 w 3107113"/>
                <a:gd name="connsiteY2" fmla="*/ 1505229 h 1995204"/>
                <a:gd name="connsiteX3" fmla="*/ 1670895 w 3107113"/>
                <a:gd name="connsiteY3" fmla="*/ 1994767 h 1995204"/>
                <a:gd name="connsiteX4" fmla="*/ 6698 w 3107113"/>
                <a:gd name="connsiteY4" fmla="*/ 1556268 h 1995204"/>
                <a:gd name="connsiteX0" fmla="*/ 6698 w 3107610"/>
                <a:gd name="connsiteY0" fmla="*/ 1556268 h 2094159"/>
                <a:gd name="connsiteX1" fmla="*/ 1165819 w 3107610"/>
                <a:gd name="connsiteY1" fmla="*/ 46 h 2094159"/>
                <a:gd name="connsiteX2" fmla="*/ 3102113 w 3107610"/>
                <a:gd name="connsiteY2" fmla="*/ 1505229 h 2094159"/>
                <a:gd name="connsiteX3" fmla="*/ 1670895 w 3107610"/>
                <a:gd name="connsiteY3" fmla="*/ 1994767 h 2094159"/>
                <a:gd name="connsiteX4" fmla="*/ 6698 w 3107610"/>
                <a:gd name="connsiteY4" fmla="*/ 1556268 h 2094159"/>
                <a:gd name="connsiteX0" fmla="*/ 6698 w 3108326"/>
                <a:gd name="connsiteY0" fmla="*/ 1556268 h 2032117"/>
                <a:gd name="connsiteX1" fmla="*/ 1165819 w 3108326"/>
                <a:gd name="connsiteY1" fmla="*/ 46 h 2032117"/>
                <a:gd name="connsiteX2" fmla="*/ 3102113 w 3108326"/>
                <a:gd name="connsiteY2" fmla="*/ 1505229 h 2032117"/>
                <a:gd name="connsiteX3" fmla="*/ 1670895 w 3108326"/>
                <a:gd name="connsiteY3" fmla="*/ 1994767 h 2032117"/>
                <a:gd name="connsiteX4" fmla="*/ 6698 w 3108326"/>
                <a:gd name="connsiteY4" fmla="*/ 1556268 h 2032117"/>
                <a:gd name="connsiteX0" fmla="*/ 2700 w 3101149"/>
                <a:gd name="connsiteY0" fmla="*/ 1588985 h 2065259"/>
                <a:gd name="connsiteX1" fmla="*/ 1324169 w 3101149"/>
                <a:gd name="connsiteY1" fmla="*/ 44 h 2065259"/>
                <a:gd name="connsiteX2" fmla="*/ 3098115 w 3101149"/>
                <a:gd name="connsiteY2" fmla="*/ 1537946 h 2065259"/>
                <a:gd name="connsiteX3" fmla="*/ 1666897 w 3101149"/>
                <a:gd name="connsiteY3" fmla="*/ 2027484 h 2065259"/>
                <a:gd name="connsiteX4" fmla="*/ 2700 w 3101149"/>
                <a:gd name="connsiteY4" fmla="*/ 1588985 h 2065259"/>
                <a:gd name="connsiteX0" fmla="*/ 2700 w 3100106"/>
                <a:gd name="connsiteY0" fmla="*/ 1588985 h 2163738"/>
                <a:gd name="connsiteX1" fmla="*/ 1324169 w 3100106"/>
                <a:gd name="connsiteY1" fmla="*/ 44 h 2163738"/>
                <a:gd name="connsiteX2" fmla="*/ 3098115 w 3100106"/>
                <a:gd name="connsiteY2" fmla="*/ 1537946 h 2163738"/>
                <a:gd name="connsiteX3" fmla="*/ 1666897 w 3100106"/>
                <a:gd name="connsiteY3" fmla="*/ 2027484 h 2163738"/>
                <a:gd name="connsiteX4" fmla="*/ 2700 w 3100106"/>
                <a:gd name="connsiteY4" fmla="*/ 1588985 h 2163738"/>
                <a:gd name="connsiteX0" fmla="*/ 2700 w 3100834"/>
                <a:gd name="connsiteY0" fmla="*/ 1588985 h 2056082"/>
                <a:gd name="connsiteX1" fmla="*/ 1324169 w 3100834"/>
                <a:gd name="connsiteY1" fmla="*/ 44 h 2056082"/>
                <a:gd name="connsiteX2" fmla="*/ 3098115 w 3100834"/>
                <a:gd name="connsiteY2" fmla="*/ 1537946 h 2056082"/>
                <a:gd name="connsiteX3" fmla="*/ 1666897 w 3100834"/>
                <a:gd name="connsiteY3" fmla="*/ 2027484 h 2056082"/>
                <a:gd name="connsiteX4" fmla="*/ 2700 w 3100834"/>
                <a:gd name="connsiteY4" fmla="*/ 1588985 h 2056082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01100" h="2041075">
                  <a:moveTo>
                    <a:pt x="2700" y="1588985"/>
                  </a:moveTo>
                  <a:cubicBezTo>
                    <a:pt x="-54421" y="1251078"/>
                    <a:pt x="808267" y="8550"/>
                    <a:pt x="1324169" y="44"/>
                  </a:cubicBezTo>
                  <a:cubicBezTo>
                    <a:pt x="1840071" y="-8462"/>
                    <a:pt x="3040994" y="1200039"/>
                    <a:pt x="3098115" y="1537946"/>
                  </a:cubicBezTo>
                  <a:cubicBezTo>
                    <a:pt x="3155236" y="1875853"/>
                    <a:pt x="2382291" y="1963492"/>
                    <a:pt x="1666897" y="2027484"/>
                  </a:cubicBezTo>
                  <a:cubicBezTo>
                    <a:pt x="951503" y="2091476"/>
                    <a:pt x="59821" y="1926892"/>
                    <a:pt x="2700" y="1588985"/>
                  </a:cubicBezTo>
                  <a:close/>
                </a:path>
              </a:pathLst>
            </a:custGeom>
            <a:noFill/>
            <a:ln w="50800">
              <a:solidFill>
                <a:srgbClr val="647A8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18" name="Titel 1">
              <a:extLst>
                <a:ext uri="{FF2B5EF4-FFF2-40B4-BE49-F238E27FC236}">
                  <a16:creationId xmlns:a16="http://schemas.microsoft.com/office/drawing/2014/main" id="{7CED5819-A52E-B0F0-8580-232D52F139CC}"/>
                </a:ext>
              </a:extLst>
            </p:cNvPr>
            <p:cNvSpPr txBox="1">
              <a:spLocks/>
            </p:cNvSpPr>
            <p:nvPr/>
          </p:nvSpPr>
          <p:spPr>
            <a:xfrm>
              <a:off x="8051859" y="6045499"/>
              <a:ext cx="2276638" cy="489887"/>
            </a:xfrm>
            <a:prstGeom prst="rect">
              <a:avLst/>
            </a:prstGeom>
          </p:spPr>
          <p:txBody>
            <a:bodyPr anchor="ctr"/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r"/>
              <a:r>
                <a:rPr lang="de-DE" sz="1200" b="0" dirty="0">
                  <a:solidFill>
                    <a:schemeClr val="bg1"/>
                  </a:solidFill>
                  <a:latin typeface="TheSans Plain" pitchFamily="2" charset="0"/>
                  <a:cs typeface="Kannada Sangam MN" pitchFamily="2" charset="0"/>
                </a:rPr>
                <a:t>Abend-HTL</a:t>
              </a:r>
            </a:p>
          </p:txBody>
        </p:sp>
      </p:grpSp>
      <p:pic>
        <p:nvPicPr>
          <p:cNvPr id="21" name="Grafik 20">
            <a:extLst>
              <a:ext uri="{FF2B5EF4-FFF2-40B4-BE49-F238E27FC236}">
                <a16:creationId xmlns:a16="http://schemas.microsoft.com/office/drawing/2014/main" id="{E80B2872-9C79-6E78-5E0A-A273C671538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25451" y="6038569"/>
            <a:ext cx="485673" cy="62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1432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502BA19-22BB-9749-A27A-7E43EF050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137DF-46F0-194D-B8E6-89251B633EEA}" type="slidenum">
              <a:rPr lang="de-DE" smtClean="0"/>
              <a:t>‹Nr.›</a:t>
            </a:fld>
            <a:endParaRPr lang="de-DE"/>
          </a:p>
        </p:txBody>
      </p:sp>
      <p:sp>
        <p:nvSpPr>
          <p:cNvPr id="9" name="Freihandform 8">
            <a:extLst>
              <a:ext uri="{FF2B5EF4-FFF2-40B4-BE49-F238E27FC236}">
                <a16:creationId xmlns:a16="http://schemas.microsoft.com/office/drawing/2014/main" id="{D47635BE-6C94-EA79-1E7E-A16BFF0B7ABB}"/>
              </a:ext>
            </a:extLst>
          </p:cNvPr>
          <p:cNvSpPr/>
          <p:nvPr userDrawn="1"/>
        </p:nvSpPr>
        <p:spPr>
          <a:xfrm rot="12664814" flipV="1">
            <a:off x="8029177" y="301128"/>
            <a:ext cx="5610720" cy="8294818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3177410"/>
              <a:gd name="connsiteY0" fmla="*/ 1035451 h 3606310"/>
              <a:gd name="connsiteX1" fmla="*/ 3141588 w 3177410"/>
              <a:gd name="connsiteY1" fmla="*/ 152581 h 3606310"/>
              <a:gd name="connsiteX2" fmla="*/ 2574031 w 3177410"/>
              <a:gd name="connsiteY2" fmla="*/ 1666070 h 3606310"/>
              <a:gd name="connsiteX3" fmla="*/ 2321781 w 3177410"/>
              <a:gd name="connsiteY3" fmla="*/ 3473850 h 3606310"/>
              <a:gd name="connsiteX4" fmla="*/ 51546 w 3177410"/>
              <a:gd name="connsiteY4" fmla="*/ 2664554 h 3606310"/>
              <a:gd name="connsiteX5" fmla="*/ 829312 w 3177410"/>
              <a:gd name="connsiteY5" fmla="*/ 1035451 h 3606310"/>
              <a:gd name="connsiteX0" fmla="*/ 829312 w 3177410"/>
              <a:gd name="connsiteY0" fmla="*/ 1013703 h 3584562"/>
              <a:gd name="connsiteX1" fmla="*/ 3141588 w 3177410"/>
              <a:gd name="connsiteY1" fmla="*/ 130833 h 3584562"/>
              <a:gd name="connsiteX2" fmla="*/ 2574031 w 3177410"/>
              <a:gd name="connsiteY2" fmla="*/ 1644322 h 3584562"/>
              <a:gd name="connsiteX3" fmla="*/ 2321781 w 3177410"/>
              <a:gd name="connsiteY3" fmla="*/ 3452102 h 3584562"/>
              <a:gd name="connsiteX4" fmla="*/ 51546 w 3177410"/>
              <a:gd name="connsiteY4" fmla="*/ 2642806 h 3584562"/>
              <a:gd name="connsiteX5" fmla="*/ 829312 w 3177410"/>
              <a:gd name="connsiteY5" fmla="*/ 1013703 h 3584562"/>
              <a:gd name="connsiteX0" fmla="*/ 829578 w 3177676"/>
              <a:gd name="connsiteY0" fmla="*/ 1013703 h 3584562"/>
              <a:gd name="connsiteX1" fmla="*/ 3141854 w 3177676"/>
              <a:gd name="connsiteY1" fmla="*/ 130833 h 3584562"/>
              <a:gd name="connsiteX2" fmla="*/ 2574297 w 3177676"/>
              <a:gd name="connsiteY2" fmla="*/ 1644322 h 3584562"/>
              <a:gd name="connsiteX3" fmla="*/ 2322047 w 3177676"/>
              <a:gd name="connsiteY3" fmla="*/ 3452102 h 3584562"/>
              <a:gd name="connsiteX4" fmla="*/ 51812 w 3177676"/>
              <a:gd name="connsiteY4" fmla="*/ 2642806 h 3584562"/>
              <a:gd name="connsiteX5" fmla="*/ 829578 w 3177676"/>
              <a:gd name="connsiteY5" fmla="*/ 1013703 h 3584562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77676" h="3588900">
                <a:moveTo>
                  <a:pt x="829578" y="1013703"/>
                </a:moveTo>
                <a:cubicBezTo>
                  <a:pt x="1397137" y="530228"/>
                  <a:pt x="2942157" y="-328119"/>
                  <a:pt x="3141854" y="130833"/>
                </a:cubicBezTo>
                <a:cubicBezTo>
                  <a:pt x="3341551" y="589785"/>
                  <a:pt x="2644367" y="1160846"/>
                  <a:pt x="2574297" y="1644322"/>
                </a:cubicBezTo>
                <a:cubicBezTo>
                  <a:pt x="2504227" y="2127798"/>
                  <a:pt x="2788005" y="3045702"/>
                  <a:pt x="2322047" y="3452102"/>
                </a:cubicBezTo>
                <a:cubicBezTo>
                  <a:pt x="1856089" y="3858502"/>
                  <a:pt x="253064" y="3291335"/>
                  <a:pt x="51812" y="2642806"/>
                </a:cubicBezTo>
                <a:cubicBezTo>
                  <a:pt x="-149440" y="1994277"/>
                  <a:pt x="262019" y="1497178"/>
                  <a:pt x="829578" y="1013703"/>
                </a:cubicBezTo>
                <a:close/>
              </a:path>
            </a:pathLst>
          </a:custGeom>
          <a:solidFill>
            <a:srgbClr val="E7E7E7">
              <a:alpha val="52941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Freihandform 9">
            <a:extLst>
              <a:ext uri="{FF2B5EF4-FFF2-40B4-BE49-F238E27FC236}">
                <a16:creationId xmlns:a16="http://schemas.microsoft.com/office/drawing/2014/main" id="{1223AABF-8467-4E9F-86F5-1F1ECB8048B1}"/>
              </a:ext>
            </a:extLst>
          </p:cNvPr>
          <p:cNvSpPr/>
          <p:nvPr userDrawn="1"/>
        </p:nvSpPr>
        <p:spPr>
          <a:xfrm rot="19240800">
            <a:off x="-2200663" y="-1069579"/>
            <a:ext cx="6636396" cy="4457866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3177410"/>
              <a:gd name="connsiteY0" fmla="*/ 1035451 h 3606310"/>
              <a:gd name="connsiteX1" fmla="*/ 3141588 w 3177410"/>
              <a:gd name="connsiteY1" fmla="*/ 152581 h 3606310"/>
              <a:gd name="connsiteX2" fmla="*/ 2574031 w 3177410"/>
              <a:gd name="connsiteY2" fmla="*/ 1666070 h 3606310"/>
              <a:gd name="connsiteX3" fmla="*/ 2321781 w 3177410"/>
              <a:gd name="connsiteY3" fmla="*/ 3473850 h 3606310"/>
              <a:gd name="connsiteX4" fmla="*/ 51546 w 3177410"/>
              <a:gd name="connsiteY4" fmla="*/ 2664554 h 3606310"/>
              <a:gd name="connsiteX5" fmla="*/ 829312 w 3177410"/>
              <a:gd name="connsiteY5" fmla="*/ 1035451 h 3606310"/>
              <a:gd name="connsiteX0" fmla="*/ 829312 w 3177410"/>
              <a:gd name="connsiteY0" fmla="*/ 1013703 h 3584562"/>
              <a:gd name="connsiteX1" fmla="*/ 3141588 w 3177410"/>
              <a:gd name="connsiteY1" fmla="*/ 130833 h 3584562"/>
              <a:gd name="connsiteX2" fmla="*/ 2574031 w 3177410"/>
              <a:gd name="connsiteY2" fmla="*/ 1644322 h 3584562"/>
              <a:gd name="connsiteX3" fmla="*/ 2321781 w 3177410"/>
              <a:gd name="connsiteY3" fmla="*/ 3452102 h 3584562"/>
              <a:gd name="connsiteX4" fmla="*/ 51546 w 3177410"/>
              <a:gd name="connsiteY4" fmla="*/ 2642806 h 3584562"/>
              <a:gd name="connsiteX5" fmla="*/ 829312 w 3177410"/>
              <a:gd name="connsiteY5" fmla="*/ 1013703 h 3584562"/>
              <a:gd name="connsiteX0" fmla="*/ 829578 w 3177676"/>
              <a:gd name="connsiteY0" fmla="*/ 1013703 h 3584562"/>
              <a:gd name="connsiteX1" fmla="*/ 3141854 w 3177676"/>
              <a:gd name="connsiteY1" fmla="*/ 130833 h 3584562"/>
              <a:gd name="connsiteX2" fmla="*/ 2574297 w 3177676"/>
              <a:gd name="connsiteY2" fmla="*/ 1644322 h 3584562"/>
              <a:gd name="connsiteX3" fmla="*/ 2322047 w 3177676"/>
              <a:gd name="connsiteY3" fmla="*/ 3452102 h 3584562"/>
              <a:gd name="connsiteX4" fmla="*/ 51812 w 3177676"/>
              <a:gd name="connsiteY4" fmla="*/ 2642806 h 3584562"/>
              <a:gd name="connsiteX5" fmla="*/ 829578 w 3177676"/>
              <a:gd name="connsiteY5" fmla="*/ 1013703 h 3584562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11178 w 2672400"/>
              <a:gd name="connsiteY0" fmla="*/ 7864 h 2583061"/>
              <a:gd name="connsiteX1" fmla="*/ 1318755 w 2672400"/>
              <a:gd name="connsiteY1" fmla="*/ 1092175 h 2583061"/>
              <a:gd name="connsiteX2" fmla="*/ 2555897 w 2672400"/>
              <a:gd name="connsiteY2" fmla="*/ 638483 h 2583061"/>
              <a:gd name="connsiteX3" fmla="*/ 2303647 w 2672400"/>
              <a:gd name="connsiteY3" fmla="*/ 2446263 h 2583061"/>
              <a:gd name="connsiteX4" fmla="*/ 33412 w 2672400"/>
              <a:gd name="connsiteY4" fmla="*/ 1636967 h 2583061"/>
              <a:gd name="connsiteX5" fmla="*/ 811178 w 2672400"/>
              <a:gd name="connsiteY5" fmla="*/ 7864 h 2583061"/>
              <a:gd name="connsiteX0" fmla="*/ 811178 w 3223026"/>
              <a:gd name="connsiteY0" fmla="*/ 5596 h 2477281"/>
              <a:gd name="connsiteX1" fmla="*/ 1318755 w 3223026"/>
              <a:gd name="connsiteY1" fmla="*/ 1089907 h 2477281"/>
              <a:gd name="connsiteX2" fmla="*/ 3192488 w 3223026"/>
              <a:gd name="connsiteY2" fmla="*/ 802600 h 2477281"/>
              <a:gd name="connsiteX3" fmla="*/ 2303647 w 3223026"/>
              <a:gd name="connsiteY3" fmla="*/ 2443995 h 2477281"/>
              <a:gd name="connsiteX4" fmla="*/ 33412 w 3223026"/>
              <a:gd name="connsiteY4" fmla="*/ 1634699 h 2477281"/>
              <a:gd name="connsiteX5" fmla="*/ 811178 w 3223026"/>
              <a:gd name="connsiteY5" fmla="*/ 5596 h 2477281"/>
              <a:gd name="connsiteX0" fmla="*/ 846588 w 3330250"/>
              <a:gd name="connsiteY0" fmla="*/ 5596 h 2432711"/>
              <a:gd name="connsiteX1" fmla="*/ 1354165 w 3330250"/>
              <a:gd name="connsiteY1" fmla="*/ 1089907 h 2432711"/>
              <a:gd name="connsiteX2" fmla="*/ 3227898 w 3330250"/>
              <a:gd name="connsiteY2" fmla="*/ 802600 h 2432711"/>
              <a:gd name="connsiteX3" fmla="*/ 2761796 w 3330250"/>
              <a:gd name="connsiteY3" fmla="*/ 2409553 h 2432711"/>
              <a:gd name="connsiteX4" fmla="*/ 68822 w 3330250"/>
              <a:gd name="connsiteY4" fmla="*/ 1634699 h 2432711"/>
              <a:gd name="connsiteX5" fmla="*/ 846588 w 3330250"/>
              <a:gd name="connsiteY5" fmla="*/ 5596 h 2432711"/>
              <a:gd name="connsiteX0" fmla="*/ 846588 w 3514825"/>
              <a:gd name="connsiteY0" fmla="*/ 5596 h 2432711"/>
              <a:gd name="connsiteX1" fmla="*/ 1354165 w 3514825"/>
              <a:gd name="connsiteY1" fmla="*/ 1089907 h 2432711"/>
              <a:gd name="connsiteX2" fmla="*/ 3227898 w 3514825"/>
              <a:gd name="connsiteY2" fmla="*/ 802600 h 2432711"/>
              <a:gd name="connsiteX3" fmla="*/ 2761796 w 3514825"/>
              <a:gd name="connsiteY3" fmla="*/ 2409553 h 2432711"/>
              <a:gd name="connsiteX4" fmla="*/ 68822 w 3514825"/>
              <a:gd name="connsiteY4" fmla="*/ 1634699 h 2432711"/>
              <a:gd name="connsiteX5" fmla="*/ 846588 w 3514825"/>
              <a:gd name="connsiteY5" fmla="*/ 5596 h 2432711"/>
              <a:gd name="connsiteX0" fmla="*/ 875402 w 3543639"/>
              <a:gd name="connsiteY0" fmla="*/ 2708 h 2429823"/>
              <a:gd name="connsiteX1" fmla="*/ 1382979 w 3543639"/>
              <a:gd name="connsiteY1" fmla="*/ 1087019 h 2429823"/>
              <a:gd name="connsiteX2" fmla="*/ 3256712 w 3543639"/>
              <a:gd name="connsiteY2" fmla="*/ 799712 h 2429823"/>
              <a:gd name="connsiteX3" fmla="*/ 2790610 w 3543639"/>
              <a:gd name="connsiteY3" fmla="*/ 2406665 h 2429823"/>
              <a:gd name="connsiteX4" fmla="*/ 97636 w 3543639"/>
              <a:gd name="connsiteY4" fmla="*/ 1631811 h 2429823"/>
              <a:gd name="connsiteX5" fmla="*/ 875402 w 3543639"/>
              <a:gd name="connsiteY5" fmla="*/ 2708 h 2429823"/>
              <a:gd name="connsiteX0" fmla="*/ 1035116 w 3703353"/>
              <a:gd name="connsiteY0" fmla="*/ 3586 h 2450893"/>
              <a:gd name="connsiteX1" fmla="*/ 1542693 w 3703353"/>
              <a:gd name="connsiteY1" fmla="*/ 1087897 h 2450893"/>
              <a:gd name="connsiteX2" fmla="*/ 3416426 w 3703353"/>
              <a:gd name="connsiteY2" fmla="*/ 800590 h 2450893"/>
              <a:gd name="connsiteX3" fmla="*/ 2950324 w 3703353"/>
              <a:gd name="connsiteY3" fmla="*/ 2407543 h 2450893"/>
              <a:gd name="connsiteX4" fmla="*/ 257350 w 3703353"/>
              <a:gd name="connsiteY4" fmla="*/ 1632689 h 2450893"/>
              <a:gd name="connsiteX5" fmla="*/ 1035116 w 3703353"/>
              <a:gd name="connsiteY5" fmla="*/ 3586 h 2450893"/>
              <a:gd name="connsiteX0" fmla="*/ 991689 w 3462563"/>
              <a:gd name="connsiteY0" fmla="*/ 10605 h 2457912"/>
              <a:gd name="connsiteX1" fmla="*/ 1674106 w 3462563"/>
              <a:gd name="connsiteY1" fmla="*/ 930710 h 2457912"/>
              <a:gd name="connsiteX2" fmla="*/ 3372999 w 3462563"/>
              <a:gd name="connsiteY2" fmla="*/ 807609 h 2457912"/>
              <a:gd name="connsiteX3" fmla="*/ 2906897 w 3462563"/>
              <a:gd name="connsiteY3" fmla="*/ 2414562 h 2457912"/>
              <a:gd name="connsiteX4" fmla="*/ 213923 w 3462563"/>
              <a:gd name="connsiteY4" fmla="*/ 1639708 h 2457912"/>
              <a:gd name="connsiteX5" fmla="*/ 991689 w 3462563"/>
              <a:gd name="connsiteY5" fmla="*/ 10605 h 2457912"/>
              <a:gd name="connsiteX0" fmla="*/ 991689 w 3644113"/>
              <a:gd name="connsiteY0" fmla="*/ 10605 h 2457912"/>
              <a:gd name="connsiteX1" fmla="*/ 1674106 w 3644113"/>
              <a:gd name="connsiteY1" fmla="*/ 930710 h 2457912"/>
              <a:gd name="connsiteX2" fmla="*/ 3372999 w 3644113"/>
              <a:gd name="connsiteY2" fmla="*/ 807609 h 2457912"/>
              <a:gd name="connsiteX3" fmla="*/ 2906897 w 3644113"/>
              <a:gd name="connsiteY3" fmla="*/ 2414562 h 2457912"/>
              <a:gd name="connsiteX4" fmla="*/ 213923 w 3644113"/>
              <a:gd name="connsiteY4" fmla="*/ 1639708 h 2457912"/>
              <a:gd name="connsiteX5" fmla="*/ 991689 w 3644113"/>
              <a:gd name="connsiteY5" fmla="*/ 10605 h 2457912"/>
              <a:gd name="connsiteX0" fmla="*/ 1054352 w 3706777"/>
              <a:gd name="connsiteY0" fmla="*/ 1046 h 2448353"/>
              <a:gd name="connsiteX1" fmla="*/ 1736769 w 3706777"/>
              <a:gd name="connsiteY1" fmla="*/ 921151 h 2448353"/>
              <a:gd name="connsiteX2" fmla="*/ 3435662 w 3706777"/>
              <a:gd name="connsiteY2" fmla="*/ 798050 h 2448353"/>
              <a:gd name="connsiteX3" fmla="*/ 2969560 w 3706777"/>
              <a:gd name="connsiteY3" fmla="*/ 2405003 h 2448353"/>
              <a:gd name="connsiteX4" fmla="*/ 276586 w 3706777"/>
              <a:gd name="connsiteY4" fmla="*/ 1630149 h 2448353"/>
              <a:gd name="connsiteX5" fmla="*/ 1054352 w 3706777"/>
              <a:gd name="connsiteY5" fmla="*/ 1046 h 2448353"/>
              <a:gd name="connsiteX0" fmla="*/ 590056 w 3683836"/>
              <a:gd name="connsiteY0" fmla="*/ 1109 h 1961431"/>
              <a:gd name="connsiteX1" fmla="*/ 1713828 w 3683836"/>
              <a:gd name="connsiteY1" fmla="*/ 456838 h 1961431"/>
              <a:gd name="connsiteX2" fmla="*/ 3412721 w 3683836"/>
              <a:gd name="connsiteY2" fmla="*/ 333737 h 1961431"/>
              <a:gd name="connsiteX3" fmla="*/ 2946619 w 3683836"/>
              <a:gd name="connsiteY3" fmla="*/ 1940690 h 1961431"/>
              <a:gd name="connsiteX4" fmla="*/ 253645 w 3683836"/>
              <a:gd name="connsiteY4" fmla="*/ 1165836 h 1961431"/>
              <a:gd name="connsiteX5" fmla="*/ 590056 w 3683836"/>
              <a:gd name="connsiteY5" fmla="*/ 1109 h 1961431"/>
              <a:gd name="connsiteX0" fmla="*/ 577152 w 3670932"/>
              <a:gd name="connsiteY0" fmla="*/ 28557 h 1988879"/>
              <a:gd name="connsiteX1" fmla="*/ 1700924 w 3670932"/>
              <a:gd name="connsiteY1" fmla="*/ 484286 h 1988879"/>
              <a:gd name="connsiteX2" fmla="*/ 3399817 w 3670932"/>
              <a:gd name="connsiteY2" fmla="*/ 361185 h 1988879"/>
              <a:gd name="connsiteX3" fmla="*/ 2933715 w 3670932"/>
              <a:gd name="connsiteY3" fmla="*/ 1968138 h 1988879"/>
              <a:gd name="connsiteX4" fmla="*/ 240741 w 3670932"/>
              <a:gd name="connsiteY4" fmla="*/ 1193284 h 1988879"/>
              <a:gd name="connsiteX5" fmla="*/ 577152 w 3670932"/>
              <a:gd name="connsiteY5" fmla="*/ 28557 h 1988879"/>
              <a:gd name="connsiteX0" fmla="*/ 5660 w 3065770"/>
              <a:gd name="connsiteY0" fmla="*/ 41752 h 2084853"/>
              <a:gd name="connsiteX1" fmla="*/ 1129432 w 3065770"/>
              <a:gd name="connsiteY1" fmla="*/ 497481 h 2084853"/>
              <a:gd name="connsiteX2" fmla="*/ 2828325 w 3065770"/>
              <a:gd name="connsiteY2" fmla="*/ 374380 h 2084853"/>
              <a:gd name="connsiteX3" fmla="*/ 2362223 w 3065770"/>
              <a:gd name="connsiteY3" fmla="*/ 1981333 h 2084853"/>
              <a:gd name="connsiteX4" fmla="*/ 768571 w 3065770"/>
              <a:gd name="connsiteY4" fmla="*/ 1718703 h 2084853"/>
              <a:gd name="connsiteX5" fmla="*/ 5660 w 3065770"/>
              <a:gd name="connsiteY5" fmla="*/ 41752 h 2084853"/>
              <a:gd name="connsiteX0" fmla="*/ 12471 w 3072581"/>
              <a:gd name="connsiteY0" fmla="*/ 41752 h 2092530"/>
              <a:gd name="connsiteX1" fmla="*/ 1136243 w 3072581"/>
              <a:gd name="connsiteY1" fmla="*/ 497481 h 2092530"/>
              <a:gd name="connsiteX2" fmla="*/ 2835136 w 3072581"/>
              <a:gd name="connsiteY2" fmla="*/ 374380 h 2092530"/>
              <a:gd name="connsiteX3" fmla="*/ 2369034 w 3072581"/>
              <a:gd name="connsiteY3" fmla="*/ 1981333 h 2092530"/>
              <a:gd name="connsiteX4" fmla="*/ 775382 w 3072581"/>
              <a:gd name="connsiteY4" fmla="*/ 1718703 h 2092530"/>
              <a:gd name="connsiteX5" fmla="*/ 12471 w 3072581"/>
              <a:gd name="connsiteY5" fmla="*/ 41752 h 2092530"/>
              <a:gd name="connsiteX0" fmla="*/ 2798 w 3655173"/>
              <a:gd name="connsiteY0" fmla="*/ 869129 h 2007317"/>
              <a:gd name="connsiteX1" fmla="*/ 1718835 w 3655173"/>
              <a:gd name="connsiteY1" fmla="*/ 445136 h 2007317"/>
              <a:gd name="connsiteX2" fmla="*/ 3417728 w 3655173"/>
              <a:gd name="connsiteY2" fmla="*/ 322035 h 2007317"/>
              <a:gd name="connsiteX3" fmla="*/ 2951626 w 3655173"/>
              <a:gd name="connsiteY3" fmla="*/ 1928988 h 2007317"/>
              <a:gd name="connsiteX4" fmla="*/ 1357974 w 3655173"/>
              <a:gd name="connsiteY4" fmla="*/ 1666358 h 2007317"/>
              <a:gd name="connsiteX5" fmla="*/ 2798 w 3655173"/>
              <a:gd name="connsiteY5" fmla="*/ 869129 h 2007317"/>
              <a:gd name="connsiteX0" fmla="*/ 542 w 3652917"/>
              <a:gd name="connsiteY0" fmla="*/ 869129 h 2007318"/>
              <a:gd name="connsiteX1" fmla="*/ 1716579 w 3652917"/>
              <a:gd name="connsiteY1" fmla="*/ 445136 h 2007318"/>
              <a:gd name="connsiteX2" fmla="*/ 3415472 w 3652917"/>
              <a:gd name="connsiteY2" fmla="*/ 322035 h 2007318"/>
              <a:gd name="connsiteX3" fmla="*/ 2949370 w 3652917"/>
              <a:gd name="connsiteY3" fmla="*/ 1928988 h 2007318"/>
              <a:gd name="connsiteX4" fmla="*/ 1355718 w 3652917"/>
              <a:gd name="connsiteY4" fmla="*/ 1666358 h 2007318"/>
              <a:gd name="connsiteX5" fmla="*/ 542 w 3652917"/>
              <a:gd name="connsiteY5" fmla="*/ 869129 h 2007318"/>
              <a:gd name="connsiteX0" fmla="*/ 243 w 3639926"/>
              <a:gd name="connsiteY0" fmla="*/ 869129 h 1955507"/>
              <a:gd name="connsiteX1" fmla="*/ 1716280 w 3639926"/>
              <a:gd name="connsiteY1" fmla="*/ 445136 h 1955507"/>
              <a:gd name="connsiteX2" fmla="*/ 3415173 w 3639926"/>
              <a:gd name="connsiteY2" fmla="*/ 322035 h 1955507"/>
              <a:gd name="connsiteX3" fmla="*/ 2949071 w 3639926"/>
              <a:gd name="connsiteY3" fmla="*/ 1928988 h 1955507"/>
              <a:gd name="connsiteX4" fmla="*/ 1833458 w 3639926"/>
              <a:gd name="connsiteY4" fmla="*/ 1291535 h 1955507"/>
              <a:gd name="connsiteX5" fmla="*/ 243 w 3639926"/>
              <a:gd name="connsiteY5" fmla="*/ 869129 h 1955507"/>
              <a:gd name="connsiteX0" fmla="*/ 243 w 3639926"/>
              <a:gd name="connsiteY0" fmla="*/ 869129 h 1947022"/>
              <a:gd name="connsiteX1" fmla="*/ 1716280 w 3639926"/>
              <a:gd name="connsiteY1" fmla="*/ 445136 h 1947022"/>
              <a:gd name="connsiteX2" fmla="*/ 3415173 w 3639926"/>
              <a:gd name="connsiteY2" fmla="*/ 322035 h 1947022"/>
              <a:gd name="connsiteX3" fmla="*/ 2949071 w 3639926"/>
              <a:gd name="connsiteY3" fmla="*/ 1928988 h 1947022"/>
              <a:gd name="connsiteX4" fmla="*/ 1833458 w 3639926"/>
              <a:gd name="connsiteY4" fmla="*/ 1291535 h 1947022"/>
              <a:gd name="connsiteX5" fmla="*/ 243 w 3639926"/>
              <a:gd name="connsiteY5" fmla="*/ 869129 h 1947022"/>
              <a:gd name="connsiteX0" fmla="*/ 7345 w 3647028"/>
              <a:gd name="connsiteY0" fmla="*/ 869129 h 1947022"/>
              <a:gd name="connsiteX1" fmla="*/ 1723382 w 3647028"/>
              <a:gd name="connsiteY1" fmla="*/ 445136 h 1947022"/>
              <a:gd name="connsiteX2" fmla="*/ 3422275 w 3647028"/>
              <a:gd name="connsiteY2" fmla="*/ 322035 h 1947022"/>
              <a:gd name="connsiteX3" fmla="*/ 2956173 w 3647028"/>
              <a:gd name="connsiteY3" fmla="*/ 1928988 h 1947022"/>
              <a:gd name="connsiteX4" fmla="*/ 1840560 w 3647028"/>
              <a:gd name="connsiteY4" fmla="*/ 1291535 h 1947022"/>
              <a:gd name="connsiteX5" fmla="*/ 7345 w 3647028"/>
              <a:gd name="connsiteY5" fmla="*/ 869129 h 1947022"/>
              <a:gd name="connsiteX0" fmla="*/ 7345 w 3811052"/>
              <a:gd name="connsiteY0" fmla="*/ 869129 h 1929159"/>
              <a:gd name="connsiteX1" fmla="*/ 1723382 w 3811052"/>
              <a:gd name="connsiteY1" fmla="*/ 445136 h 1929159"/>
              <a:gd name="connsiteX2" fmla="*/ 3422275 w 3811052"/>
              <a:gd name="connsiteY2" fmla="*/ 322035 h 1929159"/>
              <a:gd name="connsiteX3" fmla="*/ 2956173 w 3811052"/>
              <a:gd name="connsiteY3" fmla="*/ 1928988 h 1929159"/>
              <a:gd name="connsiteX4" fmla="*/ 1840560 w 3811052"/>
              <a:gd name="connsiteY4" fmla="*/ 1291535 h 1929159"/>
              <a:gd name="connsiteX5" fmla="*/ 7345 w 3811052"/>
              <a:gd name="connsiteY5" fmla="*/ 869129 h 1929159"/>
              <a:gd name="connsiteX0" fmla="*/ 5264 w 3937957"/>
              <a:gd name="connsiteY0" fmla="*/ 1155023 h 1938909"/>
              <a:gd name="connsiteX1" fmla="*/ 1850286 w 3937957"/>
              <a:gd name="connsiteY1" fmla="*/ 454886 h 1938909"/>
              <a:gd name="connsiteX2" fmla="*/ 3549179 w 3937957"/>
              <a:gd name="connsiteY2" fmla="*/ 331785 h 1938909"/>
              <a:gd name="connsiteX3" fmla="*/ 3083077 w 3937957"/>
              <a:gd name="connsiteY3" fmla="*/ 1938738 h 1938909"/>
              <a:gd name="connsiteX4" fmla="*/ 1967464 w 3937957"/>
              <a:gd name="connsiteY4" fmla="*/ 1301285 h 1938909"/>
              <a:gd name="connsiteX5" fmla="*/ 5264 w 3937957"/>
              <a:gd name="connsiteY5" fmla="*/ 1155023 h 1938909"/>
              <a:gd name="connsiteX0" fmla="*/ 23607 w 3956300"/>
              <a:gd name="connsiteY0" fmla="*/ 1155023 h 1938909"/>
              <a:gd name="connsiteX1" fmla="*/ 1868629 w 3956300"/>
              <a:gd name="connsiteY1" fmla="*/ 454886 h 1938909"/>
              <a:gd name="connsiteX2" fmla="*/ 3567522 w 3956300"/>
              <a:gd name="connsiteY2" fmla="*/ 331785 h 1938909"/>
              <a:gd name="connsiteX3" fmla="*/ 3101420 w 3956300"/>
              <a:gd name="connsiteY3" fmla="*/ 1938738 h 1938909"/>
              <a:gd name="connsiteX4" fmla="*/ 1985807 w 3956300"/>
              <a:gd name="connsiteY4" fmla="*/ 1301285 h 1938909"/>
              <a:gd name="connsiteX5" fmla="*/ 23607 w 3956300"/>
              <a:gd name="connsiteY5" fmla="*/ 1155023 h 1938909"/>
              <a:gd name="connsiteX0" fmla="*/ 356 w 3775841"/>
              <a:gd name="connsiteY0" fmla="*/ 1155023 h 1975367"/>
              <a:gd name="connsiteX1" fmla="*/ 1845378 w 3775841"/>
              <a:gd name="connsiteY1" fmla="*/ 454886 h 1975367"/>
              <a:gd name="connsiteX2" fmla="*/ 3544271 w 3775841"/>
              <a:gd name="connsiteY2" fmla="*/ 331785 h 1975367"/>
              <a:gd name="connsiteX3" fmla="*/ 3078169 w 3775841"/>
              <a:gd name="connsiteY3" fmla="*/ 1938738 h 1975367"/>
              <a:gd name="connsiteX4" fmla="*/ 1700608 w 3775841"/>
              <a:gd name="connsiteY4" fmla="*/ 1432728 h 1975367"/>
              <a:gd name="connsiteX5" fmla="*/ 356 w 3775841"/>
              <a:gd name="connsiteY5" fmla="*/ 1155023 h 1975367"/>
              <a:gd name="connsiteX0" fmla="*/ 385 w 3775871"/>
              <a:gd name="connsiteY0" fmla="*/ 1155023 h 1964875"/>
              <a:gd name="connsiteX1" fmla="*/ 1845407 w 3775871"/>
              <a:gd name="connsiteY1" fmla="*/ 454886 h 1964875"/>
              <a:gd name="connsiteX2" fmla="*/ 3544300 w 3775871"/>
              <a:gd name="connsiteY2" fmla="*/ 331785 h 1964875"/>
              <a:gd name="connsiteX3" fmla="*/ 3078198 w 3775871"/>
              <a:gd name="connsiteY3" fmla="*/ 1938738 h 1964875"/>
              <a:gd name="connsiteX4" fmla="*/ 1700637 w 3775871"/>
              <a:gd name="connsiteY4" fmla="*/ 1432728 h 1964875"/>
              <a:gd name="connsiteX5" fmla="*/ 385 w 3775871"/>
              <a:gd name="connsiteY5" fmla="*/ 1155023 h 1964875"/>
              <a:gd name="connsiteX0" fmla="*/ 518 w 3310321"/>
              <a:gd name="connsiteY0" fmla="*/ 1561197 h 1986949"/>
              <a:gd name="connsiteX1" fmla="*/ 1379857 w 3310321"/>
              <a:gd name="connsiteY1" fmla="*/ 469469 h 1986949"/>
              <a:gd name="connsiteX2" fmla="*/ 3078750 w 3310321"/>
              <a:gd name="connsiteY2" fmla="*/ 346368 h 1986949"/>
              <a:gd name="connsiteX3" fmla="*/ 2612648 w 3310321"/>
              <a:gd name="connsiteY3" fmla="*/ 1953321 h 1986949"/>
              <a:gd name="connsiteX4" fmla="*/ 1235087 w 3310321"/>
              <a:gd name="connsiteY4" fmla="*/ 1447311 h 1986949"/>
              <a:gd name="connsiteX5" fmla="*/ 518 w 3310321"/>
              <a:gd name="connsiteY5" fmla="*/ 1561197 h 1986949"/>
              <a:gd name="connsiteX0" fmla="*/ 252954 w 3562757"/>
              <a:gd name="connsiteY0" fmla="*/ 1561197 h 1986950"/>
              <a:gd name="connsiteX1" fmla="*/ 1632293 w 3562757"/>
              <a:gd name="connsiteY1" fmla="*/ 469469 h 1986950"/>
              <a:gd name="connsiteX2" fmla="*/ 3331186 w 3562757"/>
              <a:gd name="connsiteY2" fmla="*/ 346368 h 1986950"/>
              <a:gd name="connsiteX3" fmla="*/ 2865084 w 3562757"/>
              <a:gd name="connsiteY3" fmla="*/ 1953321 h 1986950"/>
              <a:gd name="connsiteX4" fmla="*/ 1487523 w 3562757"/>
              <a:gd name="connsiteY4" fmla="*/ 1447311 h 1986950"/>
              <a:gd name="connsiteX5" fmla="*/ 252954 w 3562757"/>
              <a:gd name="connsiteY5" fmla="*/ 1561197 h 1986950"/>
              <a:gd name="connsiteX0" fmla="*/ 275988 w 4836894"/>
              <a:gd name="connsiteY0" fmla="*/ 1254188 h 1664972"/>
              <a:gd name="connsiteX1" fmla="*/ 1655327 w 4836894"/>
              <a:gd name="connsiteY1" fmla="*/ 162460 h 1664972"/>
              <a:gd name="connsiteX2" fmla="*/ 4715739 w 4836894"/>
              <a:gd name="connsiteY2" fmla="*/ 494988 h 1664972"/>
              <a:gd name="connsiteX3" fmla="*/ 2888118 w 4836894"/>
              <a:gd name="connsiteY3" fmla="*/ 1646312 h 1664972"/>
              <a:gd name="connsiteX4" fmla="*/ 1510557 w 4836894"/>
              <a:gd name="connsiteY4" fmla="*/ 1140302 h 1664972"/>
              <a:gd name="connsiteX5" fmla="*/ 275988 w 4836894"/>
              <a:gd name="connsiteY5" fmla="*/ 1254188 h 1664972"/>
              <a:gd name="connsiteX0" fmla="*/ 275988 w 4716813"/>
              <a:gd name="connsiteY0" fmla="*/ 1630321 h 2049242"/>
              <a:gd name="connsiteX1" fmla="*/ 1655327 w 4716813"/>
              <a:gd name="connsiteY1" fmla="*/ 538593 h 2049242"/>
              <a:gd name="connsiteX2" fmla="*/ 4715739 w 4716813"/>
              <a:gd name="connsiteY2" fmla="*/ 871121 h 2049242"/>
              <a:gd name="connsiteX3" fmla="*/ 2888118 w 4716813"/>
              <a:gd name="connsiteY3" fmla="*/ 2022445 h 2049242"/>
              <a:gd name="connsiteX4" fmla="*/ 1510557 w 4716813"/>
              <a:gd name="connsiteY4" fmla="*/ 1516435 h 2049242"/>
              <a:gd name="connsiteX5" fmla="*/ 275988 w 4716813"/>
              <a:gd name="connsiteY5" fmla="*/ 1630321 h 2049242"/>
              <a:gd name="connsiteX0" fmla="*/ 275988 w 4749030"/>
              <a:gd name="connsiteY0" fmla="*/ 1124638 h 1545870"/>
              <a:gd name="connsiteX1" fmla="*/ 1655327 w 4749030"/>
              <a:gd name="connsiteY1" fmla="*/ 32910 h 1545870"/>
              <a:gd name="connsiteX2" fmla="*/ 4715739 w 4749030"/>
              <a:gd name="connsiteY2" fmla="*/ 365438 h 1545870"/>
              <a:gd name="connsiteX3" fmla="*/ 3175706 w 4749030"/>
              <a:gd name="connsiteY3" fmla="*/ 1192854 h 1545870"/>
              <a:gd name="connsiteX4" fmla="*/ 1510557 w 4749030"/>
              <a:gd name="connsiteY4" fmla="*/ 1010752 h 1545870"/>
              <a:gd name="connsiteX5" fmla="*/ 275988 w 4749030"/>
              <a:gd name="connsiteY5" fmla="*/ 1124638 h 1545870"/>
              <a:gd name="connsiteX0" fmla="*/ 275988 w 4727950"/>
              <a:gd name="connsiteY0" fmla="*/ 1387914 h 1809146"/>
              <a:gd name="connsiteX1" fmla="*/ 1655327 w 4727950"/>
              <a:gd name="connsiteY1" fmla="*/ 296186 h 1809146"/>
              <a:gd name="connsiteX2" fmla="*/ 4715739 w 4727950"/>
              <a:gd name="connsiteY2" fmla="*/ 628714 h 1809146"/>
              <a:gd name="connsiteX3" fmla="*/ 3175706 w 4727950"/>
              <a:gd name="connsiteY3" fmla="*/ 1456130 h 1809146"/>
              <a:gd name="connsiteX4" fmla="*/ 1510557 w 4727950"/>
              <a:gd name="connsiteY4" fmla="*/ 1274028 h 1809146"/>
              <a:gd name="connsiteX5" fmla="*/ 275988 w 4727950"/>
              <a:gd name="connsiteY5" fmla="*/ 1387914 h 1809146"/>
              <a:gd name="connsiteX0" fmla="*/ 275988 w 4727950"/>
              <a:gd name="connsiteY0" fmla="*/ 1387914 h 1809146"/>
              <a:gd name="connsiteX1" fmla="*/ 1655327 w 4727950"/>
              <a:gd name="connsiteY1" fmla="*/ 296186 h 1809146"/>
              <a:gd name="connsiteX2" fmla="*/ 4715739 w 4727950"/>
              <a:gd name="connsiteY2" fmla="*/ 628714 h 1809146"/>
              <a:gd name="connsiteX3" fmla="*/ 3175706 w 4727950"/>
              <a:gd name="connsiteY3" fmla="*/ 1456130 h 1809146"/>
              <a:gd name="connsiteX4" fmla="*/ 1510557 w 4727950"/>
              <a:gd name="connsiteY4" fmla="*/ 1274028 h 1809146"/>
              <a:gd name="connsiteX5" fmla="*/ 275988 w 4727950"/>
              <a:gd name="connsiteY5" fmla="*/ 1387914 h 1809146"/>
              <a:gd name="connsiteX0" fmla="*/ 275988 w 4740315"/>
              <a:gd name="connsiteY0" fmla="*/ 1132875 h 1722803"/>
              <a:gd name="connsiteX1" fmla="*/ 1655327 w 4740315"/>
              <a:gd name="connsiteY1" fmla="*/ 41147 h 1722803"/>
              <a:gd name="connsiteX2" fmla="*/ 4715739 w 4740315"/>
              <a:gd name="connsiteY2" fmla="*/ 373675 h 1722803"/>
              <a:gd name="connsiteX3" fmla="*/ 3012343 w 4740315"/>
              <a:gd name="connsiteY3" fmla="*/ 1711656 h 1722803"/>
              <a:gd name="connsiteX4" fmla="*/ 1510557 w 4740315"/>
              <a:gd name="connsiteY4" fmla="*/ 1018989 h 1722803"/>
              <a:gd name="connsiteX5" fmla="*/ 275988 w 4740315"/>
              <a:gd name="connsiteY5" fmla="*/ 1132875 h 1722803"/>
              <a:gd name="connsiteX0" fmla="*/ 275988 w 4756119"/>
              <a:gd name="connsiteY0" fmla="*/ 1127108 h 1542684"/>
              <a:gd name="connsiteX1" fmla="*/ 1655327 w 4756119"/>
              <a:gd name="connsiteY1" fmla="*/ 35380 h 1542684"/>
              <a:gd name="connsiteX2" fmla="*/ 4715739 w 4756119"/>
              <a:gd name="connsiteY2" fmla="*/ 367908 h 1542684"/>
              <a:gd name="connsiteX3" fmla="*/ 3285074 w 4756119"/>
              <a:gd name="connsiteY3" fmla="*/ 1369029 h 1542684"/>
              <a:gd name="connsiteX4" fmla="*/ 1510557 w 4756119"/>
              <a:gd name="connsiteY4" fmla="*/ 1013222 h 1542684"/>
              <a:gd name="connsiteX5" fmla="*/ 275988 w 4756119"/>
              <a:gd name="connsiteY5" fmla="*/ 1127108 h 1542684"/>
              <a:gd name="connsiteX0" fmla="*/ 275988 w 4715923"/>
              <a:gd name="connsiteY0" fmla="*/ 1122352 h 1572226"/>
              <a:gd name="connsiteX1" fmla="*/ 1655327 w 4715923"/>
              <a:gd name="connsiteY1" fmla="*/ 30624 h 1572226"/>
              <a:gd name="connsiteX2" fmla="*/ 4715739 w 4715923"/>
              <a:gd name="connsiteY2" fmla="*/ 363152 h 1572226"/>
              <a:gd name="connsiteX3" fmla="*/ 1510557 w 4715923"/>
              <a:gd name="connsiteY3" fmla="*/ 1008466 h 1572226"/>
              <a:gd name="connsiteX4" fmla="*/ 275988 w 4715923"/>
              <a:gd name="connsiteY4" fmla="*/ 1122352 h 1572226"/>
              <a:gd name="connsiteX0" fmla="*/ 25029 w 4476010"/>
              <a:gd name="connsiteY0" fmla="*/ 1892393 h 2022034"/>
              <a:gd name="connsiteX1" fmla="*/ 2236847 w 4476010"/>
              <a:gd name="connsiteY1" fmla="*/ 11492 h 2022034"/>
              <a:gd name="connsiteX2" fmla="*/ 4464780 w 4476010"/>
              <a:gd name="connsiteY2" fmla="*/ 1133193 h 2022034"/>
              <a:gd name="connsiteX3" fmla="*/ 1259598 w 4476010"/>
              <a:gd name="connsiteY3" fmla="*/ 1778507 h 2022034"/>
              <a:gd name="connsiteX4" fmla="*/ 25029 w 4476010"/>
              <a:gd name="connsiteY4" fmla="*/ 1892393 h 2022034"/>
              <a:gd name="connsiteX0" fmla="*/ 19312 w 4468531"/>
              <a:gd name="connsiteY0" fmla="*/ 1893478 h 2350831"/>
              <a:gd name="connsiteX1" fmla="*/ 2231130 w 4468531"/>
              <a:gd name="connsiteY1" fmla="*/ 12577 h 2350831"/>
              <a:gd name="connsiteX2" fmla="*/ 4459063 w 4468531"/>
              <a:gd name="connsiteY2" fmla="*/ 1134278 h 2350831"/>
              <a:gd name="connsiteX3" fmla="*/ 2962196 w 4468531"/>
              <a:gd name="connsiteY3" fmla="*/ 2337807 h 2350831"/>
              <a:gd name="connsiteX4" fmla="*/ 1253881 w 4468531"/>
              <a:gd name="connsiteY4" fmla="*/ 1779592 h 2350831"/>
              <a:gd name="connsiteX5" fmla="*/ 19312 w 4468531"/>
              <a:gd name="connsiteY5" fmla="*/ 1893478 h 2350831"/>
              <a:gd name="connsiteX0" fmla="*/ 114931 w 4564151"/>
              <a:gd name="connsiteY0" fmla="*/ 1893478 h 2606070"/>
              <a:gd name="connsiteX1" fmla="*/ 2326749 w 4564151"/>
              <a:gd name="connsiteY1" fmla="*/ 12577 h 2606070"/>
              <a:gd name="connsiteX2" fmla="*/ 4554682 w 4564151"/>
              <a:gd name="connsiteY2" fmla="*/ 1134278 h 2606070"/>
              <a:gd name="connsiteX3" fmla="*/ 3057815 w 4564151"/>
              <a:gd name="connsiteY3" fmla="*/ 2337807 h 2606070"/>
              <a:gd name="connsiteX4" fmla="*/ 602599 w 4564151"/>
              <a:gd name="connsiteY4" fmla="*/ 2591133 h 2606070"/>
              <a:gd name="connsiteX5" fmla="*/ 114931 w 4564151"/>
              <a:gd name="connsiteY5" fmla="*/ 1893478 h 2606070"/>
              <a:gd name="connsiteX0" fmla="*/ 339436 w 4163621"/>
              <a:gd name="connsiteY0" fmla="*/ 711041 h 2677547"/>
              <a:gd name="connsiteX1" fmla="*/ 1926219 w 4163621"/>
              <a:gd name="connsiteY1" fmla="*/ 9118 h 2677547"/>
              <a:gd name="connsiteX2" fmla="*/ 4154152 w 4163621"/>
              <a:gd name="connsiteY2" fmla="*/ 1130819 h 2677547"/>
              <a:gd name="connsiteX3" fmla="*/ 2657285 w 4163621"/>
              <a:gd name="connsiteY3" fmla="*/ 2334348 h 2677547"/>
              <a:gd name="connsiteX4" fmla="*/ 202069 w 4163621"/>
              <a:gd name="connsiteY4" fmla="*/ 2587674 h 2677547"/>
              <a:gd name="connsiteX5" fmla="*/ 339436 w 4163621"/>
              <a:gd name="connsiteY5" fmla="*/ 711041 h 2677547"/>
              <a:gd name="connsiteX0" fmla="*/ 8699 w 3970251"/>
              <a:gd name="connsiteY0" fmla="*/ 2578556 h 2717756"/>
              <a:gd name="connsiteX1" fmla="*/ 1732849 w 3970251"/>
              <a:gd name="connsiteY1" fmla="*/ 0 h 2717756"/>
              <a:gd name="connsiteX2" fmla="*/ 3960782 w 3970251"/>
              <a:gd name="connsiteY2" fmla="*/ 1121701 h 2717756"/>
              <a:gd name="connsiteX3" fmla="*/ 2463915 w 3970251"/>
              <a:gd name="connsiteY3" fmla="*/ 2325230 h 2717756"/>
              <a:gd name="connsiteX4" fmla="*/ 8699 w 3970251"/>
              <a:gd name="connsiteY4" fmla="*/ 2578556 h 2717756"/>
              <a:gd name="connsiteX0" fmla="*/ 11617 w 3584652"/>
              <a:gd name="connsiteY0" fmla="*/ 1430838 h 2340009"/>
              <a:gd name="connsiteX1" fmla="*/ 1347250 w 3584652"/>
              <a:gd name="connsiteY1" fmla="*/ 2380 h 2340009"/>
              <a:gd name="connsiteX2" fmla="*/ 3575183 w 3584652"/>
              <a:gd name="connsiteY2" fmla="*/ 1124081 h 2340009"/>
              <a:gd name="connsiteX3" fmla="*/ 2078316 w 3584652"/>
              <a:gd name="connsiteY3" fmla="*/ 2327610 h 2340009"/>
              <a:gd name="connsiteX4" fmla="*/ 11617 w 3584652"/>
              <a:gd name="connsiteY4" fmla="*/ 1430838 h 2340009"/>
              <a:gd name="connsiteX0" fmla="*/ 36322 w 3609357"/>
              <a:gd name="connsiteY0" fmla="*/ 1430838 h 2532978"/>
              <a:gd name="connsiteX1" fmla="*/ 1371955 w 3609357"/>
              <a:gd name="connsiteY1" fmla="*/ 2380 h 2532978"/>
              <a:gd name="connsiteX2" fmla="*/ 3599888 w 3609357"/>
              <a:gd name="connsiteY2" fmla="*/ 1124081 h 2532978"/>
              <a:gd name="connsiteX3" fmla="*/ 2103021 w 3609357"/>
              <a:gd name="connsiteY3" fmla="*/ 2327610 h 2532978"/>
              <a:gd name="connsiteX4" fmla="*/ 36322 w 3609357"/>
              <a:gd name="connsiteY4" fmla="*/ 1430838 h 2532978"/>
              <a:gd name="connsiteX0" fmla="*/ 3580 w 3569301"/>
              <a:gd name="connsiteY0" fmla="*/ 1431089 h 2816320"/>
              <a:gd name="connsiteX1" fmla="*/ 1339213 w 3569301"/>
              <a:gd name="connsiteY1" fmla="*/ 2631 h 2816320"/>
              <a:gd name="connsiteX2" fmla="*/ 3567146 w 3569301"/>
              <a:gd name="connsiteY2" fmla="*/ 1124332 h 2816320"/>
              <a:gd name="connsiteX3" fmla="*/ 1722688 w 3569301"/>
              <a:gd name="connsiteY3" fmla="*/ 2808414 h 2816320"/>
              <a:gd name="connsiteX4" fmla="*/ 3580 w 3569301"/>
              <a:gd name="connsiteY4" fmla="*/ 1431089 h 2816320"/>
              <a:gd name="connsiteX0" fmla="*/ 3579 w 3569300"/>
              <a:gd name="connsiteY0" fmla="*/ 1431089 h 2808414"/>
              <a:gd name="connsiteX1" fmla="*/ 1339212 w 3569300"/>
              <a:gd name="connsiteY1" fmla="*/ 2631 h 2808414"/>
              <a:gd name="connsiteX2" fmla="*/ 3567145 w 3569300"/>
              <a:gd name="connsiteY2" fmla="*/ 1124332 h 2808414"/>
              <a:gd name="connsiteX3" fmla="*/ 1722687 w 3569300"/>
              <a:gd name="connsiteY3" fmla="*/ 2808414 h 2808414"/>
              <a:gd name="connsiteX4" fmla="*/ 3579 w 3569300"/>
              <a:gd name="connsiteY4" fmla="*/ 1431089 h 2808414"/>
              <a:gd name="connsiteX0" fmla="*/ 3579 w 3570402"/>
              <a:gd name="connsiteY0" fmla="*/ 1431089 h 2845664"/>
              <a:gd name="connsiteX1" fmla="*/ 1339212 w 3570402"/>
              <a:gd name="connsiteY1" fmla="*/ 2631 h 2845664"/>
              <a:gd name="connsiteX2" fmla="*/ 3567145 w 3570402"/>
              <a:gd name="connsiteY2" fmla="*/ 1124332 h 2845664"/>
              <a:gd name="connsiteX3" fmla="*/ 1722687 w 3570402"/>
              <a:gd name="connsiteY3" fmla="*/ 2808414 h 2845664"/>
              <a:gd name="connsiteX4" fmla="*/ 3579 w 3570402"/>
              <a:gd name="connsiteY4" fmla="*/ 1431089 h 2845664"/>
              <a:gd name="connsiteX0" fmla="*/ 3579 w 3571531"/>
              <a:gd name="connsiteY0" fmla="*/ 1431089 h 2809355"/>
              <a:gd name="connsiteX1" fmla="*/ 1339212 w 3571531"/>
              <a:gd name="connsiteY1" fmla="*/ 2631 h 2809355"/>
              <a:gd name="connsiteX2" fmla="*/ 3567145 w 3571531"/>
              <a:gd name="connsiteY2" fmla="*/ 1124332 h 2809355"/>
              <a:gd name="connsiteX3" fmla="*/ 1722687 w 3571531"/>
              <a:gd name="connsiteY3" fmla="*/ 2808414 h 2809355"/>
              <a:gd name="connsiteX4" fmla="*/ 3579 w 3571531"/>
              <a:gd name="connsiteY4" fmla="*/ 1431089 h 2809355"/>
              <a:gd name="connsiteX0" fmla="*/ 3579 w 3570449"/>
              <a:gd name="connsiteY0" fmla="*/ 1431089 h 2811091"/>
              <a:gd name="connsiteX1" fmla="*/ 1339212 w 3570449"/>
              <a:gd name="connsiteY1" fmla="*/ 2631 h 2811091"/>
              <a:gd name="connsiteX2" fmla="*/ 3567145 w 3570449"/>
              <a:gd name="connsiteY2" fmla="*/ 1124332 h 2811091"/>
              <a:gd name="connsiteX3" fmla="*/ 1722687 w 3570449"/>
              <a:gd name="connsiteY3" fmla="*/ 2808414 h 2811091"/>
              <a:gd name="connsiteX4" fmla="*/ 3579 w 3570449"/>
              <a:gd name="connsiteY4" fmla="*/ 1431089 h 2811091"/>
              <a:gd name="connsiteX0" fmla="*/ 9477 w 3576347"/>
              <a:gd name="connsiteY0" fmla="*/ 1454488 h 2834490"/>
              <a:gd name="connsiteX1" fmla="*/ 1345110 w 3576347"/>
              <a:gd name="connsiteY1" fmla="*/ 26030 h 2834490"/>
              <a:gd name="connsiteX2" fmla="*/ 3573043 w 3576347"/>
              <a:gd name="connsiteY2" fmla="*/ 1147731 h 2834490"/>
              <a:gd name="connsiteX3" fmla="*/ 1728585 w 3576347"/>
              <a:gd name="connsiteY3" fmla="*/ 2831813 h 2834490"/>
              <a:gd name="connsiteX4" fmla="*/ 9477 w 3576347"/>
              <a:gd name="connsiteY4" fmla="*/ 1454488 h 2834490"/>
              <a:gd name="connsiteX0" fmla="*/ 11200 w 3578070"/>
              <a:gd name="connsiteY0" fmla="*/ 1454488 h 2834490"/>
              <a:gd name="connsiteX1" fmla="*/ 1346833 w 3578070"/>
              <a:gd name="connsiteY1" fmla="*/ 26030 h 2834490"/>
              <a:gd name="connsiteX2" fmla="*/ 3574766 w 3578070"/>
              <a:gd name="connsiteY2" fmla="*/ 1147731 h 2834490"/>
              <a:gd name="connsiteX3" fmla="*/ 1730308 w 3578070"/>
              <a:gd name="connsiteY3" fmla="*/ 2831813 h 2834490"/>
              <a:gd name="connsiteX4" fmla="*/ 11200 w 3578070"/>
              <a:gd name="connsiteY4" fmla="*/ 1454488 h 2834490"/>
              <a:gd name="connsiteX0" fmla="*/ 5238 w 3394494"/>
              <a:gd name="connsiteY0" fmla="*/ 1561249 h 2815719"/>
              <a:gd name="connsiteX1" fmla="*/ 1164359 w 3394494"/>
              <a:gd name="connsiteY1" fmla="*/ 5027 h 2815719"/>
              <a:gd name="connsiteX2" fmla="*/ 3392292 w 3394494"/>
              <a:gd name="connsiteY2" fmla="*/ 1126728 h 2815719"/>
              <a:gd name="connsiteX3" fmla="*/ 1547834 w 3394494"/>
              <a:gd name="connsiteY3" fmla="*/ 2810810 h 2815719"/>
              <a:gd name="connsiteX4" fmla="*/ 5238 w 3394494"/>
              <a:gd name="connsiteY4" fmla="*/ 1561249 h 2815719"/>
              <a:gd name="connsiteX0" fmla="*/ 1714 w 3390970"/>
              <a:gd name="connsiteY0" fmla="*/ 1561249 h 2816846"/>
              <a:gd name="connsiteX1" fmla="*/ 1160835 w 3390970"/>
              <a:gd name="connsiteY1" fmla="*/ 5027 h 2816846"/>
              <a:gd name="connsiteX2" fmla="*/ 3388768 w 3390970"/>
              <a:gd name="connsiteY2" fmla="*/ 1126728 h 2816846"/>
              <a:gd name="connsiteX3" fmla="*/ 1544310 w 3390970"/>
              <a:gd name="connsiteY3" fmla="*/ 2810810 h 2816846"/>
              <a:gd name="connsiteX4" fmla="*/ 1714 w 3390970"/>
              <a:gd name="connsiteY4" fmla="*/ 1561249 h 2816846"/>
              <a:gd name="connsiteX0" fmla="*/ 1714 w 3392183"/>
              <a:gd name="connsiteY0" fmla="*/ 1561249 h 2822298"/>
              <a:gd name="connsiteX1" fmla="*/ 1160835 w 3392183"/>
              <a:gd name="connsiteY1" fmla="*/ 5027 h 2822298"/>
              <a:gd name="connsiteX2" fmla="*/ 3388768 w 3392183"/>
              <a:gd name="connsiteY2" fmla="*/ 1126728 h 2822298"/>
              <a:gd name="connsiteX3" fmla="*/ 1544310 w 3392183"/>
              <a:gd name="connsiteY3" fmla="*/ 2810810 h 2822298"/>
              <a:gd name="connsiteX4" fmla="*/ 1714 w 3392183"/>
              <a:gd name="connsiteY4" fmla="*/ 1561249 h 2822298"/>
              <a:gd name="connsiteX0" fmla="*/ 1599 w 3099681"/>
              <a:gd name="connsiteY0" fmla="*/ 1556274 h 2805936"/>
              <a:gd name="connsiteX1" fmla="*/ 1160720 w 3099681"/>
              <a:gd name="connsiteY1" fmla="*/ 52 h 2805936"/>
              <a:gd name="connsiteX2" fmla="*/ 3097014 w 3099681"/>
              <a:gd name="connsiteY2" fmla="*/ 1505235 h 2805936"/>
              <a:gd name="connsiteX3" fmla="*/ 1544195 w 3099681"/>
              <a:gd name="connsiteY3" fmla="*/ 2805835 h 2805936"/>
              <a:gd name="connsiteX4" fmla="*/ 1599 w 3099681"/>
              <a:gd name="connsiteY4" fmla="*/ 1556274 h 2805936"/>
              <a:gd name="connsiteX0" fmla="*/ 1599 w 3098266"/>
              <a:gd name="connsiteY0" fmla="*/ 1556274 h 2805936"/>
              <a:gd name="connsiteX1" fmla="*/ 1160720 w 3098266"/>
              <a:gd name="connsiteY1" fmla="*/ 52 h 2805936"/>
              <a:gd name="connsiteX2" fmla="*/ 3097014 w 3098266"/>
              <a:gd name="connsiteY2" fmla="*/ 1505235 h 2805936"/>
              <a:gd name="connsiteX3" fmla="*/ 1544195 w 3098266"/>
              <a:gd name="connsiteY3" fmla="*/ 2805835 h 2805936"/>
              <a:gd name="connsiteX4" fmla="*/ 1599 w 3098266"/>
              <a:gd name="connsiteY4" fmla="*/ 1556274 h 2805936"/>
              <a:gd name="connsiteX0" fmla="*/ 6698 w 3107113"/>
              <a:gd name="connsiteY0" fmla="*/ 1556268 h 1995204"/>
              <a:gd name="connsiteX1" fmla="*/ 1165819 w 3107113"/>
              <a:gd name="connsiteY1" fmla="*/ 46 h 1995204"/>
              <a:gd name="connsiteX2" fmla="*/ 3102113 w 3107113"/>
              <a:gd name="connsiteY2" fmla="*/ 1505229 h 1995204"/>
              <a:gd name="connsiteX3" fmla="*/ 1670895 w 3107113"/>
              <a:gd name="connsiteY3" fmla="*/ 1994767 h 1995204"/>
              <a:gd name="connsiteX4" fmla="*/ 6698 w 3107113"/>
              <a:gd name="connsiteY4" fmla="*/ 1556268 h 1995204"/>
              <a:gd name="connsiteX0" fmla="*/ 6698 w 3107610"/>
              <a:gd name="connsiteY0" fmla="*/ 1556268 h 2094159"/>
              <a:gd name="connsiteX1" fmla="*/ 1165819 w 3107610"/>
              <a:gd name="connsiteY1" fmla="*/ 46 h 2094159"/>
              <a:gd name="connsiteX2" fmla="*/ 3102113 w 3107610"/>
              <a:gd name="connsiteY2" fmla="*/ 1505229 h 2094159"/>
              <a:gd name="connsiteX3" fmla="*/ 1670895 w 3107610"/>
              <a:gd name="connsiteY3" fmla="*/ 1994767 h 2094159"/>
              <a:gd name="connsiteX4" fmla="*/ 6698 w 3107610"/>
              <a:gd name="connsiteY4" fmla="*/ 1556268 h 2094159"/>
              <a:gd name="connsiteX0" fmla="*/ 6698 w 3108326"/>
              <a:gd name="connsiteY0" fmla="*/ 1556268 h 2032117"/>
              <a:gd name="connsiteX1" fmla="*/ 1165819 w 3108326"/>
              <a:gd name="connsiteY1" fmla="*/ 46 h 2032117"/>
              <a:gd name="connsiteX2" fmla="*/ 3102113 w 3108326"/>
              <a:gd name="connsiteY2" fmla="*/ 1505229 h 2032117"/>
              <a:gd name="connsiteX3" fmla="*/ 1670895 w 3108326"/>
              <a:gd name="connsiteY3" fmla="*/ 1994767 h 2032117"/>
              <a:gd name="connsiteX4" fmla="*/ 6698 w 3108326"/>
              <a:gd name="connsiteY4" fmla="*/ 1556268 h 2032117"/>
              <a:gd name="connsiteX0" fmla="*/ 2700 w 3101149"/>
              <a:gd name="connsiteY0" fmla="*/ 1588985 h 2065259"/>
              <a:gd name="connsiteX1" fmla="*/ 1324169 w 3101149"/>
              <a:gd name="connsiteY1" fmla="*/ 44 h 2065259"/>
              <a:gd name="connsiteX2" fmla="*/ 3098115 w 3101149"/>
              <a:gd name="connsiteY2" fmla="*/ 1537946 h 2065259"/>
              <a:gd name="connsiteX3" fmla="*/ 1666897 w 3101149"/>
              <a:gd name="connsiteY3" fmla="*/ 2027484 h 2065259"/>
              <a:gd name="connsiteX4" fmla="*/ 2700 w 3101149"/>
              <a:gd name="connsiteY4" fmla="*/ 1588985 h 2065259"/>
              <a:gd name="connsiteX0" fmla="*/ 2700 w 3100106"/>
              <a:gd name="connsiteY0" fmla="*/ 1588985 h 2163738"/>
              <a:gd name="connsiteX1" fmla="*/ 1324169 w 3100106"/>
              <a:gd name="connsiteY1" fmla="*/ 44 h 2163738"/>
              <a:gd name="connsiteX2" fmla="*/ 3098115 w 3100106"/>
              <a:gd name="connsiteY2" fmla="*/ 1537946 h 2163738"/>
              <a:gd name="connsiteX3" fmla="*/ 1666897 w 3100106"/>
              <a:gd name="connsiteY3" fmla="*/ 2027484 h 2163738"/>
              <a:gd name="connsiteX4" fmla="*/ 2700 w 3100106"/>
              <a:gd name="connsiteY4" fmla="*/ 1588985 h 2163738"/>
              <a:gd name="connsiteX0" fmla="*/ 2700 w 3100834"/>
              <a:gd name="connsiteY0" fmla="*/ 1588985 h 2056082"/>
              <a:gd name="connsiteX1" fmla="*/ 1324169 w 3100834"/>
              <a:gd name="connsiteY1" fmla="*/ 44 h 2056082"/>
              <a:gd name="connsiteX2" fmla="*/ 3098115 w 3100834"/>
              <a:gd name="connsiteY2" fmla="*/ 1537946 h 2056082"/>
              <a:gd name="connsiteX3" fmla="*/ 1666897 w 3100834"/>
              <a:gd name="connsiteY3" fmla="*/ 2027484 h 2056082"/>
              <a:gd name="connsiteX4" fmla="*/ 2700 w 3100834"/>
              <a:gd name="connsiteY4" fmla="*/ 1588985 h 2056082"/>
              <a:gd name="connsiteX0" fmla="*/ 2700 w 3101100"/>
              <a:gd name="connsiteY0" fmla="*/ 1588985 h 2041075"/>
              <a:gd name="connsiteX1" fmla="*/ 1324169 w 3101100"/>
              <a:gd name="connsiteY1" fmla="*/ 44 h 2041075"/>
              <a:gd name="connsiteX2" fmla="*/ 3098115 w 3101100"/>
              <a:gd name="connsiteY2" fmla="*/ 1537946 h 2041075"/>
              <a:gd name="connsiteX3" fmla="*/ 1666897 w 3101100"/>
              <a:gd name="connsiteY3" fmla="*/ 2027484 h 2041075"/>
              <a:gd name="connsiteX4" fmla="*/ 2700 w 3101100"/>
              <a:gd name="connsiteY4" fmla="*/ 1588985 h 2041075"/>
              <a:gd name="connsiteX0" fmla="*/ 2700 w 3101100"/>
              <a:gd name="connsiteY0" fmla="*/ 1588985 h 2041075"/>
              <a:gd name="connsiteX1" fmla="*/ 1324169 w 3101100"/>
              <a:gd name="connsiteY1" fmla="*/ 44 h 2041075"/>
              <a:gd name="connsiteX2" fmla="*/ 3098115 w 3101100"/>
              <a:gd name="connsiteY2" fmla="*/ 1537946 h 2041075"/>
              <a:gd name="connsiteX3" fmla="*/ 1666897 w 3101100"/>
              <a:gd name="connsiteY3" fmla="*/ 2027484 h 2041075"/>
              <a:gd name="connsiteX4" fmla="*/ 2700 w 3101100"/>
              <a:gd name="connsiteY4" fmla="*/ 1588985 h 2041075"/>
              <a:gd name="connsiteX0" fmla="*/ 2700 w 3101100"/>
              <a:gd name="connsiteY0" fmla="*/ 1588985 h 2041075"/>
              <a:gd name="connsiteX1" fmla="*/ 1324169 w 3101100"/>
              <a:gd name="connsiteY1" fmla="*/ 44 h 2041075"/>
              <a:gd name="connsiteX2" fmla="*/ 3098115 w 3101100"/>
              <a:gd name="connsiteY2" fmla="*/ 1537946 h 2041075"/>
              <a:gd name="connsiteX3" fmla="*/ 1666897 w 3101100"/>
              <a:gd name="connsiteY3" fmla="*/ 2027484 h 2041075"/>
              <a:gd name="connsiteX4" fmla="*/ 2700 w 3101100"/>
              <a:gd name="connsiteY4" fmla="*/ 1588985 h 2041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01100" h="2041075">
                <a:moveTo>
                  <a:pt x="2700" y="1588985"/>
                </a:moveTo>
                <a:cubicBezTo>
                  <a:pt x="-54421" y="1251078"/>
                  <a:pt x="808267" y="8550"/>
                  <a:pt x="1324169" y="44"/>
                </a:cubicBezTo>
                <a:cubicBezTo>
                  <a:pt x="1840071" y="-8462"/>
                  <a:pt x="3040994" y="1200039"/>
                  <a:pt x="3098115" y="1537946"/>
                </a:cubicBezTo>
                <a:cubicBezTo>
                  <a:pt x="3155236" y="1875853"/>
                  <a:pt x="2382291" y="1963492"/>
                  <a:pt x="1666897" y="2027484"/>
                </a:cubicBezTo>
                <a:cubicBezTo>
                  <a:pt x="951503" y="2091476"/>
                  <a:pt x="59821" y="1926892"/>
                  <a:pt x="2700" y="1588985"/>
                </a:cubicBezTo>
                <a:close/>
              </a:path>
            </a:pathLst>
          </a:custGeom>
          <a:solidFill>
            <a:srgbClr val="E7E7E7">
              <a:alpha val="52941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Freihandform 13">
            <a:extLst>
              <a:ext uri="{FF2B5EF4-FFF2-40B4-BE49-F238E27FC236}">
                <a16:creationId xmlns:a16="http://schemas.microsoft.com/office/drawing/2014/main" id="{4B41898A-F8F9-4A92-44E7-C6856EDDF897}"/>
              </a:ext>
            </a:extLst>
          </p:cNvPr>
          <p:cNvSpPr/>
          <p:nvPr userDrawn="1"/>
        </p:nvSpPr>
        <p:spPr>
          <a:xfrm rot="18508693">
            <a:off x="-3000138" y="-4312823"/>
            <a:ext cx="6589168" cy="6276091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3177410"/>
              <a:gd name="connsiteY0" fmla="*/ 1035451 h 3606310"/>
              <a:gd name="connsiteX1" fmla="*/ 3141588 w 3177410"/>
              <a:gd name="connsiteY1" fmla="*/ 152581 h 3606310"/>
              <a:gd name="connsiteX2" fmla="*/ 2574031 w 3177410"/>
              <a:gd name="connsiteY2" fmla="*/ 1666070 h 3606310"/>
              <a:gd name="connsiteX3" fmla="*/ 2321781 w 3177410"/>
              <a:gd name="connsiteY3" fmla="*/ 3473850 h 3606310"/>
              <a:gd name="connsiteX4" fmla="*/ 51546 w 3177410"/>
              <a:gd name="connsiteY4" fmla="*/ 2664554 h 3606310"/>
              <a:gd name="connsiteX5" fmla="*/ 829312 w 3177410"/>
              <a:gd name="connsiteY5" fmla="*/ 1035451 h 3606310"/>
              <a:gd name="connsiteX0" fmla="*/ 829312 w 3177410"/>
              <a:gd name="connsiteY0" fmla="*/ 1013703 h 3584562"/>
              <a:gd name="connsiteX1" fmla="*/ 3141588 w 3177410"/>
              <a:gd name="connsiteY1" fmla="*/ 130833 h 3584562"/>
              <a:gd name="connsiteX2" fmla="*/ 2574031 w 3177410"/>
              <a:gd name="connsiteY2" fmla="*/ 1644322 h 3584562"/>
              <a:gd name="connsiteX3" fmla="*/ 2321781 w 3177410"/>
              <a:gd name="connsiteY3" fmla="*/ 3452102 h 3584562"/>
              <a:gd name="connsiteX4" fmla="*/ 51546 w 3177410"/>
              <a:gd name="connsiteY4" fmla="*/ 2642806 h 3584562"/>
              <a:gd name="connsiteX5" fmla="*/ 829312 w 3177410"/>
              <a:gd name="connsiteY5" fmla="*/ 1013703 h 3584562"/>
              <a:gd name="connsiteX0" fmla="*/ 829578 w 3177676"/>
              <a:gd name="connsiteY0" fmla="*/ 1013703 h 3584562"/>
              <a:gd name="connsiteX1" fmla="*/ 3141854 w 3177676"/>
              <a:gd name="connsiteY1" fmla="*/ 130833 h 3584562"/>
              <a:gd name="connsiteX2" fmla="*/ 2574297 w 3177676"/>
              <a:gd name="connsiteY2" fmla="*/ 1644322 h 3584562"/>
              <a:gd name="connsiteX3" fmla="*/ 2322047 w 3177676"/>
              <a:gd name="connsiteY3" fmla="*/ 3452102 h 3584562"/>
              <a:gd name="connsiteX4" fmla="*/ 51812 w 3177676"/>
              <a:gd name="connsiteY4" fmla="*/ 2642806 h 3584562"/>
              <a:gd name="connsiteX5" fmla="*/ 829578 w 3177676"/>
              <a:gd name="connsiteY5" fmla="*/ 1013703 h 3584562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11178 w 2672400"/>
              <a:gd name="connsiteY0" fmla="*/ 7864 h 2583061"/>
              <a:gd name="connsiteX1" fmla="*/ 1318755 w 2672400"/>
              <a:gd name="connsiteY1" fmla="*/ 1092175 h 2583061"/>
              <a:gd name="connsiteX2" fmla="*/ 2555897 w 2672400"/>
              <a:gd name="connsiteY2" fmla="*/ 638483 h 2583061"/>
              <a:gd name="connsiteX3" fmla="*/ 2303647 w 2672400"/>
              <a:gd name="connsiteY3" fmla="*/ 2446263 h 2583061"/>
              <a:gd name="connsiteX4" fmla="*/ 33412 w 2672400"/>
              <a:gd name="connsiteY4" fmla="*/ 1636967 h 2583061"/>
              <a:gd name="connsiteX5" fmla="*/ 811178 w 2672400"/>
              <a:gd name="connsiteY5" fmla="*/ 7864 h 2583061"/>
              <a:gd name="connsiteX0" fmla="*/ 811178 w 3223026"/>
              <a:gd name="connsiteY0" fmla="*/ 5596 h 2477281"/>
              <a:gd name="connsiteX1" fmla="*/ 1318755 w 3223026"/>
              <a:gd name="connsiteY1" fmla="*/ 1089907 h 2477281"/>
              <a:gd name="connsiteX2" fmla="*/ 3192488 w 3223026"/>
              <a:gd name="connsiteY2" fmla="*/ 802600 h 2477281"/>
              <a:gd name="connsiteX3" fmla="*/ 2303647 w 3223026"/>
              <a:gd name="connsiteY3" fmla="*/ 2443995 h 2477281"/>
              <a:gd name="connsiteX4" fmla="*/ 33412 w 3223026"/>
              <a:gd name="connsiteY4" fmla="*/ 1634699 h 2477281"/>
              <a:gd name="connsiteX5" fmla="*/ 811178 w 3223026"/>
              <a:gd name="connsiteY5" fmla="*/ 5596 h 2477281"/>
              <a:gd name="connsiteX0" fmla="*/ 846588 w 3330250"/>
              <a:gd name="connsiteY0" fmla="*/ 5596 h 2432711"/>
              <a:gd name="connsiteX1" fmla="*/ 1354165 w 3330250"/>
              <a:gd name="connsiteY1" fmla="*/ 1089907 h 2432711"/>
              <a:gd name="connsiteX2" fmla="*/ 3227898 w 3330250"/>
              <a:gd name="connsiteY2" fmla="*/ 802600 h 2432711"/>
              <a:gd name="connsiteX3" fmla="*/ 2761796 w 3330250"/>
              <a:gd name="connsiteY3" fmla="*/ 2409553 h 2432711"/>
              <a:gd name="connsiteX4" fmla="*/ 68822 w 3330250"/>
              <a:gd name="connsiteY4" fmla="*/ 1634699 h 2432711"/>
              <a:gd name="connsiteX5" fmla="*/ 846588 w 3330250"/>
              <a:gd name="connsiteY5" fmla="*/ 5596 h 2432711"/>
              <a:gd name="connsiteX0" fmla="*/ 846588 w 3514825"/>
              <a:gd name="connsiteY0" fmla="*/ 5596 h 2432711"/>
              <a:gd name="connsiteX1" fmla="*/ 1354165 w 3514825"/>
              <a:gd name="connsiteY1" fmla="*/ 1089907 h 2432711"/>
              <a:gd name="connsiteX2" fmla="*/ 3227898 w 3514825"/>
              <a:gd name="connsiteY2" fmla="*/ 802600 h 2432711"/>
              <a:gd name="connsiteX3" fmla="*/ 2761796 w 3514825"/>
              <a:gd name="connsiteY3" fmla="*/ 2409553 h 2432711"/>
              <a:gd name="connsiteX4" fmla="*/ 68822 w 3514825"/>
              <a:gd name="connsiteY4" fmla="*/ 1634699 h 2432711"/>
              <a:gd name="connsiteX5" fmla="*/ 846588 w 3514825"/>
              <a:gd name="connsiteY5" fmla="*/ 5596 h 2432711"/>
              <a:gd name="connsiteX0" fmla="*/ 875402 w 3543639"/>
              <a:gd name="connsiteY0" fmla="*/ 2708 h 2429823"/>
              <a:gd name="connsiteX1" fmla="*/ 1382979 w 3543639"/>
              <a:gd name="connsiteY1" fmla="*/ 1087019 h 2429823"/>
              <a:gd name="connsiteX2" fmla="*/ 3256712 w 3543639"/>
              <a:gd name="connsiteY2" fmla="*/ 799712 h 2429823"/>
              <a:gd name="connsiteX3" fmla="*/ 2790610 w 3543639"/>
              <a:gd name="connsiteY3" fmla="*/ 2406665 h 2429823"/>
              <a:gd name="connsiteX4" fmla="*/ 97636 w 3543639"/>
              <a:gd name="connsiteY4" fmla="*/ 1631811 h 2429823"/>
              <a:gd name="connsiteX5" fmla="*/ 875402 w 3543639"/>
              <a:gd name="connsiteY5" fmla="*/ 2708 h 2429823"/>
              <a:gd name="connsiteX0" fmla="*/ 1035116 w 3703353"/>
              <a:gd name="connsiteY0" fmla="*/ 3586 h 2450893"/>
              <a:gd name="connsiteX1" fmla="*/ 1542693 w 3703353"/>
              <a:gd name="connsiteY1" fmla="*/ 1087897 h 2450893"/>
              <a:gd name="connsiteX2" fmla="*/ 3416426 w 3703353"/>
              <a:gd name="connsiteY2" fmla="*/ 800590 h 2450893"/>
              <a:gd name="connsiteX3" fmla="*/ 2950324 w 3703353"/>
              <a:gd name="connsiteY3" fmla="*/ 2407543 h 2450893"/>
              <a:gd name="connsiteX4" fmla="*/ 257350 w 3703353"/>
              <a:gd name="connsiteY4" fmla="*/ 1632689 h 2450893"/>
              <a:gd name="connsiteX5" fmla="*/ 1035116 w 3703353"/>
              <a:gd name="connsiteY5" fmla="*/ 3586 h 2450893"/>
              <a:gd name="connsiteX0" fmla="*/ 991689 w 3462563"/>
              <a:gd name="connsiteY0" fmla="*/ 10605 h 2457912"/>
              <a:gd name="connsiteX1" fmla="*/ 1674106 w 3462563"/>
              <a:gd name="connsiteY1" fmla="*/ 930710 h 2457912"/>
              <a:gd name="connsiteX2" fmla="*/ 3372999 w 3462563"/>
              <a:gd name="connsiteY2" fmla="*/ 807609 h 2457912"/>
              <a:gd name="connsiteX3" fmla="*/ 2906897 w 3462563"/>
              <a:gd name="connsiteY3" fmla="*/ 2414562 h 2457912"/>
              <a:gd name="connsiteX4" fmla="*/ 213923 w 3462563"/>
              <a:gd name="connsiteY4" fmla="*/ 1639708 h 2457912"/>
              <a:gd name="connsiteX5" fmla="*/ 991689 w 3462563"/>
              <a:gd name="connsiteY5" fmla="*/ 10605 h 2457912"/>
              <a:gd name="connsiteX0" fmla="*/ 991689 w 3644113"/>
              <a:gd name="connsiteY0" fmla="*/ 10605 h 2457912"/>
              <a:gd name="connsiteX1" fmla="*/ 1674106 w 3644113"/>
              <a:gd name="connsiteY1" fmla="*/ 930710 h 2457912"/>
              <a:gd name="connsiteX2" fmla="*/ 3372999 w 3644113"/>
              <a:gd name="connsiteY2" fmla="*/ 807609 h 2457912"/>
              <a:gd name="connsiteX3" fmla="*/ 2906897 w 3644113"/>
              <a:gd name="connsiteY3" fmla="*/ 2414562 h 2457912"/>
              <a:gd name="connsiteX4" fmla="*/ 213923 w 3644113"/>
              <a:gd name="connsiteY4" fmla="*/ 1639708 h 2457912"/>
              <a:gd name="connsiteX5" fmla="*/ 991689 w 3644113"/>
              <a:gd name="connsiteY5" fmla="*/ 10605 h 2457912"/>
              <a:gd name="connsiteX0" fmla="*/ 1054352 w 3706777"/>
              <a:gd name="connsiteY0" fmla="*/ 1046 h 2448353"/>
              <a:gd name="connsiteX1" fmla="*/ 1736769 w 3706777"/>
              <a:gd name="connsiteY1" fmla="*/ 921151 h 2448353"/>
              <a:gd name="connsiteX2" fmla="*/ 3435662 w 3706777"/>
              <a:gd name="connsiteY2" fmla="*/ 798050 h 2448353"/>
              <a:gd name="connsiteX3" fmla="*/ 2969560 w 3706777"/>
              <a:gd name="connsiteY3" fmla="*/ 2405003 h 2448353"/>
              <a:gd name="connsiteX4" fmla="*/ 276586 w 3706777"/>
              <a:gd name="connsiteY4" fmla="*/ 1630149 h 2448353"/>
              <a:gd name="connsiteX5" fmla="*/ 1054352 w 3706777"/>
              <a:gd name="connsiteY5" fmla="*/ 1046 h 2448353"/>
              <a:gd name="connsiteX0" fmla="*/ 590056 w 3683836"/>
              <a:gd name="connsiteY0" fmla="*/ 1109 h 1961431"/>
              <a:gd name="connsiteX1" fmla="*/ 1713828 w 3683836"/>
              <a:gd name="connsiteY1" fmla="*/ 456838 h 1961431"/>
              <a:gd name="connsiteX2" fmla="*/ 3412721 w 3683836"/>
              <a:gd name="connsiteY2" fmla="*/ 333737 h 1961431"/>
              <a:gd name="connsiteX3" fmla="*/ 2946619 w 3683836"/>
              <a:gd name="connsiteY3" fmla="*/ 1940690 h 1961431"/>
              <a:gd name="connsiteX4" fmla="*/ 253645 w 3683836"/>
              <a:gd name="connsiteY4" fmla="*/ 1165836 h 1961431"/>
              <a:gd name="connsiteX5" fmla="*/ 590056 w 3683836"/>
              <a:gd name="connsiteY5" fmla="*/ 1109 h 1961431"/>
              <a:gd name="connsiteX0" fmla="*/ 577152 w 3670932"/>
              <a:gd name="connsiteY0" fmla="*/ 28557 h 1988879"/>
              <a:gd name="connsiteX1" fmla="*/ 1700924 w 3670932"/>
              <a:gd name="connsiteY1" fmla="*/ 484286 h 1988879"/>
              <a:gd name="connsiteX2" fmla="*/ 3399817 w 3670932"/>
              <a:gd name="connsiteY2" fmla="*/ 361185 h 1988879"/>
              <a:gd name="connsiteX3" fmla="*/ 2933715 w 3670932"/>
              <a:gd name="connsiteY3" fmla="*/ 1968138 h 1988879"/>
              <a:gd name="connsiteX4" fmla="*/ 240741 w 3670932"/>
              <a:gd name="connsiteY4" fmla="*/ 1193284 h 1988879"/>
              <a:gd name="connsiteX5" fmla="*/ 577152 w 3670932"/>
              <a:gd name="connsiteY5" fmla="*/ 28557 h 1988879"/>
              <a:gd name="connsiteX0" fmla="*/ 5660 w 3065770"/>
              <a:gd name="connsiteY0" fmla="*/ 41752 h 2084853"/>
              <a:gd name="connsiteX1" fmla="*/ 1129432 w 3065770"/>
              <a:gd name="connsiteY1" fmla="*/ 497481 h 2084853"/>
              <a:gd name="connsiteX2" fmla="*/ 2828325 w 3065770"/>
              <a:gd name="connsiteY2" fmla="*/ 374380 h 2084853"/>
              <a:gd name="connsiteX3" fmla="*/ 2362223 w 3065770"/>
              <a:gd name="connsiteY3" fmla="*/ 1981333 h 2084853"/>
              <a:gd name="connsiteX4" fmla="*/ 768571 w 3065770"/>
              <a:gd name="connsiteY4" fmla="*/ 1718703 h 2084853"/>
              <a:gd name="connsiteX5" fmla="*/ 5660 w 3065770"/>
              <a:gd name="connsiteY5" fmla="*/ 41752 h 2084853"/>
              <a:gd name="connsiteX0" fmla="*/ 12471 w 3072581"/>
              <a:gd name="connsiteY0" fmla="*/ 41752 h 2092530"/>
              <a:gd name="connsiteX1" fmla="*/ 1136243 w 3072581"/>
              <a:gd name="connsiteY1" fmla="*/ 497481 h 2092530"/>
              <a:gd name="connsiteX2" fmla="*/ 2835136 w 3072581"/>
              <a:gd name="connsiteY2" fmla="*/ 374380 h 2092530"/>
              <a:gd name="connsiteX3" fmla="*/ 2369034 w 3072581"/>
              <a:gd name="connsiteY3" fmla="*/ 1981333 h 2092530"/>
              <a:gd name="connsiteX4" fmla="*/ 775382 w 3072581"/>
              <a:gd name="connsiteY4" fmla="*/ 1718703 h 2092530"/>
              <a:gd name="connsiteX5" fmla="*/ 12471 w 3072581"/>
              <a:gd name="connsiteY5" fmla="*/ 41752 h 2092530"/>
              <a:gd name="connsiteX0" fmla="*/ 2798 w 3655173"/>
              <a:gd name="connsiteY0" fmla="*/ 869129 h 2007317"/>
              <a:gd name="connsiteX1" fmla="*/ 1718835 w 3655173"/>
              <a:gd name="connsiteY1" fmla="*/ 445136 h 2007317"/>
              <a:gd name="connsiteX2" fmla="*/ 3417728 w 3655173"/>
              <a:gd name="connsiteY2" fmla="*/ 322035 h 2007317"/>
              <a:gd name="connsiteX3" fmla="*/ 2951626 w 3655173"/>
              <a:gd name="connsiteY3" fmla="*/ 1928988 h 2007317"/>
              <a:gd name="connsiteX4" fmla="*/ 1357974 w 3655173"/>
              <a:gd name="connsiteY4" fmla="*/ 1666358 h 2007317"/>
              <a:gd name="connsiteX5" fmla="*/ 2798 w 3655173"/>
              <a:gd name="connsiteY5" fmla="*/ 869129 h 2007317"/>
              <a:gd name="connsiteX0" fmla="*/ 542 w 3652917"/>
              <a:gd name="connsiteY0" fmla="*/ 869129 h 2007318"/>
              <a:gd name="connsiteX1" fmla="*/ 1716579 w 3652917"/>
              <a:gd name="connsiteY1" fmla="*/ 445136 h 2007318"/>
              <a:gd name="connsiteX2" fmla="*/ 3415472 w 3652917"/>
              <a:gd name="connsiteY2" fmla="*/ 322035 h 2007318"/>
              <a:gd name="connsiteX3" fmla="*/ 2949370 w 3652917"/>
              <a:gd name="connsiteY3" fmla="*/ 1928988 h 2007318"/>
              <a:gd name="connsiteX4" fmla="*/ 1355718 w 3652917"/>
              <a:gd name="connsiteY4" fmla="*/ 1666358 h 2007318"/>
              <a:gd name="connsiteX5" fmla="*/ 542 w 3652917"/>
              <a:gd name="connsiteY5" fmla="*/ 869129 h 2007318"/>
              <a:gd name="connsiteX0" fmla="*/ 243 w 3639926"/>
              <a:gd name="connsiteY0" fmla="*/ 869129 h 1955507"/>
              <a:gd name="connsiteX1" fmla="*/ 1716280 w 3639926"/>
              <a:gd name="connsiteY1" fmla="*/ 445136 h 1955507"/>
              <a:gd name="connsiteX2" fmla="*/ 3415173 w 3639926"/>
              <a:gd name="connsiteY2" fmla="*/ 322035 h 1955507"/>
              <a:gd name="connsiteX3" fmla="*/ 2949071 w 3639926"/>
              <a:gd name="connsiteY3" fmla="*/ 1928988 h 1955507"/>
              <a:gd name="connsiteX4" fmla="*/ 1833458 w 3639926"/>
              <a:gd name="connsiteY4" fmla="*/ 1291535 h 1955507"/>
              <a:gd name="connsiteX5" fmla="*/ 243 w 3639926"/>
              <a:gd name="connsiteY5" fmla="*/ 869129 h 1955507"/>
              <a:gd name="connsiteX0" fmla="*/ 243 w 3639926"/>
              <a:gd name="connsiteY0" fmla="*/ 869129 h 1947022"/>
              <a:gd name="connsiteX1" fmla="*/ 1716280 w 3639926"/>
              <a:gd name="connsiteY1" fmla="*/ 445136 h 1947022"/>
              <a:gd name="connsiteX2" fmla="*/ 3415173 w 3639926"/>
              <a:gd name="connsiteY2" fmla="*/ 322035 h 1947022"/>
              <a:gd name="connsiteX3" fmla="*/ 2949071 w 3639926"/>
              <a:gd name="connsiteY3" fmla="*/ 1928988 h 1947022"/>
              <a:gd name="connsiteX4" fmla="*/ 1833458 w 3639926"/>
              <a:gd name="connsiteY4" fmla="*/ 1291535 h 1947022"/>
              <a:gd name="connsiteX5" fmla="*/ 243 w 3639926"/>
              <a:gd name="connsiteY5" fmla="*/ 869129 h 1947022"/>
              <a:gd name="connsiteX0" fmla="*/ 7345 w 3647028"/>
              <a:gd name="connsiteY0" fmla="*/ 869129 h 1947022"/>
              <a:gd name="connsiteX1" fmla="*/ 1723382 w 3647028"/>
              <a:gd name="connsiteY1" fmla="*/ 445136 h 1947022"/>
              <a:gd name="connsiteX2" fmla="*/ 3422275 w 3647028"/>
              <a:gd name="connsiteY2" fmla="*/ 322035 h 1947022"/>
              <a:gd name="connsiteX3" fmla="*/ 2956173 w 3647028"/>
              <a:gd name="connsiteY3" fmla="*/ 1928988 h 1947022"/>
              <a:gd name="connsiteX4" fmla="*/ 1840560 w 3647028"/>
              <a:gd name="connsiteY4" fmla="*/ 1291535 h 1947022"/>
              <a:gd name="connsiteX5" fmla="*/ 7345 w 3647028"/>
              <a:gd name="connsiteY5" fmla="*/ 869129 h 1947022"/>
              <a:gd name="connsiteX0" fmla="*/ 7345 w 3811052"/>
              <a:gd name="connsiteY0" fmla="*/ 869129 h 1929159"/>
              <a:gd name="connsiteX1" fmla="*/ 1723382 w 3811052"/>
              <a:gd name="connsiteY1" fmla="*/ 445136 h 1929159"/>
              <a:gd name="connsiteX2" fmla="*/ 3422275 w 3811052"/>
              <a:gd name="connsiteY2" fmla="*/ 322035 h 1929159"/>
              <a:gd name="connsiteX3" fmla="*/ 2956173 w 3811052"/>
              <a:gd name="connsiteY3" fmla="*/ 1928988 h 1929159"/>
              <a:gd name="connsiteX4" fmla="*/ 1840560 w 3811052"/>
              <a:gd name="connsiteY4" fmla="*/ 1291535 h 1929159"/>
              <a:gd name="connsiteX5" fmla="*/ 7345 w 3811052"/>
              <a:gd name="connsiteY5" fmla="*/ 869129 h 1929159"/>
              <a:gd name="connsiteX0" fmla="*/ 5264 w 3937957"/>
              <a:gd name="connsiteY0" fmla="*/ 1155023 h 1938909"/>
              <a:gd name="connsiteX1" fmla="*/ 1850286 w 3937957"/>
              <a:gd name="connsiteY1" fmla="*/ 454886 h 1938909"/>
              <a:gd name="connsiteX2" fmla="*/ 3549179 w 3937957"/>
              <a:gd name="connsiteY2" fmla="*/ 331785 h 1938909"/>
              <a:gd name="connsiteX3" fmla="*/ 3083077 w 3937957"/>
              <a:gd name="connsiteY3" fmla="*/ 1938738 h 1938909"/>
              <a:gd name="connsiteX4" fmla="*/ 1967464 w 3937957"/>
              <a:gd name="connsiteY4" fmla="*/ 1301285 h 1938909"/>
              <a:gd name="connsiteX5" fmla="*/ 5264 w 3937957"/>
              <a:gd name="connsiteY5" fmla="*/ 1155023 h 1938909"/>
              <a:gd name="connsiteX0" fmla="*/ 23607 w 3956300"/>
              <a:gd name="connsiteY0" fmla="*/ 1155023 h 1938909"/>
              <a:gd name="connsiteX1" fmla="*/ 1868629 w 3956300"/>
              <a:gd name="connsiteY1" fmla="*/ 454886 h 1938909"/>
              <a:gd name="connsiteX2" fmla="*/ 3567522 w 3956300"/>
              <a:gd name="connsiteY2" fmla="*/ 331785 h 1938909"/>
              <a:gd name="connsiteX3" fmla="*/ 3101420 w 3956300"/>
              <a:gd name="connsiteY3" fmla="*/ 1938738 h 1938909"/>
              <a:gd name="connsiteX4" fmla="*/ 1985807 w 3956300"/>
              <a:gd name="connsiteY4" fmla="*/ 1301285 h 1938909"/>
              <a:gd name="connsiteX5" fmla="*/ 23607 w 3956300"/>
              <a:gd name="connsiteY5" fmla="*/ 1155023 h 1938909"/>
              <a:gd name="connsiteX0" fmla="*/ 356 w 3775841"/>
              <a:gd name="connsiteY0" fmla="*/ 1155023 h 1975367"/>
              <a:gd name="connsiteX1" fmla="*/ 1845378 w 3775841"/>
              <a:gd name="connsiteY1" fmla="*/ 454886 h 1975367"/>
              <a:gd name="connsiteX2" fmla="*/ 3544271 w 3775841"/>
              <a:gd name="connsiteY2" fmla="*/ 331785 h 1975367"/>
              <a:gd name="connsiteX3" fmla="*/ 3078169 w 3775841"/>
              <a:gd name="connsiteY3" fmla="*/ 1938738 h 1975367"/>
              <a:gd name="connsiteX4" fmla="*/ 1700608 w 3775841"/>
              <a:gd name="connsiteY4" fmla="*/ 1432728 h 1975367"/>
              <a:gd name="connsiteX5" fmla="*/ 356 w 3775841"/>
              <a:gd name="connsiteY5" fmla="*/ 1155023 h 1975367"/>
              <a:gd name="connsiteX0" fmla="*/ 385 w 3775871"/>
              <a:gd name="connsiteY0" fmla="*/ 1155023 h 1964875"/>
              <a:gd name="connsiteX1" fmla="*/ 1845407 w 3775871"/>
              <a:gd name="connsiteY1" fmla="*/ 454886 h 1964875"/>
              <a:gd name="connsiteX2" fmla="*/ 3544300 w 3775871"/>
              <a:gd name="connsiteY2" fmla="*/ 331785 h 1964875"/>
              <a:gd name="connsiteX3" fmla="*/ 3078198 w 3775871"/>
              <a:gd name="connsiteY3" fmla="*/ 1938738 h 1964875"/>
              <a:gd name="connsiteX4" fmla="*/ 1700637 w 3775871"/>
              <a:gd name="connsiteY4" fmla="*/ 1432728 h 1964875"/>
              <a:gd name="connsiteX5" fmla="*/ 385 w 3775871"/>
              <a:gd name="connsiteY5" fmla="*/ 1155023 h 1964875"/>
              <a:gd name="connsiteX0" fmla="*/ 518 w 3310321"/>
              <a:gd name="connsiteY0" fmla="*/ 1561197 h 1986949"/>
              <a:gd name="connsiteX1" fmla="*/ 1379857 w 3310321"/>
              <a:gd name="connsiteY1" fmla="*/ 469469 h 1986949"/>
              <a:gd name="connsiteX2" fmla="*/ 3078750 w 3310321"/>
              <a:gd name="connsiteY2" fmla="*/ 346368 h 1986949"/>
              <a:gd name="connsiteX3" fmla="*/ 2612648 w 3310321"/>
              <a:gd name="connsiteY3" fmla="*/ 1953321 h 1986949"/>
              <a:gd name="connsiteX4" fmla="*/ 1235087 w 3310321"/>
              <a:gd name="connsiteY4" fmla="*/ 1447311 h 1986949"/>
              <a:gd name="connsiteX5" fmla="*/ 518 w 3310321"/>
              <a:gd name="connsiteY5" fmla="*/ 1561197 h 1986949"/>
              <a:gd name="connsiteX0" fmla="*/ 252954 w 3562757"/>
              <a:gd name="connsiteY0" fmla="*/ 1561197 h 1986950"/>
              <a:gd name="connsiteX1" fmla="*/ 1632293 w 3562757"/>
              <a:gd name="connsiteY1" fmla="*/ 469469 h 1986950"/>
              <a:gd name="connsiteX2" fmla="*/ 3331186 w 3562757"/>
              <a:gd name="connsiteY2" fmla="*/ 346368 h 1986950"/>
              <a:gd name="connsiteX3" fmla="*/ 2865084 w 3562757"/>
              <a:gd name="connsiteY3" fmla="*/ 1953321 h 1986950"/>
              <a:gd name="connsiteX4" fmla="*/ 1487523 w 3562757"/>
              <a:gd name="connsiteY4" fmla="*/ 1447311 h 1986950"/>
              <a:gd name="connsiteX5" fmla="*/ 252954 w 3562757"/>
              <a:gd name="connsiteY5" fmla="*/ 1561197 h 1986950"/>
              <a:gd name="connsiteX0" fmla="*/ 275988 w 4836894"/>
              <a:gd name="connsiteY0" fmla="*/ 1254188 h 1664972"/>
              <a:gd name="connsiteX1" fmla="*/ 1655327 w 4836894"/>
              <a:gd name="connsiteY1" fmla="*/ 162460 h 1664972"/>
              <a:gd name="connsiteX2" fmla="*/ 4715739 w 4836894"/>
              <a:gd name="connsiteY2" fmla="*/ 494988 h 1664972"/>
              <a:gd name="connsiteX3" fmla="*/ 2888118 w 4836894"/>
              <a:gd name="connsiteY3" fmla="*/ 1646312 h 1664972"/>
              <a:gd name="connsiteX4" fmla="*/ 1510557 w 4836894"/>
              <a:gd name="connsiteY4" fmla="*/ 1140302 h 1664972"/>
              <a:gd name="connsiteX5" fmla="*/ 275988 w 4836894"/>
              <a:gd name="connsiteY5" fmla="*/ 1254188 h 1664972"/>
              <a:gd name="connsiteX0" fmla="*/ 275988 w 4716813"/>
              <a:gd name="connsiteY0" fmla="*/ 1630321 h 2049242"/>
              <a:gd name="connsiteX1" fmla="*/ 1655327 w 4716813"/>
              <a:gd name="connsiteY1" fmla="*/ 538593 h 2049242"/>
              <a:gd name="connsiteX2" fmla="*/ 4715739 w 4716813"/>
              <a:gd name="connsiteY2" fmla="*/ 871121 h 2049242"/>
              <a:gd name="connsiteX3" fmla="*/ 2888118 w 4716813"/>
              <a:gd name="connsiteY3" fmla="*/ 2022445 h 2049242"/>
              <a:gd name="connsiteX4" fmla="*/ 1510557 w 4716813"/>
              <a:gd name="connsiteY4" fmla="*/ 1516435 h 2049242"/>
              <a:gd name="connsiteX5" fmla="*/ 275988 w 4716813"/>
              <a:gd name="connsiteY5" fmla="*/ 1630321 h 2049242"/>
              <a:gd name="connsiteX0" fmla="*/ 275988 w 4749030"/>
              <a:gd name="connsiteY0" fmla="*/ 1124638 h 1545870"/>
              <a:gd name="connsiteX1" fmla="*/ 1655327 w 4749030"/>
              <a:gd name="connsiteY1" fmla="*/ 32910 h 1545870"/>
              <a:gd name="connsiteX2" fmla="*/ 4715739 w 4749030"/>
              <a:gd name="connsiteY2" fmla="*/ 365438 h 1545870"/>
              <a:gd name="connsiteX3" fmla="*/ 3175706 w 4749030"/>
              <a:gd name="connsiteY3" fmla="*/ 1192854 h 1545870"/>
              <a:gd name="connsiteX4" fmla="*/ 1510557 w 4749030"/>
              <a:gd name="connsiteY4" fmla="*/ 1010752 h 1545870"/>
              <a:gd name="connsiteX5" fmla="*/ 275988 w 4749030"/>
              <a:gd name="connsiteY5" fmla="*/ 1124638 h 1545870"/>
              <a:gd name="connsiteX0" fmla="*/ 275988 w 4727950"/>
              <a:gd name="connsiteY0" fmla="*/ 1387914 h 1809146"/>
              <a:gd name="connsiteX1" fmla="*/ 1655327 w 4727950"/>
              <a:gd name="connsiteY1" fmla="*/ 296186 h 1809146"/>
              <a:gd name="connsiteX2" fmla="*/ 4715739 w 4727950"/>
              <a:gd name="connsiteY2" fmla="*/ 628714 h 1809146"/>
              <a:gd name="connsiteX3" fmla="*/ 3175706 w 4727950"/>
              <a:gd name="connsiteY3" fmla="*/ 1456130 h 1809146"/>
              <a:gd name="connsiteX4" fmla="*/ 1510557 w 4727950"/>
              <a:gd name="connsiteY4" fmla="*/ 1274028 h 1809146"/>
              <a:gd name="connsiteX5" fmla="*/ 275988 w 4727950"/>
              <a:gd name="connsiteY5" fmla="*/ 1387914 h 1809146"/>
              <a:gd name="connsiteX0" fmla="*/ 275988 w 4727950"/>
              <a:gd name="connsiteY0" fmla="*/ 1387914 h 1809146"/>
              <a:gd name="connsiteX1" fmla="*/ 1655327 w 4727950"/>
              <a:gd name="connsiteY1" fmla="*/ 296186 h 1809146"/>
              <a:gd name="connsiteX2" fmla="*/ 4715739 w 4727950"/>
              <a:gd name="connsiteY2" fmla="*/ 628714 h 1809146"/>
              <a:gd name="connsiteX3" fmla="*/ 3175706 w 4727950"/>
              <a:gd name="connsiteY3" fmla="*/ 1456130 h 1809146"/>
              <a:gd name="connsiteX4" fmla="*/ 1510557 w 4727950"/>
              <a:gd name="connsiteY4" fmla="*/ 1274028 h 1809146"/>
              <a:gd name="connsiteX5" fmla="*/ 275988 w 4727950"/>
              <a:gd name="connsiteY5" fmla="*/ 1387914 h 1809146"/>
              <a:gd name="connsiteX0" fmla="*/ 275988 w 4740315"/>
              <a:gd name="connsiteY0" fmla="*/ 1132875 h 1722803"/>
              <a:gd name="connsiteX1" fmla="*/ 1655327 w 4740315"/>
              <a:gd name="connsiteY1" fmla="*/ 41147 h 1722803"/>
              <a:gd name="connsiteX2" fmla="*/ 4715739 w 4740315"/>
              <a:gd name="connsiteY2" fmla="*/ 373675 h 1722803"/>
              <a:gd name="connsiteX3" fmla="*/ 3012343 w 4740315"/>
              <a:gd name="connsiteY3" fmla="*/ 1711656 h 1722803"/>
              <a:gd name="connsiteX4" fmla="*/ 1510557 w 4740315"/>
              <a:gd name="connsiteY4" fmla="*/ 1018989 h 1722803"/>
              <a:gd name="connsiteX5" fmla="*/ 275988 w 4740315"/>
              <a:gd name="connsiteY5" fmla="*/ 1132875 h 1722803"/>
              <a:gd name="connsiteX0" fmla="*/ 275988 w 4756119"/>
              <a:gd name="connsiteY0" fmla="*/ 1127108 h 1542684"/>
              <a:gd name="connsiteX1" fmla="*/ 1655327 w 4756119"/>
              <a:gd name="connsiteY1" fmla="*/ 35380 h 1542684"/>
              <a:gd name="connsiteX2" fmla="*/ 4715739 w 4756119"/>
              <a:gd name="connsiteY2" fmla="*/ 367908 h 1542684"/>
              <a:gd name="connsiteX3" fmla="*/ 3285074 w 4756119"/>
              <a:gd name="connsiteY3" fmla="*/ 1369029 h 1542684"/>
              <a:gd name="connsiteX4" fmla="*/ 1510557 w 4756119"/>
              <a:gd name="connsiteY4" fmla="*/ 1013222 h 1542684"/>
              <a:gd name="connsiteX5" fmla="*/ 275988 w 4756119"/>
              <a:gd name="connsiteY5" fmla="*/ 1127108 h 1542684"/>
              <a:gd name="connsiteX0" fmla="*/ 275988 w 4715923"/>
              <a:gd name="connsiteY0" fmla="*/ 1122352 h 1572226"/>
              <a:gd name="connsiteX1" fmla="*/ 1655327 w 4715923"/>
              <a:gd name="connsiteY1" fmla="*/ 30624 h 1572226"/>
              <a:gd name="connsiteX2" fmla="*/ 4715739 w 4715923"/>
              <a:gd name="connsiteY2" fmla="*/ 363152 h 1572226"/>
              <a:gd name="connsiteX3" fmla="*/ 1510557 w 4715923"/>
              <a:gd name="connsiteY3" fmla="*/ 1008466 h 1572226"/>
              <a:gd name="connsiteX4" fmla="*/ 275988 w 4715923"/>
              <a:gd name="connsiteY4" fmla="*/ 1122352 h 1572226"/>
              <a:gd name="connsiteX0" fmla="*/ 25029 w 4476010"/>
              <a:gd name="connsiteY0" fmla="*/ 1892393 h 2022034"/>
              <a:gd name="connsiteX1" fmla="*/ 2236847 w 4476010"/>
              <a:gd name="connsiteY1" fmla="*/ 11492 h 2022034"/>
              <a:gd name="connsiteX2" fmla="*/ 4464780 w 4476010"/>
              <a:gd name="connsiteY2" fmla="*/ 1133193 h 2022034"/>
              <a:gd name="connsiteX3" fmla="*/ 1259598 w 4476010"/>
              <a:gd name="connsiteY3" fmla="*/ 1778507 h 2022034"/>
              <a:gd name="connsiteX4" fmla="*/ 25029 w 4476010"/>
              <a:gd name="connsiteY4" fmla="*/ 1892393 h 2022034"/>
              <a:gd name="connsiteX0" fmla="*/ 19312 w 4468531"/>
              <a:gd name="connsiteY0" fmla="*/ 1893478 h 2350831"/>
              <a:gd name="connsiteX1" fmla="*/ 2231130 w 4468531"/>
              <a:gd name="connsiteY1" fmla="*/ 12577 h 2350831"/>
              <a:gd name="connsiteX2" fmla="*/ 4459063 w 4468531"/>
              <a:gd name="connsiteY2" fmla="*/ 1134278 h 2350831"/>
              <a:gd name="connsiteX3" fmla="*/ 2962196 w 4468531"/>
              <a:gd name="connsiteY3" fmla="*/ 2337807 h 2350831"/>
              <a:gd name="connsiteX4" fmla="*/ 1253881 w 4468531"/>
              <a:gd name="connsiteY4" fmla="*/ 1779592 h 2350831"/>
              <a:gd name="connsiteX5" fmla="*/ 19312 w 4468531"/>
              <a:gd name="connsiteY5" fmla="*/ 1893478 h 2350831"/>
              <a:gd name="connsiteX0" fmla="*/ 114931 w 4564151"/>
              <a:gd name="connsiteY0" fmla="*/ 1893478 h 2606070"/>
              <a:gd name="connsiteX1" fmla="*/ 2326749 w 4564151"/>
              <a:gd name="connsiteY1" fmla="*/ 12577 h 2606070"/>
              <a:gd name="connsiteX2" fmla="*/ 4554682 w 4564151"/>
              <a:gd name="connsiteY2" fmla="*/ 1134278 h 2606070"/>
              <a:gd name="connsiteX3" fmla="*/ 3057815 w 4564151"/>
              <a:gd name="connsiteY3" fmla="*/ 2337807 h 2606070"/>
              <a:gd name="connsiteX4" fmla="*/ 602599 w 4564151"/>
              <a:gd name="connsiteY4" fmla="*/ 2591133 h 2606070"/>
              <a:gd name="connsiteX5" fmla="*/ 114931 w 4564151"/>
              <a:gd name="connsiteY5" fmla="*/ 1893478 h 2606070"/>
              <a:gd name="connsiteX0" fmla="*/ 339436 w 4163621"/>
              <a:gd name="connsiteY0" fmla="*/ 711041 h 2677547"/>
              <a:gd name="connsiteX1" fmla="*/ 1926219 w 4163621"/>
              <a:gd name="connsiteY1" fmla="*/ 9118 h 2677547"/>
              <a:gd name="connsiteX2" fmla="*/ 4154152 w 4163621"/>
              <a:gd name="connsiteY2" fmla="*/ 1130819 h 2677547"/>
              <a:gd name="connsiteX3" fmla="*/ 2657285 w 4163621"/>
              <a:gd name="connsiteY3" fmla="*/ 2334348 h 2677547"/>
              <a:gd name="connsiteX4" fmla="*/ 202069 w 4163621"/>
              <a:gd name="connsiteY4" fmla="*/ 2587674 h 2677547"/>
              <a:gd name="connsiteX5" fmla="*/ 339436 w 4163621"/>
              <a:gd name="connsiteY5" fmla="*/ 711041 h 2677547"/>
              <a:gd name="connsiteX0" fmla="*/ 8699 w 3970251"/>
              <a:gd name="connsiteY0" fmla="*/ 2578556 h 2717756"/>
              <a:gd name="connsiteX1" fmla="*/ 1732849 w 3970251"/>
              <a:gd name="connsiteY1" fmla="*/ 0 h 2717756"/>
              <a:gd name="connsiteX2" fmla="*/ 3960782 w 3970251"/>
              <a:gd name="connsiteY2" fmla="*/ 1121701 h 2717756"/>
              <a:gd name="connsiteX3" fmla="*/ 2463915 w 3970251"/>
              <a:gd name="connsiteY3" fmla="*/ 2325230 h 2717756"/>
              <a:gd name="connsiteX4" fmla="*/ 8699 w 3970251"/>
              <a:gd name="connsiteY4" fmla="*/ 2578556 h 2717756"/>
              <a:gd name="connsiteX0" fmla="*/ 11617 w 3584652"/>
              <a:gd name="connsiteY0" fmla="*/ 1430838 h 2340009"/>
              <a:gd name="connsiteX1" fmla="*/ 1347250 w 3584652"/>
              <a:gd name="connsiteY1" fmla="*/ 2380 h 2340009"/>
              <a:gd name="connsiteX2" fmla="*/ 3575183 w 3584652"/>
              <a:gd name="connsiteY2" fmla="*/ 1124081 h 2340009"/>
              <a:gd name="connsiteX3" fmla="*/ 2078316 w 3584652"/>
              <a:gd name="connsiteY3" fmla="*/ 2327610 h 2340009"/>
              <a:gd name="connsiteX4" fmla="*/ 11617 w 3584652"/>
              <a:gd name="connsiteY4" fmla="*/ 1430838 h 2340009"/>
              <a:gd name="connsiteX0" fmla="*/ 36322 w 3609357"/>
              <a:gd name="connsiteY0" fmla="*/ 1430838 h 2532978"/>
              <a:gd name="connsiteX1" fmla="*/ 1371955 w 3609357"/>
              <a:gd name="connsiteY1" fmla="*/ 2380 h 2532978"/>
              <a:gd name="connsiteX2" fmla="*/ 3599888 w 3609357"/>
              <a:gd name="connsiteY2" fmla="*/ 1124081 h 2532978"/>
              <a:gd name="connsiteX3" fmla="*/ 2103021 w 3609357"/>
              <a:gd name="connsiteY3" fmla="*/ 2327610 h 2532978"/>
              <a:gd name="connsiteX4" fmla="*/ 36322 w 3609357"/>
              <a:gd name="connsiteY4" fmla="*/ 1430838 h 2532978"/>
              <a:gd name="connsiteX0" fmla="*/ 3580 w 3569301"/>
              <a:gd name="connsiteY0" fmla="*/ 1431089 h 2816320"/>
              <a:gd name="connsiteX1" fmla="*/ 1339213 w 3569301"/>
              <a:gd name="connsiteY1" fmla="*/ 2631 h 2816320"/>
              <a:gd name="connsiteX2" fmla="*/ 3567146 w 3569301"/>
              <a:gd name="connsiteY2" fmla="*/ 1124332 h 2816320"/>
              <a:gd name="connsiteX3" fmla="*/ 1722688 w 3569301"/>
              <a:gd name="connsiteY3" fmla="*/ 2808414 h 2816320"/>
              <a:gd name="connsiteX4" fmla="*/ 3580 w 3569301"/>
              <a:gd name="connsiteY4" fmla="*/ 1431089 h 2816320"/>
              <a:gd name="connsiteX0" fmla="*/ 3579 w 3569300"/>
              <a:gd name="connsiteY0" fmla="*/ 1431089 h 2808414"/>
              <a:gd name="connsiteX1" fmla="*/ 1339212 w 3569300"/>
              <a:gd name="connsiteY1" fmla="*/ 2631 h 2808414"/>
              <a:gd name="connsiteX2" fmla="*/ 3567145 w 3569300"/>
              <a:gd name="connsiteY2" fmla="*/ 1124332 h 2808414"/>
              <a:gd name="connsiteX3" fmla="*/ 1722687 w 3569300"/>
              <a:gd name="connsiteY3" fmla="*/ 2808414 h 2808414"/>
              <a:gd name="connsiteX4" fmla="*/ 3579 w 3569300"/>
              <a:gd name="connsiteY4" fmla="*/ 1431089 h 2808414"/>
              <a:gd name="connsiteX0" fmla="*/ 3579 w 3570402"/>
              <a:gd name="connsiteY0" fmla="*/ 1431089 h 2845664"/>
              <a:gd name="connsiteX1" fmla="*/ 1339212 w 3570402"/>
              <a:gd name="connsiteY1" fmla="*/ 2631 h 2845664"/>
              <a:gd name="connsiteX2" fmla="*/ 3567145 w 3570402"/>
              <a:gd name="connsiteY2" fmla="*/ 1124332 h 2845664"/>
              <a:gd name="connsiteX3" fmla="*/ 1722687 w 3570402"/>
              <a:gd name="connsiteY3" fmla="*/ 2808414 h 2845664"/>
              <a:gd name="connsiteX4" fmla="*/ 3579 w 3570402"/>
              <a:gd name="connsiteY4" fmla="*/ 1431089 h 2845664"/>
              <a:gd name="connsiteX0" fmla="*/ 3579 w 3571531"/>
              <a:gd name="connsiteY0" fmla="*/ 1431089 h 2809355"/>
              <a:gd name="connsiteX1" fmla="*/ 1339212 w 3571531"/>
              <a:gd name="connsiteY1" fmla="*/ 2631 h 2809355"/>
              <a:gd name="connsiteX2" fmla="*/ 3567145 w 3571531"/>
              <a:gd name="connsiteY2" fmla="*/ 1124332 h 2809355"/>
              <a:gd name="connsiteX3" fmla="*/ 1722687 w 3571531"/>
              <a:gd name="connsiteY3" fmla="*/ 2808414 h 2809355"/>
              <a:gd name="connsiteX4" fmla="*/ 3579 w 3571531"/>
              <a:gd name="connsiteY4" fmla="*/ 1431089 h 2809355"/>
              <a:gd name="connsiteX0" fmla="*/ 3579 w 3570449"/>
              <a:gd name="connsiteY0" fmla="*/ 1431089 h 2811091"/>
              <a:gd name="connsiteX1" fmla="*/ 1339212 w 3570449"/>
              <a:gd name="connsiteY1" fmla="*/ 2631 h 2811091"/>
              <a:gd name="connsiteX2" fmla="*/ 3567145 w 3570449"/>
              <a:gd name="connsiteY2" fmla="*/ 1124332 h 2811091"/>
              <a:gd name="connsiteX3" fmla="*/ 1722687 w 3570449"/>
              <a:gd name="connsiteY3" fmla="*/ 2808414 h 2811091"/>
              <a:gd name="connsiteX4" fmla="*/ 3579 w 3570449"/>
              <a:gd name="connsiteY4" fmla="*/ 1431089 h 2811091"/>
              <a:gd name="connsiteX0" fmla="*/ 9477 w 3576347"/>
              <a:gd name="connsiteY0" fmla="*/ 1454488 h 2834490"/>
              <a:gd name="connsiteX1" fmla="*/ 1345110 w 3576347"/>
              <a:gd name="connsiteY1" fmla="*/ 26030 h 2834490"/>
              <a:gd name="connsiteX2" fmla="*/ 3573043 w 3576347"/>
              <a:gd name="connsiteY2" fmla="*/ 1147731 h 2834490"/>
              <a:gd name="connsiteX3" fmla="*/ 1728585 w 3576347"/>
              <a:gd name="connsiteY3" fmla="*/ 2831813 h 2834490"/>
              <a:gd name="connsiteX4" fmla="*/ 9477 w 3576347"/>
              <a:gd name="connsiteY4" fmla="*/ 1454488 h 2834490"/>
              <a:gd name="connsiteX0" fmla="*/ 11200 w 3578070"/>
              <a:gd name="connsiteY0" fmla="*/ 1454488 h 2834490"/>
              <a:gd name="connsiteX1" fmla="*/ 1346833 w 3578070"/>
              <a:gd name="connsiteY1" fmla="*/ 26030 h 2834490"/>
              <a:gd name="connsiteX2" fmla="*/ 3574766 w 3578070"/>
              <a:gd name="connsiteY2" fmla="*/ 1147731 h 2834490"/>
              <a:gd name="connsiteX3" fmla="*/ 1730308 w 3578070"/>
              <a:gd name="connsiteY3" fmla="*/ 2831813 h 2834490"/>
              <a:gd name="connsiteX4" fmla="*/ 11200 w 3578070"/>
              <a:gd name="connsiteY4" fmla="*/ 1454488 h 2834490"/>
              <a:gd name="connsiteX0" fmla="*/ 5238 w 3394494"/>
              <a:gd name="connsiteY0" fmla="*/ 1561249 h 2815719"/>
              <a:gd name="connsiteX1" fmla="*/ 1164359 w 3394494"/>
              <a:gd name="connsiteY1" fmla="*/ 5027 h 2815719"/>
              <a:gd name="connsiteX2" fmla="*/ 3392292 w 3394494"/>
              <a:gd name="connsiteY2" fmla="*/ 1126728 h 2815719"/>
              <a:gd name="connsiteX3" fmla="*/ 1547834 w 3394494"/>
              <a:gd name="connsiteY3" fmla="*/ 2810810 h 2815719"/>
              <a:gd name="connsiteX4" fmla="*/ 5238 w 3394494"/>
              <a:gd name="connsiteY4" fmla="*/ 1561249 h 2815719"/>
              <a:gd name="connsiteX0" fmla="*/ 1714 w 3390970"/>
              <a:gd name="connsiteY0" fmla="*/ 1561249 h 2816846"/>
              <a:gd name="connsiteX1" fmla="*/ 1160835 w 3390970"/>
              <a:gd name="connsiteY1" fmla="*/ 5027 h 2816846"/>
              <a:gd name="connsiteX2" fmla="*/ 3388768 w 3390970"/>
              <a:gd name="connsiteY2" fmla="*/ 1126728 h 2816846"/>
              <a:gd name="connsiteX3" fmla="*/ 1544310 w 3390970"/>
              <a:gd name="connsiteY3" fmla="*/ 2810810 h 2816846"/>
              <a:gd name="connsiteX4" fmla="*/ 1714 w 3390970"/>
              <a:gd name="connsiteY4" fmla="*/ 1561249 h 2816846"/>
              <a:gd name="connsiteX0" fmla="*/ 1714 w 3392183"/>
              <a:gd name="connsiteY0" fmla="*/ 1561249 h 2822298"/>
              <a:gd name="connsiteX1" fmla="*/ 1160835 w 3392183"/>
              <a:gd name="connsiteY1" fmla="*/ 5027 h 2822298"/>
              <a:gd name="connsiteX2" fmla="*/ 3388768 w 3392183"/>
              <a:gd name="connsiteY2" fmla="*/ 1126728 h 2822298"/>
              <a:gd name="connsiteX3" fmla="*/ 1544310 w 3392183"/>
              <a:gd name="connsiteY3" fmla="*/ 2810810 h 2822298"/>
              <a:gd name="connsiteX4" fmla="*/ 1714 w 3392183"/>
              <a:gd name="connsiteY4" fmla="*/ 1561249 h 28222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92183" h="2822298">
                <a:moveTo>
                  <a:pt x="1714" y="1561249"/>
                </a:moveTo>
                <a:cubicBezTo>
                  <a:pt x="-37269" y="828037"/>
                  <a:pt x="596326" y="77447"/>
                  <a:pt x="1160835" y="5027"/>
                </a:cubicBezTo>
                <a:cubicBezTo>
                  <a:pt x="1725344" y="-67393"/>
                  <a:pt x="3324856" y="659098"/>
                  <a:pt x="3388768" y="1126728"/>
                </a:cubicBezTo>
                <a:cubicBezTo>
                  <a:pt x="3452680" y="1594358"/>
                  <a:pt x="2611566" y="2706535"/>
                  <a:pt x="1544310" y="2810810"/>
                </a:cubicBezTo>
                <a:cubicBezTo>
                  <a:pt x="477054" y="2915085"/>
                  <a:pt x="40697" y="2294461"/>
                  <a:pt x="1714" y="1561249"/>
                </a:cubicBezTo>
                <a:close/>
              </a:path>
            </a:pathLst>
          </a:custGeom>
          <a:noFill/>
          <a:ln w="76200">
            <a:solidFill>
              <a:srgbClr val="647A8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rgbClr val="3B4858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BC239B9-97EB-8147-A4B5-809E65FFBE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92270"/>
            <a:ext cx="9144000" cy="2387600"/>
          </a:xfrm>
        </p:spPr>
        <p:txBody>
          <a:bodyPr anchor="ctr"/>
          <a:lstStyle>
            <a:lvl1pPr algn="ctr">
              <a:defRPr sz="6000" b="0" cap="none" spc="0" baseline="0">
                <a:solidFill>
                  <a:srgbClr val="647A84"/>
                </a:solidFill>
                <a:latin typeface="Lemon Tuesday" panose="02000506040000020004" pitchFamily="2" charset="77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5617E586-69C6-D060-BCD3-E7339DBBE1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858375" y="216695"/>
            <a:ext cx="2078627" cy="466874"/>
          </a:xfrm>
          <a:prstGeom prst="rect">
            <a:avLst/>
          </a:prstGeom>
        </p:spPr>
      </p:pic>
      <p:sp>
        <p:nvSpPr>
          <p:cNvPr id="16" name="Freihandform 15">
            <a:extLst>
              <a:ext uri="{FF2B5EF4-FFF2-40B4-BE49-F238E27FC236}">
                <a16:creationId xmlns:a16="http://schemas.microsoft.com/office/drawing/2014/main" id="{5D49C0DE-A487-83AF-86B4-A6F17E79B51D}"/>
              </a:ext>
            </a:extLst>
          </p:cNvPr>
          <p:cNvSpPr/>
          <p:nvPr userDrawn="1"/>
        </p:nvSpPr>
        <p:spPr>
          <a:xfrm rot="14555770" flipV="1">
            <a:off x="8229241" y="3037134"/>
            <a:ext cx="5610720" cy="8294818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3177410"/>
              <a:gd name="connsiteY0" fmla="*/ 1035451 h 3606310"/>
              <a:gd name="connsiteX1" fmla="*/ 3141588 w 3177410"/>
              <a:gd name="connsiteY1" fmla="*/ 152581 h 3606310"/>
              <a:gd name="connsiteX2" fmla="*/ 2574031 w 3177410"/>
              <a:gd name="connsiteY2" fmla="*/ 1666070 h 3606310"/>
              <a:gd name="connsiteX3" fmla="*/ 2321781 w 3177410"/>
              <a:gd name="connsiteY3" fmla="*/ 3473850 h 3606310"/>
              <a:gd name="connsiteX4" fmla="*/ 51546 w 3177410"/>
              <a:gd name="connsiteY4" fmla="*/ 2664554 h 3606310"/>
              <a:gd name="connsiteX5" fmla="*/ 829312 w 3177410"/>
              <a:gd name="connsiteY5" fmla="*/ 1035451 h 3606310"/>
              <a:gd name="connsiteX0" fmla="*/ 829312 w 3177410"/>
              <a:gd name="connsiteY0" fmla="*/ 1013703 h 3584562"/>
              <a:gd name="connsiteX1" fmla="*/ 3141588 w 3177410"/>
              <a:gd name="connsiteY1" fmla="*/ 130833 h 3584562"/>
              <a:gd name="connsiteX2" fmla="*/ 2574031 w 3177410"/>
              <a:gd name="connsiteY2" fmla="*/ 1644322 h 3584562"/>
              <a:gd name="connsiteX3" fmla="*/ 2321781 w 3177410"/>
              <a:gd name="connsiteY3" fmla="*/ 3452102 h 3584562"/>
              <a:gd name="connsiteX4" fmla="*/ 51546 w 3177410"/>
              <a:gd name="connsiteY4" fmla="*/ 2642806 h 3584562"/>
              <a:gd name="connsiteX5" fmla="*/ 829312 w 3177410"/>
              <a:gd name="connsiteY5" fmla="*/ 1013703 h 3584562"/>
              <a:gd name="connsiteX0" fmla="*/ 829578 w 3177676"/>
              <a:gd name="connsiteY0" fmla="*/ 1013703 h 3584562"/>
              <a:gd name="connsiteX1" fmla="*/ 3141854 w 3177676"/>
              <a:gd name="connsiteY1" fmla="*/ 130833 h 3584562"/>
              <a:gd name="connsiteX2" fmla="*/ 2574297 w 3177676"/>
              <a:gd name="connsiteY2" fmla="*/ 1644322 h 3584562"/>
              <a:gd name="connsiteX3" fmla="*/ 2322047 w 3177676"/>
              <a:gd name="connsiteY3" fmla="*/ 3452102 h 3584562"/>
              <a:gd name="connsiteX4" fmla="*/ 51812 w 3177676"/>
              <a:gd name="connsiteY4" fmla="*/ 2642806 h 3584562"/>
              <a:gd name="connsiteX5" fmla="*/ 829578 w 3177676"/>
              <a:gd name="connsiteY5" fmla="*/ 1013703 h 3584562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77676" h="3588900">
                <a:moveTo>
                  <a:pt x="829578" y="1013703"/>
                </a:moveTo>
                <a:cubicBezTo>
                  <a:pt x="1397137" y="530228"/>
                  <a:pt x="2942157" y="-328119"/>
                  <a:pt x="3141854" y="130833"/>
                </a:cubicBezTo>
                <a:cubicBezTo>
                  <a:pt x="3341551" y="589785"/>
                  <a:pt x="2644367" y="1160846"/>
                  <a:pt x="2574297" y="1644322"/>
                </a:cubicBezTo>
                <a:cubicBezTo>
                  <a:pt x="2504227" y="2127798"/>
                  <a:pt x="2788005" y="3045702"/>
                  <a:pt x="2322047" y="3452102"/>
                </a:cubicBezTo>
                <a:cubicBezTo>
                  <a:pt x="1856089" y="3858502"/>
                  <a:pt x="253064" y="3291335"/>
                  <a:pt x="51812" y="2642806"/>
                </a:cubicBezTo>
                <a:cubicBezTo>
                  <a:pt x="-149440" y="1994277"/>
                  <a:pt x="262019" y="1497178"/>
                  <a:pt x="829578" y="1013703"/>
                </a:cubicBezTo>
                <a:close/>
              </a:path>
            </a:pathLst>
          </a:custGeom>
          <a:noFill/>
          <a:ln w="76200">
            <a:solidFill>
              <a:srgbClr val="647A8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1B85D35-8E2E-1EA7-5915-0835E4F02891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de-DE"/>
              <a:t>Lukas Peter Sumann, Maximilian Wolf Leopold Lindner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954654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el ohne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ihandform 3">
            <a:extLst>
              <a:ext uri="{FF2B5EF4-FFF2-40B4-BE49-F238E27FC236}">
                <a16:creationId xmlns:a16="http://schemas.microsoft.com/office/drawing/2014/main" id="{FA1ADB5F-FA2E-7BF8-5CB9-563ADE4AE44E}"/>
              </a:ext>
            </a:extLst>
          </p:cNvPr>
          <p:cNvSpPr/>
          <p:nvPr userDrawn="1"/>
        </p:nvSpPr>
        <p:spPr>
          <a:xfrm rot="10129930">
            <a:off x="-2139048" y="-745777"/>
            <a:ext cx="5954496" cy="5169791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2630869"/>
              <a:gd name="connsiteY0" fmla="*/ 1913201 h 4484060"/>
              <a:gd name="connsiteX1" fmla="*/ 2156275 w 2630869"/>
              <a:gd name="connsiteY1" fmla="*/ 89473 h 4484060"/>
              <a:gd name="connsiteX2" fmla="*/ 2574031 w 2630869"/>
              <a:gd name="connsiteY2" fmla="*/ 2543820 h 4484060"/>
              <a:gd name="connsiteX3" fmla="*/ 2321781 w 2630869"/>
              <a:gd name="connsiteY3" fmla="*/ 4351600 h 4484060"/>
              <a:gd name="connsiteX4" fmla="*/ 51546 w 2630869"/>
              <a:gd name="connsiteY4" fmla="*/ 3542304 h 4484060"/>
              <a:gd name="connsiteX5" fmla="*/ 829312 w 2630869"/>
              <a:gd name="connsiteY5" fmla="*/ 1913201 h 4484060"/>
              <a:gd name="connsiteX0" fmla="*/ 829312 w 2634983"/>
              <a:gd name="connsiteY0" fmla="*/ 1913201 h 4484060"/>
              <a:gd name="connsiteX1" fmla="*/ 2156275 w 2634983"/>
              <a:gd name="connsiteY1" fmla="*/ 89473 h 4484060"/>
              <a:gd name="connsiteX2" fmla="*/ 2574031 w 2634983"/>
              <a:gd name="connsiteY2" fmla="*/ 2543820 h 4484060"/>
              <a:gd name="connsiteX3" fmla="*/ 2321781 w 2634983"/>
              <a:gd name="connsiteY3" fmla="*/ 4351600 h 4484060"/>
              <a:gd name="connsiteX4" fmla="*/ 51546 w 2634983"/>
              <a:gd name="connsiteY4" fmla="*/ 3542304 h 4484060"/>
              <a:gd name="connsiteX5" fmla="*/ 829312 w 2634983"/>
              <a:gd name="connsiteY5" fmla="*/ 1913201 h 4484060"/>
              <a:gd name="connsiteX0" fmla="*/ 829312 w 2634983"/>
              <a:gd name="connsiteY0" fmla="*/ 1823911 h 4394770"/>
              <a:gd name="connsiteX1" fmla="*/ 2156275 w 2634983"/>
              <a:gd name="connsiteY1" fmla="*/ 183 h 4394770"/>
              <a:gd name="connsiteX2" fmla="*/ 2574031 w 2634983"/>
              <a:gd name="connsiteY2" fmla="*/ 2454530 h 4394770"/>
              <a:gd name="connsiteX3" fmla="*/ 2321781 w 2634983"/>
              <a:gd name="connsiteY3" fmla="*/ 4262310 h 4394770"/>
              <a:gd name="connsiteX4" fmla="*/ 51546 w 2634983"/>
              <a:gd name="connsiteY4" fmla="*/ 3453014 h 4394770"/>
              <a:gd name="connsiteX5" fmla="*/ 829312 w 2634983"/>
              <a:gd name="connsiteY5" fmla="*/ 1823911 h 4394770"/>
              <a:gd name="connsiteX0" fmla="*/ 550921 w 2356592"/>
              <a:gd name="connsiteY0" fmla="*/ 1823911 h 4375660"/>
              <a:gd name="connsiteX1" fmla="*/ 1877884 w 2356592"/>
              <a:gd name="connsiteY1" fmla="*/ 183 h 4375660"/>
              <a:gd name="connsiteX2" fmla="*/ 2295640 w 2356592"/>
              <a:gd name="connsiteY2" fmla="*/ 2454530 h 4375660"/>
              <a:gd name="connsiteX3" fmla="*/ 2043390 w 2356592"/>
              <a:gd name="connsiteY3" fmla="*/ 4262310 h 4375660"/>
              <a:gd name="connsiteX4" fmla="*/ 97666 w 2356592"/>
              <a:gd name="connsiteY4" fmla="*/ 3284751 h 4375660"/>
              <a:gd name="connsiteX5" fmla="*/ 550921 w 2356592"/>
              <a:gd name="connsiteY5" fmla="*/ 1823911 h 4375660"/>
              <a:gd name="connsiteX0" fmla="*/ 1187626 w 2290887"/>
              <a:gd name="connsiteY0" fmla="*/ 1491571 h 4375718"/>
              <a:gd name="connsiteX1" fmla="*/ 1812179 w 2290887"/>
              <a:gd name="connsiteY1" fmla="*/ 241 h 4375718"/>
              <a:gd name="connsiteX2" fmla="*/ 2229935 w 2290887"/>
              <a:gd name="connsiteY2" fmla="*/ 2454588 h 4375718"/>
              <a:gd name="connsiteX3" fmla="*/ 1977685 w 2290887"/>
              <a:gd name="connsiteY3" fmla="*/ 4262368 h 4375718"/>
              <a:gd name="connsiteX4" fmla="*/ 31961 w 2290887"/>
              <a:gd name="connsiteY4" fmla="*/ 3284809 h 4375718"/>
              <a:gd name="connsiteX5" fmla="*/ 1187626 w 2290887"/>
              <a:gd name="connsiteY5" fmla="*/ 1491571 h 4375718"/>
              <a:gd name="connsiteX0" fmla="*/ 1187626 w 2290887"/>
              <a:gd name="connsiteY0" fmla="*/ 1491690 h 4375837"/>
              <a:gd name="connsiteX1" fmla="*/ 1812179 w 2290887"/>
              <a:gd name="connsiteY1" fmla="*/ 360 h 4375837"/>
              <a:gd name="connsiteX2" fmla="*/ 2229935 w 2290887"/>
              <a:gd name="connsiteY2" fmla="*/ 2454707 h 4375837"/>
              <a:gd name="connsiteX3" fmla="*/ 1977685 w 2290887"/>
              <a:gd name="connsiteY3" fmla="*/ 4262487 h 4375837"/>
              <a:gd name="connsiteX4" fmla="*/ 31961 w 2290887"/>
              <a:gd name="connsiteY4" fmla="*/ 3284928 h 4375837"/>
              <a:gd name="connsiteX5" fmla="*/ 1187626 w 2290887"/>
              <a:gd name="connsiteY5" fmla="*/ 1491690 h 4375837"/>
              <a:gd name="connsiteX0" fmla="*/ 1177700 w 2280961"/>
              <a:gd name="connsiteY0" fmla="*/ 1491690 h 4375837"/>
              <a:gd name="connsiteX1" fmla="*/ 1802253 w 2280961"/>
              <a:gd name="connsiteY1" fmla="*/ 360 h 4375837"/>
              <a:gd name="connsiteX2" fmla="*/ 2220009 w 2280961"/>
              <a:gd name="connsiteY2" fmla="*/ 2454707 h 4375837"/>
              <a:gd name="connsiteX3" fmla="*/ 1967759 w 2280961"/>
              <a:gd name="connsiteY3" fmla="*/ 4262487 h 4375837"/>
              <a:gd name="connsiteX4" fmla="*/ 22035 w 2280961"/>
              <a:gd name="connsiteY4" fmla="*/ 3284928 h 4375837"/>
              <a:gd name="connsiteX5" fmla="*/ 1177700 w 2280961"/>
              <a:gd name="connsiteY5" fmla="*/ 1491690 h 4375837"/>
              <a:gd name="connsiteX0" fmla="*/ 1177700 w 2132201"/>
              <a:gd name="connsiteY0" fmla="*/ 1491690 h 4375837"/>
              <a:gd name="connsiteX1" fmla="*/ 1802253 w 2132201"/>
              <a:gd name="connsiteY1" fmla="*/ 360 h 4375837"/>
              <a:gd name="connsiteX2" fmla="*/ 1570986 w 2132201"/>
              <a:gd name="connsiteY2" fmla="*/ 2791232 h 4375837"/>
              <a:gd name="connsiteX3" fmla="*/ 1967759 w 2132201"/>
              <a:gd name="connsiteY3" fmla="*/ 4262487 h 4375837"/>
              <a:gd name="connsiteX4" fmla="*/ 22035 w 2132201"/>
              <a:gd name="connsiteY4" fmla="*/ 3284928 h 4375837"/>
              <a:gd name="connsiteX5" fmla="*/ 1177700 w 2132201"/>
              <a:gd name="connsiteY5" fmla="*/ 1491690 h 4375837"/>
              <a:gd name="connsiteX0" fmla="*/ 1177700 w 2303877"/>
              <a:gd name="connsiteY0" fmla="*/ 654980 h 3539127"/>
              <a:gd name="connsiteX1" fmla="*/ 2105842 w 2303877"/>
              <a:gd name="connsiteY1" fmla="*/ 30327 h 3539127"/>
              <a:gd name="connsiteX2" fmla="*/ 1570986 w 2303877"/>
              <a:gd name="connsiteY2" fmla="*/ 1954522 h 3539127"/>
              <a:gd name="connsiteX3" fmla="*/ 1967759 w 2303877"/>
              <a:gd name="connsiteY3" fmla="*/ 3425777 h 3539127"/>
              <a:gd name="connsiteX4" fmla="*/ 22035 w 2303877"/>
              <a:gd name="connsiteY4" fmla="*/ 2448218 h 3539127"/>
              <a:gd name="connsiteX5" fmla="*/ 1177700 w 2303877"/>
              <a:gd name="connsiteY5" fmla="*/ 654980 h 3539127"/>
              <a:gd name="connsiteX0" fmla="*/ 1177700 w 2303877"/>
              <a:gd name="connsiteY0" fmla="*/ 811890 h 3696037"/>
              <a:gd name="connsiteX1" fmla="*/ 2105842 w 2303877"/>
              <a:gd name="connsiteY1" fmla="*/ 187237 h 3696037"/>
              <a:gd name="connsiteX2" fmla="*/ 1570986 w 2303877"/>
              <a:gd name="connsiteY2" fmla="*/ 2111432 h 3696037"/>
              <a:gd name="connsiteX3" fmla="*/ 1967759 w 2303877"/>
              <a:gd name="connsiteY3" fmla="*/ 3582687 h 3696037"/>
              <a:gd name="connsiteX4" fmla="*/ 22035 w 2303877"/>
              <a:gd name="connsiteY4" fmla="*/ 2605128 h 3696037"/>
              <a:gd name="connsiteX5" fmla="*/ 1177700 w 2303877"/>
              <a:gd name="connsiteY5" fmla="*/ 811890 h 3696037"/>
              <a:gd name="connsiteX0" fmla="*/ 1177700 w 2189200"/>
              <a:gd name="connsiteY0" fmla="*/ 811890 h 3696037"/>
              <a:gd name="connsiteX1" fmla="*/ 2105842 w 2189200"/>
              <a:gd name="connsiteY1" fmla="*/ 187237 h 3696037"/>
              <a:gd name="connsiteX2" fmla="*/ 1570986 w 2189200"/>
              <a:gd name="connsiteY2" fmla="*/ 2111432 h 3696037"/>
              <a:gd name="connsiteX3" fmla="*/ 1967759 w 2189200"/>
              <a:gd name="connsiteY3" fmla="*/ 3582687 h 3696037"/>
              <a:gd name="connsiteX4" fmla="*/ 22035 w 2189200"/>
              <a:gd name="connsiteY4" fmla="*/ 2605128 h 3696037"/>
              <a:gd name="connsiteX5" fmla="*/ 1177700 w 2189200"/>
              <a:gd name="connsiteY5" fmla="*/ 811890 h 3696037"/>
              <a:gd name="connsiteX0" fmla="*/ 1177700 w 2189200"/>
              <a:gd name="connsiteY0" fmla="*/ 743015 h 3627162"/>
              <a:gd name="connsiteX1" fmla="*/ 2105842 w 2189200"/>
              <a:gd name="connsiteY1" fmla="*/ 118362 h 3627162"/>
              <a:gd name="connsiteX2" fmla="*/ 1570986 w 2189200"/>
              <a:gd name="connsiteY2" fmla="*/ 2042557 h 3627162"/>
              <a:gd name="connsiteX3" fmla="*/ 1967759 w 2189200"/>
              <a:gd name="connsiteY3" fmla="*/ 3513812 h 3627162"/>
              <a:gd name="connsiteX4" fmla="*/ 22035 w 2189200"/>
              <a:gd name="connsiteY4" fmla="*/ 2536253 h 3627162"/>
              <a:gd name="connsiteX5" fmla="*/ 1177700 w 2189200"/>
              <a:gd name="connsiteY5" fmla="*/ 743015 h 3627162"/>
              <a:gd name="connsiteX0" fmla="*/ 1177700 w 2189200"/>
              <a:gd name="connsiteY0" fmla="*/ 695554 h 3579701"/>
              <a:gd name="connsiteX1" fmla="*/ 2105842 w 2189200"/>
              <a:gd name="connsiteY1" fmla="*/ 70901 h 3579701"/>
              <a:gd name="connsiteX2" fmla="*/ 1570986 w 2189200"/>
              <a:gd name="connsiteY2" fmla="*/ 1995096 h 3579701"/>
              <a:gd name="connsiteX3" fmla="*/ 1967759 w 2189200"/>
              <a:gd name="connsiteY3" fmla="*/ 3466351 h 3579701"/>
              <a:gd name="connsiteX4" fmla="*/ 22035 w 2189200"/>
              <a:gd name="connsiteY4" fmla="*/ 2488792 h 3579701"/>
              <a:gd name="connsiteX5" fmla="*/ 1177700 w 2189200"/>
              <a:gd name="connsiteY5" fmla="*/ 695554 h 3579701"/>
              <a:gd name="connsiteX0" fmla="*/ 1180449 w 2191949"/>
              <a:gd name="connsiteY0" fmla="*/ 695554 h 3579701"/>
              <a:gd name="connsiteX1" fmla="*/ 2108591 w 2191949"/>
              <a:gd name="connsiteY1" fmla="*/ 70901 h 3579701"/>
              <a:gd name="connsiteX2" fmla="*/ 1573735 w 2191949"/>
              <a:gd name="connsiteY2" fmla="*/ 1995096 h 3579701"/>
              <a:gd name="connsiteX3" fmla="*/ 1970508 w 2191949"/>
              <a:gd name="connsiteY3" fmla="*/ 3466351 h 3579701"/>
              <a:gd name="connsiteX4" fmla="*/ 24784 w 2191949"/>
              <a:gd name="connsiteY4" fmla="*/ 2488792 h 3579701"/>
              <a:gd name="connsiteX5" fmla="*/ 1180449 w 2191949"/>
              <a:gd name="connsiteY5" fmla="*/ 695554 h 3579701"/>
              <a:gd name="connsiteX0" fmla="*/ 1180449 w 2191949"/>
              <a:gd name="connsiteY0" fmla="*/ 688306 h 3572453"/>
              <a:gd name="connsiteX1" fmla="*/ 2108591 w 2191949"/>
              <a:gd name="connsiteY1" fmla="*/ 63653 h 3572453"/>
              <a:gd name="connsiteX2" fmla="*/ 1573735 w 2191949"/>
              <a:gd name="connsiteY2" fmla="*/ 1987848 h 3572453"/>
              <a:gd name="connsiteX3" fmla="*/ 1970508 w 2191949"/>
              <a:gd name="connsiteY3" fmla="*/ 3459103 h 3572453"/>
              <a:gd name="connsiteX4" fmla="*/ 24784 w 2191949"/>
              <a:gd name="connsiteY4" fmla="*/ 2481544 h 3572453"/>
              <a:gd name="connsiteX5" fmla="*/ 1180449 w 2191949"/>
              <a:gd name="connsiteY5" fmla="*/ 688306 h 3572453"/>
              <a:gd name="connsiteX0" fmla="*/ 1180449 w 2191949"/>
              <a:gd name="connsiteY0" fmla="*/ 683650 h 3567797"/>
              <a:gd name="connsiteX1" fmla="*/ 2108591 w 2191949"/>
              <a:gd name="connsiteY1" fmla="*/ 58997 h 3567797"/>
              <a:gd name="connsiteX2" fmla="*/ 1573735 w 2191949"/>
              <a:gd name="connsiteY2" fmla="*/ 1983192 h 3567797"/>
              <a:gd name="connsiteX3" fmla="*/ 1970508 w 2191949"/>
              <a:gd name="connsiteY3" fmla="*/ 3454447 h 3567797"/>
              <a:gd name="connsiteX4" fmla="*/ 24784 w 2191949"/>
              <a:gd name="connsiteY4" fmla="*/ 2476888 h 3567797"/>
              <a:gd name="connsiteX5" fmla="*/ 1180449 w 2191949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3164"/>
              <a:gd name="connsiteY0" fmla="*/ 683650 h 3567797"/>
              <a:gd name="connsiteX1" fmla="*/ 2108591 w 2193164"/>
              <a:gd name="connsiteY1" fmla="*/ 58997 h 3567797"/>
              <a:gd name="connsiteX2" fmla="*/ 1573735 w 2193164"/>
              <a:gd name="connsiteY2" fmla="*/ 1983192 h 3567797"/>
              <a:gd name="connsiteX3" fmla="*/ 1970508 w 2193164"/>
              <a:gd name="connsiteY3" fmla="*/ 3454447 h 3567797"/>
              <a:gd name="connsiteX4" fmla="*/ 24784 w 2193164"/>
              <a:gd name="connsiteY4" fmla="*/ 2476888 h 3567797"/>
              <a:gd name="connsiteX5" fmla="*/ 1180449 w 2193164"/>
              <a:gd name="connsiteY5" fmla="*/ 683650 h 3567797"/>
              <a:gd name="connsiteX0" fmla="*/ 1180310 w 2193025"/>
              <a:gd name="connsiteY0" fmla="*/ 683650 h 3567797"/>
              <a:gd name="connsiteX1" fmla="*/ 2108452 w 2193025"/>
              <a:gd name="connsiteY1" fmla="*/ 58997 h 3567797"/>
              <a:gd name="connsiteX2" fmla="*/ 1573596 w 2193025"/>
              <a:gd name="connsiteY2" fmla="*/ 1983192 h 3567797"/>
              <a:gd name="connsiteX3" fmla="*/ 1970369 w 2193025"/>
              <a:gd name="connsiteY3" fmla="*/ 3454447 h 3567797"/>
              <a:gd name="connsiteX4" fmla="*/ 24645 w 2193025"/>
              <a:gd name="connsiteY4" fmla="*/ 2476888 h 3567797"/>
              <a:gd name="connsiteX5" fmla="*/ 1180310 w 2193025"/>
              <a:gd name="connsiteY5" fmla="*/ 683650 h 3567797"/>
              <a:gd name="connsiteX0" fmla="*/ 1180310 w 2193025"/>
              <a:gd name="connsiteY0" fmla="*/ 693860 h 3578007"/>
              <a:gd name="connsiteX1" fmla="*/ 2108452 w 2193025"/>
              <a:gd name="connsiteY1" fmla="*/ 69207 h 3578007"/>
              <a:gd name="connsiteX2" fmla="*/ 1573596 w 2193025"/>
              <a:gd name="connsiteY2" fmla="*/ 1993402 h 3578007"/>
              <a:gd name="connsiteX3" fmla="*/ 1970369 w 2193025"/>
              <a:gd name="connsiteY3" fmla="*/ 3464657 h 3578007"/>
              <a:gd name="connsiteX4" fmla="*/ 24645 w 2193025"/>
              <a:gd name="connsiteY4" fmla="*/ 2487098 h 3578007"/>
              <a:gd name="connsiteX5" fmla="*/ 1180310 w 2193025"/>
              <a:gd name="connsiteY5" fmla="*/ 693860 h 3578007"/>
              <a:gd name="connsiteX0" fmla="*/ 1180310 w 2193025"/>
              <a:gd name="connsiteY0" fmla="*/ 693860 h 3581308"/>
              <a:gd name="connsiteX1" fmla="*/ 2108452 w 2193025"/>
              <a:gd name="connsiteY1" fmla="*/ 69207 h 3581308"/>
              <a:gd name="connsiteX2" fmla="*/ 1573596 w 2193025"/>
              <a:gd name="connsiteY2" fmla="*/ 1993402 h 3581308"/>
              <a:gd name="connsiteX3" fmla="*/ 1970369 w 2193025"/>
              <a:gd name="connsiteY3" fmla="*/ 3464657 h 3581308"/>
              <a:gd name="connsiteX4" fmla="*/ 24645 w 2193025"/>
              <a:gd name="connsiteY4" fmla="*/ 2487098 h 3581308"/>
              <a:gd name="connsiteX5" fmla="*/ 1180310 w 2193025"/>
              <a:gd name="connsiteY5" fmla="*/ 693860 h 3581308"/>
              <a:gd name="connsiteX0" fmla="*/ 1180701 w 2193416"/>
              <a:gd name="connsiteY0" fmla="*/ 693860 h 3581308"/>
              <a:gd name="connsiteX1" fmla="*/ 2108843 w 2193416"/>
              <a:gd name="connsiteY1" fmla="*/ 69207 h 3581308"/>
              <a:gd name="connsiteX2" fmla="*/ 1573987 w 2193416"/>
              <a:gd name="connsiteY2" fmla="*/ 1993402 h 3581308"/>
              <a:gd name="connsiteX3" fmla="*/ 1970760 w 2193416"/>
              <a:gd name="connsiteY3" fmla="*/ 3464657 h 3581308"/>
              <a:gd name="connsiteX4" fmla="*/ 25036 w 2193416"/>
              <a:gd name="connsiteY4" fmla="*/ 2487098 h 3581308"/>
              <a:gd name="connsiteX5" fmla="*/ 1180701 w 2193416"/>
              <a:gd name="connsiteY5" fmla="*/ 693860 h 3581308"/>
              <a:gd name="connsiteX0" fmla="*/ 928190 w 2150347"/>
              <a:gd name="connsiteY0" fmla="*/ 1084474 h 3508207"/>
              <a:gd name="connsiteX1" fmla="*/ 2108497 w 2150347"/>
              <a:gd name="connsiteY1" fmla="*/ 17094 h 3508207"/>
              <a:gd name="connsiteX2" fmla="*/ 1573641 w 2150347"/>
              <a:gd name="connsiteY2" fmla="*/ 1941289 h 3508207"/>
              <a:gd name="connsiteX3" fmla="*/ 1970414 w 2150347"/>
              <a:gd name="connsiteY3" fmla="*/ 3412544 h 3508207"/>
              <a:gd name="connsiteX4" fmla="*/ 24690 w 2150347"/>
              <a:gd name="connsiteY4" fmla="*/ 2434985 h 3508207"/>
              <a:gd name="connsiteX5" fmla="*/ 928190 w 2150347"/>
              <a:gd name="connsiteY5" fmla="*/ 1084474 h 3508207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4105 w 2214185"/>
              <a:gd name="connsiteY0" fmla="*/ 720680 h 3624865"/>
              <a:gd name="connsiteX1" fmla="*/ 1990259 w 2214185"/>
              <a:gd name="connsiteY1" fmla="*/ 56886 h 3624865"/>
              <a:gd name="connsiteX2" fmla="*/ 1628516 w 2214185"/>
              <a:gd name="connsiteY2" fmla="*/ 2052315 h 3624865"/>
              <a:gd name="connsiteX3" fmla="*/ 2025289 w 2214185"/>
              <a:gd name="connsiteY3" fmla="*/ 3523570 h 3624865"/>
              <a:gd name="connsiteX4" fmla="*/ 79565 w 2214185"/>
              <a:gd name="connsiteY4" fmla="*/ 2546011 h 3624865"/>
              <a:gd name="connsiteX5" fmla="*/ 534105 w 2214185"/>
              <a:gd name="connsiteY5" fmla="*/ 720680 h 3624865"/>
              <a:gd name="connsiteX0" fmla="*/ 534105 w 2214185"/>
              <a:gd name="connsiteY0" fmla="*/ 702134 h 3606319"/>
              <a:gd name="connsiteX1" fmla="*/ 1990259 w 2214185"/>
              <a:gd name="connsiteY1" fmla="*/ 38340 h 3606319"/>
              <a:gd name="connsiteX2" fmla="*/ 1628516 w 2214185"/>
              <a:gd name="connsiteY2" fmla="*/ 2033769 h 3606319"/>
              <a:gd name="connsiteX3" fmla="*/ 2025289 w 2214185"/>
              <a:gd name="connsiteY3" fmla="*/ 3505024 h 3606319"/>
              <a:gd name="connsiteX4" fmla="*/ 79565 w 2214185"/>
              <a:gd name="connsiteY4" fmla="*/ 2527465 h 3606319"/>
              <a:gd name="connsiteX5" fmla="*/ 534105 w 2214185"/>
              <a:gd name="connsiteY5" fmla="*/ 702134 h 3606319"/>
              <a:gd name="connsiteX0" fmla="*/ 591383 w 2201636"/>
              <a:gd name="connsiteY0" fmla="*/ 804752 h 3611345"/>
              <a:gd name="connsiteX1" fmla="*/ 1977710 w 2201636"/>
              <a:gd name="connsiteY1" fmla="*/ 44556 h 3611345"/>
              <a:gd name="connsiteX2" fmla="*/ 1615967 w 2201636"/>
              <a:gd name="connsiteY2" fmla="*/ 2039985 h 3611345"/>
              <a:gd name="connsiteX3" fmla="*/ 2012740 w 2201636"/>
              <a:gd name="connsiteY3" fmla="*/ 3511240 h 3611345"/>
              <a:gd name="connsiteX4" fmla="*/ 67016 w 2201636"/>
              <a:gd name="connsiteY4" fmla="*/ 2533681 h 3611345"/>
              <a:gd name="connsiteX5" fmla="*/ 591383 w 2201636"/>
              <a:gd name="connsiteY5" fmla="*/ 804752 h 3611345"/>
              <a:gd name="connsiteX0" fmla="*/ 621567 w 2231820"/>
              <a:gd name="connsiteY0" fmla="*/ 847596 h 3654189"/>
              <a:gd name="connsiteX1" fmla="*/ 2007894 w 2231820"/>
              <a:gd name="connsiteY1" fmla="*/ 87400 h 3654189"/>
              <a:gd name="connsiteX2" fmla="*/ 1646151 w 2231820"/>
              <a:gd name="connsiteY2" fmla="*/ 2082829 h 3654189"/>
              <a:gd name="connsiteX3" fmla="*/ 2042924 w 2231820"/>
              <a:gd name="connsiteY3" fmla="*/ 3554084 h 3654189"/>
              <a:gd name="connsiteX4" fmla="*/ 97200 w 2231820"/>
              <a:gd name="connsiteY4" fmla="*/ 2576525 h 3654189"/>
              <a:gd name="connsiteX5" fmla="*/ 621567 w 2231820"/>
              <a:gd name="connsiteY5" fmla="*/ 847596 h 36541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31820" h="3654189">
                <a:moveTo>
                  <a:pt x="621567" y="847596"/>
                </a:moveTo>
                <a:cubicBezTo>
                  <a:pt x="1178629" y="2845"/>
                  <a:pt x="1837130" y="-118472"/>
                  <a:pt x="2007894" y="87400"/>
                </a:cubicBezTo>
                <a:cubicBezTo>
                  <a:pt x="2178658" y="293272"/>
                  <a:pt x="1640313" y="1505048"/>
                  <a:pt x="1646151" y="2082829"/>
                </a:cubicBezTo>
                <a:cubicBezTo>
                  <a:pt x="1651989" y="2660610"/>
                  <a:pt x="2633224" y="3039235"/>
                  <a:pt x="2042924" y="3554084"/>
                </a:cubicBezTo>
                <a:cubicBezTo>
                  <a:pt x="1576966" y="3960484"/>
                  <a:pt x="334093" y="3027606"/>
                  <a:pt x="97200" y="2576525"/>
                </a:cubicBezTo>
                <a:cubicBezTo>
                  <a:pt x="-139693" y="2125444"/>
                  <a:pt x="64505" y="1692347"/>
                  <a:pt x="621567" y="847596"/>
                </a:cubicBezTo>
                <a:close/>
              </a:path>
            </a:pathLst>
          </a:custGeom>
          <a:solidFill>
            <a:srgbClr val="E7E7E7">
              <a:alpha val="52941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BAAE065-A309-1F47-9138-75E78CD01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 cap="all" spc="600" baseline="0">
                <a:solidFill>
                  <a:srgbClr val="647A84"/>
                </a:solidFill>
                <a:latin typeface="TheSans Plain" pitchFamily="2" charset="0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82311A-FB2F-DA48-8C46-A29BBA46B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137DF-46F0-194D-B8E6-89251B633EEA}" type="slidenum">
              <a:rPr lang="de-DE" smtClean="0"/>
              <a:t>‹Nr.›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32BA182-0060-D786-CA61-63531BC4A4B8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de-DE"/>
              <a:t>Artificial Hand (ARTHA) | Daniela Denk / Robert Robotti / Niko Nerd | 5XHXX</a:t>
            </a:r>
          </a:p>
        </p:txBody>
      </p:sp>
    </p:spTree>
    <p:extLst>
      <p:ext uri="{BB962C8B-B14F-4D97-AF65-F5344CB8AC3E}">
        <p14:creationId xmlns:p14="http://schemas.microsoft.com/office/powerpoint/2010/main" val="30760376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1.emf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B168018D-4A30-0245-A581-E357DFC59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de-DE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6C02A29-A96A-854E-A75C-3232443A51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39119"/>
            <a:ext cx="10515600" cy="41854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0E845B0-A96A-1F4A-984E-2254723BC6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7424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647A84"/>
                </a:solidFill>
              </a:defRPr>
            </a:lvl1pPr>
          </a:lstStyle>
          <a:p>
            <a:fld id="{12C137DF-46F0-194D-B8E6-89251B633EEA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61F9CB3-A1AC-2CC2-8E52-7965B0B157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647A84"/>
                </a:solidFill>
              </a:defRPr>
            </a:lvl1pPr>
          </a:lstStyle>
          <a:p>
            <a:r>
              <a:rPr lang="de-DE"/>
              <a:t>Lukas Peter Sumann, Maximilian Wolf Leopold Lindner</a:t>
            </a:r>
            <a:endParaRPr lang="de-DE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FCCBB944-0731-9506-EB09-BCB312E1EBDE}"/>
              </a:ext>
            </a:extLst>
          </p:cNvPr>
          <p:cNvPicPr>
            <a:picLocks noChangeAspect="1"/>
          </p:cNvPicPr>
          <p:nvPr userDrawn="1"/>
        </p:nvPicPr>
        <p:blipFill>
          <a:blip r:embed="rId24"/>
          <a:stretch>
            <a:fillRect/>
          </a:stretch>
        </p:blipFill>
        <p:spPr>
          <a:xfrm>
            <a:off x="9858375" y="216695"/>
            <a:ext cx="2078627" cy="466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42000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4" r:id="rId3"/>
    <p:sldLayoutId id="2147483660" r:id="rId4"/>
    <p:sldLayoutId id="2147483663" r:id="rId5"/>
    <p:sldLayoutId id="2147483681" r:id="rId6"/>
    <p:sldLayoutId id="2147483682" r:id="rId7"/>
    <p:sldLayoutId id="2147483686" r:id="rId8"/>
    <p:sldLayoutId id="2147483687" r:id="rId9"/>
    <p:sldLayoutId id="2147483688" r:id="rId10"/>
    <p:sldLayoutId id="2147483652" r:id="rId11"/>
    <p:sldLayoutId id="2147483689" r:id="rId12"/>
    <p:sldLayoutId id="2147483690" r:id="rId13"/>
    <p:sldLayoutId id="2147483666" r:id="rId14"/>
    <p:sldLayoutId id="2147483694" r:id="rId15"/>
    <p:sldLayoutId id="2147483695" r:id="rId16"/>
    <p:sldLayoutId id="2147483696" r:id="rId17"/>
    <p:sldLayoutId id="2147483691" r:id="rId18"/>
    <p:sldLayoutId id="2147483692" r:id="rId19"/>
    <p:sldLayoutId id="2147483693" r:id="rId20"/>
    <p:sldLayoutId id="2147483665" r:id="rId21"/>
    <p:sldLayoutId id="2147483697" r:id="rId2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spc="600" baseline="0">
          <a:solidFill>
            <a:srgbClr val="647A84"/>
          </a:solidFill>
          <a:latin typeface="TheSans Plain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87112E"/>
        </a:buClr>
        <a:buFont typeface="Wingdings" pitchFamily="2" charset="2"/>
        <a:buChar char="§"/>
        <a:defRPr sz="2800" kern="1200">
          <a:solidFill>
            <a:srgbClr val="647A84"/>
          </a:solidFill>
          <a:latin typeface="TheSans Plain" pitchFamily="2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87112E"/>
        </a:buClr>
        <a:buFont typeface="Wingdings" pitchFamily="2" charset="2"/>
        <a:buChar char="§"/>
        <a:defRPr sz="2400" kern="1200">
          <a:solidFill>
            <a:srgbClr val="647A84"/>
          </a:solidFill>
          <a:latin typeface="TheSans Plain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87112E"/>
        </a:buClr>
        <a:buFont typeface="Wingdings" pitchFamily="2" charset="2"/>
        <a:buChar char="§"/>
        <a:defRPr sz="2000" kern="1200">
          <a:solidFill>
            <a:srgbClr val="647A84"/>
          </a:solidFill>
          <a:latin typeface="TheSans Plain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87112E"/>
        </a:buClr>
        <a:buFont typeface="Wingdings" pitchFamily="2" charset="2"/>
        <a:buChar char="§"/>
        <a:defRPr sz="1800" kern="1200">
          <a:solidFill>
            <a:srgbClr val="647A84"/>
          </a:solidFill>
          <a:latin typeface="TheSans Plain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87112E"/>
        </a:buClr>
        <a:buFont typeface="Wingdings" pitchFamily="2" charset="2"/>
        <a:buChar char="§"/>
        <a:defRPr sz="1800" kern="1200">
          <a:solidFill>
            <a:srgbClr val="647A84"/>
          </a:solidFill>
          <a:latin typeface="TheSans Plain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2FF56CFA-BDB3-48B8-A7BC-FC38A662F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137DF-46F0-194D-B8E6-89251B633EEA}" type="slidenum">
              <a:rPr lang="de-DE" smtClean="0"/>
              <a:t>1</a:t>
            </a:fld>
            <a:endParaRPr lang="de-DE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B1A1F810-6947-4213-8F15-1147FCCF56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66635"/>
            <a:ext cx="9144000" cy="1767223"/>
          </a:xfrm>
        </p:spPr>
        <p:txBody>
          <a:bodyPr/>
          <a:lstStyle/>
          <a:p>
            <a:r>
              <a:rPr lang="de-AT" dirty="0"/>
              <a:t>Eventinsight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5CBBB85-825F-4212-A573-B49482B7A6C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Lukas Peter Sumann, Maximilian Wolf Leopold Lindner</a:t>
            </a:r>
            <a:endParaRPr lang="de-DE" dirty="0"/>
          </a:p>
        </p:txBody>
      </p:sp>
      <p:pic>
        <p:nvPicPr>
          <p:cNvPr id="6" name="Grafik 5" descr="Ein Bild, das Logo, Grafiken, Grafikdesign, Text enthält.">
            <a:extLst>
              <a:ext uri="{FF2B5EF4-FFF2-40B4-BE49-F238E27FC236}">
                <a16:creationId xmlns:a16="http://schemas.microsoft.com/office/drawing/2014/main" id="{4DCBCA5B-07A1-FB1F-B99E-5BF87E4C82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2737" y="2831841"/>
            <a:ext cx="3226526" cy="3226526"/>
          </a:xfrm>
          <a:prstGeom prst="ellipse">
            <a:avLst/>
          </a:prstGeom>
          <a:ln w="63500" cap="rnd">
            <a:solidFill>
              <a:srgbClr val="3EB19B"/>
            </a:solidFill>
          </a:ln>
          <a:effectLst/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32398194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6CCF336-F42E-4C51-8E29-A6D82C5FA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Agenda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5226F95-D01B-41C5-A2EA-38FCACCC1F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AT" dirty="0"/>
              <a:t>Projektidee</a:t>
            </a:r>
          </a:p>
          <a:p>
            <a:r>
              <a:rPr lang="de-AT" dirty="0"/>
              <a:t>Wirtschaftspartner</a:t>
            </a:r>
          </a:p>
          <a:p>
            <a:r>
              <a:rPr lang="de-AT" dirty="0"/>
              <a:t>Projektplanung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B3E4BD9-E478-4886-B014-8671A1CFE4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137DF-46F0-194D-B8E6-89251B633EEA}" type="slidenum">
              <a:rPr lang="de-DE" smtClean="0"/>
              <a:t>2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14729FF-97C7-42C7-AACC-A172CB7B986C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de-DE"/>
              <a:t>Lukas Peter Sumann, Maximilian Wolf Leopold Lindner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316735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fik 9">
            <a:extLst>
              <a:ext uri="{FF2B5EF4-FFF2-40B4-BE49-F238E27FC236}">
                <a16:creationId xmlns:a16="http://schemas.microsoft.com/office/drawing/2014/main" id="{7FAF3611-E198-4EA7-BE07-91A2B5E1A6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9800" y="1279971"/>
            <a:ext cx="6172200" cy="4205879"/>
          </a:xfrm>
          <a:prstGeom prst="rect">
            <a:avLst/>
          </a:prstGeom>
          <a:ln>
            <a:noFill/>
          </a:ln>
          <a:effectLst>
            <a:softEdge rad="127000"/>
          </a:effectLst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BF47D3CE-2045-4A99-ADAE-3C42BD6DA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Projektidee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442EF45-B522-4103-A497-1C83166ECC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79462" y="1825625"/>
            <a:ext cx="5840338" cy="4351338"/>
          </a:xfrm>
        </p:spPr>
        <p:txBody>
          <a:bodyPr/>
          <a:lstStyle/>
          <a:p>
            <a:r>
              <a:rPr lang="de-AT" sz="2000" dirty="0"/>
              <a:t>Eine Website zur Visualisierung von Renndaten</a:t>
            </a:r>
          </a:p>
          <a:p>
            <a:r>
              <a:rPr lang="de-AT" sz="2000" dirty="0"/>
              <a:t>Live Tracking </a:t>
            </a:r>
            <a:r>
              <a:rPr lang="de-AT" sz="2000" dirty="0" err="1"/>
              <a:t>Map</a:t>
            </a:r>
            <a:endParaRPr lang="de-AT" sz="2000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9432905-F831-4DC6-B1E2-B30480274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137DF-46F0-194D-B8E6-89251B633EEA}" type="slidenum">
              <a:rPr lang="de-DE" smtClean="0"/>
              <a:t>3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E8D95BA-7C61-42BD-8503-5FA12A5E27B4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de-DE"/>
              <a:t>Lukas Peter Sumann, Maximilian Wolf Leopold Lindner</a:t>
            </a:r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6E273F8F-257E-498A-A92F-4FC075EC71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 l="129" r="129"/>
          <a:stretch/>
        </p:blipFill>
        <p:spPr bwMode="auto">
          <a:xfrm>
            <a:off x="5721573" y="1510970"/>
            <a:ext cx="6200774" cy="31704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78523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F47D3CE-2045-4A99-ADAE-3C42BD6DA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Wirtschaftspartner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442EF45-B522-4103-A497-1C83166ECC0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de-AT" b="0" i="0" dirty="0">
                <a:solidFill>
                  <a:srgbClr val="212529"/>
                </a:solidFill>
                <a:effectLst/>
                <a:latin typeface="-apple-system"/>
              </a:rPr>
              <a:t>race result austria GmbH</a:t>
            </a:r>
            <a:endParaRPr lang="de-AT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9432905-F831-4DC6-B1E2-B30480274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137DF-46F0-194D-B8E6-89251B633EEA}" type="slidenum">
              <a:rPr lang="de-DE" smtClean="0"/>
              <a:t>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E8D95BA-7C61-42BD-8503-5FA12A5E27B4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de-DE"/>
              <a:t>Lukas Peter Sumann, Maximilian Wolf Leopold Lindner</a:t>
            </a:r>
          </a:p>
        </p:txBody>
      </p:sp>
      <p:pic>
        <p:nvPicPr>
          <p:cNvPr id="12" name="Picture 6" descr="race result Austria : : my.race|result">
            <a:extLst>
              <a:ext uri="{FF2B5EF4-FFF2-40B4-BE49-F238E27FC236}">
                <a16:creationId xmlns:a16="http://schemas.microsoft.com/office/drawing/2014/main" id="{DF9E7B19-678C-4D28-9E61-0498121970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690688"/>
            <a:ext cx="5167357" cy="7347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96537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>
            <a:extLst>
              <a:ext uri="{FF2B5EF4-FFF2-40B4-BE49-F238E27FC236}">
                <a16:creationId xmlns:a16="http://schemas.microsoft.com/office/drawing/2014/main" id="{F097D808-3417-4CB0-8751-0ACD5DAE8C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9800" y="1326060"/>
            <a:ext cx="6172200" cy="4205879"/>
          </a:xfrm>
          <a:prstGeom prst="rect">
            <a:avLst/>
          </a:prstGeom>
          <a:ln>
            <a:noFill/>
          </a:ln>
          <a:effectLst>
            <a:softEdge rad="127000"/>
          </a:effectLst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BF47D3CE-2045-4A99-ADAE-3C42BD6DA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Projektplanung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442EF45-B522-4103-A497-1C83166ECC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72200" y="1978025"/>
            <a:ext cx="5181600" cy="4351338"/>
          </a:xfrm>
        </p:spPr>
        <p:txBody>
          <a:bodyPr/>
          <a:lstStyle/>
          <a:p>
            <a:r>
              <a:rPr lang="de-AT" dirty="0"/>
              <a:t>Sumann:</a:t>
            </a:r>
          </a:p>
          <a:p>
            <a:pPr lvl="1"/>
            <a:r>
              <a:rPr lang="de-AT" sz="2000" dirty="0"/>
              <a:t>Live Tracking Applikation</a:t>
            </a:r>
          </a:p>
          <a:p>
            <a:pPr lvl="1"/>
            <a:r>
              <a:rPr lang="de-AT" sz="2000" dirty="0"/>
              <a:t>Datenerfassung von RaceResult API</a:t>
            </a:r>
          </a:p>
          <a:p>
            <a:pPr lvl="1"/>
            <a:r>
              <a:rPr lang="de-AT" sz="2000" dirty="0"/>
              <a:t>Standard UI</a:t>
            </a:r>
          </a:p>
          <a:p>
            <a:pPr lvl="1"/>
            <a:r>
              <a:rPr lang="de-AT" sz="2000" dirty="0"/>
              <a:t>Admin UI (Import GPX File)</a:t>
            </a:r>
          </a:p>
          <a:p>
            <a:pPr lvl="1"/>
            <a:endParaRPr lang="de-AT" sz="2000" dirty="0"/>
          </a:p>
          <a:p>
            <a:pPr lvl="1"/>
            <a:endParaRPr lang="de-AT" dirty="0"/>
          </a:p>
          <a:p>
            <a:pPr lvl="1"/>
            <a:endParaRPr lang="de-AT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9432905-F831-4DC6-B1E2-B30480274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137DF-46F0-194D-B8E6-89251B633EEA}" type="slidenum">
              <a:rPr lang="de-DE" smtClean="0"/>
              <a:t>5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E8D95BA-7C61-42BD-8503-5FA12A5E27B4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de-DE"/>
              <a:t>Lukas Peter Sumann, Maximilian Wolf Leopold Lindner</a:t>
            </a:r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788BF19F-FECE-4EEC-B2CB-26CE666079CA}"/>
              </a:ext>
            </a:extLst>
          </p:cNvPr>
          <p:cNvSpPr txBox="1">
            <a:spLocks/>
          </p:cNvSpPr>
          <p:nvPr/>
        </p:nvSpPr>
        <p:spPr>
          <a:xfrm>
            <a:off x="574518" y="1978025"/>
            <a:ext cx="5708964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3EB19B"/>
              </a:buClr>
              <a:buFont typeface="Wingdings" pitchFamily="2" charset="2"/>
              <a:buChar char="§"/>
              <a:defRPr sz="2800" kern="1200">
                <a:solidFill>
                  <a:srgbClr val="647A84"/>
                </a:solidFill>
                <a:latin typeface="TheSans Plain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3EB19B"/>
              </a:buClr>
              <a:buFont typeface="Wingdings" pitchFamily="2" charset="2"/>
              <a:buChar char="§"/>
              <a:defRPr sz="2400" kern="1200">
                <a:solidFill>
                  <a:srgbClr val="647A84"/>
                </a:solidFill>
                <a:latin typeface="TheSans Plain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3EB19B"/>
              </a:buClr>
              <a:buFont typeface="Wingdings" pitchFamily="2" charset="2"/>
              <a:buChar char="§"/>
              <a:defRPr sz="2000" kern="1200">
                <a:solidFill>
                  <a:srgbClr val="647A84"/>
                </a:solidFill>
                <a:latin typeface="TheSans Plain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3EB19B"/>
              </a:buClr>
              <a:buFont typeface="Wingdings" pitchFamily="2" charset="2"/>
              <a:buChar char="§"/>
              <a:defRPr sz="1800" kern="1200">
                <a:solidFill>
                  <a:srgbClr val="647A84"/>
                </a:solidFill>
                <a:latin typeface="TheSans Plain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3EB19B"/>
              </a:buClr>
              <a:buFont typeface="Wingdings" pitchFamily="2" charset="2"/>
              <a:buChar char="§"/>
              <a:defRPr sz="1800" kern="1200">
                <a:solidFill>
                  <a:srgbClr val="647A84"/>
                </a:solidFill>
                <a:latin typeface="TheSans Plain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AT" dirty="0"/>
              <a:t>Lindner:</a:t>
            </a:r>
          </a:p>
          <a:p>
            <a:pPr lvl="2"/>
            <a:r>
              <a:rPr lang="de-AT" dirty="0"/>
              <a:t>Admin UI </a:t>
            </a:r>
          </a:p>
          <a:p>
            <a:pPr lvl="2"/>
            <a:r>
              <a:rPr lang="de-AT" dirty="0"/>
              <a:t>Verknüpfung MyRaceResult</a:t>
            </a:r>
          </a:p>
          <a:p>
            <a:pPr lvl="2"/>
            <a:r>
              <a:rPr lang="de-AT" dirty="0"/>
              <a:t>Anzeigen von renn-relevanten Daten und Sponsorenwerbung</a:t>
            </a:r>
          </a:p>
          <a:p>
            <a:pPr lvl="2"/>
            <a:endParaRPr lang="de-AT" dirty="0"/>
          </a:p>
          <a:p>
            <a:pPr lvl="2"/>
            <a:endParaRPr lang="de-AT" sz="2400" dirty="0"/>
          </a:p>
          <a:p>
            <a:pPr lvl="2"/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20362832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1">
            <a:extLst>
              <a:ext uri="{FF2B5EF4-FFF2-40B4-BE49-F238E27FC236}">
                <a16:creationId xmlns:a16="http://schemas.microsoft.com/office/drawing/2014/main" id="{14F02178-2983-11F0-7D1B-17C0867B7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192"/>
            <a:ext cx="10515600" cy="738153"/>
          </a:xfrm>
        </p:spPr>
        <p:txBody>
          <a:bodyPr/>
          <a:lstStyle/>
          <a:p>
            <a:r>
              <a:rPr lang="de-AT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SCRUM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E754EFF-4291-4EBF-90D0-581B8F9E99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8218D9-905A-4503-932B-6F8832F13D90}" type="slidenum">
              <a:rPr lang="de-AT" smtClean="0"/>
              <a:t>6</a:t>
            </a:fld>
            <a:endParaRPr lang="de-AT"/>
          </a:p>
        </p:txBody>
      </p:sp>
      <p:sp>
        <p:nvSpPr>
          <p:cNvPr id="30" name="Rechteck: abgerundete Ecken 29">
            <a:extLst>
              <a:ext uri="{FF2B5EF4-FFF2-40B4-BE49-F238E27FC236}">
                <a16:creationId xmlns:a16="http://schemas.microsoft.com/office/drawing/2014/main" id="{2332D46E-6170-4C5B-95C2-34DA1E643A23}"/>
              </a:ext>
            </a:extLst>
          </p:cNvPr>
          <p:cNvSpPr/>
          <p:nvPr/>
        </p:nvSpPr>
        <p:spPr>
          <a:xfrm>
            <a:off x="358109" y="716169"/>
            <a:ext cx="519695" cy="5980498"/>
          </a:xfrm>
          <a:prstGeom prst="roundRect">
            <a:avLst/>
          </a:prstGeom>
          <a:solidFill>
            <a:srgbClr val="BFA3C9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de-AT" sz="1400" dirty="0">
                <a:solidFill>
                  <a:schemeClr val="tx1"/>
                </a:solidFill>
              </a:rPr>
              <a:t>Event Insight</a:t>
            </a:r>
          </a:p>
        </p:txBody>
      </p:sp>
      <p:sp>
        <p:nvSpPr>
          <p:cNvPr id="31" name="Rechteck: abgerundete Ecken 30">
            <a:extLst>
              <a:ext uri="{FF2B5EF4-FFF2-40B4-BE49-F238E27FC236}">
                <a16:creationId xmlns:a16="http://schemas.microsoft.com/office/drawing/2014/main" id="{F5DE80F1-ECE6-4843-9908-6737769D1C7C}"/>
              </a:ext>
            </a:extLst>
          </p:cNvPr>
          <p:cNvSpPr/>
          <p:nvPr/>
        </p:nvSpPr>
        <p:spPr>
          <a:xfrm>
            <a:off x="1075156" y="2301410"/>
            <a:ext cx="2273675" cy="1759617"/>
          </a:xfrm>
          <a:prstGeom prst="roundRect">
            <a:avLst/>
          </a:prstGeom>
          <a:solidFill>
            <a:srgbClr val="D1BED8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400" dirty="0">
                <a:solidFill>
                  <a:schemeClr val="tx1"/>
                </a:solidFill>
              </a:rPr>
              <a:t>2. Admin UI</a:t>
            </a:r>
          </a:p>
        </p:txBody>
      </p:sp>
      <p:sp>
        <p:nvSpPr>
          <p:cNvPr id="32" name="Rechteck: abgerundete Ecken 31">
            <a:extLst>
              <a:ext uri="{FF2B5EF4-FFF2-40B4-BE49-F238E27FC236}">
                <a16:creationId xmlns:a16="http://schemas.microsoft.com/office/drawing/2014/main" id="{9CD2EA51-523F-40D5-9E66-F68202A11A37}"/>
              </a:ext>
            </a:extLst>
          </p:cNvPr>
          <p:cNvSpPr/>
          <p:nvPr/>
        </p:nvSpPr>
        <p:spPr>
          <a:xfrm>
            <a:off x="1075156" y="4333283"/>
            <a:ext cx="2273675" cy="1788792"/>
          </a:xfrm>
          <a:prstGeom prst="roundRect">
            <a:avLst/>
          </a:prstGeom>
          <a:solidFill>
            <a:srgbClr val="D1BED8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400" dirty="0">
                <a:solidFill>
                  <a:schemeClr val="tx1"/>
                </a:solidFill>
              </a:rPr>
              <a:t>3.  User UI &amp; </a:t>
            </a:r>
            <a:r>
              <a:rPr lang="de-AT" sz="1400" dirty="0" err="1">
                <a:solidFill>
                  <a:schemeClr val="tx1"/>
                </a:solidFill>
              </a:rPr>
              <a:t>Racemap</a:t>
            </a:r>
            <a:br>
              <a:rPr lang="de-AT" sz="1400" dirty="0">
                <a:solidFill>
                  <a:schemeClr val="tx1"/>
                </a:solidFill>
              </a:rPr>
            </a:br>
            <a:endParaRPr lang="de-AT" sz="1400" dirty="0">
              <a:solidFill>
                <a:schemeClr val="tx1"/>
              </a:solidFill>
            </a:endParaRPr>
          </a:p>
        </p:txBody>
      </p:sp>
      <p:sp>
        <p:nvSpPr>
          <p:cNvPr id="34" name="Rechteck: abgerundete Ecken 33">
            <a:extLst>
              <a:ext uri="{FF2B5EF4-FFF2-40B4-BE49-F238E27FC236}">
                <a16:creationId xmlns:a16="http://schemas.microsoft.com/office/drawing/2014/main" id="{5FF73F01-2C2F-4906-B3C0-73FC5695DD08}"/>
              </a:ext>
            </a:extLst>
          </p:cNvPr>
          <p:cNvSpPr/>
          <p:nvPr/>
        </p:nvSpPr>
        <p:spPr>
          <a:xfrm>
            <a:off x="3486544" y="2281944"/>
            <a:ext cx="2935849" cy="825346"/>
          </a:xfrm>
          <a:prstGeom prst="roundRect">
            <a:avLst/>
          </a:prstGeom>
          <a:solidFill>
            <a:srgbClr val="E4D8E8"/>
          </a:solidFill>
          <a:ln w="2540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lIns="180000" rtlCol="0" anchor="ctr"/>
          <a:lstStyle/>
          <a:p>
            <a:r>
              <a:rPr lang="de-AT" sz="1200" dirty="0">
                <a:solidFill>
                  <a:schemeClr val="tx1"/>
                </a:solidFill>
              </a:rPr>
              <a:t>2.1 Als Veranstalter/Zeitnehmer möchte ich in einer Admin UI die User UI gestalten können</a:t>
            </a:r>
          </a:p>
        </p:txBody>
      </p:sp>
      <p:sp>
        <p:nvSpPr>
          <p:cNvPr id="35" name="Rechteck: abgerundete Ecken 34">
            <a:extLst>
              <a:ext uri="{FF2B5EF4-FFF2-40B4-BE49-F238E27FC236}">
                <a16:creationId xmlns:a16="http://schemas.microsoft.com/office/drawing/2014/main" id="{28AAF7F6-1821-43D1-83D9-125508480D85}"/>
              </a:ext>
            </a:extLst>
          </p:cNvPr>
          <p:cNvSpPr/>
          <p:nvPr/>
        </p:nvSpPr>
        <p:spPr>
          <a:xfrm>
            <a:off x="6536345" y="2297026"/>
            <a:ext cx="4942283" cy="208316"/>
          </a:xfrm>
          <a:prstGeom prst="roundRect">
            <a:avLst/>
          </a:prstGeom>
          <a:solidFill>
            <a:srgbClr val="EEE7F1"/>
          </a:solidFill>
          <a:ln w="9525"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180000" rtlCol="0" anchor="ctr"/>
          <a:lstStyle/>
          <a:p>
            <a:r>
              <a:rPr lang="de-DE" sz="1050" dirty="0">
                <a:solidFill>
                  <a:schemeClr val="tx1"/>
                </a:solidFill>
              </a:rPr>
              <a:t>2.1.1 Eingeben von rennspezifischen Daten (Werbung, spontane Änderungen)</a:t>
            </a:r>
            <a:endParaRPr lang="de-AT" sz="1050" dirty="0">
              <a:solidFill>
                <a:schemeClr val="tx1"/>
              </a:solidFill>
            </a:endParaRPr>
          </a:p>
        </p:txBody>
      </p:sp>
      <p:sp>
        <p:nvSpPr>
          <p:cNvPr id="37" name="Rechteck: abgerundete Ecken 36">
            <a:extLst>
              <a:ext uri="{FF2B5EF4-FFF2-40B4-BE49-F238E27FC236}">
                <a16:creationId xmlns:a16="http://schemas.microsoft.com/office/drawing/2014/main" id="{E4434661-AC9E-4914-ACB1-26DC0C04C7ED}"/>
              </a:ext>
            </a:extLst>
          </p:cNvPr>
          <p:cNvSpPr/>
          <p:nvPr/>
        </p:nvSpPr>
        <p:spPr>
          <a:xfrm>
            <a:off x="3488763" y="5186929"/>
            <a:ext cx="2935849" cy="975585"/>
          </a:xfrm>
          <a:prstGeom prst="roundRect">
            <a:avLst/>
          </a:prstGeom>
          <a:solidFill>
            <a:srgbClr val="E4D8E8"/>
          </a:solidFill>
          <a:ln w="28575">
            <a:solidFill>
              <a:srgbClr val="FFD757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lIns="180000" rtlCol="0" anchor="ctr"/>
          <a:lstStyle/>
          <a:p>
            <a:r>
              <a:rPr lang="de-AT" sz="1200" dirty="0">
                <a:solidFill>
                  <a:schemeClr val="tx1"/>
                </a:solidFill>
              </a:rPr>
              <a:t>3.2 Als Teilnehmer/Zuschauer möchte ich auf einer Karte sehen, wo sich die Läufer befinden </a:t>
            </a:r>
          </a:p>
        </p:txBody>
      </p:sp>
      <p:sp>
        <p:nvSpPr>
          <p:cNvPr id="40" name="Rechteck: abgerundete Ecken 39">
            <a:extLst>
              <a:ext uri="{FF2B5EF4-FFF2-40B4-BE49-F238E27FC236}">
                <a16:creationId xmlns:a16="http://schemas.microsoft.com/office/drawing/2014/main" id="{26E4FD1B-B74E-4DA8-A1A4-F63F6EED41B2}"/>
              </a:ext>
            </a:extLst>
          </p:cNvPr>
          <p:cNvSpPr/>
          <p:nvPr/>
        </p:nvSpPr>
        <p:spPr>
          <a:xfrm>
            <a:off x="6536343" y="2825386"/>
            <a:ext cx="4942283" cy="208316"/>
          </a:xfrm>
          <a:prstGeom prst="roundRect">
            <a:avLst/>
          </a:prstGeom>
          <a:solidFill>
            <a:srgbClr val="EEE7F1"/>
          </a:solidFill>
          <a:ln w="9525"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180000" rtlCol="0" anchor="ctr"/>
          <a:lstStyle/>
          <a:p>
            <a:r>
              <a:rPr lang="de-AT" sz="1050" dirty="0">
                <a:solidFill>
                  <a:schemeClr val="tx1"/>
                </a:solidFill>
              </a:rPr>
              <a:t>2.1.3 Connection zu </a:t>
            </a:r>
            <a:r>
              <a:rPr lang="de-AT" sz="1050" dirty="0" err="1">
                <a:solidFill>
                  <a:schemeClr val="tx1"/>
                </a:solidFill>
              </a:rPr>
              <a:t>MyRaceResult</a:t>
            </a:r>
            <a:r>
              <a:rPr lang="de-AT" sz="1050" dirty="0">
                <a:solidFill>
                  <a:schemeClr val="tx1"/>
                </a:solidFill>
              </a:rPr>
              <a:t> (Live Zeiten)</a:t>
            </a:r>
          </a:p>
        </p:txBody>
      </p:sp>
      <p:sp>
        <p:nvSpPr>
          <p:cNvPr id="46" name="Rechteck: abgerundete Ecken 45">
            <a:extLst>
              <a:ext uri="{FF2B5EF4-FFF2-40B4-BE49-F238E27FC236}">
                <a16:creationId xmlns:a16="http://schemas.microsoft.com/office/drawing/2014/main" id="{1880841C-83A9-436C-8648-D98DAAE084F4}"/>
              </a:ext>
            </a:extLst>
          </p:cNvPr>
          <p:cNvSpPr/>
          <p:nvPr/>
        </p:nvSpPr>
        <p:spPr>
          <a:xfrm>
            <a:off x="6560106" y="5186929"/>
            <a:ext cx="4942283" cy="208316"/>
          </a:xfrm>
          <a:prstGeom prst="roundRect">
            <a:avLst/>
          </a:prstGeom>
          <a:solidFill>
            <a:srgbClr val="EEE7F1"/>
          </a:solidFill>
          <a:ln w="9525"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180000" rtlCol="0" anchor="ctr"/>
          <a:lstStyle/>
          <a:p>
            <a:r>
              <a:rPr lang="de-AT" sz="1050" dirty="0">
                <a:solidFill>
                  <a:schemeClr val="tx1"/>
                </a:solidFill>
              </a:rPr>
              <a:t>3.2.1 Über </a:t>
            </a:r>
            <a:r>
              <a:rPr lang="de-AT" sz="1050" dirty="0" err="1">
                <a:solidFill>
                  <a:schemeClr val="tx1"/>
                </a:solidFill>
              </a:rPr>
              <a:t>SimplyAPI</a:t>
            </a:r>
            <a:r>
              <a:rPr lang="de-AT" sz="1050" dirty="0">
                <a:solidFill>
                  <a:schemeClr val="tx1"/>
                </a:solidFill>
              </a:rPr>
              <a:t> Daten von </a:t>
            </a:r>
            <a:r>
              <a:rPr lang="de-AT" sz="1050" dirty="0" err="1">
                <a:solidFill>
                  <a:schemeClr val="tx1"/>
                </a:solidFill>
              </a:rPr>
              <a:t>RaceResult</a:t>
            </a:r>
            <a:r>
              <a:rPr lang="de-AT" sz="1050" dirty="0">
                <a:solidFill>
                  <a:schemeClr val="tx1"/>
                </a:solidFill>
              </a:rPr>
              <a:t> abgreifen</a:t>
            </a:r>
          </a:p>
        </p:txBody>
      </p:sp>
      <p:sp>
        <p:nvSpPr>
          <p:cNvPr id="49" name="Rechteck: abgerundete Ecken 48">
            <a:extLst>
              <a:ext uri="{FF2B5EF4-FFF2-40B4-BE49-F238E27FC236}">
                <a16:creationId xmlns:a16="http://schemas.microsoft.com/office/drawing/2014/main" id="{0543DB72-4255-4EB2-81D7-E504C896E02F}"/>
              </a:ext>
            </a:extLst>
          </p:cNvPr>
          <p:cNvSpPr/>
          <p:nvPr/>
        </p:nvSpPr>
        <p:spPr>
          <a:xfrm>
            <a:off x="8836351" y="6358257"/>
            <a:ext cx="1494964" cy="28183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lIns="180000" rtlCol="0" anchor="ctr"/>
          <a:lstStyle/>
          <a:p>
            <a:r>
              <a:rPr lang="de-AT" sz="1200" dirty="0">
                <a:solidFill>
                  <a:schemeClr val="tx1"/>
                </a:solidFill>
              </a:rPr>
              <a:t>Maximilian Lindner</a:t>
            </a:r>
          </a:p>
        </p:txBody>
      </p:sp>
      <p:sp>
        <p:nvSpPr>
          <p:cNvPr id="50" name="Rechteck: abgerundete Ecken 49">
            <a:extLst>
              <a:ext uri="{FF2B5EF4-FFF2-40B4-BE49-F238E27FC236}">
                <a16:creationId xmlns:a16="http://schemas.microsoft.com/office/drawing/2014/main" id="{2DC236C5-ED95-4F61-A1F3-7DC4260AF46B}"/>
              </a:ext>
            </a:extLst>
          </p:cNvPr>
          <p:cNvSpPr/>
          <p:nvPr/>
        </p:nvSpPr>
        <p:spPr>
          <a:xfrm>
            <a:off x="10468598" y="6351959"/>
            <a:ext cx="1201569" cy="281831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FFD757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lIns="180000" rtlCol="0" anchor="ctr"/>
          <a:lstStyle/>
          <a:p>
            <a:r>
              <a:rPr lang="de-AT" sz="1200" dirty="0">
                <a:solidFill>
                  <a:schemeClr val="tx1"/>
                </a:solidFill>
              </a:rPr>
              <a:t>Lukas Sumann</a:t>
            </a:r>
          </a:p>
        </p:txBody>
      </p:sp>
      <p:sp>
        <p:nvSpPr>
          <p:cNvPr id="51" name="Rechteck: abgerundete Ecken 50">
            <a:extLst>
              <a:ext uri="{FF2B5EF4-FFF2-40B4-BE49-F238E27FC236}">
                <a16:creationId xmlns:a16="http://schemas.microsoft.com/office/drawing/2014/main" id="{3D8B7B99-A9F9-4C6F-83E4-EAE410DE9771}"/>
              </a:ext>
            </a:extLst>
          </p:cNvPr>
          <p:cNvSpPr/>
          <p:nvPr/>
        </p:nvSpPr>
        <p:spPr>
          <a:xfrm>
            <a:off x="3486544" y="4370520"/>
            <a:ext cx="2935849" cy="610693"/>
          </a:xfrm>
          <a:prstGeom prst="roundRect">
            <a:avLst/>
          </a:prstGeom>
          <a:solidFill>
            <a:srgbClr val="E4D8E8"/>
          </a:solidFill>
          <a:ln w="28575">
            <a:solidFill>
              <a:srgbClr val="FFD757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lIns="180000" rtlCol="0" anchor="ctr"/>
          <a:lstStyle/>
          <a:p>
            <a:r>
              <a:rPr lang="de-AT" sz="1200" dirty="0">
                <a:solidFill>
                  <a:schemeClr val="tx1"/>
                </a:solidFill>
              </a:rPr>
              <a:t>3.1 Als Teilnehmer/Zuschauer möchte ich auf einer Website Zugriff zu allen Renninformationen haben</a:t>
            </a:r>
          </a:p>
        </p:txBody>
      </p:sp>
      <p:sp>
        <p:nvSpPr>
          <p:cNvPr id="53" name="Rechteck: abgerundete Ecken 52">
            <a:extLst>
              <a:ext uri="{FF2B5EF4-FFF2-40B4-BE49-F238E27FC236}">
                <a16:creationId xmlns:a16="http://schemas.microsoft.com/office/drawing/2014/main" id="{BE18604F-3B72-4E08-83C4-54B3314B1A7B}"/>
              </a:ext>
            </a:extLst>
          </p:cNvPr>
          <p:cNvSpPr/>
          <p:nvPr/>
        </p:nvSpPr>
        <p:spPr>
          <a:xfrm>
            <a:off x="6536344" y="3280719"/>
            <a:ext cx="4942283" cy="208316"/>
          </a:xfrm>
          <a:prstGeom prst="roundRect">
            <a:avLst/>
          </a:prstGeom>
          <a:solidFill>
            <a:srgbClr val="EEE7F1"/>
          </a:solidFill>
          <a:ln w="9525"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180000" rtlCol="0" anchor="ctr"/>
          <a:lstStyle/>
          <a:p>
            <a:r>
              <a:rPr lang="de-AT" sz="1050" dirty="0">
                <a:solidFill>
                  <a:schemeClr val="tx1"/>
                </a:solidFill>
              </a:rPr>
              <a:t>2.2.1 Import GPX File</a:t>
            </a:r>
          </a:p>
        </p:txBody>
      </p:sp>
      <p:sp>
        <p:nvSpPr>
          <p:cNvPr id="2" name="Rechteck: abgerundete Ecken 1">
            <a:extLst>
              <a:ext uri="{FF2B5EF4-FFF2-40B4-BE49-F238E27FC236}">
                <a16:creationId xmlns:a16="http://schemas.microsoft.com/office/drawing/2014/main" id="{0830624E-515E-7003-8FA1-E9280DF481F5}"/>
              </a:ext>
            </a:extLst>
          </p:cNvPr>
          <p:cNvSpPr/>
          <p:nvPr/>
        </p:nvSpPr>
        <p:spPr>
          <a:xfrm>
            <a:off x="1049939" y="735925"/>
            <a:ext cx="2273675" cy="1446960"/>
          </a:xfrm>
          <a:prstGeom prst="roundRect">
            <a:avLst/>
          </a:prstGeom>
          <a:solidFill>
            <a:srgbClr val="D1BED8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400" dirty="0">
                <a:solidFill>
                  <a:schemeClr val="tx1"/>
                </a:solidFill>
              </a:rPr>
              <a:t>1. Projektmanagement &amp; Dokumentation</a:t>
            </a:r>
          </a:p>
        </p:txBody>
      </p:sp>
      <p:sp>
        <p:nvSpPr>
          <p:cNvPr id="6" name="Rechteck: abgerundete Ecken 5">
            <a:extLst>
              <a:ext uri="{FF2B5EF4-FFF2-40B4-BE49-F238E27FC236}">
                <a16:creationId xmlns:a16="http://schemas.microsoft.com/office/drawing/2014/main" id="{1972016E-D98F-4D22-B394-C13BF26D14AC}"/>
              </a:ext>
            </a:extLst>
          </p:cNvPr>
          <p:cNvSpPr/>
          <p:nvPr/>
        </p:nvSpPr>
        <p:spPr>
          <a:xfrm>
            <a:off x="3463439" y="782388"/>
            <a:ext cx="2935849" cy="540000"/>
          </a:xfrm>
          <a:prstGeom prst="roundRect">
            <a:avLst/>
          </a:prstGeom>
          <a:solidFill>
            <a:srgbClr val="E4D8E8"/>
          </a:solidFill>
          <a:ln w="28575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lIns="180000" rtlCol="0" anchor="ctr"/>
          <a:lstStyle/>
          <a:p>
            <a:r>
              <a:rPr lang="de-AT" sz="1200" dirty="0">
                <a:solidFill>
                  <a:schemeClr val="tx1"/>
                </a:solidFill>
              </a:rPr>
              <a:t>1.1 Projektmanagement</a:t>
            </a:r>
          </a:p>
        </p:txBody>
      </p:sp>
      <p:sp>
        <p:nvSpPr>
          <p:cNvPr id="7" name="Rechteck: abgerundete Ecken 6">
            <a:extLst>
              <a:ext uri="{FF2B5EF4-FFF2-40B4-BE49-F238E27FC236}">
                <a16:creationId xmlns:a16="http://schemas.microsoft.com/office/drawing/2014/main" id="{20690D97-6EA0-48FE-BD74-9F8DEABF8DAE}"/>
              </a:ext>
            </a:extLst>
          </p:cNvPr>
          <p:cNvSpPr/>
          <p:nvPr/>
        </p:nvSpPr>
        <p:spPr>
          <a:xfrm>
            <a:off x="3450376" y="1387633"/>
            <a:ext cx="2935849" cy="788901"/>
          </a:xfrm>
          <a:prstGeom prst="roundRect">
            <a:avLst/>
          </a:prstGeom>
          <a:solidFill>
            <a:srgbClr val="E4D8E8"/>
          </a:solidFill>
          <a:ln w="28575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lIns="180000" rtlCol="0" anchor="ctr"/>
          <a:lstStyle/>
          <a:p>
            <a:r>
              <a:rPr lang="de-AT" sz="1200" dirty="0">
                <a:solidFill>
                  <a:schemeClr val="tx1"/>
                </a:solidFill>
              </a:rPr>
              <a:t>1.2 Dokumentation &amp; Präsentation</a:t>
            </a:r>
          </a:p>
        </p:txBody>
      </p:sp>
      <p:sp>
        <p:nvSpPr>
          <p:cNvPr id="13" name="Rechteck: abgerundete Ecken 12">
            <a:extLst>
              <a:ext uri="{FF2B5EF4-FFF2-40B4-BE49-F238E27FC236}">
                <a16:creationId xmlns:a16="http://schemas.microsoft.com/office/drawing/2014/main" id="{743F02E7-888D-54C7-F3E3-CBABD1692D00}"/>
              </a:ext>
            </a:extLst>
          </p:cNvPr>
          <p:cNvSpPr/>
          <p:nvPr/>
        </p:nvSpPr>
        <p:spPr>
          <a:xfrm>
            <a:off x="6497522" y="1101454"/>
            <a:ext cx="4942283" cy="208316"/>
          </a:xfrm>
          <a:prstGeom prst="roundRect">
            <a:avLst/>
          </a:prstGeom>
          <a:solidFill>
            <a:srgbClr val="EEE7F1"/>
          </a:solidFill>
          <a:ln w="9525"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180000" rtlCol="0" anchor="ctr"/>
          <a:lstStyle/>
          <a:p>
            <a:r>
              <a:rPr lang="de-AT" sz="1050" dirty="0">
                <a:solidFill>
                  <a:schemeClr val="tx1"/>
                </a:solidFill>
              </a:rPr>
              <a:t>1.1.2 Projektplan bearbeiten</a:t>
            </a:r>
          </a:p>
        </p:txBody>
      </p:sp>
      <p:sp>
        <p:nvSpPr>
          <p:cNvPr id="14" name="Rechteck: abgerundete Ecken 13">
            <a:extLst>
              <a:ext uri="{FF2B5EF4-FFF2-40B4-BE49-F238E27FC236}">
                <a16:creationId xmlns:a16="http://schemas.microsoft.com/office/drawing/2014/main" id="{F33AD165-F4ED-E590-0A2C-B928306BE610}"/>
              </a:ext>
            </a:extLst>
          </p:cNvPr>
          <p:cNvSpPr/>
          <p:nvPr/>
        </p:nvSpPr>
        <p:spPr>
          <a:xfrm>
            <a:off x="6497522" y="826454"/>
            <a:ext cx="4942283" cy="208316"/>
          </a:xfrm>
          <a:prstGeom prst="roundRect">
            <a:avLst/>
          </a:prstGeom>
          <a:solidFill>
            <a:srgbClr val="EEE7F1"/>
          </a:solidFill>
          <a:ln w="9525"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180000" rtlCol="0" anchor="ctr"/>
          <a:lstStyle/>
          <a:p>
            <a:r>
              <a:rPr lang="de-AT" sz="1050" dirty="0">
                <a:solidFill>
                  <a:schemeClr val="tx1"/>
                </a:solidFill>
              </a:rPr>
              <a:t>1.1.1 Projektdefinition erstellen</a:t>
            </a:r>
          </a:p>
        </p:txBody>
      </p:sp>
      <p:sp>
        <p:nvSpPr>
          <p:cNvPr id="15" name="Rechteck: abgerundete Ecken 14">
            <a:extLst>
              <a:ext uri="{FF2B5EF4-FFF2-40B4-BE49-F238E27FC236}">
                <a16:creationId xmlns:a16="http://schemas.microsoft.com/office/drawing/2014/main" id="{6B3E17FB-4537-C189-9897-0664DD9238EF}"/>
              </a:ext>
            </a:extLst>
          </p:cNvPr>
          <p:cNvSpPr/>
          <p:nvPr/>
        </p:nvSpPr>
        <p:spPr>
          <a:xfrm>
            <a:off x="6497522" y="1376454"/>
            <a:ext cx="4942283" cy="208316"/>
          </a:xfrm>
          <a:prstGeom prst="roundRect">
            <a:avLst/>
          </a:prstGeom>
          <a:solidFill>
            <a:srgbClr val="EEE7F1"/>
          </a:solidFill>
          <a:ln w="9525"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180000" rtlCol="0" anchor="ctr"/>
          <a:lstStyle/>
          <a:p>
            <a:r>
              <a:rPr lang="de-AT" sz="1050" dirty="0">
                <a:solidFill>
                  <a:schemeClr val="tx1"/>
                </a:solidFill>
              </a:rPr>
              <a:t>1.2.1 Kapitel 1 &amp; Kapitel 2 schreiben</a:t>
            </a:r>
          </a:p>
        </p:txBody>
      </p:sp>
      <p:sp>
        <p:nvSpPr>
          <p:cNvPr id="16" name="Rechteck: abgerundete Ecken 15">
            <a:extLst>
              <a:ext uri="{FF2B5EF4-FFF2-40B4-BE49-F238E27FC236}">
                <a16:creationId xmlns:a16="http://schemas.microsoft.com/office/drawing/2014/main" id="{2F3BEA4F-7205-D100-BB74-D24CB8B36D2C}"/>
              </a:ext>
            </a:extLst>
          </p:cNvPr>
          <p:cNvSpPr/>
          <p:nvPr/>
        </p:nvSpPr>
        <p:spPr>
          <a:xfrm>
            <a:off x="6497522" y="1651454"/>
            <a:ext cx="4942283" cy="208316"/>
          </a:xfrm>
          <a:prstGeom prst="roundRect">
            <a:avLst/>
          </a:prstGeom>
          <a:solidFill>
            <a:srgbClr val="EEE7F1"/>
          </a:solidFill>
          <a:ln w="9525"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180000" rtlCol="0" anchor="ctr"/>
          <a:lstStyle/>
          <a:p>
            <a:r>
              <a:rPr lang="de-AT" sz="1050" dirty="0">
                <a:solidFill>
                  <a:schemeClr val="tx1"/>
                </a:solidFill>
              </a:rPr>
              <a:t>1.2.2 Präsentationen vorbereiten</a:t>
            </a:r>
          </a:p>
        </p:txBody>
      </p:sp>
      <p:sp>
        <p:nvSpPr>
          <p:cNvPr id="17" name="Rechteck: abgerundete Ecken 16">
            <a:extLst>
              <a:ext uri="{FF2B5EF4-FFF2-40B4-BE49-F238E27FC236}">
                <a16:creationId xmlns:a16="http://schemas.microsoft.com/office/drawing/2014/main" id="{A5A93D68-DFF0-533B-E5B2-9067DCD8B3C6}"/>
              </a:ext>
            </a:extLst>
          </p:cNvPr>
          <p:cNvSpPr/>
          <p:nvPr/>
        </p:nvSpPr>
        <p:spPr>
          <a:xfrm>
            <a:off x="6497522" y="1926455"/>
            <a:ext cx="4942283" cy="208316"/>
          </a:xfrm>
          <a:prstGeom prst="roundRect">
            <a:avLst/>
          </a:prstGeom>
          <a:solidFill>
            <a:srgbClr val="EEE7F1"/>
          </a:solidFill>
          <a:ln w="9525"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180000" rtlCol="0" anchor="ctr"/>
          <a:lstStyle/>
          <a:p>
            <a:r>
              <a:rPr lang="de-AT" sz="1050" dirty="0">
                <a:solidFill>
                  <a:schemeClr val="tx1"/>
                </a:solidFill>
              </a:rPr>
              <a:t>1.2.3 Individuellen Teil verfassen</a:t>
            </a:r>
          </a:p>
        </p:txBody>
      </p:sp>
      <p:sp>
        <p:nvSpPr>
          <p:cNvPr id="33" name="Rechteck: abgerundete Ecken 32">
            <a:extLst>
              <a:ext uri="{FF2B5EF4-FFF2-40B4-BE49-F238E27FC236}">
                <a16:creationId xmlns:a16="http://schemas.microsoft.com/office/drawing/2014/main" id="{1C322C4C-6FE3-4681-9387-1E3E88BFBE87}"/>
              </a:ext>
            </a:extLst>
          </p:cNvPr>
          <p:cNvSpPr/>
          <p:nvPr/>
        </p:nvSpPr>
        <p:spPr>
          <a:xfrm>
            <a:off x="3487240" y="3245132"/>
            <a:ext cx="2935849" cy="825347"/>
          </a:xfrm>
          <a:prstGeom prst="roundRect">
            <a:avLst/>
          </a:prstGeom>
          <a:solidFill>
            <a:srgbClr val="E4D8E8"/>
          </a:solidFill>
          <a:ln w="2540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lIns="180000" rtlCol="0" anchor="ctr"/>
          <a:lstStyle/>
          <a:p>
            <a:r>
              <a:rPr lang="de-AT" sz="1200" dirty="0">
                <a:solidFill>
                  <a:schemeClr val="tx1"/>
                </a:solidFill>
              </a:rPr>
              <a:t>2.2 Als Veranstalter/Zeitnehmer möchte ich eine benutzerdefinierte Rennkarte anzeigen lassen</a:t>
            </a:r>
          </a:p>
        </p:txBody>
      </p:sp>
      <p:sp>
        <p:nvSpPr>
          <p:cNvPr id="44" name="Rechteck: abgerundete Ecken 43">
            <a:extLst>
              <a:ext uri="{FF2B5EF4-FFF2-40B4-BE49-F238E27FC236}">
                <a16:creationId xmlns:a16="http://schemas.microsoft.com/office/drawing/2014/main" id="{71A9806A-4E9D-4EFD-8733-937889B3B47A}"/>
              </a:ext>
            </a:extLst>
          </p:cNvPr>
          <p:cNvSpPr/>
          <p:nvPr/>
        </p:nvSpPr>
        <p:spPr>
          <a:xfrm>
            <a:off x="6561562" y="5723832"/>
            <a:ext cx="4942283" cy="208316"/>
          </a:xfrm>
          <a:prstGeom prst="roundRect">
            <a:avLst/>
          </a:prstGeom>
          <a:solidFill>
            <a:srgbClr val="EEE7F1"/>
          </a:solidFill>
          <a:ln w="9525"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180000" rtlCol="0" anchor="ctr"/>
          <a:lstStyle/>
          <a:p>
            <a:r>
              <a:rPr lang="de-AT" sz="1050" dirty="0">
                <a:solidFill>
                  <a:schemeClr val="tx1"/>
                </a:solidFill>
              </a:rPr>
              <a:t>3.2.3 Visuell sichtbar machen &amp; sinnvolles UI</a:t>
            </a:r>
          </a:p>
        </p:txBody>
      </p:sp>
      <p:sp>
        <p:nvSpPr>
          <p:cNvPr id="47" name="Rechteck: abgerundete Ecken 46">
            <a:extLst>
              <a:ext uri="{FF2B5EF4-FFF2-40B4-BE49-F238E27FC236}">
                <a16:creationId xmlns:a16="http://schemas.microsoft.com/office/drawing/2014/main" id="{AC12CEBD-8F9D-4129-B84B-9E3FA7DFBDCE}"/>
              </a:ext>
            </a:extLst>
          </p:cNvPr>
          <p:cNvSpPr/>
          <p:nvPr/>
        </p:nvSpPr>
        <p:spPr>
          <a:xfrm>
            <a:off x="6560106" y="5468146"/>
            <a:ext cx="4942283" cy="208316"/>
          </a:xfrm>
          <a:prstGeom prst="roundRect">
            <a:avLst/>
          </a:prstGeom>
          <a:solidFill>
            <a:srgbClr val="EEE7F1"/>
          </a:solidFill>
          <a:ln w="9525"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180000" rtlCol="0" anchor="ctr"/>
          <a:lstStyle/>
          <a:p>
            <a:r>
              <a:rPr lang="de-AT" sz="1050" dirty="0">
                <a:solidFill>
                  <a:schemeClr val="tx1"/>
                </a:solidFill>
              </a:rPr>
              <a:t>3.2.2 Berechnung aktueller Position des Läufers </a:t>
            </a:r>
          </a:p>
        </p:txBody>
      </p:sp>
      <p:sp>
        <p:nvSpPr>
          <p:cNvPr id="48" name="Rechteck: abgerundete Ecken 47">
            <a:extLst>
              <a:ext uri="{FF2B5EF4-FFF2-40B4-BE49-F238E27FC236}">
                <a16:creationId xmlns:a16="http://schemas.microsoft.com/office/drawing/2014/main" id="{91E1EE39-6A1B-4F12-9EAF-EF5FF2C9EA17}"/>
              </a:ext>
            </a:extLst>
          </p:cNvPr>
          <p:cNvSpPr/>
          <p:nvPr/>
        </p:nvSpPr>
        <p:spPr>
          <a:xfrm>
            <a:off x="6536345" y="2563439"/>
            <a:ext cx="4942283" cy="208316"/>
          </a:xfrm>
          <a:prstGeom prst="roundRect">
            <a:avLst/>
          </a:prstGeom>
          <a:solidFill>
            <a:srgbClr val="EEE7F1"/>
          </a:solidFill>
          <a:ln w="9525"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180000" rtlCol="0" anchor="ctr"/>
          <a:lstStyle/>
          <a:p>
            <a:r>
              <a:rPr lang="de-AT" sz="1050" dirty="0">
                <a:solidFill>
                  <a:schemeClr val="tx1"/>
                </a:solidFill>
              </a:rPr>
              <a:t>2.1.2 </a:t>
            </a:r>
            <a:r>
              <a:rPr lang="de-AT" sz="1050" dirty="0" err="1">
                <a:solidFill>
                  <a:schemeClr val="tx1"/>
                </a:solidFill>
              </a:rPr>
              <a:t>Loginportal</a:t>
            </a:r>
            <a:r>
              <a:rPr lang="de-AT" sz="1050" dirty="0">
                <a:solidFill>
                  <a:schemeClr val="tx1"/>
                </a:solidFill>
              </a:rPr>
              <a:t> für Admin Seite </a:t>
            </a:r>
          </a:p>
        </p:txBody>
      </p:sp>
      <p:sp>
        <p:nvSpPr>
          <p:cNvPr id="54" name="Rechteck: abgerundete Ecken 53">
            <a:extLst>
              <a:ext uri="{FF2B5EF4-FFF2-40B4-BE49-F238E27FC236}">
                <a16:creationId xmlns:a16="http://schemas.microsoft.com/office/drawing/2014/main" id="{4D461641-6B15-4B02-B035-F959609B532C}"/>
              </a:ext>
            </a:extLst>
          </p:cNvPr>
          <p:cNvSpPr/>
          <p:nvPr/>
        </p:nvSpPr>
        <p:spPr>
          <a:xfrm>
            <a:off x="6524284" y="4368293"/>
            <a:ext cx="4942283" cy="208316"/>
          </a:xfrm>
          <a:prstGeom prst="roundRect">
            <a:avLst/>
          </a:prstGeom>
          <a:solidFill>
            <a:srgbClr val="EEE7F1"/>
          </a:solidFill>
          <a:ln w="9525"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180000" rtlCol="0" anchor="ctr"/>
          <a:lstStyle/>
          <a:p>
            <a:r>
              <a:rPr lang="de-AT" sz="1050" dirty="0">
                <a:solidFill>
                  <a:schemeClr val="tx1"/>
                </a:solidFill>
              </a:rPr>
              <a:t>3.1.1 Visualisierung der Renndaten (Logos, Infos, etc.)</a:t>
            </a:r>
          </a:p>
        </p:txBody>
      </p:sp>
    </p:spTree>
    <p:extLst>
      <p:ext uri="{BB962C8B-B14F-4D97-AF65-F5344CB8AC3E}">
        <p14:creationId xmlns:p14="http://schemas.microsoft.com/office/powerpoint/2010/main" val="16448688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E14ED64-1738-46D2-B259-AB5070388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2743" y="493312"/>
            <a:ext cx="10515600" cy="1325563"/>
          </a:xfrm>
        </p:spPr>
        <p:txBody>
          <a:bodyPr/>
          <a:lstStyle/>
          <a:p>
            <a:r>
              <a:rPr lang="de-AT" dirty="0"/>
              <a:t>Mindmap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C1719BE4-8714-49D7-8B35-05624E5D96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4662" y="1354399"/>
            <a:ext cx="9762675" cy="6217283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76BE482D-F7AB-41F7-86AF-2BBB850128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3418" y="4794233"/>
            <a:ext cx="4905286" cy="2822215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B33DB14D-B895-4B2B-AC5D-AC037E36FA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0256" y="4794233"/>
            <a:ext cx="2905530" cy="1962424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D8DD089D-AE23-4956-9B70-3088605792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5914" y="4738887"/>
            <a:ext cx="1057423" cy="771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0413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aesentation_Vorlage.pptx" id="{FEE4E45D-BE9B-4FD0-A3F6-AB5E47BB9175}" vid="{370469F0-C813-4DEE-A58D-5334841F9861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F65144B3B9FD9F4E8701BAB6558735A5" ma:contentTypeVersion="3" ma:contentTypeDescription="Ein neues Dokument erstellen." ma:contentTypeScope="" ma:versionID="d40aa22cda282e23afc9577fc6611d97">
  <xsd:schema xmlns:xsd="http://www.w3.org/2001/XMLSchema" xmlns:xs="http://www.w3.org/2001/XMLSchema" xmlns:p="http://schemas.microsoft.com/office/2006/metadata/properties" xmlns:ns2="151b1fa9-8228-4cc5-a875-0718a187954b" targetNamespace="http://schemas.microsoft.com/office/2006/metadata/properties" ma:root="true" ma:fieldsID="086c7d07de839077bf2d2ba2d0ee8068" ns2:_="">
    <xsd:import namespace="151b1fa9-8228-4cc5-a875-0718a187954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51b1fa9-8228-4cc5-a875-0718a187954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FBA42D1-EBB1-443D-B3E3-5A83A7BEFE8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51b1fa9-8228-4cc5-a875-0718a187954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5FB8950-32A7-4D95-8EAF-E3372C8F48E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A3EBF4C-1CBF-443D-9514-964E78E72AAE}">
  <ds:schemaRefs>
    <ds:schemaRef ds:uri="http://schemas.microsoft.com/sharepoint/v3/fields"/>
    <ds:schemaRef ds:uri="c30ccb4a-43b7-4f69-a98f-bd4c6140825e"/>
    <ds:schemaRef ds:uri="http://purl.org/dc/terms/"/>
    <ds:schemaRef ds:uri="http://schemas.microsoft.com/sharepoint/v3"/>
    <ds:schemaRef ds:uri="http://schemas.microsoft.com/office/2006/metadata/properties"/>
    <ds:schemaRef ds:uri="http://schemas.microsoft.com/office/2006/documentManagement/types"/>
    <ds:schemaRef ds:uri="http://purl.org/dc/elements/1.1/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015ed38d-ed67-41bf-b060-b73408b9b06c"/>
    <ds:schemaRef ds:uri="5e39c299-dc7c-4830-947e-3e53c8b924c2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HTL-Praesentation</Template>
  <TotalTime>0</TotalTime>
  <Words>285</Words>
  <Application>Microsoft Office PowerPoint</Application>
  <PresentationFormat>Breitbild</PresentationFormat>
  <Paragraphs>65</Paragraphs>
  <Slides>7</Slides>
  <Notes>4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7</vt:i4>
      </vt:variant>
    </vt:vector>
  </HeadingPairs>
  <TitlesOfParts>
    <vt:vector size="14" baseType="lpstr">
      <vt:lpstr>Lemon Tuesday</vt:lpstr>
      <vt:lpstr>Arial</vt:lpstr>
      <vt:lpstr>THESANS PLAIN</vt:lpstr>
      <vt:lpstr>-apple-system</vt:lpstr>
      <vt:lpstr>Wingdings</vt:lpstr>
      <vt:lpstr>Calibri</vt:lpstr>
      <vt:lpstr>Office</vt:lpstr>
      <vt:lpstr>Eventinsight</vt:lpstr>
      <vt:lpstr>Agenda</vt:lpstr>
      <vt:lpstr>Projektidee</vt:lpstr>
      <vt:lpstr>Wirtschaftspartner</vt:lpstr>
      <vt:lpstr>Projektplanung</vt:lpstr>
      <vt:lpstr>SCRUM</vt:lpstr>
      <vt:lpstr>Mindmap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Eventinsight</dc:title>
  <dc:creator>Maximilian Wolf Lindner (4AHEL)</dc:creator>
  <cp:lastModifiedBy>Maximilian Wolf Lindner (4AHEL)</cp:lastModifiedBy>
  <cp:revision>21</cp:revision>
  <dcterms:created xsi:type="dcterms:W3CDTF">2024-05-07T09:38:04Z</dcterms:created>
  <dcterms:modified xsi:type="dcterms:W3CDTF">2024-06-12T06:29:15Z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0x010100BBD94A3D7FEEA041AAA5A05D97AF0E0F</vt:lpwstr>
  </property>
  <property fmtid="{D5CDD505-2E9C-101B-9397-08002B2CF9AE}" pid="3" name="MediaServiceImageTags">
    <vt:lpwstr/>
  </property>
</Properties>
</file>