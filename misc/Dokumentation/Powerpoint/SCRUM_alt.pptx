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8" r:id="rId2"/>
    <p:sldId id="279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8E8"/>
    <a:srgbClr val="FFD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0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BC86B-9A13-4B4E-8F7B-739B885B1B41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6287E-EF04-4CE0-A3B3-901B8904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4518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AT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59927-1EEC-4838-AB9F-6BAA9BED8919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3039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7F0FC-CEE0-4E91-8379-791A7AAD5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EACF2E-1C29-4D24-B856-B7346F21F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FCDB2B-8861-4DA8-8329-89BCBE27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E36E37-A838-4655-AEEC-337F0460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C2F4E1-8860-4BD5-9184-40A888F8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999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8F7DA-07C1-400A-9B70-4514BDDC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FD927C-B17C-42F0-B068-BFB5DFE1B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03E4EF-D7FC-4894-A30E-CD868164A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63FFFC-9764-411F-98EE-987A0599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0A2CA3-07F9-4162-9F0D-AA15364E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6466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98B6A-C6C3-432D-B542-D0E38D78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2FD5F0-D55D-4561-A27F-85DB179E0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7118F3-7D03-4907-A047-D062D755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7564B6-94F4-49AB-B9FF-9D6D56EF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098983-811D-4B95-AC9C-DE3855C3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8485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F3E36-A86C-48FF-8803-54967782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11CE08-9665-442D-9088-947D6F6F9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9C4B8B-28E7-48B5-B15F-68435A94F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58A6BE-8DC1-4E98-B056-F0722A45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0906C9-0E86-4938-9A3E-F345D564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5B0185-2290-481C-A1F7-20081CC1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8075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3BE2C-F4F6-438F-81F3-B68F2EBA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0DB5B1-DD76-4E80-9CBB-6B821E13B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4F5D07-3F84-4402-835E-E2B96FF19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E51430-816C-4D7B-88B7-75B69098D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93C5EB-8EDA-45DF-95C5-8B0DE0A7E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9EB3A4-C775-4483-A516-E5E3687C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F9309C4-024E-4BCE-9118-92A82AA7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6580738-30A5-4E8E-B9EE-B2C0464C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350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E1FE6-BA29-44B1-BA4F-00DC2A5E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DB436B-D440-44F8-A3B8-E3601911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2ADBC-3345-49E9-BEDE-DF340F40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381EA-546B-4140-B6F6-F24433F4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1446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1D646A7-6D4A-4F77-870D-2805DBD3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B18DB6-5FC7-486B-A93D-9A7FDA1B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E8CB69-E82D-4B92-B948-E125974D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75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DEF34E-9435-4674-9913-7FD5D5AA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3C2482-0204-47C1-B0D0-B92A681CE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1EA848-A7FC-4EA8-A671-321BAA583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51517A-EB0D-42A4-91A1-CF1829DE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A00478-FC77-4ED0-A64E-97560FB0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E0853F-DAEE-4C9F-818C-CDB2F8E9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690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F268F-1949-46B7-A5E7-EA4AC08CF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291DC31-F476-45E2-AD67-F99471617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DC552D-95E8-433B-A7B6-B6FE60642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2DA0AB-8F38-4EE9-938E-64DE1C2F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2203F6-6CF2-46F6-A92F-26D5D94C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11526D-FE80-4B33-8FDB-F9426876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549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59AA7-4F02-409A-A8AB-A7182725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C28D87-1E40-4F77-A63D-309E2B918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177E0C-B8FD-4B04-992E-12D54A33A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588076-DB00-44B8-8674-00AECF9D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EBF854-D630-48A0-BF79-1BDD5080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9958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269D401-3274-4B2E-AFB9-228AF63DB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D8E19F-D3A2-468B-877D-D23272CEA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E8E208-F1D6-4437-AA46-1C3330D5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AB6140-2A9E-4854-9A46-1BC59D23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4CC91B-B38C-477D-A1F2-D649FF39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149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Artificial Hand (ARTHA) | Daniela Denk / Robert Robotti / Niko Nerd | 5XHXX</a:t>
            </a:r>
          </a:p>
        </p:txBody>
      </p:sp>
    </p:spTree>
    <p:extLst>
      <p:ext uri="{BB962C8B-B14F-4D97-AF65-F5344CB8AC3E}">
        <p14:creationId xmlns:p14="http://schemas.microsoft.com/office/powerpoint/2010/main" val="198142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7ACA46-683A-4337-A519-F61B406DB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07E5E2-FEEB-45B1-839F-473090797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23BD8D-F44C-46F7-8C8D-FBF91143C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7F439-4B60-4D68-A78A-5BD9AD7C9687}" type="datetimeFigureOut">
              <a:rPr lang="de-AT" smtClean="0"/>
              <a:t>12.06.2024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F31788-8B1F-4F95-8145-27A65B5F0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1B3186-9E16-4212-AAA8-838CD441B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08EDE-A4DD-4B6D-81D0-B72FFE483D6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05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14F02178-2983-11F0-7D1B-17C0867B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2"/>
            <a:ext cx="10515600" cy="738153"/>
          </a:xfrm>
        </p:spPr>
        <p:txBody>
          <a:bodyPr/>
          <a:lstStyle/>
          <a:p>
            <a:r>
              <a:rPr lang="de-A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SCRUM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754EFF-4291-4EBF-90D0-581B8F9E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18D9-905A-4503-932B-6F8832F13D90}" type="slidenum">
              <a:rPr lang="de-AT" smtClean="0"/>
              <a:t>1</a:t>
            </a:fld>
            <a:endParaRPr lang="de-AT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2332D46E-6170-4C5B-95C2-34DA1E643A23}"/>
              </a:ext>
            </a:extLst>
          </p:cNvPr>
          <p:cNvSpPr/>
          <p:nvPr/>
        </p:nvSpPr>
        <p:spPr>
          <a:xfrm>
            <a:off x="358109" y="716169"/>
            <a:ext cx="519695" cy="5980498"/>
          </a:xfrm>
          <a:prstGeom prst="roundRect">
            <a:avLst/>
          </a:prstGeom>
          <a:solidFill>
            <a:srgbClr val="BFA3C9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Event Insight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F5DE80F1-ECE6-4843-9908-6737769D1C7C}"/>
              </a:ext>
            </a:extLst>
          </p:cNvPr>
          <p:cNvSpPr/>
          <p:nvPr/>
        </p:nvSpPr>
        <p:spPr>
          <a:xfrm>
            <a:off x="1075156" y="2301410"/>
            <a:ext cx="2273675" cy="1759617"/>
          </a:xfrm>
          <a:prstGeom prst="roundRect">
            <a:avLst/>
          </a:prstGeom>
          <a:solidFill>
            <a:srgbClr val="D1BED8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2. Admin UI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CD2EA51-523F-40D5-9E66-F68202A11A37}"/>
              </a:ext>
            </a:extLst>
          </p:cNvPr>
          <p:cNvSpPr/>
          <p:nvPr/>
        </p:nvSpPr>
        <p:spPr>
          <a:xfrm>
            <a:off x="1075156" y="4333283"/>
            <a:ext cx="2273675" cy="1788792"/>
          </a:xfrm>
          <a:prstGeom prst="roundRect">
            <a:avLst/>
          </a:prstGeom>
          <a:solidFill>
            <a:srgbClr val="D1BED8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3.  User UI &amp; </a:t>
            </a:r>
            <a:r>
              <a:rPr lang="de-AT" sz="1400" dirty="0" err="1">
                <a:solidFill>
                  <a:schemeClr val="tx1"/>
                </a:solidFill>
              </a:rPr>
              <a:t>Racemap</a:t>
            </a:r>
            <a:br>
              <a:rPr lang="de-AT" sz="1400" dirty="0">
                <a:solidFill>
                  <a:schemeClr val="tx1"/>
                </a:solidFill>
              </a:rPr>
            </a:br>
            <a:endParaRPr lang="de-AT" sz="1400" dirty="0">
              <a:solidFill>
                <a:schemeClr val="tx1"/>
              </a:solidFill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5FF73F01-2C2F-4906-B3C0-73FC5695DD08}"/>
              </a:ext>
            </a:extLst>
          </p:cNvPr>
          <p:cNvSpPr/>
          <p:nvPr/>
        </p:nvSpPr>
        <p:spPr>
          <a:xfrm>
            <a:off x="3486544" y="2281944"/>
            <a:ext cx="2935849" cy="825346"/>
          </a:xfrm>
          <a:prstGeom prst="roundRect">
            <a:avLst/>
          </a:prstGeom>
          <a:solidFill>
            <a:srgbClr val="E4D8E8"/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2.1 Als Veranstalter/Zeitnehmer möchte ich in einer Admin UI die User UI gestalten können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28AAF7F6-1821-43D1-83D9-125508480D85}"/>
              </a:ext>
            </a:extLst>
          </p:cNvPr>
          <p:cNvSpPr/>
          <p:nvPr/>
        </p:nvSpPr>
        <p:spPr>
          <a:xfrm>
            <a:off x="6536345" y="2297026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DE" sz="1050" dirty="0">
                <a:solidFill>
                  <a:schemeClr val="tx1"/>
                </a:solidFill>
              </a:rPr>
              <a:t>2.1.1 Eingeben von rennspezifischen Daten (Werbung, spontane Änderungen)</a:t>
            </a:r>
            <a:endParaRPr lang="de-AT" sz="1050" dirty="0">
              <a:solidFill>
                <a:schemeClr val="tx1"/>
              </a:solidFill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E4434661-AC9E-4914-ACB1-26DC0C04C7ED}"/>
              </a:ext>
            </a:extLst>
          </p:cNvPr>
          <p:cNvSpPr/>
          <p:nvPr/>
        </p:nvSpPr>
        <p:spPr>
          <a:xfrm>
            <a:off x="3488763" y="5186929"/>
            <a:ext cx="2935849" cy="975585"/>
          </a:xfrm>
          <a:prstGeom prst="roundRect">
            <a:avLst/>
          </a:prstGeom>
          <a:solidFill>
            <a:srgbClr val="E4D8E8"/>
          </a:solidFill>
          <a:ln w="28575">
            <a:solidFill>
              <a:srgbClr val="FFD7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3.2 Als Teilnehmer/Zuschauer möchte ich auf einer Karte sehen, wo sich die Läufer befinden 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26E4FD1B-B74E-4DA8-A1A4-F63F6EED41B2}"/>
              </a:ext>
            </a:extLst>
          </p:cNvPr>
          <p:cNvSpPr/>
          <p:nvPr/>
        </p:nvSpPr>
        <p:spPr>
          <a:xfrm>
            <a:off x="6536343" y="2825386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2.1.3 Connection zu </a:t>
            </a:r>
            <a:r>
              <a:rPr lang="de-AT" sz="1050" dirty="0" err="1">
                <a:solidFill>
                  <a:schemeClr val="tx1"/>
                </a:solidFill>
              </a:rPr>
              <a:t>MyRaceResult</a:t>
            </a:r>
            <a:r>
              <a:rPr lang="de-AT" sz="1050" dirty="0">
                <a:solidFill>
                  <a:schemeClr val="tx1"/>
                </a:solidFill>
              </a:rPr>
              <a:t> (Live Zeiten)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1880841C-83A9-436C-8648-D98DAAE084F4}"/>
              </a:ext>
            </a:extLst>
          </p:cNvPr>
          <p:cNvSpPr/>
          <p:nvPr/>
        </p:nvSpPr>
        <p:spPr>
          <a:xfrm>
            <a:off x="6560106" y="5186929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3.2.1 Über </a:t>
            </a:r>
            <a:r>
              <a:rPr lang="de-AT" sz="1050" dirty="0" err="1">
                <a:solidFill>
                  <a:schemeClr val="tx1"/>
                </a:solidFill>
              </a:rPr>
              <a:t>SimplyAPI</a:t>
            </a:r>
            <a:r>
              <a:rPr lang="de-AT" sz="1050" dirty="0">
                <a:solidFill>
                  <a:schemeClr val="tx1"/>
                </a:solidFill>
              </a:rPr>
              <a:t> Daten von </a:t>
            </a:r>
            <a:r>
              <a:rPr lang="de-AT" sz="1050" dirty="0" err="1">
                <a:solidFill>
                  <a:schemeClr val="tx1"/>
                </a:solidFill>
              </a:rPr>
              <a:t>RaceResult</a:t>
            </a:r>
            <a:r>
              <a:rPr lang="de-AT" sz="1050" dirty="0">
                <a:solidFill>
                  <a:schemeClr val="tx1"/>
                </a:solidFill>
              </a:rPr>
              <a:t> abgreifen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0543DB72-4255-4EB2-81D7-E504C896E02F}"/>
              </a:ext>
            </a:extLst>
          </p:cNvPr>
          <p:cNvSpPr/>
          <p:nvPr/>
        </p:nvSpPr>
        <p:spPr>
          <a:xfrm>
            <a:off x="8836351" y="6358257"/>
            <a:ext cx="1494964" cy="2818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Maximilian Lindner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DC236C5-ED95-4F61-A1F3-7DC4260AF46B}"/>
              </a:ext>
            </a:extLst>
          </p:cNvPr>
          <p:cNvSpPr/>
          <p:nvPr/>
        </p:nvSpPr>
        <p:spPr>
          <a:xfrm>
            <a:off x="10468598" y="6351959"/>
            <a:ext cx="1201569" cy="28183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D7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Lukas Sumann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3D8B7B99-A9F9-4C6F-83E4-EAE410DE9771}"/>
              </a:ext>
            </a:extLst>
          </p:cNvPr>
          <p:cNvSpPr/>
          <p:nvPr/>
        </p:nvSpPr>
        <p:spPr>
          <a:xfrm>
            <a:off x="3486544" y="4370520"/>
            <a:ext cx="2935849" cy="610693"/>
          </a:xfrm>
          <a:prstGeom prst="roundRect">
            <a:avLst/>
          </a:prstGeom>
          <a:solidFill>
            <a:srgbClr val="E4D8E8"/>
          </a:solidFill>
          <a:ln w="28575">
            <a:solidFill>
              <a:srgbClr val="FFD7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3.1 Als Teilnehmer/Zuschauer möchte ich auf einer Website Zugriff zu allen Renninformationen haben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BE18604F-3B72-4E08-83C4-54B3314B1A7B}"/>
              </a:ext>
            </a:extLst>
          </p:cNvPr>
          <p:cNvSpPr/>
          <p:nvPr/>
        </p:nvSpPr>
        <p:spPr>
          <a:xfrm>
            <a:off x="6536344" y="3280719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2.2.1 Import GPX File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830624E-515E-7003-8FA1-E9280DF481F5}"/>
              </a:ext>
            </a:extLst>
          </p:cNvPr>
          <p:cNvSpPr/>
          <p:nvPr/>
        </p:nvSpPr>
        <p:spPr>
          <a:xfrm>
            <a:off x="1049939" y="735925"/>
            <a:ext cx="2273675" cy="1446960"/>
          </a:xfrm>
          <a:prstGeom prst="roundRect">
            <a:avLst/>
          </a:prstGeom>
          <a:solidFill>
            <a:srgbClr val="D1BED8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1. Projektmanagement &amp; Dokumentation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972016E-D98F-4D22-B394-C13BF26D14AC}"/>
              </a:ext>
            </a:extLst>
          </p:cNvPr>
          <p:cNvSpPr/>
          <p:nvPr/>
        </p:nvSpPr>
        <p:spPr>
          <a:xfrm>
            <a:off x="3463439" y="782388"/>
            <a:ext cx="2935849" cy="540000"/>
          </a:xfrm>
          <a:prstGeom prst="roundRect">
            <a:avLst/>
          </a:prstGeom>
          <a:solidFill>
            <a:srgbClr val="E4D8E8"/>
          </a:solidFill>
          <a:ln w="28575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1.1 Projektmanagement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0690D97-6EA0-48FE-BD74-9F8DEABF8DAE}"/>
              </a:ext>
            </a:extLst>
          </p:cNvPr>
          <p:cNvSpPr/>
          <p:nvPr/>
        </p:nvSpPr>
        <p:spPr>
          <a:xfrm>
            <a:off x="3450376" y="1387633"/>
            <a:ext cx="2935849" cy="788901"/>
          </a:xfrm>
          <a:prstGeom prst="roundRect">
            <a:avLst/>
          </a:prstGeom>
          <a:solidFill>
            <a:srgbClr val="E4D8E8"/>
          </a:solidFill>
          <a:ln w="28575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1.2 Dokumentation &amp; Präsentation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43F02E7-888D-54C7-F3E3-CBABD1692D00}"/>
              </a:ext>
            </a:extLst>
          </p:cNvPr>
          <p:cNvSpPr/>
          <p:nvPr/>
        </p:nvSpPr>
        <p:spPr>
          <a:xfrm>
            <a:off x="6497522" y="1101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1.1.2 Projektplan bearbeiten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F33AD165-F4ED-E590-0A2C-B928306BE610}"/>
              </a:ext>
            </a:extLst>
          </p:cNvPr>
          <p:cNvSpPr/>
          <p:nvPr/>
        </p:nvSpPr>
        <p:spPr>
          <a:xfrm>
            <a:off x="6497522" y="826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1.1.1 Projektdefinition erstellen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B3E17FB-4537-C189-9897-0664DD9238EF}"/>
              </a:ext>
            </a:extLst>
          </p:cNvPr>
          <p:cNvSpPr/>
          <p:nvPr/>
        </p:nvSpPr>
        <p:spPr>
          <a:xfrm>
            <a:off x="6497522" y="1376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1.2.1 Kapitel 1 &amp; Kapitel 2 schreiben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2F3BEA4F-7205-D100-BB74-D24CB8B36D2C}"/>
              </a:ext>
            </a:extLst>
          </p:cNvPr>
          <p:cNvSpPr/>
          <p:nvPr/>
        </p:nvSpPr>
        <p:spPr>
          <a:xfrm>
            <a:off x="6497522" y="1651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1.2.2 Präsentationen vorbereiten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5A93D68-DFF0-533B-E5B2-9067DCD8B3C6}"/>
              </a:ext>
            </a:extLst>
          </p:cNvPr>
          <p:cNvSpPr/>
          <p:nvPr/>
        </p:nvSpPr>
        <p:spPr>
          <a:xfrm>
            <a:off x="6497522" y="1926455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1.2.3 Individuellen Teil verfassen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1C322C4C-6FE3-4681-9387-1E3E88BFBE87}"/>
              </a:ext>
            </a:extLst>
          </p:cNvPr>
          <p:cNvSpPr/>
          <p:nvPr/>
        </p:nvSpPr>
        <p:spPr>
          <a:xfrm>
            <a:off x="3487240" y="3245132"/>
            <a:ext cx="2935849" cy="825347"/>
          </a:xfrm>
          <a:prstGeom prst="roundRect">
            <a:avLst/>
          </a:prstGeom>
          <a:solidFill>
            <a:srgbClr val="E4D8E8"/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2.2 Als Veranstalter/Zeitnehmer möchte ich eine benutzerdefinierte Rennkarte anzeigen lassen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71A9806A-4E9D-4EFD-8733-937889B3B47A}"/>
              </a:ext>
            </a:extLst>
          </p:cNvPr>
          <p:cNvSpPr/>
          <p:nvPr/>
        </p:nvSpPr>
        <p:spPr>
          <a:xfrm>
            <a:off x="6561562" y="5723832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3.2.3 Visuell sichtbar machen &amp; sinnvolles UI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AC12CEBD-8F9D-4129-B84B-9E3FA7DFBDCE}"/>
              </a:ext>
            </a:extLst>
          </p:cNvPr>
          <p:cNvSpPr/>
          <p:nvPr/>
        </p:nvSpPr>
        <p:spPr>
          <a:xfrm>
            <a:off x="6560106" y="5468146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3.2.2 Berechnung aktueller Position des Läufers 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91E1EE39-6A1B-4F12-9EAF-EF5FF2C9EA17}"/>
              </a:ext>
            </a:extLst>
          </p:cNvPr>
          <p:cNvSpPr/>
          <p:nvPr/>
        </p:nvSpPr>
        <p:spPr>
          <a:xfrm>
            <a:off x="6536345" y="2563439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2.1.2 </a:t>
            </a:r>
            <a:r>
              <a:rPr lang="de-AT" sz="1050" dirty="0" err="1">
                <a:solidFill>
                  <a:schemeClr val="tx1"/>
                </a:solidFill>
              </a:rPr>
              <a:t>Loginportal</a:t>
            </a:r>
            <a:r>
              <a:rPr lang="de-AT" sz="1050" dirty="0">
                <a:solidFill>
                  <a:schemeClr val="tx1"/>
                </a:solidFill>
              </a:rPr>
              <a:t> für Admin Seite </a:t>
            </a: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4D461641-6B15-4B02-B035-F959609B532C}"/>
              </a:ext>
            </a:extLst>
          </p:cNvPr>
          <p:cNvSpPr/>
          <p:nvPr/>
        </p:nvSpPr>
        <p:spPr>
          <a:xfrm>
            <a:off x="6524284" y="4368293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3.1.1 Visualisierung der Renndaten (Logos, Infos, etc.)</a:t>
            </a:r>
          </a:p>
        </p:txBody>
      </p:sp>
    </p:spTree>
    <p:extLst>
      <p:ext uri="{BB962C8B-B14F-4D97-AF65-F5344CB8AC3E}">
        <p14:creationId xmlns:p14="http://schemas.microsoft.com/office/powerpoint/2010/main" val="164486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4ED64-1738-46D2-B259-AB507038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43" y="493312"/>
            <a:ext cx="10515600" cy="1325563"/>
          </a:xfrm>
        </p:spPr>
        <p:txBody>
          <a:bodyPr/>
          <a:lstStyle/>
          <a:p>
            <a:r>
              <a:rPr lang="de-AT" dirty="0"/>
              <a:t>Mindmap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719BE4-8714-49D7-8B35-05624E5D9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662" y="1354399"/>
            <a:ext cx="9762675" cy="62172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6BE482D-F7AB-41F7-86AF-2BBB85012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18" y="4794233"/>
            <a:ext cx="4905286" cy="282221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33DB14D-B895-4B2B-AC5D-AC037E36F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256" y="4794233"/>
            <a:ext cx="2905530" cy="19624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8DD089D-AE23-4956-9B70-308860579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914" y="4738887"/>
            <a:ext cx="1057423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Breitbild</PresentationFormat>
  <Paragraphs>29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THESANS PLAIN</vt:lpstr>
      <vt:lpstr>Office</vt:lpstr>
      <vt:lpstr>SCRUM</vt:lpstr>
      <vt:lpstr>Mindmap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</dc:title>
  <dc:creator>Maximilian Wolf Lindner (4AHEL)</dc:creator>
  <cp:lastModifiedBy>Maximilian Wolf Lindner (4AHEL)</cp:lastModifiedBy>
  <cp:revision>12</cp:revision>
  <dcterms:created xsi:type="dcterms:W3CDTF">2024-05-22T06:40:56Z</dcterms:created>
  <dcterms:modified xsi:type="dcterms:W3CDTF">2024-06-12T06:28:54Z</dcterms:modified>
</cp:coreProperties>
</file>