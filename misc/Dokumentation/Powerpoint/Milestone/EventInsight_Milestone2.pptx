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11"/>
  </p:notesMasterIdLst>
  <p:sldIdLst>
    <p:sldId id="257" r:id="rId5"/>
    <p:sldId id="261" r:id="rId6"/>
    <p:sldId id="280" r:id="rId7"/>
    <p:sldId id="285" r:id="rId8"/>
    <p:sldId id="283" r:id="rId9"/>
    <p:sldId id="286" r:id="rId10"/>
  </p:sldIdLst>
  <p:sldSz cx="12192000" cy="6858000"/>
  <p:notesSz cx="6858000" cy="9144000"/>
  <p:embeddedFontLst>
    <p:embeddedFont>
      <p:font typeface="Lemon Tuesday" panose="02000506040000020004" charset="0"/>
      <p:regular r:id="rId12"/>
    </p:embeddedFont>
    <p:embeddedFont>
      <p:font typeface="THESANS PLAIN" panose="020B0604020202020204"/>
      <p:regular r:id="rId13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AE9B50C8-5EBC-422A-9A15-A531B37E6F6D}">
          <p14:sldIdLst>
            <p14:sldId id="257"/>
            <p14:sldId id="261"/>
            <p14:sldId id="280"/>
            <p14:sldId id="285"/>
            <p14:sldId id="283"/>
            <p14:sldId id="2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B19B"/>
    <a:srgbClr val="F07F3E"/>
    <a:srgbClr val="FDC21A"/>
    <a:srgbClr val="647A84"/>
    <a:srgbClr val="68C0ED"/>
    <a:srgbClr val="AB86BB"/>
    <a:srgbClr val="3B4858"/>
    <a:srgbClr val="8711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2648C6-E041-4346-9AC1-13A518042CBA}" v="8" dt="2024-11-25T12:26:49.5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2921" autoAdjust="0"/>
  </p:normalViewPr>
  <p:slideViewPr>
    <p:cSldViewPr snapToGrid="0">
      <p:cViewPr varScale="1">
        <p:scale>
          <a:sx n="74" d="100"/>
          <a:sy n="74" d="100"/>
        </p:scale>
        <p:origin x="1118" y="10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2.fntdata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kas Peter Sumann (5AHEL)" userId="35c3bdd6-3c57-47be-99dc-de68b849129d" providerId="ADAL" clId="{DFB12FE0-6FCE-4D7E-9AAD-00DAE1B9912B}"/>
    <pc:docChg chg="undo custSel addSld delSld modSld modSection">
      <pc:chgData name="Lukas Peter Sumann (5AHEL)" userId="35c3bdd6-3c57-47be-99dc-de68b849129d" providerId="ADAL" clId="{DFB12FE0-6FCE-4D7E-9AAD-00DAE1B9912B}" dt="2024-10-08T06:09:46.670" v="610" actId="20577"/>
      <pc:docMkLst>
        <pc:docMk/>
      </pc:docMkLst>
      <pc:sldChg chg="modSp del mod">
        <pc:chgData name="Lukas Peter Sumann (5AHEL)" userId="35c3bdd6-3c57-47be-99dc-de68b849129d" providerId="ADAL" clId="{DFB12FE0-6FCE-4D7E-9AAD-00DAE1B9912B}" dt="2024-10-08T06:08:50.511" v="593" actId="47"/>
        <pc:sldMkLst>
          <pc:docMk/>
          <pc:sldMk cId="1316735997" sldId="256"/>
        </pc:sldMkLst>
        <pc:spChg chg="mod">
          <ac:chgData name="Lukas Peter Sumann (5AHEL)" userId="35c3bdd6-3c57-47be-99dc-de68b849129d" providerId="ADAL" clId="{DFB12FE0-6FCE-4D7E-9AAD-00DAE1B9912B}" dt="2024-10-08T06:08:33.983" v="592" actId="20577"/>
          <ac:spMkLst>
            <pc:docMk/>
            <pc:sldMk cId="1316735997" sldId="256"/>
            <ac:spMk id="3" creationId="{45226F95-D01B-41C5-A2EA-38FCACCC1F43}"/>
          </ac:spMkLst>
        </pc:spChg>
      </pc:sldChg>
      <pc:sldChg chg="addSp modSp mod">
        <pc:chgData name="Lukas Peter Sumann (5AHEL)" userId="35c3bdd6-3c57-47be-99dc-de68b849129d" providerId="ADAL" clId="{DFB12FE0-6FCE-4D7E-9AAD-00DAE1B9912B}" dt="2024-10-07T12:08:45.915" v="584" actId="5793"/>
        <pc:sldMkLst>
          <pc:docMk/>
          <pc:sldMk cId="3239819422" sldId="257"/>
        </pc:sldMkLst>
        <pc:spChg chg="mod">
          <ac:chgData name="Lukas Peter Sumann (5AHEL)" userId="35c3bdd6-3c57-47be-99dc-de68b849129d" providerId="ADAL" clId="{DFB12FE0-6FCE-4D7E-9AAD-00DAE1B9912B}" dt="2024-10-07T12:05:48.567" v="554" actId="1076"/>
          <ac:spMkLst>
            <pc:docMk/>
            <pc:sldMk cId="3239819422" sldId="257"/>
            <ac:spMk id="3" creationId="{B1A1F810-6947-4213-8F15-1147FCCF563A}"/>
          </ac:spMkLst>
        </pc:spChg>
        <pc:spChg chg="add mod">
          <ac:chgData name="Lukas Peter Sumann (5AHEL)" userId="35c3bdd6-3c57-47be-99dc-de68b849129d" providerId="ADAL" clId="{DFB12FE0-6FCE-4D7E-9AAD-00DAE1B9912B}" dt="2024-10-07T12:08:45.915" v="584" actId="5793"/>
          <ac:spMkLst>
            <pc:docMk/>
            <pc:sldMk cId="3239819422" sldId="257"/>
            <ac:spMk id="4" creationId="{44CC5B1A-1A4E-2FA7-3942-66129F853FA6}"/>
          </ac:spMkLst>
        </pc:spChg>
        <pc:picChg chg="mod">
          <ac:chgData name="Lukas Peter Sumann (5AHEL)" userId="35c3bdd6-3c57-47be-99dc-de68b849129d" providerId="ADAL" clId="{DFB12FE0-6FCE-4D7E-9AAD-00DAE1B9912B}" dt="2024-10-07T12:05:50.574" v="555" actId="1076"/>
          <ac:picMkLst>
            <pc:docMk/>
            <pc:sldMk cId="3239819422" sldId="257"/>
            <ac:picMk id="6" creationId="{4DCBCA5B-07A1-FB1F-B99E-5BF87E4C8202}"/>
          </ac:picMkLst>
        </pc:picChg>
      </pc:sldChg>
      <pc:sldChg chg="modSp mod">
        <pc:chgData name="Lukas Peter Sumann (5AHEL)" userId="35c3bdd6-3c57-47be-99dc-de68b849129d" providerId="ADAL" clId="{DFB12FE0-6FCE-4D7E-9AAD-00DAE1B9912B}" dt="2024-10-08T06:09:46.670" v="610" actId="20577"/>
        <pc:sldMkLst>
          <pc:docMk/>
          <pc:sldMk cId="2036283244" sldId="261"/>
        </pc:sldMkLst>
        <pc:spChg chg="mod">
          <ac:chgData name="Lukas Peter Sumann (5AHEL)" userId="35c3bdd6-3c57-47be-99dc-de68b849129d" providerId="ADAL" clId="{DFB12FE0-6FCE-4D7E-9AAD-00DAE1B9912B}" dt="2024-10-08T06:09:46.670" v="610" actId="20577"/>
          <ac:spMkLst>
            <pc:docMk/>
            <pc:sldMk cId="2036283244" sldId="261"/>
            <ac:spMk id="7" creationId="{788BF19F-FECE-4EEC-B2CB-26CE666079CA}"/>
          </ac:spMkLst>
        </pc:spChg>
      </pc:sldChg>
      <pc:sldChg chg="addSp delSp modSp mod">
        <pc:chgData name="Lukas Peter Sumann (5AHEL)" userId="35c3bdd6-3c57-47be-99dc-de68b849129d" providerId="ADAL" clId="{DFB12FE0-6FCE-4D7E-9AAD-00DAE1B9912B}" dt="2024-10-07T11:52:29.908" v="403" actId="20577"/>
        <pc:sldMkLst>
          <pc:docMk/>
          <pc:sldMk cId="884016500" sldId="280"/>
        </pc:sldMkLst>
        <pc:spChg chg="mod">
          <ac:chgData name="Lukas Peter Sumann (5AHEL)" userId="35c3bdd6-3c57-47be-99dc-de68b849129d" providerId="ADAL" clId="{DFB12FE0-6FCE-4D7E-9AAD-00DAE1B9912B}" dt="2024-10-07T11:41:33.880" v="271" actId="20577"/>
          <ac:spMkLst>
            <pc:docMk/>
            <pc:sldMk cId="884016500" sldId="280"/>
            <ac:spMk id="2" creationId="{197072BE-C3D1-4CD7-FFE4-812869CE9558}"/>
          </ac:spMkLst>
        </pc:spChg>
        <pc:spChg chg="add del mod">
          <ac:chgData name="Lukas Peter Sumann (5AHEL)" userId="35c3bdd6-3c57-47be-99dc-de68b849129d" providerId="ADAL" clId="{DFB12FE0-6FCE-4D7E-9AAD-00DAE1B9912B}" dt="2024-10-07T11:42:54.649" v="329" actId="478"/>
          <ac:spMkLst>
            <pc:docMk/>
            <pc:sldMk cId="884016500" sldId="280"/>
            <ac:spMk id="6" creationId="{40C3AB71-165F-1BB1-FC49-2CF2D4B1CA60}"/>
          </ac:spMkLst>
        </pc:spChg>
        <pc:spChg chg="mod">
          <ac:chgData name="Lukas Peter Sumann (5AHEL)" userId="35c3bdd6-3c57-47be-99dc-de68b849129d" providerId="ADAL" clId="{DFB12FE0-6FCE-4D7E-9AAD-00DAE1B9912B}" dt="2024-10-07T11:52:29.908" v="403" actId="20577"/>
          <ac:spMkLst>
            <pc:docMk/>
            <pc:sldMk cId="884016500" sldId="280"/>
            <ac:spMk id="10" creationId="{09294A43-4753-C7C2-F993-A8B99394DE03}"/>
          </ac:spMkLst>
        </pc:spChg>
        <pc:graphicFrameChg chg="del mod modGraphic">
          <ac:chgData name="Lukas Peter Sumann (5AHEL)" userId="35c3bdd6-3c57-47be-99dc-de68b849129d" providerId="ADAL" clId="{DFB12FE0-6FCE-4D7E-9AAD-00DAE1B9912B}" dt="2024-10-07T11:42:45.686" v="326" actId="478"/>
          <ac:graphicFrameMkLst>
            <pc:docMk/>
            <pc:sldMk cId="884016500" sldId="280"/>
            <ac:graphicFrameMk id="9" creationId="{5D0E5D00-2672-1777-1954-5333D1134633}"/>
          </ac:graphicFrameMkLst>
        </pc:graphicFrameChg>
        <pc:picChg chg="add del mod">
          <ac:chgData name="Lukas Peter Sumann (5AHEL)" userId="35c3bdd6-3c57-47be-99dc-de68b849129d" providerId="ADAL" clId="{DFB12FE0-6FCE-4D7E-9AAD-00DAE1B9912B}" dt="2024-10-07T11:49:54.124" v="348" actId="478"/>
          <ac:picMkLst>
            <pc:docMk/>
            <pc:sldMk cId="884016500" sldId="280"/>
            <ac:picMk id="8" creationId="{BF0C47E8-B4F5-CBA9-D24D-AF86396394F1}"/>
          </ac:picMkLst>
        </pc:picChg>
        <pc:picChg chg="add mod ord modCrop">
          <ac:chgData name="Lukas Peter Sumann (5AHEL)" userId="35c3bdd6-3c57-47be-99dc-de68b849129d" providerId="ADAL" clId="{DFB12FE0-6FCE-4D7E-9AAD-00DAE1B9912B}" dt="2024-10-07T11:51:10.118" v="359" actId="732"/>
          <ac:picMkLst>
            <pc:docMk/>
            <pc:sldMk cId="884016500" sldId="280"/>
            <ac:picMk id="12" creationId="{2049B979-EB4B-614C-27F0-642107AFB297}"/>
          </ac:picMkLst>
        </pc:picChg>
      </pc:sldChg>
      <pc:sldChg chg="del">
        <pc:chgData name="Lukas Peter Sumann (5AHEL)" userId="35c3bdd6-3c57-47be-99dc-de68b849129d" providerId="ADAL" clId="{DFB12FE0-6FCE-4D7E-9AAD-00DAE1B9912B}" dt="2024-10-07T11:02:16.753" v="33" actId="47"/>
        <pc:sldMkLst>
          <pc:docMk/>
          <pc:sldMk cId="183019020" sldId="281"/>
        </pc:sldMkLst>
      </pc:sldChg>
      <pc:sldChg chg="addSp delSp modSp mod">
        <pc:chgData name="Lukas Peter Sumann (5AHEL)" userId="35c3bdd6-3c57-47be-99dc-de68b849129d" providerId="ADAL" clId="{DFB12FE0-6FCE-4D7E-9AAD-00DAE1B9912B}" dt="2024-10-07T11:57:17.132" v="423" actId="1076"/>
        <pc:sldMkLst>
          <pc:docMk/>
          <pc:sldMk cId="872104216" sldId="282"/>
        </pc:sldMkLst>
        <pc:spChg chg="mod">
          <ac:chgData name="Lukas Peter Sumann (5AHEL)" userId="35c3bdd6-3c57-47be-99dc-de68b849129d" providerId="ADAL" clId="{DFB12FE0-6FCE-4D7E-9AAD-00DAE1B9912B}" dt="2024-10-07T11:55:19.178" v="414" actId="1076"/>
          <ac:spMkLst>
            <pc:docMk/>
            <pc:sldMk cId="872104216" sldId="282"/>
            <ac:spMk id="2" creationId="{E5FF2B5F-826A-C427-F196-82DC3368E8C2}"/>
          </ac:spMkLst>
        </pc:spChg>
        <pc:spChg chg="mod">
          <ac:chgData name="Lukas Peter Sumann (5AHEL)" userId="35c3bdd6-3c57-47be-99dc-de68b849129d" providerId="ADAL" clId="{DFB12FE0-6FCE-4D7E-9AAD-00DAE1B9912B}" dt="2024-10-07T11:57:17.132" v="423" actId="1076"/>
          <ac:spMkLst>
            <pc:docMk/>
            <pc:sldMk cId="872104216" sldId="282"/>
            <ac:spMk id="4" creationId="{D44E1F85-6309-06DE-50E3-440F9AA0F696}"/>
          </ac:spMkLst>
        </pc:spChg>
        <pc:picChg chg="del">
          <ac:chgData name="Lukas Peter Sumann (5AHEL)" userId="35c3bdd6-3c57-47be-99dc-de68b849129d" providerId="ADAL" clId="{DFB12FE0-6FCE-4D7E-9AAD-00DAE1B9912B}" dt="2024-10-07T11:54:43.317" v="404" actId="478"/>
          <ac:picMkLst>
            <pc:docMk/>
            <pc:sldMk cId="872104216" sldId="282"/>
            <ac:picMk id="6" creationId="{B8126A53-1570-CBA1-86A8-DBB869D71C4B}"/>
          </ac:picMkLst>
        </pc:picChg>
        <pc:picChg chg="add mod ord">
          <ac:chgData name="Lukas Peter Sumann (5AHEL)" userId="35c3bdd6-3c57-47be-99dc-de68b849129d" providerId="ADAL" clId="{DFB12FE0-6FCE-4D7E-9AAD-00DAE1B9912B}" dt="2024-10-07T11:55:34.556" v="417" actId="167"/>
          <ac:picMkLst>
            <pc:docMk/>
            <pc:sldMk cId="872104216" sldId="282"/>
            <ac:picMk id="7" creationId="{3BD18816-FFC0-2FF8-F70D-598920B9DF22}"/>
          </ac:picMkLst>
        </pc:picChg>
        <pc:picChg chg="add mod ord">
          <ac:chgData name="Lukas Peter Sumann (5AHEL)" userId="35c3bdd6-3c57-47be-99dc-de68b849129d" providerId="ADAL" clId="{DFB12FE0-6FCE-4D7E-9AAD-00DAE1B9912B}" dt="2024-10-07T11:56:16.720" v="422" actId="14100"/>
          <ac:picMkLst>
            <pc:docMk/>
            <pc:sldMk cId="872104216" sldId="282"/>
            <ac:picMk id="9" creationId="{B79970B7-A6D7-B363-CC13-7EFA27A93D71}"/>
          </ac:picMkLst>
        </pc:picChg>
      </pc:sldChg>
      <pc:sldChg chg="modSp mod">
        <pc:chgData name="Lukas Peter Sumann (5AHEL)" userId="35c3bdd6-3c57-47be-99dc-de68b849129d" providerId="ADAL" clId="{DFB12FE0-6FCE-4D7E-9AAD-00DAE1B9912B}" dt="2024-10-07T11:46:50.535" v="330"/>
        <pc:sldMkLst>
          <pc:docMk/>
          <pc:sldMk cId="1079288459" sldId="283"/>
        </pc:sldMkLst>
        <pc:spChg chg="mod">
          <ac:chgData name="Lukas Peter Sumann (5AHEL)" userId="35c3bdd6-3c57-47be-99dc-de68b849129d" providerId="ADAL" clId="{DFB12FE0-6FCE-4D7E-9AAD-00DAE1B9912B}" dt="2024-10-07T11:46:50.535" v="330"/>
          <ac:spMkLst>
            <pc:docMk/>
            <pc:sldMk cId="1079288459" sldId="283"/>
            <ac:spMk id="4" creationId="{342C5040-9A5D-A11D-01CF-5C6B59462E94}"/>
          </ac:spMkLst>
        </pc:spChg>
      </pc:sldChg>
      <pc:sldChg chg="addSp delSp modSp mod">
        <pc:chgData name="Lukas Peter Sumann (5AHEL)" userId="35c3bdd6-3c57-47be-99dc-de68b849129d" providerId="ADAL" clId="{DFB12FE0-6FCE-4D7E-9AAD-00DAE1B9912B}" dt="2024-10-08T06:02:08.149" v="587" actId="1076"/>
        <pc:sldMkLst>
          <pc:docMk/>
          <pc:sldMk cId="3976538096" sldId="285"/>
        </pc:sldMkLst>
        <pc:spChg chg="mod">
          <ac:chgData name="Lukas Peter Sumann (5AHEL)" userId="35c3bdd6-3c57-47be-99dc-de68b849129d" providerId="ADAL" clId="{DFB12FE0-6FCE-4D7E-9AAD-00DAE1B9912B}" dt="2024-10-07T11:42:10.536" v="317" actId="20577"/>
          <ac:spMkLst>
            <pc:docMk/>
            <pc:sldMk cId="3976538096" sldId="285"/>
            <ac:spMk id="2" creationId="{197072BE-C3D1-4CD7-FFE4-812869CE9558}"/>
          </ac:spMkLst>
        </pc:spChg>
        <pc:spChg chg="mod">
          <ac:chgData name="Lukas Peter Sumann (5AHEL)" userId="35c3bdd6-3c57-47be-99dc-de68b849129d" providerId="ADAL" clId="{DFB12FE0-6FCE-4D7E-9AAD-00DAE1B9912B}" dt="2024-10-07T11:42:33.836" v="325" actId="20577"/>
          <ac:spMkLst>
            <pc:docMk/>
            <pc:sldMk cId="3976538096" sldId="285"/>
            <ac:spMk id="10" creationId="{09294A43-4753-C7C2-F993-A8B99394DE03}"/>
          </ac:spMkLst>
        </pc:spChg>
        <pc:graphicFrameChg chg="del mod">
          <ac:chgData name="Lukas Peter Sumann (5AHEL)" userId="35c3bdd6-3c57-47be-99dc-de68b849129d" providerId="ADAL" clId="{DFB12FE0-6FCE-4D7E-9AAD-00DAE1B9912B}" dt="2024-10-07T11:40:54.827" v="228" actId="478"/>
          <ac:graphicFrameMkLst>
            <pc:docMk/>
            <pc:sldMk cId="3976538096" sldId="285"/>
            <ac:graphicFrameMk id="6" creationId="{E1EE1BA2-32A1-97ED-D7A6-D63E0650810A}"/>
          </ac:graphicFrameMkLst>
        </pc:graphicFrameChg>
        <pc:picChg chg="add mod">
          <ac:chgData name="Lukas Peter Sumann (5AHEL)" userId="35c3bdd6-3c57-47be-99dc-de68b849129d" providerId="ADAL" clId="{DFB12FE0-6FCE-4D7E-9AAD-00DAE1B9912B}" dt="2024-10-08T06:02:08.149" v="587" actId="1076"/>
          <ac:picMkLst>
            <pc:docMk/>
            <pc:sldMk cId="3976538096" sldId="285"/>
            <ac:picMk id="1026" creationId="{4A6D8303-0709-2E51-5CE3-41CCA308CC3A}"/>
          </ac:picMkLst>
        </pc:picChg>
      </pc:sldChg>
      <pc:sldChg chg="modSp add mod">
        <pc:chgData name="Lukas Peter Sumann (5AHEL)" userId="35c3bdd6-3c57-47be-99dc-de68b849129d" providerId="ADAL" clId="{DFB12FE0-6FCE-4D7E-9AAD-00DAE1B9912B}" dt="2024-10-07T11:46:54.017" v="331"/>
        <pc:sldMkLst>
          <pc:docMk/>
          <pc:sldMk cId="2295339477" sldId="286"/>
        </pc:sldMkLst>
        <pc:spChg chg="mod">
          <ac:chgData name="Lukas Peter Sumann (5AHEL)" userId="35c3bdd6-3c57-47be-99dc-de68b849129d" providerId="ADAL" clId="{DFB12FE0-6FCE-4D7E-9AAD-00DAE1B9912B}" dt="2024-10-07T11:01:46.105" v="32" actId="20577"/>
          <ac:spMkLst>
            <pc:docMk/>
            <pc:sldMk cId="2295339477" sldId="286"/>
            <ac:spMk id="2" creationId="{9637B5C0-932D-82E0-C325-ECC58F171DD0}"/>
          </ac:spMkLst>
        </pc:spChg>
        <pc:spChg chg="mod">
          <ac:chgData name="Lukas Peter Sumann (5AHEL)" userId="35c3bdd6-3c57-47be-99dc-de68b849129d" providerId="ADAL" clId="{DFB12FE0-6FCE-4D7E-9AAD-00DAE1B9912B}" dt="2024-10-07T11:46:54.017" v="331"/>
          <ac:spMkLst>
            <pc:docMk/>
            <pc:sldMk cId="2295339477" sldId="286"/>
            <ac:spMk id="4" creationId="{342C5040-9A5D-A11D-01CF-5C6B59462E94}"/>
          </ac:spMkLst>
        </pc:spChg>
        <pc:spChg chg="mod">
          <ac:chgData name="Lukas Peter Sumann (5AHEL)" userId="35c3bdd6-3c57-47be-99dc-de68b849129d" providerId="ADAL" clId="{DFB12FE0-6FCE-4D7E-9AAD-00DAE1B9912B}" dt="2024-10-07T11:01:36.606" v="23" actId="1076"/>
          <ac:spMkLst>
            <pc:docMk/>
            <pc:sldMk cId="2295339477" sldId="286"/>
            <ac:spMk id="5" creationId="{685450C8-C694-CF79-F1C1-DC21DC892A0D}"/>
          </ac:spMkLst>
        </pc:spChg>
      </pc:sldChg>
      <pc:sldChg chg="add del">
        <pc:chgData name="Lukas Peter Sumann (5AHEL)" userId="35c3bdd6-3c57-47be-99dc-de68b849129d" providerId="ADAL" clId="{DFB12FE0-6FCE-4D7E-9AAD-00DAE1B9912B}" dt="2024-10-07T11:01:23.248" v="18" actId="47"/>
        <pc:sldMkLst>
          <pc:docMk/>
          <pc:sldMk cId="980766135" sldId="287"/>
        </pc:sldMkLst>
      </pc:sldChg>
    </pc:docChg>
  </pc:docChgLst>
  <pc:docChgLst>
    <pc:chgData name="Lukas Peter Sumann (5AHEL)" userId="35c3bdd6-3c57-47be-99dc-de68b849129d" providerId="ADAL" clId="{772648C6-E041-4346-9AC1-13A518042CBA}"/>
    <pc:docChg chg="custSel addSld delSld modSld sldOrd modSection">
      <pc:chgData name="Lukas Peter Sumann (5AHEL)" userId="35c3bdd6-3c57-47be-99dc-de68b849129d" providerId="ADAL" clId="{772648C6-E041-4346-9AC1-13A518042CBA}" dt="2024-11-25T12:26:49.534" v="1359" actId="1076"/>
      <pc:docMkLst>
        <pc:docMk/>
      </pc:docMkLst>
      <pc:sldChg chg="addSp delSp modSp mod">
        <pc:chgData name="Lukas Peter Sumann (5AHEL)" userId="35c3bdd6-3c57-47be-99dc-de68b849129d" providerId="ADAL" clId="{772648C6-E041-4346-9AC1-13A518042CBA}" dt="2024-11-25T12:26:43.653" v="1357" actId="21"/>
        <pc:sldMkLst>
          <pc:docMk/>
          <pc:sldMk cId="3239819422" sldId="257"/>
        </pc:sldMkLst>
        <pc:spChg chg="mod">
          <ac:chgData name="Lukas Peter Sumann (5AHEL)" userId="35c3bdd6-3c57-47be-99dc-de68b849129d" providerId="ADAL" clId="{772648C6-E041-4346-9AC1-13A518042CBA}" dt="2024-11-25T12:18:34.420" v="1230" actId="20577"/>
          <ac:spMkLst>
            <pc:docMk/>
            <pc:sldMk cId="3239819422" sldId="257"/>
            <ac:spMk id="5" creationId="{35CBBB85-825F-4212-A573-B49482B7A6C5}"/>
          </ac:spMkLst>
        </pc:spChg>
        <pc:picChg chg="del">
          <ac:chgData name="Lukas Peter Sumann (5AHEL)" userId="35c3bdd6-3c57-47be-99dc-de68b849129d" providerId="ADAL" clId="{772648C6-E041-4346-9AC1-13A518042CBA}" dt="2024-11-25T10:46:44.408" v="0" actId="478"/>
          <ac:picMkLst>
            <pc:docMk/>
            <pc:sldMk cId="3239819422" sldId="257"/>
            <ac:picMk id="6" creationId="{4DCBCA5B-07A1-FB1F-B99E-5BF87E4C8202}"/>
          </ac:picMkLst>
        </pc:picChg>
        <pc:picChg chg="add mod">
          <ac:chgData name="Lukas Peter Sumann (5AHEL)" userId="35c3bdd6-3c57-47be-99dc-de68b849129d" providerId="ADAL" clId="{772648C6-E041-4346-9AC1-13A518042CBA}" dt="2024-11-25T10:46:54.293" v="6" actId="1076"/>
          <ac:picMkLst>
            <pc:docMk/>
            <pc:sldMk cId="3239819422" sldId="257"/>
            <ac:picMk id="8" creationId="{1BCD0204-D37B-23D5-7FFA-2F1CA0CE092D}"/>
          </ac:picMkLst>
        </pc:picChg>
        <pc:picChg chg="add del mod">
          <ac:chgData name="Lukas Peter Sumann (5AHEL)" userId="35c3bdd6-3c57-47be-99dc-de68b849129d" providerId="ADAL" clId="{772648C6-E041-4346-9AC1-13A518042CBA}" dt="2024-11-25T12:26:43.653" v="1357" actId="21"/>
          <ac:picMkLst>
            <pc:docMk/>
            <pc:sldMk cId="3239819422" sldId="257"/>
            <ac:picMk id="1026" creationId="{98EE849D-3B9E-7150-263C-597A62ED825E}"/>
          </ac:picMkLst>
        </pc:picChg>
      </pc:sldChg>
      <pc:sldChg chg="del">
        <pc:chgData name="Lukas Peter Sumann (5AHEL)" userId="35c3bdd6-3c57-47be-99dc-de68b849129d" providerId="ADAL" clId="{772648C6-E041-4346-9AC1-13A518042CBA}" dt="2024-11-25T10:54:41.382" v="416" actId="47"/>
        <pc:sldMkLst>
          <pc:docMk/>
          <pc:sldMk cId="2878523661" sldId="258"/>
        </pc:sldMkLst>
      </pc:sldChg>
      <pc:sldChg chg="del">
        <pc:chgData name="Lukas Peter Sumann (5AHEL)" userId="35c3bdd6-3c57-47be-99dc-de68b849129d" providerId="ADAL" clId="{772648C6-E041-4346-9AC1-13A518042CBA}" dt="2024-11-25T10:47:01.669" v="7" actId="47"/>
        <pc:sldMkLst>
          <pc:docMk/>
          <pc:sldMk cId="2196537169" sldId="259"/>
        </pc:sldMkLst>
      </pc:sldChg>
      <pc:sldChg chg="modSp mod">
        <pc:chgData name="Lukas Peter Sumann (5AHEL)" userId="35c3bdd6-3c57-47be-99dc-de68b849129d" providerId="ADAL" clId="{772648C6-E041-4346-9AC1-13A518042CBA}" dt="2024-11-25T11:13:43.073" v="423" actId="20577"/>
        <pc:sldMkLst>
          <pc:docMk/>
          <pc:sldMk cId="2036283244" sldId="261"/>
        </pc:sldMkLst>
        <pc:spChg chg="mod">
          <ac:chgData name="Lukas Peter Sumann (5AHEL)" userId="35c3bdd6-3c57-47be-99dc-de68b849129d" providerId="ADAL" clId="{772648C6-E041-4346-9AC1-13A518042CBA}" dt="2024-11-25T11:13:43.073" v="423" actId="20577"/>
          <ac:spMkLst>
            <pc:docMk/>
            <pc:sldMk cId="2036283244" sldId="261"/>
            <ac:spMk id="3" creationId="{7442EF45-B522-4103-A497-1C83166ECC05}"/>
          </ac:spMkLst>
        </pc:spChg>
        <pc:spChg chg="mod">
          <ac:chgData name="Lukas Peter Sumann (5AHEL)" userId="35c3bdd6-3c57-47be-99dc-de68b849129d" providerId="ADAL" clId="{772648C6-E041-4346-9AC1-13A518042CBA}" dt="2024-11-25T10:55:02.520" v="419" actId="404"/>
          <ac:spMkLst>
            <pc:docMk/>
            <pc:sldMk cId="2036283244" sldId="261"/>
            <ac:spMk id="7" creationId="{788BF19F-FECE-4EEC-B2CB-26CE666079CA}"/>
          </ac:spMkLst>
        </pc:spChg>
      </pc:sldChg>
      <pc:sldChg chg="addSp delSp modSp mod">
        <pc:chgData name="Lukas Peter Sumann (5AHEL)" userId="35c3bdd6-3c57-47be-99dc-de68b849129d" providerId="ADAL" clId="{772648C6-E041-4346-9AC1-13A518042CBA}" dt="2024-11-25T10:54:20.357" v="415" actId="27636"/>
        <pc:sldMkLst>
          <pc:docMk/>
          <pc:sldMk cId="884016500" sldId="280"/>
        </pc:sldMkLst>
        <pc:spChg chg="mod">
          <ac:chgData name="Lukas Peter Sumann (5AHEL)" userId="35c3bdd6-3c57-47be-99dc-de68b849129d" providerId="ADAL" clId="{772648C6-E041-4346-9AC1-13A518042CBA}" dt="2024-11-25T10:54:20.357" v="415" actId="27636"/>
          <ac:spMkLst>
            <pc:docMk/>
            <pc:sldMk cId="884016500" sldId="280"/>
            <ac:spMk id="10" creationId="{09294A43-4753-C7C2-F993-A8B99394DE03}"/>
          </ac:spMkLst>
        </pc:spChg>
        <pc:picChg chg="add mod">
          <ac:chgData name="Lukas Peter Sumann (5AHEL)" userId="35c3bdd6-3c57-47be-99dc-de68b849129d" providerId="ADAL" clId="{772648C6-E041-4346-9AC1-13A518042CBA}" dt="2024-11-25T10:49:50.058" v="31" actId="1440"/>
          <ac:picMkLst>
            <pc:docMk/>
            <pc:sldMk cId="884016500" sldId="280"/>
            <ac:picMk id="6" creationId="{E28EB8CC-BF7A-4E45-D89E-FB7137D03812}"/>
          </ac:picMkLst>
        </pc:picChg>
        <pc:picChg chg="del">
          <ac:chgData name="Lukas Peter Sumann (5AHEL)" userId="35c3bdd6-3c57-47be-99dc-de68b849129d" providerId="ADAL" clId="{772648C6-E041-4346-9AC1-13A518042CBA}" dt="2024-11-25T10:49:30.216" v="27" actId="478"/>
          <ac:picMkLst>
            <pc:docMk/>
            <pc:sldMk cId="884016500" sldId="280"/>
            <ac:picMk id="12" creationId="{2049B979-EB4B-614C-27F0-642107AFB297}"/>
          </ac:picMkLst>
        </pc:picChg>
      </pc:sldChg>
      <pc:sldChg chg="del">
        <pc:chgData name="Lukas Peter Sumann (5AHEL)" userId="35c3bdd6-3c57-47be-99dc-de68b849129d" providerId="ADAL" clId="{772648C6-E041-4346-9AC1-13A518042CBA}" dt="2024-11-25T12:25:22.339" v="1351" actId="47"/>
        <pc:sldMkLst>
          <pc:docMk/>
          <pc:sldMk cId="872104216" sldId="282"/>
        </pc:sldMkLst>
      </pc:sldChg>
      <pc:sldChg chg="modSp mod">
        <pc:chgData name="Lukas Peter Sumann (5AHEL)" userId="35c3bdd6-3c57-47be-99dc-de68b849129d" providerId="ADAL" clId="{772648C6-E041-4346-9AC1-13A518042CBA}" dt="2024-11-25T12:24:14.698" v="1350" actId="20577"/>
        <pc:sldMkLst>
          <pc:docMk/>
          <pc:sldMk cId="1079288459" sldId="283"/>
        </pc:sldMkLst>
        <pc:spChg chg="mod">
          <ac:chgData name="Lukas Peter Sumann (5AHEL)" userId="35c3bdd6-3c57-47be-99dc-de68b849129d" providerId="ADAL" clId="{772648C6-E041-4346-9AC1-13A518042CBA}" dt="2024-11-25T12:24:14.698" v="1350" actId="20577"/>
          <ac:spMkLst>
            <pc:docMk/>
            <pc:sldMk cId="1079288459" sldId="283"/>
            <ac:spMk id="5" creationId="{685450C8-C694-CF79-F1C1-DC21DC892A0D}"/>
          </ac:spMkLst>
        </pc:spChg>
      </pc:sldChg>
      <pc:sldChg chg="addSp modSp mod">
        <pc:chgData name="Lukas Peter Sumann (5AHEL)" userId="35c3bdd6-3c57-47be-99dc-de68b849129d" providerId="ADAL" clId="{772648C6-E041-4346-9AC1-13A518042CBA}" dt="2024-11-25T12:26:49.534" v="1359" actId="1076"/>
        <pc:sldMkLst>
          <pc:docMk/>
          <pc:sldMk cId="3976538096" sldId="285"/>
        </pc:sldMkLst>
        <pc:spChg chg="mod">
          <ac:chgData name="Lukas Peter Sumann (5AHEL)" userId="35c3bdd6-3c57-47be-99dc-de68b849129d" providerId="ADAL" clId="{772648C6-E041-4346-9AC1-13A518042CBA}" dt="2024-11-25T12:00:55.861" v="688" actId="20577"/>
          <ac:spMkLst>
            <pc:docMk/>
            <pc:sldMk cId="3976538096" sldId="285"/>
            <ac:spMk id="10" creationId="{09294A43-4753-C7C2-F993-A8B99394DE03}"/>
          </ac:spMkLst>
        </pc:spChg>
        <pc:picChg chg="add mod">
          <ac:chgData name="Lukas Peter Sumann (5AHEL)" userId="35c3bdd6-3c57-47be-99dc-de68b849129d" providerId="ADAL" clId="{772648C6-E041-4346-9AC1-13A518042CBA}" dt="2024-11-25T12:26:49.534" v="1359" actId="1076"/>
          <ac:picMkLst>
            <pc:docMk/>
            <pc:sldMk cId="3976538096" sldId="285"/>
            <ac:picMk id="3" creationId="{98EE849D-3B9E-7150-263C-597A62ED825E}"/>
          </ac:picMkLst>
        </pc:picChg>
      </pc:sldChg>
      <pc:sldChg chg="modSp add mod">
        <pc:chgData name="Lukas Peter Sumann (5AHEL)" userId="35c3bdd6-3c57-47be-99dc-de68b849129d" providerId="ADAL" clId="{772648C6-E041-4346-9AC1-13A518042CBA}" dt="2024-11-25T12:04:36.317" v="992" actId="20577"/>
        <pc:sldMkLst>
          <pc:docMk/>
          <pc:sldMk cId="436692080" sldId="286"/>
        </pc:sldMkLst>
        <pc:spChg chg="mod">
          <ac:chgData name="Lukas Peter Sumann (5AHEL)" userId="35c3bdd6-3c57-47be-99dc-de68b849129d" providerId="ADAL" clId="{772648C6-E041-4346-9AC1-13A518042CBA}" dt="2024-11-25T12:01:20.546" v="697" actId="20577"/>
          <ac:spMkLst>
            <pc:docMk/>
            <pc:sldMk cId="436692080" sldId="286"/>
            <ac:spMk id="2" creationId="{9637B5C0-932D-82E0-C325-ECC58F171DD0}"/>
          </ac:spMkLst>
        </pc:spChg>
        <pc:spChg chg="mod">
          <ac:chgData name="Lukas Peter Sumann (5AHEL)" userId="35c3bdd6-3c57-47be-99dc-de68b849129d" providerId="ADAL" clId="{772648C6-E041-4346-9AC1-13A518042CBA}" dt="2024-11-25T12:04:36.317" v="992" actId="20577"/>
          <ac:spMkLst>
            <pc:docMk/>
            <pc:sldMk cId="436692080" sldId="286"/>
            <ac:spMk id="5" creationId="{685450C8-C694-CF79-F1C1-DC21DC892A0D}"/>
          </ac:spMkLst>
        </pc:spChg>
      </pc:sldChg>
      <pc:sldChg chg="modSp del mod ord">
        <pc:chgData name="Lukas Peter Sumann (5AHEL)" userId="35c3bdd6-3c57-47be-99dc-de68b849129d" providerId="ADAL" clId="{772648C6-E041-4346-9AC1-13A518042CBA}" dt="2024-11-25T12:01:13.263" v="689" actId="2696"/>
        <pc:sldMkLst>
          <pc:docMk/>
          <pc:sldMk cId="2295339477" sldId="286"/>
        </pc:sldMkLst>
        <pc:spChg chg="mod">
          <ac:chgData name="Lukas Peter Sumann (5AHEL)" userId="35c3bdd6-3c57-47be-99dc-de68b849129d" providerId="ADAL" clId="{772648C6-E041-4346-9AC1-13A518042CBA}" dt="2024-11-25T10:47:43.789" v="26" actId="1076"/>
          <ac:spMkLst>
            <pc:docMk/>
            <pc:sldMk cId="2295339477" sldId="286"/>
            <ac:spMk id="5" creationId="{685450C8-C694-CF79-F1C1-DC21DC892A0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7E0F9D-EE58-AD4F-81A8-795EB4710398}" type="datetimeFigureOut">
              <a:rPr lang="de-DE" smtClean="0"/>
              <a:t>25.11.2024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491A4F-9949-BA4C-829E-3204D57F77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7711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491A4F-9949-BA4C-829E-3204D57F7733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7186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7.svg"/><Relationship Id="rId7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02BA19-22BB-9749-A27A-7E43EF05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Freihandform 6">
            <a:extLst>
              <a:ext uri="{FF2B5EF4-FFF2-40B4-BE49-F238E27FC236}">
                <a16:creationId xmlns:a16="http://schemas.microsoft.com/office/drawing/2014/main" id="{E4AFAA2B-DDC1-A705-5CE1-101E13B92766}"/>
              </a:ext>
            </a:extLst>
          </p:cNvPr>
          <p:cNvSpPr/>
          <p:nvPr userDrawn="1"/>
        </p:nvSpPr>
        <p:spPr>
          <a:xfrm rot="8196387">
            <a:off x="5318777" y="-1177905"/>
            <a:ext cx="4759712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Freihandform 8">
            <a:extLst>
              <a:ext uri="{FF2B5EF4-FFF2-40B4-BE49-F238E27FC236}">
                <a16:creationId xmlns:a16="http://schemas.microsoft.com/office/drawing/2014/main" id="{D47635BE-6C94-EA79-1E7E-A16BFF0B7ABB}"/>
              </a:ext>
            </a:extLst>
          </p:cNvPr>
          <p:cNvSpPr/>
          <p:nvPr userDrawn="1"/>
        </p:nvSpPr>
        <p:spPr>
          <a:xfrm rot="12664814" flipV="1">
            <a:off x="8029177" y="301128"/>
            <a:ext cx="5610720" cy="8294818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7676" h="3588900">
                <a:moveTo>
                  <a:pt x="829578" y="1013703"/>
                </a:moveTo>
                <a:cubicBezTo>
                  <a:pt x="1397137" y="530228"/>
                  <a:pt x="2942157" y="-328119"/>
                  <a:pt x="3141854" y="130833"/>
                </a:cubicBezTo>
                <a:cubicBezTo>
                  <a:pt x="3341551" y="589785"/>
                  <a:pt x="2644367" y="1160846"/>
                  <a:pt x="2574297" y="1644322"/>
                </a:cubicBezTo>
                <a:cubicBezTo>
                  <a:pt x="2504227" y="2127798"/>
                  <a:pt x="2788005" y="3045702"/>
                  <a:pt x="2322047" y="3452102"/>
                </a:cubicBezTo>
                <a:cubicBezTo>
                  <a:pt x="1856089" y="3858502"/>
                  <a:pt x="253064" y="3291335"/>
                  <a:pt x="51812" y="2642806"/>
                </a:cubicBezTo>
                <a:cubicBezTo>
                  <a:pt x="-149440" y="1994277"/>
                  <a:pt x="262019" y="1497178"/>
                  <a:pt x="829578" y="1013703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E788BC45-8048-7B84-6229-DCDD3DE3BF4F}"/>
              </a:ext>
            </a:extLst>
          </p:cNvPr>
          <p:cNvSpPr/>
          <p:nvPr userDrawn="1"/>
        </p:nvSpPr>
        <p:spPr>
          <a:xfrm rot="18508693">
            <a:off x="1395937" y="1909603"/>
            <a:ext cx="6589168" cy="62760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1223AABF-8467-4E9F-86F5-1F1ECB8048B1}"/>
              </a:ext>
            </a:extLst>
          </p:cNvPr>
          <p:cNvSpPr/>
          <p:nvPr userDrawn="1"/>
        </p:nvSpPr>
        <p:spPr>
          <a:xfrm rot="19240800">
            <a:off x="-2200663" y="-1069579"/>
            <a:ext cx="6636396" cy="4457866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  <a:gd name="connsiteX0" fmla="*/ 1599 w 3099681"/>
              <a:gd name="connsiteY0" fmla="*/ 1556274 h 2805936"/>
              <a:gd name="connsiteX1" fmla="*/ 1160720 w 3099681"/>
              <a:gd name="connsiteY1" fmla="*/ 52 h 2805936"/>
              <a:gd name="connsiteX2" fmla="*/ 3097014 w 3099681"/>
              <a:gd name="connsiteY2" fmla="*/ 1505235 h 2805936"/>
              <a:gd name="connsiteX3" fmla="*/ 1544195 w 3099681"/>
              <a:gd name="connsiteY3" fmla="*/ 2805835 h 2805936"/>
              <a:gd name="connsiteX4" fmla="*/ 1599 w 3099681"/>
              <a:gd name="connsiteY4" fmla="*/ 1556274 h 2805936"/>
              <a:gd name="connsiteX0" fmla="*/ 1599 w 3098266"/>
              <a:gd name="connsiteY0" fmla="*/ 1556274 h 2805936"/>
              <a:gd name="connsiteX1" fmla="*/ 1160720 w 3098266"/>
              <a:gd name="connsiteY1" fmla="*/ 52 h 2805936"/>
              <a:gd name="connsiteX2" fmla="*/ 3097014 w 3098266"/>
              <a:gd name="connsiteY2" fmla="*/ 1505235 h 2805936"/>
              <a:gd name="connsiteX3" fmla="*/ 1544195 w 3098266"/>
              <a:gd name="connsiteY3" fmla="*/ 2805835 h 2805936"/>
              <a:gd name="connsiteX4" fmla="*/ 1599 w 3098266"/>
              <a:gd name="connsiteY4" fmla="*/ 1556274 h 2805936"/>
              <a:gd name="connsiteX0" fmla="*/ 6698 w 3107113"/>
              <a:gd name="connsiteY0" fmla="*/ 1556268 h 1995204"/>
              <a:gd name="connsiteX1" fmla="*/ 1165819 w 3107113"/>
              <a:gd name="connsiteY1" fmla="*/ 46 h 1995204"/>
              <a:gd name="connsiteX2" fmla="*/ 3102113 w 3107113"/>
              <a:gd name="connsiteY2" fmla="*/ 1505229 h 1995204"/>
              <a:gd name="connsiteX3" fmla="*/ 1670895 w 3107113"/>
              <a:gd name="connsiteY3" fmla="*/ 1994767 h 1995204"/>
              <a:gd name="connsiteX4" fmla="*/ 6698 w 3107113"/>
              <a:gd name="connsiteY4" fmla="*/ 1556268 h 1995204"/>
              <a:gd name="connsiteX0" fmla="*/ 6698 w 3107610"/>
              <a:gd name="connsiteY0" fmla="*/ 1556268 h 2094159"/>
              <a:gd name="connsiteX1" fmla="*/ 1165819 w 3107610"/>
              <a:gd name="connsiteY1" fmla="*/ 46 h 2094159"/>
              <a:gd name="connsiteX2" fmla="*/ 3102113 w 3107610"/>
              <a:gd name="connsiteY2" fmla="*/ 1505229 h 2094159"/>
              <a:gd name="connsiteX3" fmla="*/ 1670895 w 3107610"/>
              <a:gd name="connsiteY3" fmla="*/ 1994767 h 2094159"/>
              <a:gd name="connsiteX4" fmla="*/ 6698 w 3107610"/>
              <a:gd name="connsiteY4" fmla="*/ 1556268 h 2094159"/>
              <a:gd name="connsiteX0" fmla="*/ 6698 w 3108326"/>
              <a:gd name="connsiteY0" fmla="*/ 1556268 h 2032117"/>
              <a:gd name="connsiteX1" fmla="*/ 1165819 w 3108326"/>
              <a:gd name="connsiteY1" fmla="*/ 46 h 2032117"/>
              <a:gd name="connsiteX2" fmla="*/ 3102113 w 3108326"/>
              <a:gd name="connsiteY2" fmla="*/ 1505229 h 2032117"/>
              <a:gd name="connsiteX3" fmla="*/ 1670895 w 3108326"/>
              <a:gd name="connsiteY3" fmla="*/ 1994767 h 2032117"/>
              <a:gd name="connsiteX4" fmla="*/ 6698 w 3108326"/>
              <a:gd name="connsiteY4" fmla="*/ 1556268 h 2032117"/>
              <a:gd name="connsiteX0" fmla="*/ 2700 w 3101149"/>
              <a:gd name="connsiteY0" fmla="*/ 1588985 h 2065259"/>
              <a:gd name="connsiteX1" fmla="*/ 1324169 w 3101149"/>
              <a:gd name="connsiteY1" fmla="*/ 44 h 2065259"/>
              <a:gd name="connsiteX2" fmla="*/ 3098115 w 3101149"/>
              <a:gd name="connsiteY2" fmla="*/ 1537946 h 2065259"/>
              <a:gd name="connsiteX3" fmla="*/ 1666897 w 3101149"/>
              <a:gd name="connsiteY3" fmla="*/ 2027484 h 2065259"/>
              <a:gd name="connsiteX4" fmla="*/ 2700 w 3101149"/>
              <a:gd name="connsiteY4" fmla="*/ 1588985 h 2065259"/>
              <a:gd name="connsiteX0" fmla="*/ 2700 w 3100106"/>
              <a:gd name="connsiteY0" fmla="*/ 1588985 h 2163738"/>
              <a:gd name="connsiteX1" fmla="*/ 1324169 w 3100106"/>
              <a:gd name="connsiteY1" fmla="*/ 44 h 2163738"/>
              <a:gd name="connsiteX2" fmla="*/ 3098115 w 3100106"/>
              <a:gd name="connsiteY2" fmla="*/ 1537946 h 2163738"/>
              <a:gd name="connsiteX3" fmla="*/ 1666897 w 3100106"/>
              <a:gd name="connsiteY3" fmla="*/ 2027484 h 2163738"/>
              <a:gd name="connsiteX4" fmla="*/ 2700 w 3100106"/>
              <a:gd name="connsiteY4" fmla="*/ 1588985 h 2163738"/>
              <a:gd name="connsiteX0" fmla="*/ 2700 w 3100834"/>
              <a:gd name="connsiteY0" fmla="*/ 1588985 h 2056082"/>
              <a:gd name="connsiteX1" fmla="*/ 1324169 w 3100834"/>
              <a:gd name="connsiteY1" fmla="*/ 44 h 2056082"/>
              <a:gd name="connsiteX2" fmla="*/ 3098115 w 3100834"/>
              <a:gd name="connsiteY2" fmla="*/ 1537946 h 2056082"/>
              <a:gd name="connsiteX3" fmla="*/ 1666897 w 3100834"/>
              <a:gd name="connsiteY3" fmla="*/ 2027484 h 2056082"/>
              <a:gd name="connsiteX4" fmla="*/ 2700 w 3100834"/>
              <a:gd name="connsiteY4" fmla="*/ 1588985 h 2056082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1100" h="2041075">
                <a:moveTo>
                  <a:pt x="2700" y="1588985"/>
                </a:moveTo>
                <a:cubicBezTo>
                  <a:pt x="-54421" y="1251078"/>
                  <a:pt x="808267" y="8550"/>
                  <a:pt x="1324169" y="44"/>
                </a:cubicBezTo>
                <a:cubicBezTo>
                  <a:pt x="1840071" y="-8462"/>
                  <a:pt x="3040994" y="1200039"/>
                  <a:pt x="3098115" y="1537946"/>
                </a:cubicBezTo>
                <a:cubicBezTo>
                  <a:pt x="3155236" y="1875853"/>
                  <a:pt x="2382291" y="1963492"/>
                  <a:pt x="1666897" y="2027484"/>
                </a:cubicBezTo>
                <a:cubicBezTo>
                  <a:pt x="951503" y="2091476"/>
                  <a:pt x="59821" y="1926892"/>
                  <a:pt x="2700" y="1588985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4B41898A-F8F9-4A92-44E7-C6856EDDF897}"/>
              </a:ext>
            </a:extLst>
          </p:cNvPr>
          <p:cNvSpPr/>
          <p:nvPr userDrawn="1"/>
        </p:nvSpPr>
        <p:spPr>
          <a:xfrm rot="18508693">
            <a:off x="-3000138" y="-4312823"/>
            <a:ext cx="6589168" cy="62760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noFill/>
          <a:ln w="76200">
            <a:solidFill>
              <a:srgbClr val="647A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3B4858"/>
              </a:solidFill>
            </a:endParaRPr>
          </a:p>
        </p:txBody>
      </p:sp>
      <p:sp>
        <p:nvSpPr>
          <p:cNvPr id="15" name="Freihandform 14">
            <a:extLst>
              <a:ext uri="{FF2B5EF4-FFF2-40B4-BE49-F238E27FC236}">
                <a16:creationId xmlns:a16="http://schemas.microsoft.com/office/drawing/2014/main" id="{53156BBC-8764-AD40-F6CB-488906C34726}"/>
              </a:ext>
            </a:extLst>
          </p:cNvPr>
          <p:cNvSpPr/>
          <p:nvPr userDrawn="1"/>
        </p:nvSpPr>
        <p:spPr>
          <a:xfrm rot="18508693">
            <a:off x="-2981212" y="5093129"/>
            <a:ext cx="6589168" cy="62760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noFill/>
          <a:ln w="76200">
            <a:solidFill>
              <a:srgbClr val="647A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BC239B9-97EB-8147-A4B5-809E65FFB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92270"/>
            <a:ext cx="9144000" cy="2387600"/>
          </a:xfrm>
        </p:spPr>
        <p:txBody>
          <a:bodyPr anchor="ctr"/>
          <a:lstStyle>
            <a:lvl1pPr algn="ctr">
              <a:defRPr sz="6000" b="0" cap="all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1B6E541-F5CC-F240-8719-BEB4A5EC43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71945"/>
            <a:ext cx="9144000" cy="514333"/>
          </a:xfrm>
        </p:spPr>
        <p:txBody>
          <a:bodyPr/>
          <a:lstStyle>
            <a:lvl1pPr marL="0" indent="0" algn="ctr">
              <a:buNone/>
              <a:defRPr sz="24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6" name="Freihandform 15">
            <a:extLst>
              <a:ext uri="{FF2B5EF4-FFF2-40B4-BE49-F238E27FC236}">
                <a16:creationId xmlns:a16="http://schemas.microsoft.com/office/drawing/2014/main" id="{5D49C0DE-A487-83AF-86B4-A6F17E79B51D}"/>
              </a:ext>
            </a:extLst>
          </p:cNvPr>
          <p:cNvSpPr/>
          <p:nvPr userDrawn="1"/>
        </p:nvSpPr>
        <p:spPr>
          <a:xfrm rot="14555770" flipV="1">
            <a:off x="8229241" y="3037134"/>
            <a:ext cx="5610720" cy="8294818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7676" h="3588900">
                <a:moveTo>
                  <a:pt x="829578" y="1013703"/>
                </a:moveTo>
                <a:cubicBezTo>
                  <a:pt x="1397137" y="530228"/>
                  <a:pt x="2942157" y="-328119"/>
                  <a:pt x="3141854" y="130833"/>
                </a:cubicBezTo>
                <a:cubicBezTo>
                  <a:pt x="3341551" y="589785"/>
                  <a:pt x="2644367" y="1160846"/>
                  <a:pt x="2574297" y="1644322"/>
                </a:cubicBezTo>
                <a:cubicBezTo>
                  <a:pt x="2504227" y="2127798"/>
                  <a:pt x="2788005" y="3045702"/>
                  <a:pt x="2322047" y="3452102"/>
                </a:cubicBezTo>
                <a:cubicBezTo>
                  <a:pt x="1856089" y="3858502"/>
                  <a:pt x="253064" y="3291335"/>
                  <a:pt x="51812" y="2642806"/>
                </a:cubicBezTo>
                <a:cubicBezTo>
                  <a:pt x="-149440" y="1994277"/>
                  <a:pt x="262019" y="1497178"/>
                  <a:pt x="829578" y="1013703"/>
                </a:cubicBezTo>
                <a:close/>
              </a:path>
            </a:pathLst>
          </a:custGeom>
          <a:noFill/>
          <a:ln w="76200">
            <a:solidFill>
              <a:srgbClr val="647A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B85D35-8E2E-1EA7-5915-0835E4F0289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4410C33-1701-9D02-17EB-5A50EA14EB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180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ihandform 3">
            <a:extLst>
              <a:ext uri="{FF2B5EF4-FFF2-40B4-BE49-F238E27FC236}">
                <a16:creationId xmlns:a16="http://schemas.microsoft.com/office/drawing/2014/main" id="{FA1ADB5F-FA2E-7BF8-5CB9-563ADE4AE44E}"/>
              </a:ext>
            </a:extLst>
          </p:cNvPr>
          <p:cNvSpPr/>
          <p:nvPr userDrawn="1"/>
        </p:nvSpPr>
        <p:spPr>
          <a:xfrm rot="10129930">
            <a:off x="-2139048" y="-745777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BAAE065-A309-1F47-9138-75E78CD01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C6FF71-801A-FC4F-950C-4E2FF76A0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>
              <a:defRPr>
                <a:solidFill>
                  <a:srgbClr val="647A84"/>
                </a:solidFill>
                <a:latin typeface="TheSans Plain" pitchFamily="2" charset="0"/>
              </a:defRPr>
            </a:lvl2pPr>
            <a:lvl3pPr>
              <a:defRPr>
                <a:solidFill>
                  <a:srgbClr val="647A84"/>
                </a:solidFill>
                <a:latin typeface="TheSans Plain" pitchFamily="2" charset="0"/>
              </a:defRPr>
            </a:lvl3pPr>
            <a:lvl4pPr>
              <a:defRPr>
                <a:solidFill>
                  <a:srgbClr val="647A84"/>
                </a:solidFill>
                <a:latin typeface="TheSans Plain" pitchFamily="2" charset="0"/>
              </a:defRPr>
            </a:lvl4pPr>
            <a:lvl5pPr>
              <a:defRPr>
                <a:solidFill>
                  <a:srgbClr val="647A84"/>
                </a:solidFill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82311A-FB2F-DA48-8C46-A29BBA46B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2BA182-0060-D786-CA61-63531BC4A4B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</p:spTree>
    <p:extLst>
      <p:ext uri="{BB962C8B-B14F-4D97-AF65-F5344CB8AC3E}">
        <p14:creationId xmlns:p14="http://schemas.microsoft.com/office/powerpoint/2010/main" val="197110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ihandform 17">
            <a:extLst>
              <a:ext uri="{FF2B5EF4-FFF2-40B4-BE49-F238E27FC236}">
                <a16:creationId xmlns:a16="http://schemas.microsoft.com/office/drawing/2014/main" id="{CEAD9B20-91CB-AE47-12BA-AB1C886877EF}"/>
              </a:ext>
            </a:extLst>
          </p:cNvPr>
          <p:cNvSpPr/>
          <p:nvPr userDrawn="1"/>
        </p:nvSpPr>
        <p:spPr>
          <a:xfrm rot="12664814" flipV="1">
            <a:off x="8029177" y="301128"/>
            <a:ext cx="5610720" cy="8294818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7676" h="3588900">
                <a:moveTo>
                  <a:pt x="829578" y="1013703"/>
                </a:moveTo>
                <a:cubicBezTo>
                  <a:pt x="1397137" y="530228"/>
                  <a:pt x="2942157" y="-328119"/>
                  <a:pt x="3141854" y="130833"/>
                </a:cubicBezTo>
                <a:cubicBezTo>
                  <a:pt x="3341551" y="589785"/>
                  <a:pt x="2644367" y="1160846"/>
                  <a:pt x="2574297" y="1644322"/>
                </a:cubicBezTo>
                <a:cubicBezTo>
                  <a:pt x="2504227" y="2127798"/>
                  <a:pt x="2788005" y="3045702"/>
                  <a:pt x="2322047" y="3452102"/>
                </a:cubicBezTo>
                <a:cubicBezTo>
                  <a:pt x="1856089" y="3858502"/>
                  <a:pt x="253064" y="3291335"/>
                  <a:pt x="51812" y="2642806"/>
                </a:cubicBezTo>
                <a:cubicBezTo>
                  <a:pt x="-149440" y="1994277"/>
                  <a:pt x="262019" y="1497178"/>
                  <a:pt x="829578" y="1013703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02BA19-22BB-9749-A27A-7E43EF05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1223AABF-8467-4E9F-86F5-1F1ECB8048B1}"/>
              </a:ext>
            </a:extLst>
          </p:cNvPr>
          <p:cNvSpPr/>
          <p:nvPr userDrawn="1"/>
        </p:nvSpPr>
        <p:spPr>
          <a:xfrm rot="19240800">
            <a:off x="-3534515" y="-2092408"/>
            <a:ext cx="6636396" cy="4457866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  <a:gd name="connsiteX0" fmla="*/ 1599 w 3099681"/>
              <a:gd name="connsiteY0" fmla="*/ 1556274 h 2805936"/>
              <a:gd name="connsiteX1" fmla="*/ 1160720 w 3099681"/>
              <a:gd name="connsiteY1" fmla="*/ 52 h 2805936"/>
              <a:gd name="connsiteX2" fmla="*/ 3097014 w 3099681"/>
              <a:gd name="connsiteY2" fmla="*/ 1505235 h 2805936"/>
              <a:gd name="connsiteX3" fmla="*/ 1544195 w 3099681"/>
              <a:gd name="connsiteY3" fmla="*/ 2805835 h 2805936"/>
              <a:gd name="connsiteX4" fmla="*/ 1599 w 3099681"/>
              <a:gd name="connsiteY4" fmla="*/ 1556274 h 2805936"/>
              <a:gd name="connsiteX0" fmla="*/ 1599 w 3098266"/>
              <a:gd name="connsiteY0" fmla="*/ 1556274 h 2805936"/>
              <a:gd name="connsiteX1" fmla="*/ 1160720 w 3098266"/>
              <a:gd name="connsiteY1" fmla="*/ 52 h 2805936"/>
              <a:gd name="connsiteX2" fmla="*/ 3097014 w 3098266"/>
              <a:gd name="connsiteY2" fmla="*/ 1505235 h 2805936"/>
              <a:gd name="connsiteX3" fmla="*/ 1544195 w 3098266"/>
              <a:gd name="connsiteY3" fmla="*/ 2805835 h 2805936"/>
              <a:gd name="connsiteX4" fmla="*/ 1599 w 3098266"/>
              <a:gd name="connsiteY4" fmla="*/ 1556274 h 2805936"/>
              <a:gd name="connsiteX0" fmla="*/ 6698 w 3107113"/>
              <a:gd name="connsiteY0" fmla="*/ 1556268 h 1995204"/>
              <a:gd name="connsiteX1" fmla="*/ 1165819 w 3107113"/>
              <a:gd name="connsiteY1" fmla="*/ 46 h 1995204"/>
              <a:gd name="connsiteX2" fmla="*/ 3102113 w 3107113"/>
              <a:gd name="connsiteY2" fmla="*/ 1505229 h 1995204"/>
              <a:gd name="connsiteX3" fmla="*/ 1670895 w 3107113"/>
              <a:gd name="connsiteY3" fmla="*/ 1994767 h 1995204"/>
              <a:gd name="connsiteX4" fmla="*/ 6698 w 3107113"/>
              <a:gd name="connsiteY4" fmla="*/ 1556268 h 1995204"/>
              <a:gd name="connsiteX0" fmla="*/ 6698 w 3107610"/>
              <a:gd name="connsiteY0" fmla="*/ 1556268 h 2094159"/>
              <a:gd name="connsiteX1" fmla="*/ 1165819 w 3107610"/>
              <a:gd name="connsiteY1" fmla="*/ 46 h 2094159"/>
              <a:gd name="connsiteX2" fmla="*/ 3102113 w 3107610"/>
              <a:gd name="connsiteY2" fmla="*/ 1505229 h 2094159"/>
              <a:gd name="connsiteX3" fmla="*/ 1670895 w 3107610"/>
              <a:gd name="connsiteY3" fmla="*/ 1994767 h 2094159"/>
              <a:gd name="connsiteX4" fmla="*/ 6698 w 3107610"/>
              <a:gd name="connsiteY4" fmla="*/ 1556268 h 2094159"/>
              <a:gd name="connsiteX0" fmla="*/ 6698 w 3108326"/>
              <a:gd name="connsiteY0" fmla="*/ 1556268 h 2032117"/>
              <a:gd name="connsiteX1" fmla="*/ 1165819 w 3108326"/>
              <a:gd name="connsiteY1" fmla="*/ 46 h 2032117"/>
              <a:gd name="connsiteX2" fmla="*/ 3102113 w 3108326"/>
              <a:gd name="connsiteY2" fmla="*/ 1505229 h 2032117"/>
              <a:gd name="connsiteX3" fmla="*/ 1670895 w 3108326"/>
              <a:gd name="connsiteY3" fmla="*/ 1994767 h 2032117"/>
              <a:gd name="connsiteX4" fmla="*/ 6698 w 3108326"/>
              <a:gd name="connsiteY4" fmla="*/ 1556268 h 2032117"/>
              <a:gd name="connsiteX0" fmla="*/ 2700 w 3101149"/>
              <a:gd name="connsiteY0" fmla="*/ 1588985 h 2065259"/>
              <a:gd name="connsiteX1" fmla="*/ 1324169 w 3101149"/>
              <a:gd name="connsiteY1" fmla="*/ 44 h 2065259"/>
              <a:gd name="connsiteX2" fmla="*/ 3098115 w 3101149"/>
              <a:gd name="connsiteY2" fmla="*/ 1537946 h 2065259"/>
              <a:gd name="connsiteX3" fmla="*/ 1666897 w 3101149"/>
              <a:gd name="connsiteY3" fmla="*/ 2027484 h 2065259"/>
              <a:gd name="connsiteX4" fmla="*/ 2700 w 3101149"/>
              <a:gd name="connsiteY4" fmla="*/ 1588985 h 2065259"/>
              <a:gd name="connsiteX0" fmla="*/ 2700 w 3100106"/>
              <a:gd name="connsiteY0" fmla="*/ 1588985 h 2163738"/>
              <a:gd name="connsiteX1" fmla="*/ 1324169 w 3100106"/>
              <a:gd name="connsiteY1" fmla="*/ 44 h 2163738"/>
              <a:gd name="connsiteX2" fmla="*/ 3098115 w 3100106"/>
              <a:gd name="connsiteY2" fmla="*/ 1537946 h 2163738"/>
              <a:gd name="connsiteX3" fmla="*/ 1666897 w 3100106"/>
              <a:gd name="connsiteY3" fmla="*/ 2027484 h 2163738"/>
              <a:gd name="connsiteX4" fmla="*/ 2700 w 3100106"/>
              <a:gd name="connsiteY4" fmla="*/ 1588985 h 2163738"/>
              <a:gd name="connsiteX0" fmla="*/ 2700 w 3100834"/>
              <a:gd name="connsiteY0" fmla="*/ 1588985 h 2056082"/>
              <a:gd name="connsiteX1" fmla="*/ 1324169 w 3100834"/>
              <a:gd name="connsiteY1" fmla="*/ 44 h 2056082"/>
              <a:gd name="connsiteX2" fmla="*/ 3098115 w 3100834"/>
              <a:gd name="connsiteY2" fmla="*/ 1537946 h 2056082"/>
              <a:gd name="connsiteX3" fmla="*/ 1666897 w 3100834"/>
              <a:gd name="connsiteY3" fmla="*/ 2027484 h 2056082"/>
              <a:gd name="connsiteX4" fmla="*/ 2700 w 3100834"/>
              <a:gd name="connsiteY4" fmla="*/ 1588985 h 2056082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1100" h="2041075">
                <a:moveTo>
                  <a:pt x="2700" y="1588985"/>
                </a:moveTo>
                <a:cubicBezTo>
                  <a:pt x="-54421" y="1251078"/>
                  <a:pt x="808267" y="8550"/>
                  <a:pt x="1324169" y="44"/>
                </a:cubicBezTo>
                <a:cubicBezTo>
                  <a:pt x="1840071" y="-8462"/>
                  <a:pt x="3040994" y="1200039"/>
                  <a:pt x="3098115" y="1537946"/>
                </a:cubicBezTo>
                <a:cubicBezTo>
                  <a:pt x="3155236" y="1875853"/>
                  <a:pt x="2382291" y="1963492"/>
                  <a:pt x="1666897" y="2027484"/>
                </a:cubicBezTo>
                <a:cubicBezTo>
                  <a:pt x="951503" y="2091476"/>
                  <a:pt x="59821" y="1926892"/>
                  <a:pt x="2700" y="1588985"/>
                </a:cubicBezTo>
                <a:close/>
              </a:path>
            </a:pathLst>
          </a:custGeom>
          <a:solidFill>
            <a:srgbClr val="87112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4B41898A-F8F9-4A92-44E7-C6856EDDF897}"/>
              </a:ext>
            </a:extLst>
          </p:cNvPr>
          <p:cNvSpPr/>
          <p:nvPr userDrawn="1"/>
        </p:nvSpPr>
        <p:spPr>
          <a:xfrm rot="18508693">
            <a:off x="-3762534" y="-3706289"/>
            <a:ext cx="6589168" cy="62760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noFill/>
          <a:ln w="76200">
            <a:solidFill>
              <a:srgbClr val="8711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BC239B9-97EB-8147-A4B5-809E65FFB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2861"/>
            <a:ext cx="9144000" cy="1767223"/>
          </a:xfrm>
        </p:spPr>
        <p:txBody>
          <a:bodyPr anchor="b">
            <a:normAutofit/>
          </a:bodyPr>
          <a:lstStyle>
            <a:lvl1pPr algn="ctr">
              <a:defRPr sz="48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6" name="Freihandform 15">
            <a:extLst>
              <a:ext uri="{FF2B5EF4-FFF2-40B4-BE49-F238E27FC236}">
                <a16:creationId xmlns:a16="http://schemas.microsoft.com/office/drawing/2014/main" id="{5D49C0DE-A487-83AF-86B4-A6F17E79B51D}"/>
              </a:ext>
            </a:extLst>
          </p:cNvPr>
          <p:cNvSpPr/>
          <p:nvPr userDrawn="1"/>
        </p:nvSpPr>
        <p:spPr>
          <a:xfrm rot="14555770" flipV="1">
            <a:off x="7638847" y="2923405"/>
            <a:ext cx="5610720" cy="8294818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7676" h="3588900">
                <a:moveTo>
                  <a:pt x="829578" y="1013703"/>
                </a:moveTo>
                <a:cubicBezTo>
                  <a:pt x="1397137" y="530228"/>
                  <a:pt x="2942157" y="-328119"/>
                  <a:pt x="3141854" y="130833"/>
                </a:cubicBezTo>
                <a:cubicBezTo>
                  <a:pt x="3341551" y="589785"/>
                  <a:pt x="2644367" y="1160846"/>
                  <a:pt x="2574297" y="1644322"/>
                </a:cubicBezTo>
                <a:cubicBezTo>
                  <a:pt x="2504227" y="2127798"/>
                  <a:pt x="2788005" y="3045702"/>
                  <a:pt x="2322047" y="3452102"/>
                </a:cubicBezTo>
                <a:cubicBezTo>
                  <a:pt x="1856089" y="3858502"/>
                  <a:pt x="253064" y="3291335"/>
                  <a:pt x="51812" y="2642806"/>
                </a:cubicBezTo>
                <a:cubicBezTo>
                  <a:pt x="-149440" y="1994277"/>
                  <a:pt x="262019" y="1497178"/>
                  <a:pt x="829578" y="1013703"/>
                </a:cubicBezTo>
                <a:close/>
              </a:path>
            </a:pathLst>
          </a:custGeom>
          <a:noFill/>
          <a:ln w="76200">
            <a:solidFill>
              <a:srgbClr val="647A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rgbClr val="647A84"/>
                </a:solidFill>
              </a:ln>
            </a:endParaRP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607B9D97-45D6-2E45-6F24-F1A04C2406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81150" y="2465388"/>
            <a:ext cx="9086850" cy="3890962"/>
          </a:xfrm>
        </p:spPr>
        <p:txBody>
          <a:bodyPr/>
          <a:lstStyle>
            <a:lvl1pPr marL="0" indent="0" algn="ctr">
              <a:buNone/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52D0D56-C509-3DFF-19F7-E0666DDDFD9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E63C2FF-D34A-4E1D-4D3F-467FBB505D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634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ihandform 13">
            <a:extLst>
              <a:ext uri="{FF2B5EF4-FFF2-40B4-BE49-F238E27FC236}">
                <a16:creationId xmlns:a16="http://schemas.microsoft.com/office/drawing/2014/main" id="{44E8D287-3E84-0CEF-FE7D-A2F5ACFCCE39}"/>
              </a:ext>
            </a:extLst>
          </p:cNvPr>
          <p:cNvSpPr/>
          <p:nvPr userDrawn="1"/>
        </p:nvSpPr>
        <p:spPr>
          <a:xfrm rot="14213215">
            <a:off x="8051400" y="2605689"/>
            <a:ext cx="5830459" cy="673024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87112E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Freihandform 14">
            <a:extLst>
              <a:ext uri="{FF2B5EF4-FFF2-40B4-BE49-F238E27FC236}">
                <a16:creationId xmlns:a16="http://schemas.microsoft.com/office/drawing/2014/main" id="{DE57907C-840A-5BB1-5D69-DE4552E00CDF}"/>
              </a:ext>
            </a:extLst>
          </p:cNvPr>
          <p:cNvSpPr/>
          <p:nvPr userDrawn="1"/>
        </p:nvSpPr>
        <p:spPr>
          <a:xfrm rot="13682330">
            <a:off x="7933371" y="2109941"/>
            <a:ext cx="6379201" cy="7374662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noFill/>
          <a:ln w="76200">
            <a:solidFill>
              <a:srgbClr val="8711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53FEF7C6-490A-61FF-48B8-041F69BF613C}"/>
              </a:ext>
            </a:extLst>
          </p:cNvPr>
          <p:cNvSpPr/>
          <p:nvPr userDrawn="1"/>
        </p:nvSpPr>
        <p:spPr>
          <a:xfrm rot="10129930">
            <a:off x="-2360171" y="-819992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7F148FD-7C9D-0747-859F-DDCBE8F99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22E125-465D-814E-8AE3-3334AE7168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TheSans Plain" pitchFamily="2" charset="0"/>
              </a:defRPr>
            </a:lvl1pPr>
            <a:lvl2pPr>
              <a:defRPr>
                <a:latin typeface="TheSans Plain" pitchFamily="2" charset="0"/>
              </a:defRPr>
            </a:lvl2pPr>
            <a:lvl3pPr>
              <a:defRPr>
                <a:latin typeface="TheSans Plain" pitchFamily="2" charset="0"/>
              </a:defRPr>
            </a:lvl3pPr>
            <a:lvl4pPr>
              <a:defRPr>
                <a:latin typeface="TheSans Plain" pitchFamily="2" charset="0"/>
              </a:defRPr>
            </a:lvl4pPr>
            <a:lvl5pPr>
              <a:defRPr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517CC0-3827-824C-BD82-5D524FC77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017122B-0C08-E6C1-0210-6CD79672C2C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731C7AA4-A627-F8BA-2CCD-B9C2123020D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43540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ihandform 8">
            <a:extLst>
              <a:ext uri="{FF2B5EF4-FFF2-40B4-BE49-F238E27FC236}">
                <a16:creationId xmlns:a16="http://schemas.microsoft.com/office/drawing/2014/main" id="{DA5825F8-513B-B545-0FFC-488FE999F5FB}"/>
              </a:ext>
            </a:extLst>
          </p:cNvPr>
          <p:cNvSpPr/>
          <p:nvPr userDrawn="1"/>
        </p:nvSpPr>
        <p:spPr>
          <a:xfrm rot="13719526">
            <a:off x="6164391" y="912245"/>
            <a:ext cx="5661246" cy="6178099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solidFill>
            <a:srgbClr val="87112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53FEF7C6-490A-61FF-48B8-041F69BF613C}"/>
              </a:ext>
            </a:extLst>
          </p:cNvPr>
          <p:cNvSpPr/>
          <p:nvPr userDrawn="1"/>
        </p:nvSpPr>
        <p:spPr>
          <a:xfrm rot="10129930">
            <a:off x="-2360171" y="-819992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7F148FD-7C9D-0747-859F-DDCBE8F99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22E125-465D-814E-8AE3-3334AE7168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TheSans Plain" pitchFamily="2" charset="0"/>
              </a:defRPr>
            </a:lvl1pPr>
            <a:lvl2pPr>
              <a:defRPr>
                <a:latin typeface="TheSans Plain" pitchFamily="2" charset="0"/>
              </a:defRPr>
            </a:lvl2pPr>
            <a:lvl3pPr>
              <a:defRPr>
                <a:latin typeface="TheSans Plain" pitchFamily="2" charset="0"/>
              </a:defRPr>
            </a:lvl3pPr>
            <a:lvl4pPr>
              <a:defRPr>
                <a:latin typeface="TheSans Plain" pitchFamily="2" charset="0"/>
              </a:defRPr>
            </a:lvl4pPr>
            <a:lvl5pPr>
              <a:defRPr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517CC0-3827-824C-BD82-5D524FC77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329A880C-CDB3-777E-2AB8-1F48254E31AE}"/>
              </a:ext>
            </a:extLst>
          </p:cNvPr>
          <p:cNvSpPr/>
          <p:nvPr userDrawn="1"/>
        </p:nvSpPr>
        <p:spPr>
          <a:xfrm rot="14422122">
            <a:off x="6006382" y="912844"/>
            <a:ext cx="5977263" cy="6665369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noFill/>
          <a:ln w="76200">
            <a:solidFill>
              <a:srgbClr val="8711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6F6A94F-E95B-DE85-80DE-41A30D6EF53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0019AF08-F98A-249A-70D5-287A396F6F2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81725" y="1825625"/>
            <a:ext cx="5626100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03605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LTI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ihandform 3">
            <a:extLst>
              <a:ext uri="{FF2B5EF4-FFF2-40B4-BE49-F238E27FC236}">
                <a16:creationId xmlns:a16="http://schemas.microsoft.com/office/drawing/2014/main" id="{FA1ADB5F-FA2E-7BF8-5CB9-563ADE4AE44E}"/>
              </a:ext>
            </a:extLst>
          </p:cNvPr>
          <p:cNvSpPr/>
          <p:nvPr userDrawn="1"/>
        </p:nvSpPr>
        <p:spPr>
          <a:xfrm rot="10129930">
            <a:off x="-2139048" y="-745777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BAAE065-A309-1F47-9138-75E78CD01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C6FF71-801A-FC4F-950C-4E2FF76A0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3EB19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>
              <a:buClr>
                <a:srgbClr val="3EB19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2pPr>
            <a:lvl3pPr>
              <a:buClr>
                <a:srgbClr val="3EB19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3pPr>
            <a:lvl4pPr>
              <a:buClr>
                <a:srgbClr val="3EB19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4pPr>
            <a:lvl5pPr>
              <a:buClr>
                <a:srgbClr val="3EB19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82311A-FB2F-DA48-8C46-A29BBA46B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2BA182-0060-D786-CA61-63531BC4A4B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3CDB8B56-F8ED-E75D-94F8-D19D63A10C6B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8" name="Freihandform 7">
              <a:extLst>
                <a:ext uri="{FF2B5EF4-FFF2-40B4-BE49-F238E27FC236}">
                  <a16:creationId xmlns:a16="http://schemas.microsoft.com/office/drawing/2014/main" id="{869FC48E-DBA1-2BDA-E17F-5C3F6FDE5395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0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3EB1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Freihandform 8">
              <a:extLst>
                <a:ext uri="{FF2B5EF4-FFF2-40B4-BE49-F238E27FC236}">
                  <a16:creationId xmlns:a16="http://schemas.microsoft.com/office/drawing/2014/main" id="{1D38A5A9-B0EC-B19E-2B55-B4EB7BF0062D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0" name="Titel 1">
              <a:extLst>
                <a:ext uri="{FF2B5EF4-FFF2-40B4-BE49-F238E27FC236}">
                  <a16:creationId xmlns:a16="http://schemas.microsoft.com/office/drawing/2014/main" id="{FFF5B99F-0E1F-01A7-744E-2EF82718A002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Elektronik und Technische Informatik</a:t>
              </a:r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5B5895DD-FD3C-A0D0-AEA0-14F6E1B6F4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71954" y="6106647"/>
            <a:ext cx="502681" cy="65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205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TI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ihandform 17">
            <a:extLst>
              <a:ext uri="{FF2B5EF4-FFF2-40B4-BE49-F238E27FC236}">
                <a16:creationId xmlns:a16="http://schemas.microsoft.com/office/drawing/2014/main" id="{CEAD9B20-91CB-AE47-12BA-AB1C886877EF}"/>
              </a:ext>
            </a:extLst>
          </p:cNvPr>
          <p:cNvSpPr/>
          <p:nvPr userDrawn="1"/>
        </p:nvSpPr>
        <p:spPr>
          <a:xfrm rot="12664814" flipV="1">
            <a:off x="8029177" y="301128"/>
            <a:ext cx="5610720" cy="8294818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7676" h="3588900">
                <a:moveTo>
                  <a:pt x="829578" y="1013703"/>
                </a:moveTo>
                <a:cubicBezTo>
                  <a:pt x="1397137" y="530228"/>
                  <a:pt x="2942157" y="-328119"/>
                  <a:pt x="3141854" y="130833"/>
                </a:cubicBezTo>
                <a:cubicBezTo>
                  <a:pt x="3341551" y="589785"/>
                  <a:pt x="2644367" y="1160846"/>
                  <a:pt x="2574297" y="1644322"/>
                </a:cubicBezTo>
                <a:cubicBezTo>
                  <a:pt x="2504227" y="2127798"/>
                  <a:pt x="2788005" y="3045702"/>
                  <a:pt x="2322047" y="3452102"/>
                </a:cubicBezTo>
                <a:cubicBezTo>
                  <a:pt x="1856089" y="3858502"/>
                  <a:pt x="253064" y="3291335"/>
                  <a:pt x="51812" y="2642806"/>
                </a:cubicBezTo>
                <a:cubicBezTo>
                  <a:pt x="-149440" y="1994277"/>
                  <a:pt x="262019" y="1497178"/>
                  <a:pt x="829578" y="1013703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02BA19-22BB-9749-A27A-7E43EF05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1223AABF-8467-4E9F-86F5-1F1ECB8048B1}"/>
              </a:ext>
            </a:extLst>
          </p:cNvPr>
          <p:cNvSpPr/>
          <p:nvPr userDrawn="1"/>
        </p:nvSpPr>
        <p:spPr>
          <a:xfrm rot="19240800">
            <a:off x="-3534515" y="-2092408"/>
            <a:ext cx="6636396" cy="4457866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  <a:gd name="connsiteX0" fmla="*/ 1599 w 3099681"/>
              <a:gd name="connsiteY0" fmla="*/ 1556274 h 2805936"/>
              <a:gd name="connsiteX1" fmla="*/ 1160720 w 3099681"/>
              <a:gd name="connsiteY1" fmla="*/ 52 h 2805936"/>
              <a:gd name="connsiteX2" fmla="*/ 3097014 w 3099681"/>
              <a:gd name="connsiteY2" fmla="*/ 1505235 h 2805936"/>
              <a:gd name="connsiteX3" fmla="*/ 1544195 w 3099681"/>
              <a:gd name="connsiteY3" fmla="*/ 2805835 h 2805936"/>
              <a:gd name="connsiteX4" fmla="*/ 1599 w 3099681"/>
              <a:gd name="connsiteY4" fmla="*/ 1556274 h 2805936"/>
              <a:gd name="connsiteX0" fmla="*/ 1599 w 3098266"/>
              <a:gd name="connsiteY0" fmla="*/ 1556274 h 2805936"/>
              <a:gd name="connsiteX1" fmla="*/ 1160720 w 3098266"/>
              <a:gd name="connsiteY1" fmla="*/ 52 h 2805936"/>
              <a:gd name="connsiteX2" fmla="*/ 3097014 w 3098266"/>
              <a:gd name="connsiteY2" fmla="*/ 1505235 h 2805936"/>
              <a:gd name="connsiteX3" fmla="*/ 1544195 w 3098266"/>
              <a:gd name="connsiteY3" fmla="*/ 2805835 h 2805936"/>
              <a:gd name="connsiteX4" fmla="*/ 1599 w 3098266"/>
              <a:gd name="connsiteY4" fmla="*/ 1556274 h 2805936"/>
              <a:gd name="connsiteX0" fmla="*/ 6698 w 3107113"/>
              <a:gd name="connsiteY0" fmla="*/ 1556268 h 1995204"/>
              <a:gd name="connsiteX1" fmla="*/ 1165819 w 3107113"/>
              <a:gd name="connsiteY1" fmla="*/ 46 h 1995204"/>
              <a:gd name="connsiteX2" fmla="*/ 3102113 w 3107113"/>
              <a:gd name="connsiteY2" fmla="*/ 1505229 h 1995204"/>
              <a:gd name="connsiteX3" fmla="*/ 1670895 w 3107113"/>
              <a:gd name="connsiteY3" fmla="*/ 1994767 h 1995204"/>
              <a:gd name="connsiteX4" fmla="*/ 6698 w 3107113"/>
              <a:gd name="connsiteY4" fmla="*/ 1556268 h 1995204"/>
              <a:gd name="connsiteX0" fmla="*/ 6698 w 3107610"/>
              <a:gd name="connsiteY0" fmla="*/ 1556268 h 2094159"/>
              <a:gd name="connsiteX1" fmla="*/ 1165819 w 3107610"/>
              <a:gd name="connsiteY1" fmla="*/ 46 h 2094159"/>
              <a:gd name="connsiteX2" fmla="*/ 3102113 w 3107610"/>
              <a:gd name="connsiteY2" fmla="*/ 1505229 h 2094159"/>
              <a:gd name="connsiteX3" fmla="*/ 1670895 w 3107610"/>
              <a:gd name="connsiteY3" fmla="*/ 1994767 h 2094159"/>
              <a:gd name="connsiteX4" fmla="*/ 6698 w 3107610"/>
              <a:gd name="connsiteY4" fmla="*/ 1556268 h 2094159"/>
              <a:gd name="connsiteX0" fmla="*/ 6698 w 3108326"/>
              <a:gd name="connsiteY0" fmla="*/ 1556268 h 2032117"/>
              <a:gd name="connsiteX1" fmla="*/ 1165819 w 3108326"/>
              <a:gd name="connsiteY1" fmla="*/ 46 h 2032117"/>
              <a:gd name="connsiteX2" fmla="*/ 3102113 w 3108326"/>
              <a:gd name="connsiteY2" fmla="*/ 1505229 h 2032117"/>
              <a:gd name="connsiteX3" fmla="*/ 1670895 w 3108326"/>
              <a:gd name="connsiteY3" fmla="*/ 1994767 h 2032117"/>
              <a:gd name="connsiteX4" fmla="*/ 6698 w 3108326"/>
              <a:gd name="connsiteY4" fmla="*/ 1556268 h 2032117"/>
              <a:gd name="connsiteX0" fmla="*/ 2700 w 3101149"/>
              <a:gd name="connsiteY0" fmla="*/ 1588985 h 2065259"/>
              <a:gd name="connsiteX1" fmla="*/ 1324169 w 3101149"/>
              <a:gd name="connsiteY1" fmla="*/ 44 h 2065259"/>
              <a:gd name="connsiteX2" fmla="*/ 3098115 w 3101149"/>
              <a:gd name="connsiteY2" fmla="*/ 1537946 h 2065259"/>
              <a:gd name="connsiteX3" fmla="*/ 1666897 w 3101149"/>
              <a:gd name="connsiteY3" fmla="*/ 2027484 h 2065259"/>
              <a:gd name="connsiteX4" fmla="*/ 2700 w 3101149"/>
              <a:gd name="connsiteY4" fmla="*/ 1588985 h 2065259"/>
              <a:gd name="connsiteX0" fmla="*/ 2700 w 3100106"/>
              <a:gd name="connsiteY0" fmla="*/ 1588985 h 2163738"/>
              <a:gd name="connsiteX1" fmla="*/ 1324169 w 3100106"/>
              <a:gd name="connsiteY1" fmla="*/ 44 h 2163738"/>
              <a:gd name="connsiteX2" fmla="*/ 3098115 w 3100106"/>
              <a:gd name="connsiteY2" fmla="*/ 1537946 h 2163738"/>
              <a:gd name="connsiteX3" fmla="*/ 1666897 w 3100106"/>
              <a:gd name="connsiteY3" fmla="*/ 2027484 h 2163738"/>
              <a:gd name="connsiteX4" fmla="*/ 2700 w 3100106"/>
              <a:gd name="connsiteY4" fmla="*/ 1588985 h 2163738"/>
              <a:gd name="connsiteX0" fmla="*/ 2700 w 3100834"/>
              <a:gd name="connsiteY0" fmla="*/ 1588985 h 2056082"/>
              <a:gd name="connsiteX1" fmla="*/ 1324169 w 3100834"/>
              <a:gd name="connsiteY1" fmla="*/ 44 h 2056082"/>
              <a:gd name="connsiteX2" fmla="*/ 3098115 w 3100834"/>
              <a:gd name="connsiteY2" fmla="*/ 1537946 h 2056082"/>
              <a:gd name="connsiteX3" fmla="*/ 1666897 w 3100834"/>
              <a:gd name="connsiteY3" fmla="*/ 2027484 h 2056082"/>
              <a:gd name="connsiteX4" fmla="*/ 2700 w 3100834"/>
              <a:gd name="connsiteY4" fmla="*/ 1588985 h 2056082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1100" h="2041075">
                <a:moveTo>
                  <a:pt x="2700" y="1588985"/>
                </a:moveTo>
                <a:cubicBezTo>
                  <a:pt x="-54421" y="1251078"/>
                  <a:pt x="808267" y="8550"/>
                  <a:pt x="1324169" y="44"/>
                </a:cubicBezTo>
                <a:cubicBezTo>
                  <a:pt x="1840071" y="-8462"/>
                  <a:pt x="3040994" y="1200039"/>
                  <a:pt x="3098115" y="1537946"/>
                </a:cubicBezTo>
                <a:cubicBezTo>
                  <a:pt x="3155236" y="1875853"/>
                  <a:pt x="2382291" y="1963492"/>
                  <a:pt x="1666897" y="2027484"/>
                </a:cubicBezTo>
                <a:cubicBezTo>
                  <a:pt x="951503" y="2091476"/>
                  <a:pt x="59821" y="1926892"/>
                  <a:pt x="2700" y="1588985"/>
                </a:cubicBezTo>
                <a:close/>
              </a:path>
            </a:pathLst>
          </a:custGeom>
          <a:solidFill>
            <a:srgbClr val="3EB19B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4B41898A-F8F9-4A92-44E7-C6856EDDF897}"/>
              </a:ext>
            </a:extLst>
          </p:cNvPr>
          <p:cNvSpPr/>
          <p:nvPr userDrawn="1"/>
        </p:nvSpPr>
        <p:spPr>
          <a:xfrm rot="18508693">
            <a:off x="-3762534" y="-3706289"/>
            <a:ext cx="6589168" cy="62760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noFill/>
          <a:ln w="76200">
            <a:solidFill>
              <a:srgbClr val="3EB1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BC239B9-97EB-8147-A4B5-809E65FFB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2861"/>
            <a:ext cx="9144000" cy="1767223"/>
          </a:xfrm>
        </p:spPr>
        <p:txBody>
          <a:bodyPr anchor="b">
            <a:normAutofit/>
          </a:bodyPr>
          <a:lstStyle>
            <a:lvl1pPr algn="ctr">
              <a:defRPr sz="48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607B9D97-45D6-2E45-6F24-F1A04C2406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81150" y="2465388"/>
            <a:ext cx="9086850" cy="3890962"/>
          </a:xfrm>
        </p:spPr>
        <p:txBody>
          <a:bodyPr/>
          <a:lstStyle>
            <a:lvl1pPr marL="0" indent="0" algn="ctr">
              <a:buNone/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52D0D56-C509-3DFF-19F7-E0666DDDFD9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B69BCD0C-E6FD-A391-31AC-99F7900D6E08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5" name="Freihandform 4">
              <a:extLst>
                <a:ext uri="{FF2B5EF4-FFF2-40B4-BE49-F238E27FC236}">
                  <a16:creationId xmlns:a16="http://schemas.microsoft.com/office/drawing/2014/main" id="{566959B6-D5FD-115C-4245-14C9A5CA0F7F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0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3EB1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7" name="Freihandform 6">
              <a:extLst>
                <a:ext uri="{FF2B5EF4-FFF2-40B4-BE49-F238E27FC236}">
                  <a16:creationId xmlns:a16="http://schemas.microsoft.com/office/drawing/2014/main" id="{56C46375-AF90-59A2-15DE-8F74AF01B24E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8" name="Titel 1">
              <a:extLst>
                <a:ext uri="{FF2B5EF4-FFF2-40B4-BE49-F238E27FC236}">
                  <a16:creationId xmlns:a16="http://schemas.microsoft.com/office/drawing/2014/main" id="{C6706052-A8A0-EC8B-DE2A-37753BFF141B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Elektronik und Technische Informatik</a:t>
              </a:r>
            </a:p>
          </p:txBody>
        </p:sp>
      </p:grpSp>
      <p:pic>
        <p:nvPicPr>
          <p:cNvPr id="9" name="Grafik 8">
            <a:extLst>
              <a:ext uri="{FF2B5EF4-FFF2-40B4-BE49-F238E27FC236}">
                <a16:creationId xmlns:a16="http://schemas.microsoft.com/office/drawing/2014/main" id="{71AECDBA-926D-2333-8D63-C7AA5FF5FD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71954" y="6106647"/>
            <a:ext cx="502681" cy="650528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86F006BF-ED77-B4FA-C85C-8038B25331E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879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TI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ihandform 13">
            <a:extLst>
              <a:ext uri="{FF2B5EF4-FFF2-40B4-BE49-F238E27FC236}">
                <a16:creationId xmlns:a16="http://schemas.microsoft.com/office/drawing/2014/main" id="{44E8D287-3E84-0CEF-FE7D-A2F5ACFCCE39}"/>
              </a:ext>
            </a:extLst>
          </p:cNvPr>
          <p:cNvSpPr/>
          <p:nvPr userDrawn="1"/>
        </p:nvSpPr>
        <p:spPr>
          <a:xfrm rot="12964706">
            <a:off x="7061387" y="-688096"/>
            <a:ext cx="5830459" cy="673024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3EB19B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Freihandform 14">
            <a:extLst>
              <a:ext uri="{FF2B5EF4-FFF2-40B4-BE49-F238E27FC236}">
                <a16:creationId xmlns:a16="http://schemas.microsoft.com/office/drawing/2014/main" id="{DE57907C-840A-5BB1-5D69-DE4552E00CDF}"/>
              </a:ext>
            </a:extLst>
          </p:cNvPr>
          <p:cNvSpPr/>
          <p:nvPr userDrawn="1"/>
        </p:nvSpPr>
        <p:spPr>
          <a:xfrm rot="12433821">
            <a:off x="6943358" y="-1183844"/>
            <a:ext cx="6379201" cy="7374662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noFill/>
          <a:ln w="76200">
            <a:solidFill>
              <a:srgbClr val="3EB1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53FEF7C6-490A-61FF-48B8-041F69BF613C}"/>
              </a:ext>
            </a:extLst>
          </p:cNvPr>
          <p:cNvSpPr/>
          <p:nvPr userDrawn="1"/>
        </p:nvSpPr>
        <p:spPr>
          <a:xfrm rot="10129930">
            <a:off x="-2360171" y="-819992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A6F8CF2F-03DF-DC19-3FC7-6A00A8DD79FF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10" name="Freihandform 9">
              <a:extLst>
                <a:ext uri="{FF2B5EF4-FFF2-40B4-BE49-F238E27FC236}">
                  <a16:creationId xmlns:a16="http://schemas.microsoft.com/office/drawing/2014/main" id="{22788B4E-F588-D98D-D108-31A36C6F099D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0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3EB1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Freihandform 10">
              <a:extLst>
                <a:ext uri="{FF2B5EF4-FFF2-40B4-BE49-F238E27FC236}">
                  <a16:creationId xmlns:a16="http://schemas.microsoft.com/office/drawing/2014/main" id="{40A1FCA0-C6D6-0468-BD3C-F29CB1E795B7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3" name="Titel 1">
              <a:extLst>
                <a:ext uri="{FF2B5EF4-FFF2-40B4-BE49-F238E27FC236}">
                  <a16:creationId xmlns:a16="http://schemas.microsoft.com/office/drawing/2014/main" id="{0D942D8F-76B8-BFD8-2E08-B9BFB50517AA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Elektronik und Technische Informatik</a:t>
              </a: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B7F148FD-7C9D-0747-859F-DDCBE8F99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22E125-465D-814E-8AE3-3334AE7168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buClr>
                <a:srgbClr val="3EB19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>
              <a:buClr>
                <a:srgbClr val="3EB19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2pPr>
            <a:lvl3pPr>
              <a:buClr>
                <a:srgbClr val="3EB19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3pPr>
            <a:lvl4pPr>
              <a:buClr>
                <a:srgbClr val="3EB19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4pPr>
            <a:lvl5pPr>
              <a:buClr>
                <a:srgbClr val="3EB19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517CC0-3827-824C-BD82-5D524FC77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EE3AA6B-514B-3F5F-22E3-B489C71C8E0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3FAEB419-CE0E-A2C1-CF13-6F8BF8F0875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2202" y="1825625"/>
            <a:ext cx="5456236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A103E6A1-427C-DEA2-E3D5-1EE7257882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71954" y="6106647"/>
            <a:ext cx="502681" cy="650528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6B403AB1-721A-D59F-1128-70ED9C37C11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019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IOMED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ihandform 3">
            <a:extLst>
              <a:ext uri="{FF2B5EF4-FFF2-40B4-BE49-F238E27FC236}">
                <a16:creationId xmlns:a16="http://schemas.microsoft.com/office/drawing/2014/main" id="{FA1ADB5F-FA2E-7BF8-5CB9-563ADE4AE44E}"/>
              </a:ext>
            </a:extLst>
          </p:cNvPr>
          <p:cNvSpPr/>
          <p:nvPr userDrawn="1"/>
        </p:nvSpPr>
        <p:spPr>
          <a:xfrm rot="10129930">
            <a:off x="-2139048" y="-745777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BAAE065-A309-1F47-9138-75E78CD01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C6FF71-801A-FC4F-950C-4E2FF76A0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AB86B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>
              <a:buClr>
                <a:srgbClr val="AB86B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2pPr>
            <a:lvl3pPr>
              <a:buClr>
                <a:srgbClr val="AB86B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3pPr>
            <a:lvl4pPr>
              <a:buClr>
                <a:srgbClr val="AB86B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4pPr>
            <a:lvl5pPr>
              <a:buClr>
                <a:srgbClr val="AB86B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82311A-FB2F-DA48-8C46-A29BBA46B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2BA182-0060-D786-CA61-63531BC4A4B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DB660315-2685-210F-0BB0-D16F55F5ED40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1FE73F2D-820B-68E3-07C9-849945DB711A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0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AB86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3" name="Freihandform 12">
              <a:extLst>
                <a:ext uri="{FF2B5EF4-FFF2-40B4-BE49-F238E27FC236}">
                  <a16:creationId xmlns:a16="http://schemas.microsoft.com/office/drawing/2014/main" id="{64119056-080F-580C-E8BF-E184662C5FC5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EEB2D9D2-20CD-5644-82DF-61153D16FFB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9494" t="14619" r="8314" b="29807"/>
            <a:stretch/>
          </p:blipFill>
          <p:spPr>
            <a:xfrm>
              <a:off x="10449501" y="6015373"/>
              <a:ext cx="559871" cy="489887"/>
            </a:xfrm>
            <a:prstGeom prst="rect">
              <a:avLst/>
            </a:prstGeom>
          </p:spPr>
        </p:pic>
        <p:sp>
          <p:nvSpPr>
            <p:cNvPr id="15" name="Titel 1">
              <a:extLst>
                <a:ext uri="{FF2B5EF4-FFF2-40B4-BE49-F238E27FC236}">
                  <a16:creationId xmlns:a16="http://schemas.microsoft.com/office/drawing/2014/main" id="{92F0663E-269E-DB8B-4D56-7B08BC60309F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Biomedizin- und Gesundheitstechnik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61223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MED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ihandform 17">
            <a:extLst>
              <a:ext uri="{FF2B5EF4-FFF2-40B4-BE49-F238E27FC236}">
                <a16:creationId xmlns:a16="http://schemas.microsoft.com/office/drawing/2014/main" id="{CEAD9B20-91CB-AE47-12BA-AB1C886877EF}"/>
              </a:ext>
            </a:extLst>
          </p:cNvPr>
          <p:cNvSpPr/>
          <p:nvPr userDrawn="1"/>
        </p:nvSpPr>
        <p:spPr>
          <a:xfrm rot="12664814" flipV="1">
            <a:off x="8029177" y="301128"/>
            <a:ext cx="5610720" cy="8294818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7676" h="3588900">
                <a:moveTo>
                  <a:pt x="829578" y="1013703"/>
                </a:moveTo>
                <a:cubicBezTo>
                  <a:pt x="1397137" y="530228"/>
                  <a:pt x="2942157" y="-328119"/>
                  <a:pt x="3141854" y="130833"/>
                </a:cubicBezTo>
                <a:cubicBezTo>
                  <a:pt x="3341551" y="589785"/>
                  <a:pt x="2644367" y="1160846"/>
                  <a:pt x="2574297" y="1644322"/>
                </a:cubicBezTo>
                <a:cubicBezTo>
                  <a:pt x="2504227" y="2127798"/>
                  <a:pt x="2788005" y="3045702"/>
                  <a:pt x="2322047" y="3452102"/>
                </a:cubicBezTo>
                <a:cubicBezTo>
                  <a:pt x="1856089" y="3858502"/>
                  <a:pt x="253064" y="3291335"/>
                  <a:pt x="51812" y="2642806"/>
                </a:cubicBezTo>
                <a:cubicBezTo>
                  <a:pt x="-149440" y="1994277"/>
                  <a:pt x="262019" y="1497178"/>
                  <a:pt x="829578" y="1013703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02BA19-22BB-9749-A27A-7E43EF05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1223AABF-8467-4E9F-86F5-1F1ECB8048B1}"/>
              </a:ext>
            </a:extLst>
          </p:cNvPr>
          <p:cNvSpPr/>
          <p:nvPr userDrawn="1"/>
        </p:nvSpPr>
        <p:spPr>
          <a:xfrm rot="19240800">
            <a:off x="-3534515" y="-2092408"/>
            <a:ext cx="6636396" cy="4457866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  <a:gd name="connsiteX0" fmla="*/ 1599 w 3099681"/>
              <a:gd name="connsiteY0" fmla="*/ 1556274 h 2805936"/>
              <a:gd name="connsiteX1" fmla="*/ 1160720 w 3099681"/>
              <a:gd name="connsiteY1" fmla="*/ 52 h 2805936"/>
              <a:gd name="connsiteX2" fmla="*/ 3097014 w 3099681"/>
              <a:gd name="connsiteY2" fmla="*/ 1505235 h 2805936"/>
              <a:gd name="connsiteX3" fmla="*/ 1544195 w 3099681"/>
              <a:gd name="connsiteY3" fmla="*/ 2805835 h 2805936"/>
              <a:gd name="connsiteX4" fmla="*/ 1599 w 3099681"/>
              <a:gd name="connsiteY4" fmla="*/ 1556274 h 2805936"/>
              <a:gd name="connsiteX0" fmla="*/ 1599 w 3098266"/>
              <a:gd name="connsiteY0" fmla="*/ 1556274 h 2805936"/>
              <a:gd name="connsiteX1" fmla="*/ 1160720 w 3098266"/>
              <a:gd name="connsiteY1" fmla="*/ 52 h 2805936"/>
              <a:gd name="connsiteX2" fmla="*/ 3097014 w 3098266"/>
              <a:gd name="connsiteY2" fmla="*/ 1505235 h 2805936"/>
              <a:gd name="connsiteX3" fmla="*/ 1544195 w 3098266"/>
              <a:gd name="connsiteY3" fmla="*/ 2805835 h 2805936"/>
              <a:gd name="connsiteX4" fmla="*/ 1599 w 3098266"/>
              <a:gd name="connsiteY4" fmla="*/ 1556274 h 2805936"/>
              <a:gd name="connsiteX0" fmla="*/ 6698 w 3107113"/>
              <a:gd name="connsiteY0" fmla="*/ 1556268 h 1995204"/>
              <a:gd name="connsiteX1" fmla="*/ 1165819 w 3107113"/>
              <a:gd name="connsiteY1" fmla="*/ 46 h 1995204"/>
              <a:gd name="connsiteX2" fmla="*/ 3102113 w 3107113"/>
              <a:gd name="connsiteY2" fmla="*/ 1505229 h 1995204"/>
              <a:gd name="connsiteX3" fmla="*/ 1670895 w 3107113"/>
              <a:gd name="connsiteY3" fmla="*/ 1994767 h 1995204"/>
              <a:gd name="connsiteX4" fmla="*/ 6698 w 3107113"/>
              <a:gd name="connsiteY4" fmla="*/ 1556268 h 1995204"/>
              <a:gd name="connsiteX0" fmla="*/ 6698 w 3107610"/>
              <a:gd name="connsiteY0" fmla="*/ 1556268 h 2094159"/>
              <a:gd name="connsiteX1" fmla="*/ 1165819 w 3107610"/>
              <a:gd name="connsiteY1" fmla="*/ 46 h 2094159"/>
              <a:gd name="connsiteX2" fmla="*/ 3102113 w 3107610"/>
              <a:gd name="connsiteY2" fmla="*/ 1505229 h 2094159"/>
              <a:gd name="connsiteX3" fmla="*/ 1670895 w 3107610"/>
              <a:gd name="connsiteY3" fmla="*/ 1994767 h 2094159"/>
              <a:gd name="connsiteX4" fmla="*/ 6698 w 3107610"/>
              <a:gd name="connsiteY4" fmla="*/ 1556268 h 2094159"/>
              <a:gd name="connsiteX0" fmla="*/ 6698 w 3108326"/>
              <a:gd name="connsiteY0" fmla="*/ 1556268 h 2032117"/>
              <a:gd name="connsiteX1" fmla="*/ 1165819 w 3108326"/>
              <a:gd name="connsiteY1" fmla="*/ 46 h 2032117"/>
              <a:gd name="connsiteX2" fmla="*/ 3102113 w 3108326"/>
              <a:gd name="connsiteY2" fmla="*/ 1505229 h 2032117"/>
              <a:gd name="connsiteX3" fmla="*/ 1670895 w 3108326"/>
              <a:gd name="connsiteY3" fmla="*/ 1994767 h 2032117"/>
              <a:gd name="connsiteX4" fmla="*/ 6698 w 3108326"/>
              <a:gd name="connsiteY4" fmla="*/ 1556268 h 2032117"/>
              <a:gd name="connsiteX0" fmla="*/ 2700 w 3101149"/>
              <a:gd name="connsiteY0" fmla="*/ 1588985 h 2065259"/>
              <a:gd name="connsiteX1" fmla="*/ 1324169 w 3101149"/>
              <a:gd name="connsiteY1" fmla="*/ 44 h 2065259"/>
              <a:gd name="connsiteX2" fmla="*/ 3098115 w 3101149"/>
              <a:gd name="connsiteY2" fmla="*/ 1537946 h 2065259"/>
              <a:gd name="connsiteX3" fmla="*/ 1666897 w 3101149"/>
              <a:gd name="connsiteY3" fmla="*/ 2027484 h 2065259"/>
              <a:gd name="connsiteX4" fmla="*/ 2700 w 3101149"/>
              <a:gd name="connsiteY4" fmla="*/ 1588985 h 2065259"/>
              <a:gd name="connsiteX0" fmla="*/ 2700 w 3100106"/>
              <a:gd name="connsiteY0" fmla="*/ 1588985 h 2163738"/>
              <a:gd name="connsiteX1" fmla="*/ 1324169 w 3100106"/>
              <a:gd name="connsiteY1" fmla="*/ 44 h 2163738"/>
              <a:gd name="connsiteX2" fmla="*/ 3098115 w 3100106"/>
              <a:gd name="connsiteY2" fmla="*/ 1537946 h 2163738"/>
              <a:gd name="connsiteX3" fmla="*/ 1666897 w 3100106"/>
              <a:gd name="connsiteY3" fmla="*/ 2027484 h 2163738"/>
              <a:gd name="connsiteX4" fmla="*/ 2700 w 3100106"/>
              <a:gd name="connsiteY4" fmla="*/ 1588985 h 2163738"/>
              <a:gd name="connsiteX0" fmla="*/ 2700 w 3100834"/>
              <a:gd name="connsiteY0" fmla="*/ 1588985 h 2056082"/>
              <a:gd name="connsiteX1" fmla="*/ 1324169 w 3100834"/>
              <a:gd name="connsiteY1" fmla="*/ 44 h 2056082"/>
              <a:gd name="connsiteX2" fmla="*/ 3098115 w 3100834"/>
              <a:gd name="connsiteY2" fmla="*/ 1537946 h 2056082"/>
              <a:gd name="connsiteX3" fmla="*/ 1666897 w 3100834"/>
              <a:gd name="connsiteY3" fmla="*/ 2027484 h 2056082"/>
              <a:gd name="connsiteX4" fmla="*/ 2700 w 3100834"/>
              <a:gd name="connsiteY4" fmla="*/ 1588985 h 2056082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1100" h="2041075">
                <a:moveTo>
                  <a:pt x="2700" y="1588985"/>
                </a:moveTo>
                <a:cubicBezTo>
                  <a:pt x="-54421" y="1251078"/>
                  <a:pt x="808267" y="8550"/>
                  <a:pt x="1324169" y="44"/>
                </a:cubicBezTo>
                <a:cubicBezTo>
                  <a:pt x="1840071" y="-8462"/>
                  <a:pt x="3040994" y="1200039"/>
                  <a:pt x="3098115" y="1537946"/>
                </a:cubicBezTo>
                <a:cubicBezTo>
                  <a:pt x="3155236" y="1875853"/>
                  <a:pt x="2382291" y="1963492"/>
                  <a:pt x="1666897" y="2027484"/>
                </a:cubicBezTo>
                <a:cubicBezTo>
                  <a:pt x="951503" y="2091476"/>
                  <a:pt x="59821" y="1926892"/>
                  <a:pt x="2700" y="1588985"/>
                </a:cubicBezTo>
                <a:close/>
              </a:path>
            </a:pathLst>
          </a:custGeom>
          <a:solidFill>
            <a:srgbClr val="AB86BB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4B41898A-F8F9-4A92-44E7-C6856EDDF897}"/>
              </a:ext>
            </a:extLst>
          </p:cNvPr>
          <p:cNvSpPr/>
          <p:nvPr userDrawn="1"/>
        </p:nvSpPr>
        <p:spPr>
          <a:xfrm rot="18508693">
            <a:off x="-3762534" y="-3706289"/>
            <a:ext cx="6589168" cy="62760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noFill/>
          <a:ln w="76200">
            <a:solidFill>
              <a:srgbClr val="AB86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BC239B9-97EB-8147-A4B5-809E65FFB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2861"/>
            <a:ext cx="9144000" cy="1767223"/>
          </a:xfrm>
        </p:spPr>
        <p:txBody>
          <a:bodyPr anchor="b">
            <a:normAutofit/>
          </a:bodyPr>
          <a:lstStyle>
            <a:lvl1pPr algn="ctr">
              <a:defRPr sz="48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607B9D97-45D6-2E45-6F24-F1A04C2406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81150" y="2465388"/>
            <a:ext cx="9086850" cy="3890962"/>
          </a:xfrm>
        </p:spPr>
        <p:txBody>
          <a:bodyPr/>
          <a:lstStyle>
            <a:lvl1pPr marL="0" indent="0" algn="ctr">
              <a:buNone/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52D0D56-C509-3DFF-19F7-E0666DDDFD9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11294860-1064-3445-6C61-45DEC7E7C9D2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11" name="Freihandform 10">
              <a:extLst>
                <a:ext uri="{FF2B5EF4-FFF2-40B4-BE49-F238E27FC236}">
                  <a16:creationId xmlns:a16="http://schemas.microsoft.com/office/drawing/2014/main" id="{E3AC9B7E-5497-583A-6313-2C203CD8A249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0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AB86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45DE9893-BDB4-EF24-7A85-3D15DC7B2554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58944C9A-4AFA-B685-2D24-DCA869C65AA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9494" t="14619" r="8314" b="29807"/>
            <a:stretch/>
          </p:blipFill>
          <p:spPr>
            <a:xfrm>
              <a:off x="10449501" y="6015373"/>
              <a:ext cx="559871" cy="489887"/>
            </a:xfrm>
            <a:prstGeom prst="rect">
              <a:avLst/>
            </a:prstGeom>
          </p:spPr>
        </p:pic>
        <p:sp>
          <p:nvSpPr>
            <p:cNvPr id="17" name="Titel 1">
              <a:extLst>
                <a:ext uri="{FF2B5EF4-FFF2-40B4-BE49-F238E27FC236}">
                  <a16:creationId xmlns:a16="http://schemas.microsoft.com/office/drawing/2014/main" id="{A7C8EDEF-ECCC-2C3D-8EEC-82552AA403A1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Biomedizin- und Gesundheitstechnik</a:t>
              </a:r>
            </a:p>
          </p:txBody>
        </p:sp>
      </p:grpSp>
      <p:pic>
        <p:nvPicPr>
          <p:cNvPr id="4" name="Grafik 3">
            <a:extLst>
              <a:ext uri="{FF2B5EF4-FFF2-40B4-BE49-F238E27FC236}">
                <a16:creationId xmlns:a16="http://schemas.microsoft.com/office/drawing/2014/main" id="{828EDCD1-C93D-DA7C-0FA0-A53A3C1031F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81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MED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ihandform 13">
            <a:extLst>
              <a:ext uri="{FF2B5EF4-FFF2-40B4-BE49-F238E27FC236}">
                <a16:creationId xmlns:a16="http://schemas.microsoft.com/office/drawing/2014/main" id="{44E8D287-3E84-0CEF-FE7D-A2F5ACFCCE39}"/>
              </a:ext>
            </a:extLst>
          </p:cNvPr>
          <p:cNvSpPr/>
          <p:nvPr userDrawn="1"/>
        </p:nvSpPr>
        <p:spPr>
          <a:xfrm rot="12964706">
            <a:off x="7061387" y="-688096"/>
            <a:ext cx="5830459" cy="673024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AB86BB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Freihandform 14">
            <a:extLst>
              <a:ext uri="{FF2B5EF4-FFF2-40B4-BE49-F238E27FC236}">
                <a16:creationId xmlns:a16="http://schemas.microsoft.com/office/drawing/2014/main" id="{DE57907C-840A-5BB1-5D69-DE4552E00CDF}"/>
              </a:ext>
            </a:extLst>
          </p:cNvPr>
          <p:cNvSpPr/>
          <p:nvPr userDrawn="1"/>
        </p:nvSpPr>
        <p:spPr>
          <a:xfrm rot="12433821">
            <a:off x="6943358" y="-1183844"/>
            <a:ext cx="6379201" cy="7374662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noFill/>
          <a:ln w="76200">
            <a:solidFill>
              <a:srgbClr val="AB86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53FEF7C6-490A-61FF-48B8-041F69BF613C}"/>
              </a:ext>
            </a:extLst>
          </p:cNvPr>
          <p:cNvSpPr/>
          <p:nvPr userDrawn="1"/>
        </p:nvSpPr>
        <p:spPr>
          <a:xfrm rot="10129930">
            <a:off x="-2360171" y="-819992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A6F8CF2F-03DF-DC19-3FC7-6A00A8DD79FF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10" name="Freihandform 9">
              <a:extLst>
                <a:ext uri="{FF2B5EF4-FFF2-40B4-BE49-F238E27FC236}">
                  <a16:creationId xmlns:a16="http://schemas.microsoft.com/office/drawing/2014/main" id="{22788B4E-F588-D98D-D108-31A36C6F099D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0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AB86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1" name="Freihandform 10">
              <a:extLst>
                <a:ext uri="{FF2B5EF4-FFF2-40B4-BE49-F238E27FC236}">
                  <a16:creationId xmlns:a16="http://schemas.microsoft.com/office/drawing/2014/main" id="{40A1FCA0-C6D6-0468-BD3C-F29CB1E795B7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2" name="Grafik 11">
              <a:extLst>
                <a:ext uri="{FF2B5EF4-FFF2-40B4-BE49-F238E27FC236}">
                  <a16:creationId xmlns:a16="http://schemas.microsoft.com/office/drawing/2014/main" id="{52C64651-6783-3F95-B472-01BF50B79B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9494" t="14619" r="8314" b="29807"/>
            <a:stretch/>
          </p:blipFill>
          <p:spPr>
            <a:xfrm>
              <a:off x="10449501" y="6015373"/>
              <a:ext cx="559871" cy="489887"/>
            </a:xfrm>
            <a:prstGeom prst="rect">
              <a:avLst/>
            </a:prstGeom>
          </p:spPr>
        </p:pic>
        <p:sp>
          <p:nvSpPr>
            <p:cNvPr id="13" name="Titel 1">
              <a:extLst>
                <a:ext uri="{FF2B5EF4-FFF2-40B4-BE49-F238E27FC236}">
                  <a16:creationId xmlns:a16="http://schemas.microsoft.com/office/drawing/2014/main" id="{0D942D8F-76B8-BFD8-2E08-B9BFB50517AA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Biomedizin- und Gesundheitstechnik</a:t>
              </a: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B7F148FD-7C9D-0747-859F-DDCBE8F99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22E125-465D-814E-8AE3-3334AE7168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buClr>
                <a:srgbClr val="AB86BB"/>
              </a:buClr>
              <a:defRPr>
                <a:latin typeface="TheSans Plain" pitchFamily="2" charset="0"/>
              </a:defRPr>
            </a:lvl1pPr>
            <a:lvl2pPr>
              <a:buClr>
                <a:srgbClr val="AB86BB"/>
              </a:buClr>
              <a:defRPr>
                <a:latin typeface="TheSans Plain" pitchFamily="2" charset="0"/>
              </a:defRPr>
            </a:lvl2pPr>
            <a:lvl3pPr>
              <a:buClr>
                <a:srgbClr val="AB86BB"/>
              </a:buClr>
              <a:defRPr>
                <a:latin typeface="TheSans Plain" pitchFamily="2" charset="0"/>
              </a:defRPr>
            </a:lvl3pPr>
            <a:lvl4pPr>
              <a:buClr>
                <a:srgbClr val="AB86BB"/>
              </a:buClr>
              <a:defRPr>
                <a:latin typeface="TheSans Plain" pitchFamily="2" charset="0"/>
              </a:defRPr>
            </a:lvl4pPr>
            <a:lvl5pPr>
              <a:buClr>
                <a:srgbClr val="AB86BB"/>
              </a:buClr>
              <a:defRPr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517CC0-3827-824C-BD82-5D524FC77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C36EE6B-A834-51EA-8E2C-EF9DBE0DDBB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76479B1B-2313-F39F-9C3B-F642DBF2084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2202" y="1825625"/>
            <a:ext cx="5343523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E7D77910-3981-BE42-3AE3-2A2BDDD5219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993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T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ihandform 3">
            <a:extLst>
              <a:ext uri="{FF2B5EF4-FFF2-40B4-BE49-F238E27FC236}">
                <a16:creationId xmlns:a16="http://schemas.microsoft.com/office/drawing/2014/main" id="{FA1ADB5F-FA2E-7BF8-5CB9-563ADE4AE44E}"/>
              </a:ext>
            </a:extLst>
          </p:cNvPr>
          <p:cNvSpPr/>
          <p:nvPr userDrawn="1"/>
        </p:nvSpPr>
        <p:spPr>
          <a:xfrm rot="10129930">
            <a:off x="-2139048" y="-745777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BAAE065-A309-1F47-9138-75E78CD01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C6FF71-801A-FC4F-950C-4E2FF76A0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68C0ED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>
              <a:buClr>
                <a:srgbClr val="68C0ED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2pPr>
            <a:lvl3pPr>
              <a:buClr>
                <a:srgbClr val="68C0ED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3pPr>
            <a:lvl4pPr>
              <a:buClr>
                <a:srgbClr val="68C0ED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4pPr>
            <a:lvl5pPr>
              <a:buClr>
                <a:srgbClr val="68C0ED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82311A-FB2F-DA48-8C46-A29BBA46B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2BA182-0060-D786-CA61-63531BC4A4B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1C5DEFE6-A397-825F-1055-B1F1B150B9F1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8B38AB7C-8A51-CC67-C9D4-694B7494AF8A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1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68C0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3" name="Freihandform 12">
              <a:extLst>
                <a:ext uri="{FF2B5EF4-FFF2-40B4-BE49-F238E27FC236}">
                  <a16:creationId xmlns:a16="http://schemas.microsoft.com/office/drawing/2014/main" id="{DFD1980A-3636-3326-E22D-8E9333AEC2A2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4" name="Titel 1">
              <a:extLst>
                <a:ext uri="{FF2B5EF4-FFF2-40B4-BE49-F238E27FC236}">
                  <a16:creationId xmlns:a16="http://schemas.microsoft.com/office/drawing/2014/main" id="{E741F060-DF1B-02C1-AADF-5F486B3E731E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Elektrotechnik</a:t>
              </a:r>
            </a:p>
          </p:txBody>
        </p:sp>
      </p:grpSp>
      <p:pic>
        <p:nvPicPr>
          <p:cNvPr id="7" name="Grafik 6">
            <a:extLst>
              <a:ext uri="{FF2B5EF4-FFF2-40B4-BE49-F238E27FC236}">
                <a16:creationId xmlns:a16="http://schemas.microsoft.com/office/drawing/2014/main" id="{E16275DD-1536-1D24-E264-8EC8ADEFFD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9721" y="6093676"/>
            <a:ext cx="431554" cy="55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694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T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ihandform 17">
            <a:extLst>
              <a:ext uri="{FF2B5EF4-FFF2-40B4-BE49-F238E27FC236}">
                <a16:creationId xmlns:a16="http://schemas.microsoft.com/office/drawing/2014/main" id="{CEAD9B20-91CB-AE47-12BA-AB1C886877EF}"/>
              </a:ext>
            </a:extLst>
          </p:cNvPr>
          <p:cNvSpPr/>
          <p:nvPr userDrawn="1"/>
        </p:nvSpPr>
        <p:spPr>
          <a:xfrm rot="12664814" flipV="1">
            <a:off x="8029177" y="301128"/>
            <a:ext cx="5610720" cy="8294818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7676" h="3588900">
                <a:moveTo>
                  <a:pt x="829578" y="1013703"/>
                </a:moveTo>
                <a:cubicBezTo>
                  <a:pt x="1397137" y="530228"/>
                  <a:pt x="2942157" y="-328119"/>
                  <a:pt x="3141854" y="130833"/>
                </a:cubicBezTo>
                <a:cubicBezTo>
                  <a:pt x="3341551" y="589785"/>
                  <a:pt x="2644367" y="1160846"/>
                  <a:pt x="2574297" y="1644322"/>
                </a:cubicBezTo>
                <a:cubicBezTo>
                  <a:pt x="2504227" y="2127798"/>
                  <a:pt x="2788005" y="3045702"/>
                  <a:pt x="2322047" y="3452102"/>
                </a:cubicBezTo>
                <a:cubicBezTo>
                  <a:pt x="1856089" y="3858502"/>
                  <a:pt x="253064" y="3291335"/>
                  <a:pt x="51812" y="2642806"/>
                </a:cubicBezTo>
                <a:cubicBezTo>
                  <a:pt x="-149440" y="1994277"/>
                  <a:pt x="262019" y="1497178"/>
                  <a:pt x="829578" y="1013703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02BA19-22BB-9749-A27A-7E43EF05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1223AABF-8467-4E9F-86F5-1F1ECB8048B1}"/>
              </a:ext>
            </a:extLst>
          </p:cNvPr>
          <p:cNvSpPr/>
          <p:nvPr userDrawn="1"/>
        </p:nvSpPr>
        <p:spPr>
          <a:xfrm rot="19240800">
            <a:off x="-3534515" y="-2092408"/>
            <a:ext cx="6636396" cy="4457866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  <a:gd name="connsiteX0" fmla="*/ 1599 w 3099681"/>
              <a:gd name="connsiteY0" fmla="*/ 1556274 h 2805936"/>
              <a:gd name="connsiteX1" fmla="*/ 1160720 w 3099681"/>
              <a:gd name="connsiteY1" fmla="*/ 52 h 2805936"/>
              <a:gd name="connsiteX2" fmla="*/ 3097014 w 3099681"/>
              <a:gd name="connsiteY2" fmla="*/ 1505235 h 2805936"/>
              <a:gd name="connsiteX3" fmla="*/ 1544195 w 3099681"/>
              <a:gd name="connsiteY3" fmla="*/ 2805835 h 2805936"/>
              <a:gd name="connsiteX4" fmla="*/ 1599 w 3099681"/>
              <a:gd name="connsiteY4" fmla="*/ 1556274 h 2805936"/>
              <a:gd name="connsiteX0" fmla="*/ 1599 w 3098266"/>
              <a:gd name="connsiteY0" fmla="*/ 1556274 h 2805936"/>
              <a:gd name="connsiteX1" fmla="*/ 1160720 w 3098266"/>
              <a:gd name="connsiteY1" fmla="*/ 52 h 2805936"/>
              <a:gd name="connsiteX2" fmla="*/ 3097014 w 3098266"/>
              <a:gd name="connsiteY2" fmla="*/ 1505235 h 2805936"/>
              <a:gd name="connsiteX3" fmla="*/ 1544195 w 3098266"/>
              <a:gd name="connsiteY3" fmla="*/ 2805835 h 2805936"/>
              <a:gd name="connsiteX4" fmla="*/ 1599 w 3098266"/>
              <a:gd name="connsiteY4" fmla="*/ 1556274 h 2805936"/>
              <a:gd name="connsiteX0" fmla="*/ 6698 w 3107113"/>
              <a:gd name="connsiteY0" fmla="*/ 1556268 h 1995204"/>
              <a:gd name="connsiteX1" fmla="*/ 1165819 w 3107113"/>
              <a:gd name="connsiteY1" fmla="*/ 46 h 1995204"/>
              <a:gd name="connsiteX2" fmla="*/ 3102113 w 3107113"/>
              <a:gd name="connsiteY2" fmla="*/ 1505229 h 1995204"/>
              <a:gd name="connsiteX3" fmla="*/ 1670895 w 3107113"/>
              <a:gd name="connsiteY3" fmla="*/ 1994767 h 1995204"/>
              <a:gd name="connsiteX4" fmla="*/ 6698 w 3107113"/>
              <a:gd name="connsiteY4" fmla="*/ 1556268 h 1995204"/>
              <a:gd name="connsiteX0" fmla="*/ 6698 w 3107610"/>
              <a:gd name="connsiteY0" fmla="*/ 1556268 h 2094159"/>
              <a:gd name="connsiteX1" fmla="*/ 1165819 w 3107610"/>
              <a:gd name="connsiteY1" fmla="*/ 46 h 2094159"/>
              <a:gd name="connsiteX2" fmla="*/ 3102113 w 3107610"/>
              <a:gd name="connsiteY2" fmla="*/ 1505229 h 2094159"/>
              <a:gd name="connsiteX3" fmla="*/ 1670895 w 3107610"/>
              <a:gd name="connsiteY3" fmla="*/ 1994767 h 2094159"/>
              <a:gd name="connsiteX4" fmla="*/ 6698 w 3107610"/>
              <a:gd name="connsiteY4" fmla="*/ 1556268 h 2094159"/>
              <a:gd name="connsiteX0" fmla="*/ 6698 w 3108326"/>
              <a:gd name="connsiteY0" fmla="*/ 1556268 h 2032117"/>
              <a:gd name="connsiteX1" fmla="*/ 1165819 w 3108326"/>
              <a:gd name="connsiteY1" fmla="*/ 46 h 2032117"/>
              <a:gd name="connsiteX2" fmla="*/ 3102113 w 3108326"/>
              <a:gd name="connsiteY2" fmla="*/ 1505229 h 2032117"/>
              <a:gd name="connsiteX3" fmla="*/ 1670895 w 3108326"/>
              <a:gd name="connsiteY3" fmla="*/ 1994767 h 2032117"/>
              <a:gd name="connsiteX4" fmla="*/ 6698 w 3108326"/>
              <a:gd name="connsiteY4" fmla="*/ 1556268 h 2032117"/>
              <a:gd name="connsiteX0" fmla="*/ 2700 w 3101149"/>
              <a:gd name="connsiteY0" fmla="*/ 1588985 h 2065259"/>
              <a:gd name="connsiteX1" fmla="*/ 1324169 w 3101149"/>
              <a:gd name="connsiteY1" fmla="*/ 44 h 2065259"/>
              <a:gd name="connsiteX2" fmla="*/ 3098115 w 3101149"/>
              <a:gd name="connsiteY2" fmla="*/ 1537946 h 2065259"/>
              <a:gd name="connsiteX3" fmla="*/ 1666897 w 3101149"/>
              <a:gd name="connsiteY3" fmla="*/ 2027484 h 2065259"/>
              <a:gd name="connsiteX4" fmla="*/ 2700 w 3101149"/>
              <a:gd name="connsiteY4" fmla="*/ 1588985 h 2065259"/>
              <a:gd name="connsiteX0" fmla="*/ 2700 w 3100106"/>
              <a:gd name="connsiteY0" fmla="*/ 1588985 h 2163738"/>
              <a:gd name="connsiteX1" fmla="*/ 1324169 w 3100106"/>
              <a:gd name="connsiteY1" fmla="*/ 44 h 2163738"/>
              <a:gd name="connsiteX2" fmla="*/ 3098115 w 3100106"/>
              <a:gd name="connsiteY2" fmla="*/ 1537946 h 2163738"/>
              <a:gd name="connsiteX3" fmla="*/ 1666897 w 3100106"/>
              <a:gd name="connsiteY3" fmla="*/ 2027484 h 2163738"/>
              <a:gd name="connsiteX4" fmla="*/ 2700 w 3100106"/>
              <a:gd name="connsiteY4" fmla="*/ 1588985 h 2163738"/>
              <a:gd name="connsiteX0" fmla="*/ 2700 w 3100834"/>
              <a:gd name="connsiteY0" fmla="*/ 1588985 h 2056082"/>
              <a:gd name="connsiteX1" fmla="*/ 1324169 w 3100834"/>
              <a:gd name="connsiteY1" fmla="*/ 44 h 2056082"/>
              <a:gd name="connsiteX2" fmla="*/ 3098115 w 3100834"/>
              <a:gd name="connsiteY2" fmla="*/ 1537946 h 2056082"/>
              <a:gd name="connsiteX3" fmla="*/ 1666897 w 3100834"/>
              <a:gd name="connsiteY3" fmla="*/ 2027484 h 2056082"/>
              <a:gd name="connsiteX4" fmla="*/ 2700 w 3100834"/>
              <a:gd name="connsiteY4" fmla="*/ 1588985 h 2056082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1100" h="2041075">
                <a:moveTo>
                  <a:pt x="2700" y="1588985"/>
                </a:moveTo>
                <a:cubicBezTo>
                  <a:pt x="-54421" y="1251078"/>
                  <a:pt x="808267" y="8550"/>
                  <a:pt x="1324169" y="44"/>
                </a:cubicBezTo>
                <a:cubicBezTo>
                  <a:pt x="1840071" y="-8462"/>
                  <a:pt x="3040994" y="1200039"/>
                  <a:pt x="3098115" y="1537946"/>
                </a:cubicBezTo>
                <a:cubicBezTo>
                  <a:pt x="3155236" y="1875853"/>
                  <a:pt x="2382291" y="1963492"/>
                  <a:pt x="1666897" y="2027484"/>
                </a:cubicBezTo>
                <a:cubicBezTo>
                  <a:pt x="951503" y="2091476"/>
                  <a:pt x="59821" y="1926892"/>
                  <a:pt x="2700" y="1588985"/>
                </a:cubicBezTo>
                <a:close/>
              </a:path>
            </a:pathLst>
          </a:custGeom>
          <a:solidFill>
            <a:srgbClr val="68C0ED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4B41898A-F8F9-4A92-44E7-C6856EDDF897}"/>
              </a:ext>
            </a:extLst>
          </p:cNvPr>
          <p:cNvSpPr/>
          <p:nvPr userDrawn="1"/>
        </p:nvSpPr>
        <p:spPr>
          <a:xfrm rot="18508693">
            <a:off x="-3762534" y="-3706289"/>
            <a:ext cx="6589168" cy="62760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noFill/>
          <a:ln w="76200">
            <a:solidFill>
              <a:srgbClr val="68C0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BC239B9-97EB-8147-A4B5-809E65FFB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2861"/>
            <a:ext cx="9144000" cy="1767223"/>
          </a:xfrm>
        </p:spPr>
        <p:txBody>
          <a:bodyPr anchor="b">
            <a:normAutofit/>
          </a:bodyPr>
          <a:lstStyle>
            <a:lvl1pPr algn="ctr">
              <a:defRPr sz="48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607B9D97-45D6-2E45-6F24-F1A04C2406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81150" y="2465388"/>
            <a:ext cx="9086850" cy="3890962"/>
          </a:xfrm>
        </p:spPr>
        <p:txBody>
          <a:bodyPr/>
          <a:lstStyle>
            <a:lvl1pPr marL="0" indent="0" algn="ctr">
              <a:buNone/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52D0D56-C509-3DFF-19F7-E0666DDDFD9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5ADD8254-9041-0B98-6143-BBC7E77EDFA0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11" name="Freihandform 10">
              <a:extLst>
                <a:ext uri="{FF2B5EF4-FFF2-40B4-BE49-F238E27FC236}">
                  <a16:creationId xmlns:a16="http://schemas.microsoft.com/office/drawing/2014/main" id="{6D825AF1-5573-6B63-83C1-1AD1F883C429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1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68C0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7EA5CDC5-38EA-EFE6-C3CF-96FE07BDE5E9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5" name="Titel 1">
              <a:extLst>
                <a:ext uri="{FF2B5EF4-FFF2-40B4-BE49-F238E27FC236}">
                  <a16:creationId xmlns:a16="http://schemas.microsoft.com/office/drawing/2014/main" id="{FA517CDC-F10D-3B96-0F06-4491ABCF428C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Elektrotechnik</a:t>
              </a:r>
            </a:p>
          </p:txBody>
        </p:sp>
      </p:grpSp>
      <p:pic>
        <p:nvPicPr>
          <p:cNvPr id="4" name="Grafik 3">
            <a:extLst>
              <a:ext uri="{FF2B5EF4-FFF2-40B4-BE49-F238E27FC236}">
                <a16:creationId xmlns:a16="http://schemas.microsoft.com/office/drawing/2014/main" id="{698C62A5-C458-9AF0-7E22-D578BCD73D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9721" y="6093676"/>
            <a:ext cx="431554" cy="55848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B6EFBF2-1106-553F-47A3-7781EA1B392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918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T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ihandform 13">
            <a:extLst>
              <a:ext uri="{FF2B5EF4-FFF2-40B4-BE49-F238E27FC236}">
                <a16:creationId xmlns:a16="http://schemas.microsoft.com/office/drawing/2014/main" id="{44E8D287-3E84-0CEF-FE7D-A2F5ACFCCE39}"/>
              </a:ext>
            </a:extLst>
          </p:cNvPr>
          <p:cNvSpPr/>
          <p:nvPr userDrawn="1"/>
        </p:nvSpPr>
        <p:spPr>
          <a:xfrm rot="12964706">
            <a:off x="7061387" y="-688096"/>
            <a:ext cx="5830459" cy="673024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68C0ED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Freihandform 14">
            <a:extLst>
              <a:ext uri="{FF2B5EF4-FFF2-40B4-BE49-F238E27FC236}">
                <a16:creationId xmlns:a16="http://schemas.microsoft.com/office/drawing/2014/main" id="{DE57907C-840A-5BB1-5D69-DE4552E00CDF}"/>
              </a:ext>
            </a:extLst>
          </p:cNvPr>
          <p:cNvSpPr/>
          <p:nvPr userDrawn="1"/>
        </p:nvSpPr>
        <p:spPr>
          <a:xfrm rot="12433821">
            <a:off x="6943358" y="-1183844"/>
            <a:ext cx="6379201" cy="7374662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noFill/>
          <a:ln w="76200">
            <a:solidFill>
              <a:srgbClr val="68C0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53FEF7C6-490A-61FF-48B8-041F69BF613C}"/>
              </a:ext>
            </a:extLst>
          </p:cNvPr>
          <p:cNvSpPr/>
          <p:nvPr userDrawn="1"/>
        </p:nvSpPr>
        <p:spPr>
          <a:xfrm rot="10129930">
            <a:off x="-2360171" y="-819992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A6F8CF2F-03DF-DC19-3FC7-6A00A8DD79FF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10" name="Freihandform 9">
              <a:extLst>
                <a:ext uri="{FF2B5EF4-FFF2-40B4-BE49-F238E27FC236}">
                  <a16:creationId xmlns:a16="http://schemas.microsoft.com/office/drawing/2014/main" id="{22788B4E-F588-D98D-D108-31A36C6F099D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1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68C0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1" name="Freihandform 10">
              <a:extLst>
                <a:ext uri="{FF2B5EF4-FFF2-40B4-BE49-F238E27FC236}">
                  <a16:creationId xmlns:a16="http://schemas.microsoft.com/office/drawing/2014/main" id="{40A1FCA0-C6D6-0468-BD3C-F29CB1E795B7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3" name="Titel 1">
              <a:extLst>
                <a:ext uri="{FF2B5EF4-FFF2-40B4-BE49-F238E27FC236}">
                  <a16:creationId xmlns:a16="http://schemas.microsoft.com/office/drawing/2014/main" id="{0D942D8F-76B8-BFD8-2E08-B9BFB50517AA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Elektrotechnik</a:t>
              </a: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B7F148FD-7C9D-0747-859F-DDCBE8F99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22E125-465D-814E-8AE3-3334AE7168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buClr>
                <a:srgbClr val="68C0ED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>
              <a:buClr>
                <a:srgbClr val="68C0ED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2pPr>
            <a:lvl3pPr>
              <a:buClr>
                <a:srgbClr val="68C0ED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3pPr>
            <a:lvl4pPr>
              <a:buClr>
                <a:srgbClr val="68C0ED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4pPr>
            <a:lvl5pPr>
              <a:buClr>
                <a:srgbClr val="68C0ED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517CC0-3827-824C-BD82-5D524FC77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EE3AA6B-514B-3F5F-22E3-B489C71C8E0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3FAEB419-CE0E-A2C1-CF13-6F8BF8F0875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2202" y="1825625"/>
            <a:ext cx="5456236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B1872E4B-225F-0DAD-628A-2BD8C7FB14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9721" y="6093676"/>
            <a:ext cx="431554" cy="558481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342B8641-C365-B86B-0AE0-4A02F5406E2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970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ET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ihandform 3">
            <a:extLst>
              <a:ext uri="{FF2B5EF4-FFF2-40B4-BE49-F238E27FC236}">
                <a16:creationId xmlns:a16="http://schemas.microsoft.com/office/drawing/2014/main" id="{FA1ADB5F-FA2E-7BF8-5CB9-563ADE4AE44E}"/>
              </a:ext>
            </a:extLst>
          </p:cNvPr>
          <p:cNvSpPr/>
          <p:nvPr userDrawn="1"/>
        </p:nvSpPr>
        <p:spPr>
          <a:xfrm rot="10129930">
            <a:off x="-2139048" y="-745777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BAAE065-A309-1F47-9138-75E78CD01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C6FF71-801A-FC4F-950C-4E2FF76A0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F07F3E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>
              <a:buClr>
                <a:srgbClr val="F07F3E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2pPr>
            <a:lvl3pPr>
              <a:buClr>
                <a:srgbClr val="F07F3E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3pPr>
            <a:lvl4pPr>
              <a:buClr>
                <a:srgbClr val="F07F3E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4pPr>
            <a:lvl5pPr>
              <a:buClr>
                <a:srgbClr val="F07F3E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82311A-FB2F-DA48-8C46-A29BBA46B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2BA182-0060-D786-CA61-63531BC4A4B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A81DB9DC-A737-96D0-C7D2-36E461DB3596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8372798" y="5651780"/>
            <a:chExt cx="5498261" cy="2530969"/>
          </a:xfrm>
        </p:grpSpPr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1C5DEFE6-A397-825F-1055-B1F1B150B9F1}"/>
                </a:ext>
              </a:extLst>
            </p:cNvPr>
            <p:cNvGrpSpPr/>
            <p:nvPr userDrawn="1"/>
          </p:nvGrpSpPr>
          <p:grpSpPr>
            <a:xfrm>
              <a:off x="8372798" y="5651780"/>
              <a:ext cx="5498261" cy="2530969"/>
              <a:chOff x="6265416" y="5268016"/>
              <a:chExt cx="7318186" cy="3368719"/>
            </a:xfrm>
          </p:grpSpPr>
          <p:sp>
            <p:nvSpPr>
              <p:cNvPr id="12" name="Freihandform 11">
                <a:extLst>
                  <a:ext uri="{FF2B5EF4-FFF2-40B4-BE49-F238E27FC236}">
                    <a16:creationId xmlns:a16="http://schemas.microsoft.com/office/drawing/2014/main" id="{8B38AB7C-8A51-CC67-C9D4-694B7494AF8A}"/>
                  </a:ext>
                </a:extLst>
              </p:cNvPr>
              <p:cNvSpPr/>
              <p:nvPr/>
            </p:nvSpPr>
            <p:spPr>
              <a:xfrm rot="19708695">
                <a:off x="6265416" y="5268016"/>
                <a:ext cx="6636396" cy="3214341"/>
              </a:xfrm>
              <a:custGeom>
                <a:avLst/>
                <a:gdLst>
                  <a:gd name="connsiteX0" fmla="*/ 346842 w 3373821"/>
                  <a:gd name="connsiteY0" fmla="*/ 283779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346842 w 3373821"/>
                  <a:gd name="connsiteY5" fmla="*/ 283779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882870 h 3310759"/>
                  <a:gd name="connsiteX1" fmla="*/ 3090042 w 3373821"/>
                  <a:gd name="connsiteY1" fmla="*/ 0 h 3310759"/>
                  <a:gd name="connsiteX2" fmla="*/ 3373821 w 3373821"/>
                  <a:gd name="connsiteY2" fmla="*/ 1849821 h 3310759"/>
                  <a:gd name="connsiteX3" fmla="*/ 1902373 w 3373821"/>
                  <a:gd name="connsiteY3" fmla="*/ 3310759 h 3310759"/>
                  <a:gd name="connsiteX4" fmla="*/ 0 w 3373821"/>
                  <a:gd name="connsiteY4" fmla="*/ 2511973 h 3310759"/>
                  <a:gd name="connsiteX5" fmla="*/ 777766 w 3373821"/>
                  <a:gd name="connsiteY5" fmla="*/ 882870 h 3310759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35451 h 3463340"/>
                  <a:gd name="connsiteX1" fmla="*/ 3090042 w 3373821"/>
                  <a:gd name="connsiteY1" fmla="*/ 152581 h 3463340"/>
                  <a:gd name="connsiteX2" fmla="*/ 3373821 w 3373821"/>
                  <a:gd name="connsiteY2" fmla="*/ 2002402 h 3463340"/>
                  <a:gd name="connsiteX3" fmla="*/ 1902373 w 3373821"/>
                  <a:gd name="connsiteY3" fmla="*/ 3463340 h 3463340"/>
                  <a:gd name="connsiteX4" fmla="*/ 0 w 3373821"/>
                  <a:gd name="connsiteY4" fmla="*/ 2664554 h 3463340"/>
                  <a:gd name="connsiteX5" fmla="*/ 777766 w 3373821"/>
                  <a:gd name="connsiteY5" fmla="*/ 1035451 h 3463340"/>
                  <a:gd name="connsiteX0" fmla="*/ 777766 w 3468415"/>
                  <a:gd name="connsiteY0" fmla="*/ 1035451 h 3463340"/>
                  <a:gd name="connsiteX1" fmla="*/ 3090042 w 3468415"/>
                  <a:gd name="connsiteY1" fmla="*/ 152581 h 3463340"/>
                  <a:gd name="connsiteX2" fmla="*/ 3468415 w 3468415"/>
                  <a:gd name="connsiteY2" fmla="*/ 2202098 h 3463340"/>
                  <a:gd name="connsiteX3" fmla="*/ 1902373 w 3468415"/>
                  <a:gd name="connsiteY3" fmla="*/ 3463340 h 3463340"/>
                  <a:gd name="connsiteX4" fmla="*/ 0 w 3468415"/>
                  <a:gd name="connsiteY4" fmla="*/ 2664554 h 3463340"/>
                  <a:gd name="connsiteX5" fmla="*/ 777766 w 3468415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3748"/>
                  <a:gd name="connsiteX1" fmla="*/ 3090042 w 3520921"/>
                  <a:gd name="connsiteY1" fmla="*/ 152581 h 3463748"/>
                  <a:gd name="connsiteX2" fmla="*/ 3468415 w 3520921"/>
                  <a:gd name="connsiteY2" fmla="*/ 2202098 h 3463748"/>
                  <a:gd name="connsiteX3" fmla="*/ 1902373 w 3520921"/>
                  <a:gd name="connsiteY3" fmla="*/ 3463340 h 3463748"/>
                  <a:gd name="connsiteX4" fmla="*/ 0 w 3520921"/>
                  <a:gd name="connsiteY4" fmla="*/ 2664554 h 3463748"/>
                  <a:gd name="connsiteX5" fmla="*/ 777766 w 3520921"/>
                  <a:gd name="connsiteY5" fmla="*/ 1035451 h 3463748"/>
                  <a:gd name="connsiteX0" fmla="*/ 815379 w 3558534"/>
                  <a:gd name="connsiteY0" fmla="*/ 1035451 h 3463748"/>
                  <a:gd name="connsiteX1" fmla="*/ 3127655 w 3558534"/>
                  <a:gd name="connsiteY1" fmla="*/ 152581 h 3463748"/>
                  <a:gd name="connsiteX2" fmla="*/ 3506028 w 3558534"/>
                  <a:gd name="connsiteY2" fmla="*/ 2202098 h 3463748"/>
                  <a:gd name="connsiteX3" fmla="*/ 1939986 w 3558534"/>
                  <a:gd name="connsiteY3" fmla="*/ 3463340 h 3463748"/>
                  <a:gd name="connsiteX4" fmla="*/ 37613 w 3558534"/>
                  <a:gd name="connsiteY4" fmla="*/ 2664554 h 3463748"/>
                  <a:gd name="connsiteX5" fmla="*/ 815379 w 3558534"/>
                  <a:gd name="connsiteY5" fmla="*/ 1035451 h 3463748"/>
                  <a:gd name="connsiteX0" fmla="*/ 815379 w 3558534"/>
                  <a:gd name="connsiteY0" fmla="*/ 1035451 h 3464371"/>
                  <a:gd name="connsiteX1" fmla="*/ 3127655 w 3558534"/>
                  <a:gd name="connsiteY1" fmla="*/ 152581 h 3464371"/>
                  <a:gd name="connsiteX2" fmla="*/ 3506028 w 3558534"/>
                  <a:gd name="connsiteY2" fmla="*/ 2202098 h 3464371"/>
                  <a:gd name="connsiteX3" fmla="*/ 1939986 w 3558534"/>
                  <a:gd name="connsiteY3" fmla="*/ 3463340 h 3464371"/>
                  <a:gd name="connsiteX4" fmla="*/ 37613 w 3558534"/>
                  <a:gd name="connsiteY4" fmla="*/ 2664554 h 3464371"/>
                  <a:gd name="connsiteX5" fmla="*/ 815379 w 3558534"/>
                  <a:gd name="connsiteY5" fmla="*/ 1035451 h 3464371"/>
                  <a:gd name="connsiteX0" fmla="*/ 815379 w 3150376"/>
                  <a:gd name="connsiteY0" fmla="*/ 1035451 h 3464371"/>
                  <a:gd name="connsiteX1" fmla="*/ 3127655 w 3150376"/>
                  <a:gd name="connsiteY1" fmla="*/ 152581 h 3464371"/>
                  <a:gd name="connsiteX2" fmla="*/ 1961008 w 3150376"/>
                  <a:gd name="connsiteY2" fmla="*/ 1655560 h 3464371"/>
                  <a:gd name="connsiteX3" fmla="*/ 1939986 w 3150376"/>
                  <a:gd name="connsiteY3" fmla="*/ 3463340 h 3464371"/>
                  <a:gd name="connsiteX4" fmla="*/ 37613 w 3150376"/>
                  <a:gd name="connsiteY4" fmla="*/ 2664554 h 3464371"/>
                  <a:gd name="connsiteX5" fmla="*/ 815379 w 3150376"/>
                  <a:gd name="connsiteY5" fmla="*/ 1035451 h 3464371"/>
                  <a:gd name="connsiteX0" fmla="*/ 815379 w 3162532"/>
                  <a:gd name="connsiteY0" fmla="*/ 1035451 h 3464371"/>
                  <a:gd name="connsiteX1" fmla="*/ 3127655 w 3162532"/>
                  <a:gd name="connsiteY1" fmla="*/ 152581 h 3464371"/>
                  <a:gd name="connsiteX2" fmla="*/ 2423463 w 3162532"/>
                  <a:gd name="connsiteY2" fmla="*/ 1645049 h 3464371"/>
                  <a:gd name="connsiteX3" fmla="*/ 1939986 w 3162532"/>
                  <a:gd name="connsiteY3" fmla="*/ 3463340 h 3464371"/>
                  <a:gd name="connsiteX4" fmla="*/ 37613 w 3162532"/>
                  <a:gd name="connsiteY4" fmla="*/ 2664554 h 3464371"/>
                  <a:gd name="connsiteX5" fmla="*/ 815379 w 3162532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606310"/>
                  <a:gd name="connsiteX1" fmla="*/ 3127655 w 3171514"/>
                  <a:gd name="connsiteY1" fmla="*/ 152581 h 3606310"/>
                  <a:gd name="connsiteX2" fmla="*/ 2423463 w 3171514"/>
                  <a:gd name="connsiteY2" fmla="*/ 1645049 h 3606310"/>
                  <a:gd name="connsiteX3" fmla="*/ 2307848 w 3171514"/>
                  <a:gd name="connsiteY3" fmla="*/ 3473850 h 3606310"/>
                  <a:gd name="connsiteX4" fmla="*/ 37613 w 3171514"/>
                  <a:gd name="connsiteY4" fmla="*/ 2664554 h 3606310"/>
                  <a:gd name="connsiteX5" fmla="*/ 815379 w 3171514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64502"/>
                  <a:gd name="connsiteY0" fmla="*/ 1035451 h 3606310"/>
                  <a:gd name="connsiteX1" fmla="*/ 3127655 w 3164502"/>
                  <a:gd name="connsiteY1" fmla="*/ 152581 h 3606310"/>
                  <a:gd name="connsiteX2" fmla="*/ 2560098 w 3164502"/>
                  <a:gd name="connsiteY2" fmla="*/ 1666070 h 3606310"/>
                  <a:gd name="connsiteX3" fmla="*/ 2307848 w 3164502"/>
                  <a:gd name="connsiteY3" fmla="*/ 3473850 h 3606310"/>
                  <a:gd name="connsiteX4" fmla="*/ 37613 w 3164502"/>
                  <a:gd name="connsiteY4" fmla="*/ 2664554 h 3606310"/>
                  <a:gd name="connsiteX5" fmla="*/ 815379 w 3164502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29312 w 3176710"/>
                  <a:gd name="connsiteY0" fmla="*/ 1035451 h 3606310"/>
                  <a:gd name="connsiteX1" fmla="*/ 3141588 w 3176710"/>
                  <a:gd name="connsiteY1" fmla="*/ 152581 h 3606310"/>
                  <a:gd name="connsiteX2" fmla="*/ 2574031 w 3176710"/>
                  <a:gd name="connsiteY2" fmla="*/ 1666070 h 3606310"/>
                  <a:gd name="connsiteX3" fmla="*/ 2321781 w 3176710"/>
                  <a:gd name="connsiteY3" fmla="*/ 3473850 h 3606310"/>
                  <a:gd name="connsiteX4" fmla="*/ 51546 w 3176710"/>
                  <a:gd name="connsiteY4" fmla="*/ 2664554 h 3606310"/>
                  <a:gd name="connsiteX5" fmla="*/ 829312 w 3176710"/>
                  <a:gd name="connsiteY5" fmla="*/ 1035451 h 3606310"/>
                  <a:gd name="connsiteX0" fmla="*/ 829312 w 3177410"/>
                  <a:gd name="connsiteY0" fmla="*/ 1035451 h 3606310"/>
                  <a:gd name="connsiteX1" fmla="*/ 3141588 w 3177410"/>
                  <a:gd name="connsiteY1" fmla="*/ 152581 h 3606310"/>
                  <a:gd name="connsiteX2" fmla="*/ 2574031 w 3177410"/>
                  <a:gd name="connsiteY2" fmla="*/ 1666070 h 3606310"/>
                  <a:gd name="connsiteX3" fmla="*/ 2321781 w 3177410"/>
                  <a:gd name="connsiteY3" fmla="*/ 3473850 h 3606310"/>
                  <a:gd name="connsiteX4" fmla="*/ 51546 w 3177410"/>
                  <a:gd name="connsiteY4" fmla="*/ 2664554 h 3606310"/>
                  <a:gd name="connsiteX5" fmla="*/ 829312 w 3177410"/>
                  <a:gd name="connsiteY5" fmla="*/ 1035451 h 3606310"/>
                  <a:gd name="connsiteX0" fmla="*/ 829312 w 3177410"/>
                  <a:gd name="connsiteY0" fmla="*/ 1013703 h 3584562"/>
                  <a:gd name="connsiteX1" fmla="*/ 3141588 w 3177410"/>
                  <a:gd name="connsiteY1" fmla="*/ 130833 h 3584562"/>
                  <a:gd name="connsiteX2" fmla="*/ 2574031 w 3177410"/>
                  <a:gd name="connsiteY2" fmla="*/ 1644322 h 3584562"/>
                  <a:gd name="connsiteX3" fmla="*/ 2321781 w 3177410"/>
                  <a:gd name="connsiteY3" fmla="*/ 3452102 h 3584562"/>
                  <a:gd name="connsiteX4" fmla="*/ 51546 w 3177410"/>
                  <a:gd name="connsiteY4" fmla="*/ 2642806 h 3584562"/>
                  <a:gd name="connsiteX5" fmla="*/ 829312 w 3177410"/>
                  <a:gd name="connsiteY5" fmla="*/ 1013703 h 3584562"/>
                  <a:gd name="connsiteX0" fmla="*/ 829578 w 3177676"/>
                  <a:gd name="connsiteY0" fmla="*/ 1013703 h 3584562"/>
                  <a:gd name="connsiteX1" fmla="*/ 3141854 w 3177676"/>
                  <a:gd name="connsiteY1" fmla="*/ 130833 h 3584562"/>
                  <a:gd name="connsiteX2" fmla="*/ 2574297 w 3177676"/>
                  <a:gd name="connsiteY2" fmla="*/ 1644322 h 3584562"/>
                  <a:gd name="connsiteX3" fmla="*/ 2322047 w 3177676"/>
                  <a:gd name="connsiteY3" fmla="*/ 3452102 h 3584562"/>
                  <a:gd name="connsiteX4" fmla="*/ 51812 w 3177676"/>
                  <a:gd name="connsiteY4" fmla="*/ 2642806 h 3584562"/>
                  <a:gd name="connsiteX5" fmla="*/ 829578 w 3177676"/>
                  <a:gd name="connsiteY5" fmla="*/ 1013703 h 3584562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11178 w 2672400"/>
                  <a:gd name="connsiteY0" fmla="*/ 7864 h 2583061"/>
                  <a:gd name="connsiteX1" fmla="*/ 1318755 w 2672400"/>
                  <a:gd name="connsiteY1" fmla="*/ 1092175 h 2583061"/>
                  <a:gd name="connsiteX2" fmla="*/ 2555897 w 2672400"/>
                  <a:gd name="connsiteY2" fmla="*/ 638483 h 2583061"/>
                  <a:gd name="connsiteX3" fmla="*/ 2303647 w 2672400"/>
                  <a:gd name="connsiteY3" fmla="*/ 2446263 h 2583061"/>
                  <a:gd name="connsiteX4" fmla="*/ 33412 w 2672400"/>
                  <a:gd name="connsiteY4" fmla="*/ 1636967 h 2583061"/>
                  <a:gd name="connsiteX5" fmla="*/ 811178 w 2672400"/>
                  <a:gd name="connsiteY5" fmla="*/ 7864 h 2583061"/>
                  <a:gd name="connsiteX0" fmla="*/ 811178 w 3223026"/>
                  <a:gd name="connsiteY0" fmla="*/ 5596 h 2477281"/>
                  <a:gd name="connsiteX1" fmla="*/ 1318755 w 3223026"/>
                  <a:gd name="connsiteY1" fmla="*/ 1089907 h 2477281"/>
                  <a:gd name="connsiteX2" fmla="*/ 3192488 w 3223026"/>
                  <a:gd name="connsiteY2" fmla="*/ 802600 h 2477281"/>
                  <a:gd name="connsiteX3" fmla="*/ 2303647 w 3223026"/>
                  <a:gd name="connsiteY3" fmla="*/ 2443995 h 2477281"/>
                  <a:gd name="connsiteX4" fmla="*/ 33412 w 3223026"/>
                  <a:gd name="connsiteY4" fmla="*/ 1634699 h 2477281"/>
                  <a:gd name="connsiteX5" fmla="*/ 811178 w 3223026"/>
                  <a:gd name="connsiteY5" fmla="*/ 5596 h 2477281"/>
                  <a:gd name="connsiteX0" fmla="*/ 846588 w 3330250"/>
                  <a:gd name="connsiteY0" fmla="*/ 5596 h 2432711"/>
                  <a:gd name="connsiteX1" fmla="*/ 1354165 w 3330250"/>
                  <a:gd name="connsiteY1" fmla="*/ 1089907 h 2432711"/>
                  <a:gd name="connsiteX2" fmla="*/ 3227898 w 3330250"/>
                  <a:gd name="connsiteY2" fmla="*/ 802600 h 2432711"/>
                  <a:gd name="connsiteX3" fmla="*/ 2761796 w 3330250"/>
                  <a:gd name="connsiteY3" fmla="*/ 2409553 h 2432711"/>
                  <a:gd name="connsiteX4" fmla="*/ 68822 w 3330250"/>
                  <a:gd name="connsiteY4" fmla="*/ 1634699 h 2432711"/>
                  <a:gd name="connsiteX5" fmla="*/ 846588 w 3330250"/>
                  <a:gd name="connsiteY5" fmla="*/ 5596 h 2432711"/>
                  <a:gd name="connsiteX0" fmla="*/ 846588 w 3514825"/>
                  <a:gd name="connsiteY0" fmla="*/ 5596 h 2432711"/>
                  <a:gd name="connsiteX1" fmla="*/ 1354165 w 3514825"/>
                  <a:gd name="connsiteY1" fmla="*/ 1089907 h 2432711"/>
                  <a:gd name="connsiteX2" fmla="*/ 3227898 w 3514825"/>
                  <a:gd name="connsiteY2" fmla="*/ 802600 h 2432711"/>
                  <a:gd name="connsiteX3" fmla="*/ 2761796 w 3514825"/>
                  <a:gd name="connsiteY3" fmla="*/ 2409553 h 2432711"/>
                  <a:gd name="connsiteX4" fmla="*/ 68822 w 3514825"/>
                  <a:gd name="connsiteY4" fmla="*/ 1634699 h 2432711"/>
                  <a:gd name="connsiteX5" fmla="*/ 846588 w 3514825"/>
                  <a:gd name="connsiteY5" fmla="*/ 5596 h 2432711"/>
                  <a:gd name="connsiteX0" fmla="*/ 875402 w 3543639"/>
                  <a:gd name="connsiteY0" fmla="*/ 2708 h 2429823"/>
                  <a:gd name="connsiteX1" fmla="*/ 1382979 w 3543639"/>
                  <a:gd name="connsiteY1" fmla="*/ 1087019 h 2429823"/>
                  <a:gd name="connsiteX2" fmla="*/ 3256712 w 3543639"/>
                  <a:gd name="connsiteY2" fmla="*/ 799712 h 2429823"/>
                  <a:gd name="connsiteX3" fmla="*/ 2790610 w 3543639"/>
                  <a:gd name="connsiteY3" fmla="*/ 2406665 h 2429823"/>
                  <a:gd name="connsiteX4" fmla="*/ 97636 w 3543639"/>
                  <a:gd name="connsiteY4" fmla="*/ 1631811 h 2429823"/>
                  <a:gd name="connsiteX5" fmla="*/ 875402 w 3543639"/>
                  <a:gd name="connsiteY5" fmla="*/ 2708 h 2429823"/>
                  <a:gd name="connsiteX0" fmla="*/ 1035116 w 3703353"/>
                  <a:gd name="connsiteY0" fmla="*/ 3586 h 2450893"/>
                  <a:gd name="connsiteX1" fmla="*/ 1542693 w 3703353"/>
                  <a:gd name="connsiteY1" fmla="*/ 1087897 h 2450893"/>
                  <a:gd name="connsiteX2" fmla="*/ 3416426 w 3703353"/>
                  <a:gd name="connsiteY2" fmla="*/ 800590 h 2450893"/>
                  <a:gd name="connsiteX3" fmla="*/ 2950324 w 3703353"/>
                  <a:gd name="connsiteY3" fmla="*/ 2407543 h 2450893"/>
                  <a:gd name="connsiteX4" fmla="*/ 257350 w 3703353"/>
                  <a:gd name="connsiteY4" fmla="*/ 1632689 h 2450893"/>
                  <a:gd name="connsiteX5" fmla="*/ 1035116 w 3703353"/>
                  <a:gd name="connsiteY5" fmla="*/ 3586 h 2450893"/>
                  <a:gd name="connsiteX0" fmla="*/ 991689 w 3462563"/>
                  <a:gd name="connsiteY0" fmla="*/ 10605 h 2457912"/>
                  <a:gd name="connsiteX1" fmla="*/ 1674106 w 3462563"/>
                  <a:gd name="connsiteY1" fmla="*/ 930710 h 2457912"/>
                  <a:gd name="connsiteX2" fmla="*/ 3372999 w 3462563"/>
                  <a:gd name="connsiteY2" fmla="*/ 807609 h 2457912"/>
                  <a:gd name="connsiteX3" fmla="*/ 2906897 w 3462563"/>
                  <a:gd name="connsiteY3" fmla="*/ 2414562 h 2457912"/>
                  <a:gd name="connsiteX4" fmla="*/ 213923 w 3462563"/>
                  <a:gd name="connsiteY4" fmla="*/ 1639708 h 2457912"/>
                  <a:gd name="connsiteX5" fmla="*/ 991689 w 3462563"/>
                  <a:gd name="connsiteY5" fmla="*/ 10605 h 2457912"/>
                  <a:gd name="connsiteX0" fmla="*/ 991689 w 3644113"/>
                  <a:gd name="connsiteY0" fmla="*/ 10605 h 2457912"/>
                  <a:gd name="connsiteX1" fmla="*/ 1674106 w 3644113"/>
                  <a:gd name="connsiteY1" fmla="*/ 930710 h 2457912"/>
                  <a:gd name="connsiteX2" fmla="*/ 3372999 w 3644113"/>
                  <a:gd name="connsiteY2" fmla="*/ 807609 h 2457912"/>
                  <a:gd name="connsiteX3" fmla="*/ 2906897 w 3644113"/>
                  <a:gd name="connsiteY3" fmla="*/ 2414562 h 2457912"/>
                  <a:gd name="connsiteX4" fmla="*/ 213923 w 3644113"/>
                  <a:gd name="connsiteY4" fmla="*/ 1639708 h 2457912"/>
                  <a:gd name="connsiteX5" fmla="*/ 991689 w 3644113"/>
                  <a:gd name="connsiteY5" fmla="*/ 10605 h 2457912"/>
                  <a:gd name="connsiteX0" fmla="*/ 1054352 w 3706777"/>
                  <a:gd name="connsiteY0" fmla="*/ 1046 h 2448353"/>
                  <a:gd name="connsiteX1" fmla="*/ 1736769 w 3706777"/>
                  <a:gd name="connsiteY1" fmla="*/ 921151 h 2448353"/>
                  <a:gd name="connsiteX2" fmla="*/ 3435662 w 3706777"/>
                  <a:gd name="connsiteY2" fmla="*/ 798050 h 2448353"/>
                  <a:gd name="connsiteX3" fmla="*/ 2969560 w 3706777"/>
                  <a:gd name="connsiteY3" fmla="*/ 2405003 h 2448353"/>
                  <a:gd name="connsiteX4" fmla="*/ 276586 w 3706777"/>
                  <a:gd name="connsiteY4" fmla="*/ 1630149 h 2448353"/>
                  <a:gd name="connsiteX5" fmla="*/ 1054352 w 3706777"/>
                  <a:gd name="connsiteY5" fmla="*/ 1046 h 2448353"/>
                  <a:gd name="connsiteX0" fmla="*/ 590056 w 3683836"/>
                  <a:gd name="connsiteY0" fmla="*/ 1109 h 1961431"/>
                  <a:gd name="connsiteX1" fmla="*/ 1713828 w 3683836"/>
                  <a:gd name="connsiteY1" fmla="*/ 456838 h 1961431"/>
                  <a:gd name="connsiteX2" fmla="*/ 3412721 w 3683836"/>
                  <a:gd name="connsiteY2" fmla="*/ 333737 h 1961431"/>
                  <a:gd name="connsiteX3" fmla="*/ 2946619 w 3683836"/>
                  <a:gd name="connsiteY3" fmla="*/ 1940690 h 1961431"/>
                  <a:gd name="connsiteX4" fmla="*/ 253645 w 3683836"/>
                  <a:gd name="connsiteY4" fmla="*/ 1165836 h 1961431"/>
                  <a:gd name="connsiteX5" fmla="*/ 590056 w 3683836"/>
                  <a:gd name="connsiteY5" fmla="*/ 1109 h 1961431"/>
                  <a:gd name="connsiteX0" fmla="*/ 577152 w 3670932"/>
                  <a:gd name="connsiteY0" fmla="*/ 28557 h 1988879"/>
                  <a:gd name="connsiteX1" fmla="*/ 1700924 w 3670932"/>
                  <a:gd name="connsiteY1" fmla="*/ 484286 h 1988879"/>
                  <a:gd name="connsiteX2" fmla="*/ 3399817 w 3670932"/>
                  <a:gd name="connsiteY2" fmla="*/ 361185 h 1988879"/>
                  <a:gd name="connsiteX3" fmla="*/ 2933715 w 3670932"/>
                  <a:gd name="connsiteY3" fmla="*/ 1968138 h 1988879"/>
                  <a:gd name="connsiteX4" fmla="*/ 240741 w 3670932"/>
                  <a:gd name="connsiteY4" fmla="*/ 1193284 h 1988879"/>
                  <a:gd name="connsiteX5" fmla="*/ 577152 w 3670932"/>
                  <a:gd name="connsiteY5" fmla="*/ 28557 h 1988879"/>
                  <a:gd name="connsiteX0" fmla="*/ 5660 w 3065770"/>
                  <a:gd name="connsiteY0" fmla="*/ 41752 h 2084853"/>
                  <a:gd name="connsiteX1" fmla="*/ 1129432 w 3065770"/>
                  <a:gd name="connsiteY1" fmla="*/ 497481 h 2084853"/>
                  <a:gd name="connsiteX2" fmla="*/ 2828325 w 3065770"/>
                  <a:gd name="connsiteY2" fmla="*/ 374380 h 2084853"/>
                  <a:gd name="connsiteX3" fmla="*/ 2362223 w 3065770"/>
                  <a:gd name="connsiteY3" fmla="*/ 1981333 h 2084853"/>
                  <a:gd name="connsiteX4" fmla="*/ 768571 w 3065770"/>
                  <a:gd name="connsiteY4" fmla="*/ 1718703 h 2084853"/>
                  <a:gd name="connsiteX5" fmla="*/ 5660 w 3065770"/>
                  <a:gd name="connsiteY5" fmla="*/ 41752 h 2084853"/>
                  <a:gd name="connsiteX0" fmla="*/ 12471 w 3072581"/>
                  <a:gd name="connsiteY0" fmla="*/ 41752 h 2092530"/>
                  <a:gd name="connsiteX1" fmla="*/ 1136243 w 3072581"/>
                  <a:gd name="connsiteY1" fmla="*/ 497481 h 2092530"/>
                  <a:gd name="connsiteX2" fmla="*/ 2835136 w 3072581"/>
                  <a:gd name="connsiteY2" fmla="*/ 374380 h 2092530"/>
                  <a:gd name="connsiteX3" fmla="*/ 2369034 w 3072581"/>
                  <a:gd name="connsiteY3" fmla="*/ 1981333 h 2092530"/>
                  <a:gd name="connsiteX4" fmla="*/ 775382 w 3072581"/>
                  <a:gd name="connsiteY4" fmla="*/ 1718703 h 2092530"/>
                  <a:gd name="connsiteX5" fmla="*/ 12471 w 3072581"/>
                  <a:gd name="connsiteY5" fmla="*/ 41752 h 2092530"/>
                  <a:gd name="connsiteX0" fmla="*/ 2798 w 3655173"/>
                  <a:gd name="connsiteY0" fmla="*/ 869129 h 2007317"/>
                  <a:gd name="connsiteX1" fmla="*/ 1718835 w 3655173"/>
                  <a:gd name="connsiteY1" fmla="*/ 445136 h 2007317"/>
                  <a:gd name="connsiteX2" fmla="*/ 3417728 w 3655173"/>
                  <a:gd name="connsiteY2" fmla="*/ 322035 h 2007317"/>
                  <a:gd name="connsiteX3" fmla="*/ 2951626 w 3655173"/>
                  <a:gd name="connsiteY3" fmla="*/ 1928988 h 2007317"/>
                  <a:gd name="connsiteX4" fmla="*/ 1357974 w 3655173"/>
                  <a:gd name="connsiteY4" fmla="*/ 1666358 h 2007317"/>
                  <a:gd name="connsiteX5" fmla="*/ 2798 w 3655173"/>
                  <a:gd name="connsiteY5" fmla="*/ 869129 h 2007317"/>
                  <a:gd name="connsiteX0" fmla="*/ 542 w 3652917"/>
                  <a:gd name="connsiteY0" fmla="*/ 869129 h 2007318"/>
                  <a:gd name="connsiteX1" fmla="*/ 1716579 w 3652917"/>
                  <a:gd name="connsiteY1" fmla="*/ 445136 h 2007318"/>
                  <a:gd name="connsiteX2" fmla="*/ 3415472 w 3652917"/>
                  <a:gd name="connsiteY2" fmla="*/ 322035 h 2007318"/>
                  <a:gd name="connsiteX3" fmla="*/ 2949370 w 3652917"/>
                  <a:gd name="connsiteY3" fmla="*/ 1928988 h 2007318"/>
                  <a:gd name="connsiteX4" fmla="*/ 1355718 w 3652917"/>
                  <a:gd name="connsiteY4" fmla="*/ 1666358 h 2007318"/>
                  <a:gd name="connsiteX5" fmla="*/ 542 w 3652917"/>
                  <a:gd name="connsiteY5" fmla="*/ 869129 h 2007318"/>
                  <a:gd name="connsiteX0" fmla="*/ 243 w 3639926"/>
                  <a:gd name="connsiteY0" fmla="*/ 869129 h 1955507"/>
                  <a:gd name="connsiteX1" fmla="*/ 1716280 w 3639926"/>
                  <a:gd name="connsiteY1" fmla="*/ 445136 h 1955507"/>
                  <a:gd name="connsiteX2" fmla="*/ 3415173 w 3639926"/>
                  <a:gd name="connsiteY2" fmla="*/ 322035 h 1955507"/>
                  <a:gd name="connsiteX3" fmla="*/ 2949071 w 3639926"/>
                  <a:gd name="connsiteY3" fmla="*/ 1928988 h 1955507"/>
                  <a:gd name="connsiteX4" fmla="*/ 1833458 w 3639926"/>
                  <a:gd name="connsiteY4" fmla="*/ 1291535 h 1955507"/>
                  <a:gd name="connsiteX5" fmla="*/ 243 w 3639926"/>
                  <a:gd name="connsiteY5" fmla="*/ 869129 h 1955507"/>
                  <a:gd name="connsiteX0" fmla="*/ 243 w 3639926"/>
                  <a:gd name="connsiteY0" fmla="*/ 869129 h 1947022"/>
                  <a:gd name="connsiteX1" fmla="*/ 1716280 w 3639926"/>
                  <a:gd name="connsiteY1" fmla="*/ 445136 h 1947022"/>
                  <a:gd name="connsiteX2" fmla="*/ 3415173 w 3639926"/>
                  <a:gd name="connsiteY2" fmla="*/ 322035 h 1947022"/>
                  <a:gd name="connsiteX3" fmla="*/ 2949071 w 3639926"/>
                  <a:gd name="connsiteY3" fmla="*/ 1928988 h 1947022"/>
                  <a:gd name="connsiteX4" fmla="*/ 1833458 w 3639926"/>
                  <a:gd name="connsiteY4" fmla="*/ 1291535 h 1947022"/>
                  <a:gd name="connsiteX5" fmla="*/ 243 w 3639926"/>
                  <a:gd name="connsiteY5" fmla="*/ 869129 h 1947022"/>
                  <a:gd name="connsiteX0" fmla="*/ 7345 w 3647028"/>
                  <a:gd name="connsiteY0" fmla="*/ 869129 h 1947022"/>
                  <a:gd name="connsiteX1" fmla="*/ 1723382 w 3647028"/>
                  <a:gd name="connsiteY1" fmla="*/ 445136 h 1947022"/>
                  <a:gd name="connsiteX2" fmla="*/ 3422275 w 3647028"/>
                  <a:gd name="connsiteY2" fmla="*/ 322035 h 1947022"/>
                  <a:gd name="connsiteX3" fmla="*/ 2956173 w 3647028"/>
                  <a:gd name="connsiteY3" fmla="*/ 1928988 h 1947022"/>
                  <a:gd name="connsiteX4" fmla="*/ 1840560 w 3647028"/>
                  <a:gd name="connsiteY4" fmla="*/ 1291535 h 1947022"/>
                  <a:gd name="connsiteX5" fmla="*/ 7345 w 3647028"/>
                  <a:gd name="connsiteY5" fmla="*/ 869129 h 1947022"/>
                  <a:gd name="connsiteX0" fmla="*/ 7345 w 3811052"/>
                  <a:gd name="connsiteY0" fmla="*/ 869129 h 1929159"/>
                  <a:gd name="connsiteX1" fmla="*/ 1723382 w 3811052"/>
                  <a:gd name="connsiteY1" fmla="*/ 445136 h 1929159"/>
                  <a:gd name="connsiteX2" fmla="*/ 3422275 w 3811052"/>
                  <a:gd name="connsiteY2" fmla="*/ 322035 h 1929159"/>
                  <a:gd name="connsiteX3" fmla="*/ 2956173 w 3811052"/>
                  <a:gd name="connsiteY3" fmla="*/ 1928988 h 1929159"/>
                  <a:gd name="connsiteX4" fmla="*/ 1840560 w 3811052"/>
                  <a:gd name="connsiteY4" fmla="*/ 1291535 h 1929159"/>
                  <a:gd name="connsiteX5" fmla="*/ 7345 w 3811052"/>
                  <a:gd name="connsiteY5" fmla="*/ 869129 h 1929159"/>
                  <a:gd name="connsiteX0" fmla="*/ 5264 w 3937957"/>
                  <a:gd name="connsiteY0" fmla="*/ 1155023 h 1938909"/>
                  <a:gd name="connsiteX1" fmla="*/ 1850286 w 3937957"/>
                  <a:gd name="connsiteY1" fmla="*/ 454886 h 1938909"/>
                  <a:gd name="connsiteX2" fmla="*/ 3549179 w 3937957"/>
                  <a:gd name="connsiteY2" fmla="*/ 331785 h 1938909"/>
                  <a:gd name="connsiteX3" fmla="*/ 3083077 w 3937957"/>
                  <a:gd name="connsiteY3" fmla="*/ 1938738 h 1938909"/>
                  <a:gd name="connsiteX4" fmla="*/ 1967464 w 3937957"/>
                  <a:gd name="connsiteY4" fmla="*/ 1301285 h 1938909"/>
                  <a:gd name="connsiteX5" fmla="*/ 5264 w 3937957"/>
                  <a:gd name="connsiteY5" fmla="*/ 1155023 h 1938909"/>
                  <a:gd name="connsiteX0" fmla="*/ 23607 w 3956300"/>
                  <a:gd name="connsiteY0" fmla="*/ 1155023 h 1938909"/>
                  <a:gd name="connsiteX1" fmla="*/ 1868629 w 3956300"/>
                  <a:gd name="connsiteY1" fmla="*/ 454886 h 1938909"/>
                  <a:gd name="connsiteX2" fmla="*/ 3567522 w 3956300"/>
                  <a:gd name="connsiteY2" fmla="*/ 331785 h 1938909"/>
                  <a:gd name="connsiteX3" fmla="*/ 3101420 w 3956300"/>
                  <a:gd name="connsiteY3" fmla="*/ 1938738 h 1938909"/>
                  <a:gd name="connsiteX4" fmla="*/ 1985807 w 3956300"/>
                  <a:gd name="connsiteY4" fmla="*/ 1301285 h 1938909"/>
                  <a:gd name="connsiteX5" fmla="*/ 23607 w 3956300"/>
                  <a:gd name="connsiteY5" fmla="*/ 1155023 h 1938909"/>
                  <a:gd name="connsiteX0" fmla="*/ 356 w 3775841"/>
                  <a:gd name="connsiteY0" fmla="*/ 1155023 h 1975367"/>
                  <a:gd name="connsiteX1" fmla="*/ 1845378 w 3775841"/>
                  <a:gd name="connsiteY1" fmla="*/ 454886 h 1975367"/>
                  <a:gd name="connsiteX2" fmla="*/ 3544271 w 3775841"/>
                  <a:gd name="connsiteY2" fmla="*/ 331785 h 1975367"/>
                  <a:gd name="connsiteX3" fmla="*/ 3078169 w 3775841"/>
                  <a:gd name="connsiteY3" fmla="*/ 1938738 h 1975367"/>
                  <a:gd name="connsiteX4" fmla="*/ 1700608 w 3775841"/>
                  <a:gd name="connsiteY4" fmla="*/ 1432728 h 1975367"/>
                  <a:gd name="connsiteX5" fmla="*/ 356 w 3775841"/>
                  <a:gd name="connsiteY5" fmla="*/ 1155023 h 1975367"/>
                  <a:gd name="connsiteX0" fmla="*/ 385 w 3775871"/>
                  <a:gd name="connsiteY0" fmla="*/ 1155023 h 1964875"/>
                  <a:gd name="connsiteX1" fmla="*/ 1845407 w 3775871"/>
                  <a:gd name="connsiteY1" fmla="*/ 454886 h 1964875"/>
                  <a:gd name="connsiteX2" fmla="*/ 3544300 w 3775871"/>
                  <a:gd name="connsiteY2" fmla="*/ 331785 h 1964875"/>
                  <a:gd name="connsiteX3" fmla="*/ 3078198 w 3775871"/>
                  <a:gd name="connsiteY3" fmla="*/ 1938738 h 1964875"/>
                  <a:gd name="connsiteX4" fmla="*/ 1700637 w 3775871"/>
                  <a:gd name="connsiteY4" fmla="*/ 1432728 h 1964875"/>
                  <a:gd name="connsiteX5" fmla="*/ 385 w 3775871"/>
                  <a:gd name="connsiteY5" fmla="*/ 1155023 h 1964875"/>
                  <a:gd name="connsiteX0" fmla="*/ 518 w 3310321"/>
                  <a:gd name="connsiteY0" fmla="*/ 1561197 h 1986949"/>
                  <a:gd name="connsiteX1" fmla="*/ 1379857 w 3310321"/>
                  <a:gd name="connsiteY1" fmla="*/ 469469 h 1986949"/>
                  <a:gd name="connsiteX2" fmla="*/ 3078750 w 3310321"/>
                  <a:gd name="connsiteY2" fmla="*/ 346368 h 1986949"/>
                  <a:gd name="connsiteX3" fmla="*/ 2612648 w 3310321"/>
                  <a:gd name="connsiteY3" fmla="*/ 1953321 h 1986949"/>
                  <a:gd name="connsiteX4" fmla="*/ 1235087 w 3310321"/>
                  <a:gd name="connsiteY4" fmla="*/ 1447311 h 1986949"/>
                  <a:gd name="connsiteX5" fmla="*/ 518 w 3310321"/>
                  <a:gd name="connsiteY5" fmla="*/ 1561197 h 1986949"/>
                  <a:gd name="connsiteX0" fmla="*/ 252954 w 3562757"/>
                  <a:gd name="connsiteY0" fmla="*/ 1561197 h 1986950"/>
                  <a:gd name="connsiteX1" fmla="*/ 1632293 w 3562757"/>
                  <a:gd name="connsiteY1" fmla="*/ 469469 h 1986950"/>
                  <a:gd name="connsiteX2" fmla="*/ 3331186 w 3562757"/>
                  <a:gd name="connsiteY2" fmla="*/ 346368 h 1986950"/>
                  <a:gd name="connsiteX3" fmla="*/ 2865084 w 3562757"/>
                  <a:gd name="connsiteY3" fmla="*/ 1953321 h 1986950"/>
                  <a:gd name="connsiteX4" fmla="*/ 1487523 w 3562757"/>
                  <a:gd name="connsiteY4" fmla="*/ 1447311 h 1986950"/>
                  <a:gd name="connsiteX5" fmla="*/ 252954 w 3562757"/>
                  <a:gd name="connsiteY5" fmla="*/ 1561197 h 1986950"/>
                  <a:gd name="connsiteX0" fmla="*/ 275988 w 4836894"/>
                  <a:gd name="connsiteY0" fmla="*/ 1254188 h 1664972"/>
                  <a:gd name="connsiteX1" fmla="*/ 1655327 w 4836894"/>
                  <a:gd name="connsiteY1" fmla="*/ 162460 h 1664972"/>
                  <a:gd name="connsiteX2" fmla="*/ 4715739 w 4836894"/>
                  <a:gd name="connsiteY2" fmla="*/ 494988 h 1664972"/>
                  <a:gd name="connsiteX3" fmla="*/ 2888118 w 4836894"/>
                  <a:gd name="connsiteY3" fmla="*/ 1646312 h 1664972"/>
                  <a:gd name="connsiteX4" fmla="*/ 1510557 w 4836894"/>
                  <a:gd name="connsiteY4" fmla="*/ 1140302 h 1664972"/>
                  <a:gd name="connsiteX5" fmla="*/ 275988 w 4836894"/>
                  <a:gd name="connsiteY5" fmla="*/ 1254188 h 1664972"/>
                  <a:gd name="connsiteX0" fmla="*/ 275988 w 4716813"/>
                  <a:gd name="connsiteY0" fmla="*/ 1630321 h 2049242"/>
                  <a:gd name="connsiteX1" fmla="*/ 1655327 w 4716813"/>
                  <a:gd name="connsiteY1" fmla="*/ 538593 h 2049242"/>
                  <a:gd name="connsiteX2" fmla="*/ 4715739 w 4716813"/>
                  <a:gd name="connsiteY2" fmla="*/ 871121 h 2049242"/>
                  <a:gd name="connsiteX3" fmla="*/ 2888118 w 4716813"/>
                  <a:gd name="connsiteY3" fmla="*/ 2022445 h 2049242"/>
                  <a:gd name="connsiteX4" fmla="*/ 1510557 w 4716813"/>
                  <a:gd name="connsiteY4" fmla="*/ 1516435 h 2049242"/>
                  <a:gd name="connsiteX5" fmla="*/ 275988 w 4716813"/>
                  <a:gd name="connsiteY5" fmla="*/ 1630321 h 2049242"/>
                  <a:gd name="connsiteX0" fmla="*/ 275988 w 4749030"/>
                  <a:gd name="connsiteY0" fmla="*/ 1124638 h 1545870"/>
                  <a:gd name="connsiteX1" fmla="*/ 1655327 w 4749030"/>
                  <a:gd name="connsiteY1" fmla="*/ 32910 h 1545870"/>
                  <a:gd name="connsiteX2" fmla="*/ 4715739 w 4749030"/>
                  <a:gd name="connsiteY2" fmla="*/ 365438 h 1545870"/>
                  <a:gd name="connsiteX3" fmla="*/ 3175706 w 4749030"/>
                  <a:gd name="connsiteY3" fmla="*/ 1192854 h 1545870"/>
                  <a:gd name="connsiteX4" fmla="*/ 1510557 w 4749030"/>
                  <a:gd name="connsiteY4" fmla="*/ 1010752 h 1545870"/>
                  <a:gd name="connsiteX5" fmla="*/ 275988 w 4749030"/>
                  <a:gd name="connsiteY5" fmla="*/ 1124638 h 1545870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40315"/>
                  <a:gd name="connsiteY0" fmla="*/ 1132875 h 1722803"/>
                  <a:gd name="connsiteX1" fmla="*/ 1655327 w 4740315"/>
                  <a:gd name="connsiteY1" fmla="*/ 41147 h 1722803"/>
                  <a:gd name="connsiteX2" fmla="*/ 4715739 w 4740315"/>
                  <a:gd name="connsiteY2" fmla="*/ 373675 h 1722803"/>
                  <a:gd name="connsiteX3" fmla="*/ 3012343 w 4740315"/>
                  <a:gd name="connsiteY3" fmla="*/ 1711656 h 1722803"/>
                  <a:gd name="connsiteX4" fmla="*/ 1510557 w 4740315"/>
                  <a:gd name="connsiteY4" fmla="*/ 1018989 h 1722803"/>
                  <a:gd name="connsiteX5" fmla="*/ 275988 w 4740315"/>
                  <a:gd name="connsiteY5" fmla="*/ 1132875 h 1722803"/>
                  <a:gd name="connsiteX0" fmla="*/ 275988 w 4756119"/>
                  <a:gd name="connsiteY0" fmla="*/ 1127108 h 1542684"/>
                  <a:gd name="connsiteX1" fmla="*/ 1655327 w 4756119"/>
                  <a:gd name="connsiteY1" fmla="*/ 35380 h 1542684"/>
                  <a:gd name="connsiteX2" fmla="*/ 4715739 w 4756119"/>
                  <a:gd name="connsiteY2" fmla="*/ 367908 h 1542684"/>
                  <a:gd name="connsiteX3" fmla="*/ 3285074 w 4756119"/>
                  <a:gd name="connsiteY3" fmla="*/ 1369029 h 1542684"/>
                  <a:gd name="connsiteX4" fmla="*/ 1510557 w 4756119"/>
                  <a:gd name="connsiteY4" fmla="*/ 1013222 h 1542684"/>
                  <a:gd name="connsiteX5" fmla="*/ 275988 w 4756119"/>
                  <a:gd name="connsiteY5" fmla="*/ 1127108 h 1542684"/>
                  <a:gd name="connsiteX0" fmla="*/ 275988 w 4715923"/>
                  <a:gd name="connsiteY0" fmla="*/ 1122352 h 1572226"/>
                  <a:gd name="connsiteX1" fmla="*/ 1655327 w 4715923"/>
                  <a:gd name="connsiteY1" fmla="*/ 30624 h 1572226"/>
                  <a:gd name="connsiteX2" fmla="*/ 4715739 w 4715923"/>
                  <a:gd name="connsiteY2" fmla="*/ 363152 h 1572226"/>
                  <a:gd name="connsiteX3" fmla="*/ 1510557 w 4715923"/>
                  <a:gd name="connsiteY3" fmla="*/ 1008466 h 1572226"/>
                  <a:gd name="connsiteX4" fmla="*/ 275988 w 4715923"/>
                  <a:gd name="connsiteY4" fmla="*/ 1122352 h 1572226"/>
                  <a:gd name="connsiteX0" fmla="*/ 25029 w 4476010"/>
                  <a:gd name="connsiteY0" fmla="*/ 1892393 h 2022034"/>
                  <a:gd name="connsiteX1" fmla="*/ 2236847 w 4476010"/>
                  <a:gd name="connsiteY1" fmla="*/ 11492 h 2022034"/>
                  <a:gd name="connsiteX2" fmla="*/ 4464780 w 4476010"/>
                  <a:gd name="connsiteY2" fmla="*/ 1133193 h 2022034"/>
                  <a:gd name="connsiteX3" fmla="*/ 1259598 w 4476010"/>
                  <a:gd name="connsiteY3" fmla="*/ 1778507 h 2022034"/>
                  <a:gd name="connsiteX4" fmla="*/ 25029 w 4476010"/>
                  <a:gd name="connsiteY4" fmla="*/ 1892393 h 2022034"/>
                  <a:gd name="connsiteX0" fmla="*/ 19312 w 4468531"/>
                  <a:gd name="connsiteY0" fmla="*/ 1893478 h 2350831"/>
                  <a:gd name="connsiteX1" fmla="*/ 2231130 w 4468531"/>
                  <a:gd name="connsiteY1" fmla="*/ 12577 h 2350831"/>
                  <a:gd name="connsiteX2" fmla="*/ 4459063 w 4468531"/>
                  <a:gd name="connsiteY2" fmla="*/ 1134278 h 2350831"/>
                  <a:gd name="connsiteX3" fmla="*/ 2962196 w 4468531"/>
                  <a:gd name="connsiteY3" fmla="*/ 2337807 h 2350831"/>
                  <a:gd name="connsiteX4" fmla="*/ 1253881 w 4468531"/>
                  <a:gd name="connsiteY4" fmla="*/ 1779592 h 2350831"/>
                  <a:gd name="connsiteX5" fmla="*/ 19312 w 4468531"/>
                  <a:gd name="connsiteY5" fmla="*/ 1893478 h 2350831"/>
                  <a:gd name="connsiteX0" fmla="*/ 114931 w 4564151"/>
                  <a:gd name="connsiteY0" fmla="*/ 1893478 h 2606070"/>
                  <a:gd name="connsiteX1" fmla="*/ 2326749 w 4564151"/>
                  <a:gd name="connsiteY1" fmla="*/ 12577 h 2606070"/>
                  <a:gd name="connsiteX2" fmla="*/ 4554682 w 4564151"/>
                  <a:gd name="connsiteY2" fmla="*/ 1134278 h 2606070"/>
                  <a:gd name="connsiteX3" fmla="*/ 3057815 w 4564151"/>
                  <a:gd name="connsiteY3" fmla="*/ 2337807 h 2606070"/>
                  <a:gd name="connsiteX4" fmla="*/ 602599 w 4564151"/>
                  <a:gd name="connsiteY4" fmla="*/ 2591133 h 2606070"/>
                  <a:gd name="connsiteX5" fmla="*/ 114931 w 4564151"/>
                  <a:gd name="connsiteY5" fmla="*/ 1893478 h 2606070"/>
                  <a:gd name="connsiteX0" fmla="*/ 339436 w 4163621"/>
                  <a:gd name="connsiteY0" fmla="*/ 711041 h 2677547"/>
                  <a:gd name="connsiteX1" fmla="*/ 1926219 w 4163621"/>
                  <a:gd name="connsiteY1" fmla="*/ 9118 h 2677547"/>
                  <a:gd name="connsiteX2" fmla="*/ 4154152 w 4163621"/>
                  <a:gd name="connsiteY2" fmla="*/ 1130819 h 2677547"/>
                  <a:gd name="connsiteX3" fmla="*/ 2657285 w 4163621"/>
                  <a:gd name="connsiteY3" fmla="*/ 2334348 h 2677547"/>
                  <a:gd name="connsiteX4" fmla="*/ 202069 w 4163621"/>
                  <a:gd name="connsiteY4" fmla="*/ 2587674 h 2677547"/>
                  <a:gd name="connsiteX5" fmla="*/ 339436 w 4163621"/>
                  <a:gd name="connsiteY5" fmla="*/ 711041 h 2677547"/>
                  <a:gd name="connsiteX0" fmla="*/ 8699 w 3970251"/>
                  <a:gd name="connsiteY0" fmla="*/ 2578556 h 2717756"/>
                  <a:gd name="connsiteX1" fmla="*/ 1732849 w 3970251"/>
                  <a:gd name="connsiteY1" fmla="*/ 0 h 2717756"/>
                  <a:gd name="connsiteX2" fmla="*/ 3960782 w 3970251"/>
                  <a:gd name="connsiteY2" fmla="*/ 1121701 h 2717756"/>
                  <a:gd name="connsiteX3" fmla="*/ 2463915 w 3970251"/>
                  <a:gd name="connsiteY3" fmla="*/ 2325230 h 2717756"/>
                  <a:gd name="connsiteX4" fmla="*/ 8699 w 3970251"/>
                  <a:gd name="connsiteY4" fmla="*/ 2578556 h 2717756"/>
                  <a:gd name="connsiteX0" fmla="*/ 11617 w 3584652"/>
                  <a:gd name="connsiteY0" fmla="*/ 1430838 h 2340009"/>
                  <a:gd name="connsiteX1" fmla="*/ 1347250 w 3584652"/>
                  <a:gd name="connsiteY1" fmla="*/ 2380 h 2340009"/>
                  <a:gd name="connsiteX2" fmla="*/ 3575183 w 3584652"/>
                  <a:gd name="connsiteY2" fmla="*/ 1124081 h 2340009"/>
                  <a:gd name="connsiteX3" fmla="*/ 2078316 w 3584652"/>
                  <a:gd name="connsiteY3" fmla="*/ 2327610 h 2340009"/>
                  <a:gd name="connsiteX4" fmla="*/ 11617 w 3584652"/>
                  <a:gd name="connsiteY4" fmla="*/ 1430838 h 2340009"/>
                  <a:gd name="connsiteX0" fmla="*/ 36322 w 3609357"/>
                  <a:gd name="connsiteY0" fmla="*/ 1430838 h 2532978"/>
                  <a:gd name="connsiteX1" fmla="*/ 1371955 w 3609357"/>
                  <a:gd name="connsiteY1" fmla="*/ 2380 h 2532978"/>
                  <a:gd name="connsiteX2" fmla="*/ 3599888 w 3609357"/>
                  <a:gd name="connsiteY2" fmla="*/ 1124081 h 2532978"/>
                  <a:gd name="connsiteX3" fmla="*/ 2103021 w 3609357"/>
                  <a:gd name="connsiteY3" fmla="*/ 2327610 h 2532978"/>
                  <a:gd name="connsiteX4" fmla="*/ 36322 w 3609357"/>
                  <a:gd name="connsiteY4" fmla="*/ 1430838 h 2532978"/>
                  <a:gd name="connsiteX0" fmla="*/ 3580 w 3569301"/>
                  <a:gd name="connsiteY0" fmla="*/ 1431089 h 2816320"/>
                  <a:gd name="connsiteX1" fmla="*/ 1339213 w 3569301"/>
                  <a:gd name="connsiteY1" fmla="*/ 2631 h 2816320"/>
                  <a:gd name="connsiteX2" fmla="*/ 3567146 w 3569301"/>
                  <a:gd name="connsiteY2" fmla="*/ 1124332 h 2816320"/>
                  <a:gd name="connsiteX3" fmla="*/ 1722688 w 3569301"/>
                  <a:gd name="connsiteY3" fmla="*/ 2808414 h 2816320"/>
                  <a:gd name="connsiteX4" fmla="*/ 3580 w 3569301"/>
                  <a:gd name="connsiteY4" fmla="*/ 1431089 h 2816320"/>
                  <a:gd name="connsiteX0" fmla="*/ 3579 w 3569300"/>
                  <a:gd name="connsiteY0" fmla="*/ 1431089 h 2808414"/>
                  <a:gd name="connsiteX1" fmla="*/ 1339212 w 3569300"/>
                  <a:gd name="connsiteY1" fmla="*/ 2631 h 2808414"/>
                  <a:gd name="connsiteX2" fmla="*/ 3567145 w 3569300"/>
                  <a:gd name="connsiteY2" fmla="*/ 1124332 h 2808414"/>
                  <a:gd name="connsiteX3" fmla="*/ 1722687 w 3569300"/>
                  <a:gd name="connsiteY3" fmla="*/ 2808414 h 2808414"/>
                  <a:gd name="connsiteX4" fmla="*/ 3579 w 3569300"/>
                  <a:gd name="connsiteY4" fmla="*/ 1431089 h 2808414"/>
                  <a:gd name="connsiteX0" fmla="*/ 3579 w 3570402"/>
                  <a:gd name="connsiteY0" fmla="*/ 1431089 h 2845664"/>
                  <a:gd name="connsiteX1" fmla="*/ 1339212 w 3570402"/>
                  <a:gd name="connsiteY1" fmla="*/ 2631 h 2845664"/>
                  <a:gd name="connsiteX2" fmla="*/ 3567145 w 3570402"/>
                  <a:gd name="connsiteY2" fmla="*/ 1124332 h 2845664"/>
                  <a:gd name="connsiteX3" fmla="*/ 1722687 w 3570402"/>
                  <a:gd name="connsiteY3" fmla="*/ 2808414 h 2845664"/>
                  <a:gd name="connsiteX4" fmla="*/ 3579 w 3570402"/>
                  <a:gd name="connsiteY4" fmla="*/ 1431089 h 2845664"/>
                  <a:gd name="connsiteX0" fmla="*/ 3579 w 3571531"/>
                  <a:gd name="connsiteY0" fmla="*/ 1431089 h 2809355"/>
                  <a:gd name="connsiteX1" fmla="*/ 1339212 w 3571531"/>
                  <a:gd name="connsiteY1" fmla="*/ 2631 h 2809355"/>
                  <a:gd name="connsiteX2" fmla="*/ 3567145 w 3571531"/>
                  <a:gd name="connsiteY2" fmla="*/ 1124332 h 2809355"/>
                  <a:gd name="connsiteX3" fmla="*/ 1722687 w 3571531"/>
                  <a:gd name="connsiteY3" fmla="*/ 2808414 h 2809355"/>
                  <a:gd name="connsiteX4" fmla="*/ 3579 w 3571531"/>
                  <a:gd name="connsiteY4" fmla="*/ 1431089 h 2809355"/>
                  <a:gd name="connsiteX0" fmla="*/ 3579 w 3570449"/>
                  <a:gd name="connsiteY0" fmla="*/ 1431089 h 2811091"/>
                  <a:gd name="connsiteX1" fmla="*/ 1339212 w 3570449"/>
                  <a:gd name="connsiteY1" fmla="*/ 2631 h 2811091"/>
                  <a:gd name="connsiteX2" fmla="*/ 3567145 w 3570449"/>
                  <a:gd name="connsiteY2" fmla="*/ 1124332 h 2811091"/>
                  <a:gd name="connsiteX3" fmla="*/ 1722687 w 3570449"/>
                  <a:gd name="connsiteY3" fmla="*/ 2808414 h 2811091"/>
                  <a:gd name="connsiteX4" fmla="*/ 3579 w 3570449"/>
                  <a:gd name="connsiteY4" fmla="*/ 1431089 h 2811091"/>
                  <a:gd name="connsiteX0" fmla="*/ 9477 w 3576347"/>
                  <a:gd name="connsiteY0" fmla="*/ 1454488 h 2834490"/>
                  <a:gd name="connsiteX1" fmla="*/ 1345110 w 3576347"/>
                  <a:gd name="connsiteY1" fmla="*/ 26030 h 2834490"/>
                  <a:gd name="connsiteX2" fmla="*/ 3573043 w 3576347"/>
                  <a:gd name="connsiteY2" fmla="*/ 1147731 h 2834490"/>
                  <a:gd name="connsiteX3" fmla="*/ 1728585 w 3576347"/>
                  <a:gd name="connsiteY3" fmla="*/ 2831813 h 2834490"/>
                  <a:gd name="connsiteX4" fmla="*/ 9477 w 3576347"/>
                  <a:gd name="connsiteY4" fmla="*/ 1454488 h 2834490"/>
                  <a:gd name="connsiteX0" fmla="*/ 11200 w 3578070"/>
                  <a:gd name="connsiteY0" fmla="*/ 1454488 h 2834490"/>
                  <a:gd name="connsiteX1" fmla="*/ 1346833 w 3578070"/>
                  <a:gd name="connsiteY1" fmla="*/ 26030 h 2834490"/>
                  <a:gd name="connsiteX2" fmla="*/ 3574766 w 3578070"/>
                  <a:gd name="connsiteY2" fmla="*/ 1147731 h 2834490"/>
                  <a:gd name="connsiteX3" fmla="*/ 1730308 w 3578070"/>
                  <a:gd name="connsiteY3" fmla="*/ 2831813 h 2834490"/>
                  <a:gd name="connsiteX4" fmla="*/ 11200 w 3578070"/>
                  <a:gd name="connsiteY4" fmla="*/ 1454488 h 2834490"/>
                  <a:gd name="connsiteX0" fmla="*/ 5238 w 3394494"/>
                  <a:gd name="connsiteY0" fmla="*/ 1561249 h 2815719"/>
                  <a:gd name="connsiteX1" fmla="*/ 1164359 w 3394494"/>
                  <a:gd name="connsiteY1" fmla="*/ 5027 h 2815719"/>
                  <a:gd name="connsiteX2" fmla="*/ 3392292 w 3394494"/>
                  <a:gd name="connsiteY2" fmla="*/ 1126728 h 2815719"/>
                  <a:gd name="connsiteX3" fmla="*/ 1547834 w 3394494"/>
                  <a:gd name="connsiteY3" fmla="*/ 2810810 h 2815719"/>
                  <a:gd name="connsiteX4" fmla="*/ 5238 w 3394494"/>
                  <a:gd name="connsiteY4" fmla="*/ 1561249 h 2815719"/>
                  <a:gd name="connsiteX0" fmla="*/ 1714 w 3390970"/>
                  <a:gd name="connsiteY0" fmla="*/ 1561249 h 2816846"/>
                  <a:gd name="connsiteX1" fmla="*/ 1160835 w 3390970"/>
                  <a:gd name="connsiteY1" fmla="*/ 5027 h 2816846"/>
                  <a:gd name="connsiteX2" fmla="*/ 3388768 w 3390970"/>
                  <a:gd name="connsiteY2" fmla="*/ 1126728 h 2816846"/>
                  <a:gd name="connsiteX3" fmla="*/ 1544310 w 3390970"/>
                  <a:gd name="connsiteY3" fmla="*/ 2810810 h 2816846"/>
                  <a:gd name="connsiteX4" fmla="*/ 1714 w 3390970"/>
                  <a:gd name="connsiteY4" fmla="*/ 1561249 h 2816846"/>
                  <a:gd name="connsiteX0" fmla="*/ 1714 w 3392183"/>
                  <a:gd name="connsiteY0" fmla="*/ 1561249 h 2822298"/>
                  <a:gd name="connsiteX1" fmla="*/ 1160835 w 3392183"/>
                  <a:gd name="connsiteY1" fmla="*/ 5027 h 2822298"/>
                  <a:gd name="connsiteX2" fmla="*/ 3388768 w 3392183"/>
                  <a:gd name="connsiteY2" fmla="*/ 1126728 h 2822298"/>
                  <a:gd name="connsiteX3" fmla="*/ 1544310 w 3392183"/>
                  <a:gd name="connsiteY3" fmla="*/ 2810810 h 2822298"/>
                  <a:gd name="connsiteX4" fmla="*/ 1714 w 3392183"/>
                  <a:gd name="connsiteY4" fmla="*/ 1561249 h 2822298"/>
                  <a:gd name="connsiteX0" fmla="*/ 1599 w 3099681"/>
                  <a:gd name="connsiteY0" fmla="*/ 1556274 h 2805936"/>
                  <a:gd name="connsiteX1" fmla="*/ 1160720 w 3099681"/>
                  <a:gd name="connsiteY1" fmla="*/ 52 h 2805936"/>
                  <a:gd name="connsiteX2" fmla="*/ 3097014 w 3099681"/>
                  <a:gd name="connsiteY2" fmla="*/ 1505235 h 2805936"/>
                  <a:gd name="connsiteX3" fmla="*/ 1544195 w 3099681"/>
                  <a:gd name="connsiteY3" fmla="*/ 2805835 h 2805936"/>
                  <a:gd name="connsiteX4" fmla="*/ 1599 w 3099681"/>
                  <a:gd name="connsiteY4" fmla="*/ 1556274 h 2805936"/>
                  <a:gd name="connsiteX0" fmla="*/ 1599 w 3098266"/>
                  <a:gd name="connsiteY0" fmla="*/ 1556274 h 2805936"/>
                  <a:gd name="connsiteX1" fmla="*/ 1160720 w 3098266"/>
                  <a:gd name="connsiteY1" fmla="*/ 52 h 2805936"/>
                  <a:gd name="connsiteX2" fmla="*/ 3097014 w 3098266"/>
                  <a:gd name="connsiteY2" fmla="*/ 1505235 h 2805936"/>
                  <a:gd name="connsiteX3" fmla="*/ 1544195 w 3098266"/>
                  <a:gd name="connsiteY3" fmla="*/ 2805835 h 2805936"/>
                  <a:gd name="connsiteX4" fmla="*/ 1599 w 3098266"/>
                  <a:gd name="connsiteY4" fmla="*/ 1556274 h 2805936"/>
                  <a:gd name="connsiteX0" fmla="*/ 6698 w 3107113"/>
                  <a:gd name="connsiteY0" fmla="*/ 1556268 h 1995204"/>
                  <a:gd name="connsiteX1" fmla="*/ 1165819 w 3107113"/>
                  <a:gd name="connsiteY1" fmla="*/ 46 h 1995204"/>
                  <a:gd name="connsiteX2" fmla="*/ 3102113 w 3107113"/>
                  <a:gd name="connsiteY2" fmla="*/ 1505229 h 1995204"/>
                  <a:gd name="connsiteX3" fmla="*/ 1670895 w 3107113"/>
                  <a:gd name="connsiteY3" fmla="*/ 1994767 h 1995204"/>
                  <a:gd name="connsiteX4" fmla="*/ 6698 w 3107113"/>
                  <a:gd name="connsiteY4" fmla="*/ 1556268 h 1995204"/>
                  <a:gd name="connsiteX0" fmla="*/ 6698 w 3107610"/>
                  <a:gd name="connsiteY0" fmla="*/ 1556268 h 2094159"/>
                  <a:gd name="connsiteX1" fmla="*/ 1165819 w 3107610"/>
                  <a:gd name="connsiteY1" fmla="*/ 46 h 2094159"/>
                  <a:gd name="connsiteX2" fmla="*/ 3102113 w 3107610"/>
                  <a:gd name="connsiteY2" fmla="*/ 1505229 h 2094159"/>
                  <a:gd name="connsiteX3" fmla="*/ 1670895 w 3107610"/>
                  <a:gd name="connsiteY3" fmla="*/ 1994767 h 2094159"/>
                  <a:gd name="connsiteX4" fmla="*/ 6698 w 3107610"/>
                  <a:gd name="connsiteY4" fmla="*/ 1556268 h 2094159"/>
                  <a:gd name="connsiteX0" fmla="*/ 6698 w 3108326"/>
                  <a:gd name="connsiteY0" fmla="*/ 1556268 h 2032117"/>
                  <a:gd name="connsiteX1" fmla="*/ 1165819 w 3108326"/>
                  <a:gd name="connsiteY1" fmla="*/ 46 h 2032117"/>
                  <a:gd name="connsiteX2" fmla="*/ 3102113 w 3108326"/>
                  <a:gd name="connsiteY2" fmla="*/ 1505229 h 2032117"/>
                  <a:gd name="connsiteX3" fmla="*/ 1670895 w 3108326"/>
                  <a:gd name="connsiteY3" fmla="*/ 1994767 h 2032117"/>
                  <a:gd name="connsiteX4" fmla="*/ 6698 w 3108326"/>
                  <a:gd name="connsiteY4" fmla="*/ 1556268 h 2032117"/>
                  <a:gd name="connsiteX0" fmla="*/ 2700 w 3101149"/>
                  <a:gd name="connsiteY0" fmla="*/ 1588985 h 2065259"/>
                  <a:gd name="connsiteX1" fmla="*/ 1324169 w 3101149"/>
                  <a:gd name="connsiteY1" fmla="*/ 44 h 2065259"/>
                  <a:gd name="connsiteX2" fmla="*/ 3098115 w 3101149"/>
                  <a:gd name="connsiteY2" fmla="*/ 1537946 h 2065259"/>
                  <a:gd name="connsiteX3" fmla="*/ 1666897 w 3101149"/>
                  <a:gd name="connsiteY3" fmla="*/ 2027484 h 2065259"/>
                  <a:gd name="connsiteX4" fmla="*/ 2700 w 3101149"/>
                  <a:gd name="connsiteY4" fmla="*/ 1588985 h 2065259"/>
                  <a:gd name="connsiteX0" fmla="*/ 2700 w 3100106"/>
                  <a:gd name="connsiteY0" fmla="*/ 1588985 h 2163738"/>
                  <a:gd name="connsiteX1" fmla="*/ 1324169 w 3100106"/>
                  <a:gd name="connsiteY1" fmla="*/ 44 h 2163738"/>
                  <a:gd name="connsiteX2" fmla="*/ 3098115 w 3100106"/>
                  <a:gd name="connsiteY2" fmla="*/ 1537946 h 2163738"/>
                  <a:gd name="connsiteX3" fmla="*/ 1666897 w 3100106"/>
                  <a:gd name="connsiteY3" fmla="*/ 2027484 h 2163738"/>
                  <a:gd name="connsiteX4" fmla="*/ 2700 w 3100106"/>
                  <a:gd name="connsiteY4" fmla="*/ 1588985 h 2163738"/>
                  <a:gd name="connsiteX0" fmla="*/ 2700 w 3100834"/>
                  <a:gd name="connsiteY0" fmla="*/ 1588985 h 2056082"/>
                  <a:gd name="connsiteX1" fmla="*/ 1324169 w 3100834"/>
                  <a:gd name="connsiteY1" fmla="*/ 44 h 2056082"/>
                  <a:gd name="connsiteX2" fmla="*/ 3098115 w 3100834"/>
                  <a:gd name="connsiteY2" fmla="*/ 1537946 h 2056082"/>
                  <a:gd name="connsiteX3" fmla="*/ 1666897 w 3100834"/>
                  <a:gd name="connsiteY3" fmla="*/ 2027484 h 2056082"/>
                  <a:gd name="connsiteX4" fmla="*/ 2700 w 3100834"/>
                  <a:gd name="connsiteY4" fmla="*/ 1588985 h 2056082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01100" h="2041075">
                    <a:moveTo>
                      <a:pt x="2700" y="1588985"/>
                    </a:moveTo>
                    <a:cubicBezTo>
                      <a:pt x="-54421" y="1251078"/>
                      <a:pt x="808267" y="8550"/>
                      <a:pt x="1324169" y="44"/>
                    </a:cubicBezTo>
                    <a:cubicBezTo>
                      <a:pt x="1840071" y="-8462"/>
                      <a:pt x="3040994" y="1200039"/>
                      <a:pt x="3098115" y="1537946"/>
                    </a:cubicBezTo>
                    <a:cubicBezTo>
                      <a:pt x="3155236" y="1875853"/>
                      <a:pt x="2382291" y="1963492"/>
                      <a:pt x="1666897" y="2027484"/>
                    </a:cubicBezTo>
                    <a:cubicBezTo>
                      <a:pt x="951503" y="2091476"/>
                      <a:pt x="59821" y="1926892"/>
                      <a:pt x="2700" y="1588985"/>
                    </a:cubicBezTo>
                    <a:close/>
                  </a:path>
                </a:pathLst>
              </a:custGeom>
              <a:solidFill>
                <a:srgbClr val="F07F3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13" name="Freihandform 12">
                <a:extLst>
                  <a:ext uri="{FF2B5EF4-FFF2-40B4-BE49-F238E27FC236}">
                    <a16:creationId xmlns:a16="http://schemas.microsoft.com/office/drawing/2014/main" id="{DFD1980A-3636-3326-E22D-8E9333AEC2A2}"/>
                  </a:ext>
                </a:extLst>
              </p:cNvPr>
              <p:cNvSpPr/>
              <p:nvPr/>
            </p:nvSpPr>
            <p:spPr>
              <a:xfrm rot="20823310" flipV="1">
                <a:off x="6947206" y="5460057"/>
                <a:ext cx="6636396" cy="3176678"/>
              </a:xfrm>
              <a:custGeom>
                <a:avLst/>
                <a:gdLst>
                  <a:gd name="connsiteX0" fmla="*/ 346842 w 3373821"/>
                  <a:gd name="connsiteY0" fmla="*/ 283779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346842 w 3373821"/>
                  <a:gd name="connsiteY5" fmla="*/ 283779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882870 h 3310759"/>
                  <a:gd name="connsiteX1" fmla="*/ 3090042 w 3373821"/>
                  <a:gd name="connsiteY1" fmla="*/ 0 h 3310759"/>
                  <a:gd name="connsiteX2" fmla="*/ 3373821 w 3373821"/>
                  <a:gd name="connsiteY2" fmla="*/ 1849821 h 3310759"/>
                  <a:gd name="connsiteX3" fmla="*/ 1902373 w 3373821"/>
                  <a:gd name="connsiteY3" fmla="*/ 3310759 h 3310759"/>
                  <a:gd name="connsiteX4" fmla="*/ 0 w 3373821"/>
                  <a:gd name="connsiteY4" fmla="*/ 2511973 h 3310759"/>
                  <a:gd name="connsiteX5" fmla="*/ 777766 w 3373821"/>
                  <a:gd name="connsiteY5" fmla="*/ 882870 h 3310759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35451 h 3463340"/>
                  <a:gd name="connsiteX1" fmla="*/ 3090042 w 3373821"/>
                  <a:gd name="connsiteY1" fmla="*/ 152581 h 3463340"/>
                  <a:gd name="connsiteX2" fmla="*/ 3373821 w 3373821"/>
                  <a:gd name="connsiteY2" fmla="*/ 2002402 h 3463340"/>
                  <a:gd name="connsiteX3" fmla="*/ 1902373 w 3373821"/>
                  <a:gd name="connsiteY3" fmla="*/ 3463340 h 3463340"/>
                  <a:gd name="connsiteX4" fmla="*/ 0 w 3373821"/>
                  <a:gd name="connsiteY4" fmla="*/ 2664554 h 3463340"/>
                  <a:gd name="connsiteX5" fmla="*/ 777766 w 3373821"/>
                  <a:gd name="connsiteY5" fmla="*/ 1035451 h 3463340"/>
                  <a:gd name="connsiteX0" fmla="*/ 777766 w 3468415"/>
                  <a:gd name="connsiteY0" fmla="*/ 1035451 h 3463340"/>
                  <a:gd name="connsiteX1" fmla="*/ 3090042 w 3468415"/>
                  <a:gd name="connsiteY1" fmla="*/ 152581 h 3463340"/>
                  <a:gd name="connsiteX2" fmla="*/ 3468415 w 3468415"/>
                  <a:gd name="connsiteY2" fmla="*/ 2202098 h 3463340"/>
                  <a:gd name="connsiteX3" fmla="*/ 1902373 w 3468415"/>
                  <a:gd name="connsiteY3" fmla="*/ 3463340 h 3463340"/>
                  <a:gd name="connsiteX4" fmla="*/ 0 w 3468415"/>
                  <a:gd name="connsiteY4" fmla="*/ 2664554 h 3463340"/>
                  <a:gd name="connsiteX5" fmla="*/ 777766 w 3468415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3748"/>
                  <a:gd name="connsiteX1" fmla="*/ 3090042 w 3520921"/>
                  <a:gd name="connsiteY1" fmla="*/ 152581 h 3463748"/>
                  <a:gd name="connsiteX2" fmla="*/ 3468415 w 3520921"/>
                  <a:gd name="connsiteY2" fmla="*/ 2202098 h 3463748"/>
                  <a:gd name="connsiteX3" fmla="*/ 1902373 w 3520921"/>
                  <a:gd name="connsiteY3" fmla="*/ 3463340 h 3463748"/>
                  <a:gd name="connsiteX4" fmla="*/ 0 w 3520921"/>
                  <a:gd name="connsiteY4" fmla="*/ 2664554 h 3463748"/>
                  <a:gd name="connsiteX5" fmla="*/ 777766 w 3520921"/>
                  <a:gd name="connsiteY5" fmla="*/ 1035451 h 3463748"/>
                  <a:gd name="connsiteX0" fmla="*/ 815379 w 3558534"/>
                  <a:gd name="connsiteY0" fmla="*/ 1035451 h 3463748"/>
                  <a:gd name="connsiteX1" fmla="*/ 3127655 w 3558534"/>
                  <a:gd name="connsiteY1" fmla="*/ 152581 h 3463748"/>
                  <a:gd name="connsiteX2" fmla="*/ 3506028 w 3558534"/>
                  <a:gd name="connsiteY2" fmla="*/ 2202098 h 3463748"/>
                  <a:gd name="connsiteX3" fmla="*/ 1939986 w 3558534"/>
                  <a:gd name="connsiteY3" fmla="*/ 3463340 h 3463748"/>
                  <a:gd name="connsiteX4" fmla="*/ 37613 w 3558534"/>
                  <a:gd name="connsiteY4" fmla="*/ 2664554 h 3463748"/>
                  <a:gd name="connsiteX5" fmla="*/ 815379 w 3558534"/>
                  <a:gd name="connsiteY5" fmla="*/ 1035451 h 3463748"/>
                  <a:gd name="connsiteX0" fmla="*/ 815379 w 3558534"/>
                  <a:gd name="connsiteY0" fmla="*/ 1035451 h 3464371"/>
                  <a:gd name="connsiteX1" fmla="*/ 3127655 w 3558534"/>
                  <a:gd name="connsiteY1" fmla="*/ 152581 h 3464371"/>
                  <a:gd name="connsiteX2" fmla="*/ 3506028 w 3558534"/>
                  <a:gd name="connsiteY2" fmla="*/ 2202098 h 3464371"/>
                  <a:gd name="connsiteX3" fmla="*/ 1939986 w 3558534"/>
                  <a:gd name="connsiteY3" fmla="*/ 3463340 h 3464371"/>
                  <a:gd name="connsiteX4" fmla="*/ 37613 w 3558534"/>
                  <a:gd name="connsiteY4" fmla="*/ 2664554 h 3464371"/>
                  <a:gd name="connsiteX5" fmla="*/ 815379 w 3558534"/>
                  <a:gd name="connsiteY5" fmla="*/ 1035451 h 3464371"/>
                  <a:gd name="connsiteX0" fmla="*/ 815379 w 3150376"/>
                  <a:gd name="connsiteY0" fmla="*/ 1035451 h 3464371"/>
                  <a:gd name="connsiteX1" fmla="*/ 3127655 w 3150376"/>
                  <a:gd name="connsiteY1" fmla="*/ 152581 h 3464371"/>
                  <a:gd name="connsiteX2" fmla="*/ 1961008 w 3150376"/>
                  <a:gd name="connsiteY2" fmla="*/ 1655560 h 3464371"/>
                  <a:gd name="connsiteX3" fmla="*/ 1939986 w 3150376"/>
                  <a:gd name="connsiteY3" fmla="*/ 3463340 h 3464371"/>
                  <a:gd name="connsiteX4" fmla="*/ 37613 w 3150376"/>
                  <a:gd name="connsiteY4" fmla="*/ 2664554 h 3464371"/>
                  <a:gd name="connsiteX5" fmla="*/ 815379 w 3150376"/>
                  <a:gd name="connsiteY5" fmla="*/ 1035451 h 3464371"/>
                  <a:gd name="connsiteX0" fmla="*/ 815379 w 3162532"/>
                  <a:gd name="connsiteY0" fmla="*/ 1035451 h 3464371"/>
                  <a:gd name="connsiteX1" fmla="*/ 3127655 w 3162532"/>
                  <a:gd name="connsiteY1" fmla="*/ 152581 h 3464371"/>
                  <a:gd name="connsiteX2" fmla="*/ 2423463 w 3162532"/>
                  <a:gd name="connsiteY2" fmla="*/ 1645049 h 3464371"/>
                  <a:gd name="connsiteX3" fmla="*/ 1939986 w 3162532"/>
                  <a:gd name="connsiteY3" fmla="*/ 3463340 h 3464371"/>
                  <a:gd name="connsiteX4" fmla="*/ 37613 w 3162532"/>
                  <a:gd name="connsiteY4" fmla="*/ 2664554 h 3464371"/>
                  <a:gd name="connsiteX5" fmla="*/ 815379 w 3162532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606310"/>
                  <a:gd name="connsiteX1" fmla="*/ 3127655 w 3171514"/>
                  <a:gd name="connsiteY1" fmla="*/ 152581 h 3606310"/>
                  <a:gd name="connsiteX2" fmla="*/ 2423463 w 3171514"/>
                  <a:gd name="connsiteY2" fmla="*/ 1645049 h 3606310"/>
                  <a:gd name="connsiteX3" fmla="*/ 2307848 w 3171514"/>
                  <a:gd name="connsiteY3" fmla="*/ 3473850 h 3606310"/>
                  <a:gd name="connsiteX4" fmla="*/ 37613 w 3171514"/>
                  <a:gd name="connsiteY4" fmla="*/ 2664554 h 3606310"/>
                  <a:gd name="connsiteX5" fmla="*/ 815379 w 3171514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64502"/>
                  <a:gd name="connsiteY0" fmla="*/ 1035451 h 3606310"/>
                  <a:gd name="connsiteX1" fmla="*/ 3127655 w 3164502"/>
                  <a:gd name="connsiteY1" fmla="*/ 152581 h 3606310"/>
                  <a:gd name="connsiteX2" fmla="*/ 2560098 w 3164502"/>
                  <a:gd name="connsiteY2" fmla="*/ 1666070 h 3606310"/>
                  <a:gd name="connsiteX3" fmla="*/ 2307848 w 3164502"/>
                  <a:gd name="connsiteY3" fmla="*/ 3473850 h 3606310"/>
                  <a:gd name="connsiteX4" fmla="*/ 37613 w 3164502"/>
                  <a:gd name="connsiteY4" fmla="*/ 2664554 h 3606310"/>
                  <a:gd name="connsiteX5" fmla="*/ 815379 w 3164502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29312 w 3176710"/>
                  <a:gd name="connsiteY0" fmla="*/ 1035451 h 3606310"/>
                  <a:gd name="connsiteX1" fmla="*/ 3141588 w 3176710"/>
                  <a:gd name="connsiteY1" fmla="*/ 152581 h 3606310"/>
                  <a:gd name="connsiteX2" fmla="*/ 2574031 w 3176710"/>
                  <a:gd name="connsiteY2" fmla="*/ 1666070 h 3606310"/>
                  <a:gd name="connsiteX3" fmla="*/ 2321781 w 3176710"/>
                  <a:gd name="connsiteY3" fmla="*/ 3473850 h 3606310"/>
                  <a:gd name="connsiteX4" fmla="*/ 51546 w 3176710"/>
                  <a:gd name="connsiteY4" fmla="*/ 2664554 h 3606310"/>
                  <a:gd name="connsiteX5" fmla="*/ 829312 w 3176710"/>
                  <a:gd name="connsiteY5" fmla="*/ 1035451 h 3606310"/>
                  <a:gd name="connsiteX0" fmla="*/ 829312 w 3177410"/>
                  <a:gd name="connsiteY0" fmla="*/ 1035451 h 3606310"/>
                  <a:gd name="connsiteX1" fmla="*/ 3141588 w 3177410"/>
                  <a:gd name="connsiteY1" fmla="*/ 152581 h 3606310"/>
                  <a:gd name="connsiteX2" fmla="*/ 2574031 w 3177410"/>
                  <a:gd name="connsiteY2" fmla="*/ 1666070 h 3606310"/>
                  <a:gd name="connsiteX3" fmla="*/ 2321781 w 3177410"/>
                  <a:gd name="connsiteY3" fmla="*/ 3473850 h 3606310"/>
                  <a:gd name="connsiteX4" fmla="*/ 51546 w 3177410"/>
                  <a:gd name="connsiteY4" fmla="*/ 2664554 h 3606310"/>
                  <a:gd name="connsiteX5" fmla="*/ 829312 w 3177410"/>
                  <a:gd name="connsiteY5" fmla="*/ 1035451 h 3606310"/>
                  <a:gd name="connsiteX0" fmla="*/ 829312 w 3177410"/>
                  <a:gd name="connsiteY0" fmla="*/ 1013703 h 3584562"/>
                  <a:gd name="connsiteX1" fmla="*/ 3141588 w 3177410"/>
                  <a:gd name="connsiteY1" fmla="*/ 130833 h 3584562"/>
                  <a:gd name="connsiteX2" fmla="*/ 2574031 w 3177410"/>
                  <a:gd name="connsiteY2" fmla="*/ 1644322 h 3584562"/>
                  <a:gd name="connsiteX3" fmla="*/ 2321781 w 3177410"/>
                  <a:gd name="connsiteY3" fmla="*/ 3452102 h 3584562"/>
                  <a:gd name="connsiteX4" fmla="*/ 51546 w 3177410"/>
                  <a:gd name="connsiteY4" fmla="*/ 2642806 h 3584562"/>
                  <a:gd name="connsiteX5" fmla="*/ 829312 w 3177410"/>
                  <a:gd name="connsiteY5" fmla="*/ 1013703 h 3584562"/>
                  <a:gd name="connsiteX0" fmla="*/ 829578 w 3177676"/>
                  <a:gd name="connsiteY0" fmla="*/ 1013703 h 3584562"/>
                  <a:gd name="connsiteX1" fmla="*/ 3141854 w 3177676"/>
                  <a:gd name="connsiteY1" fmla="*/ 130833 h 3584562"/>
                  <a:gd name="connsiteX2" fmla="*/ 2574297 w 3177676"/>
                  <a:gd name="connsiteY2" fmla="*/ 1644322 h 3584562"/>
                  <a:gd name="connsiteX3" fmla="*/ 2322047 w 3177676"/>
                  <a:gd name="connsiteY3" fmla="*/ 3452102 h 3584562"/>
                  <a:gd name="connsiteX4" fmla="*/ 51812 w 3177676"/>
                  <a:gd name="connsiteY4" fmla="*/ 2642806 h 3584562"/>
                  <a:gd name="connsiteX5" fmla="*/ 829578 w 3177676"/>
                  <a:gd name="connsiteY5" fmla="*/ 1013703 h 3584562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11178 w 2672400"/>
                  <a:gd name="connsiteY0" fmla="*/ 7864 h 2583061"/>
                  <a:gd name="connsiteX1" fmla="*/ 1318755 w 2672400"/>
                  <a:gd name="connsiteY1" fmla="*/ 1092175 h 2583061"/>
                  <a:gd name="connsiteX2" fmla="*/ 2555897 w 2672400"/>
                  <a:gd name="connsiteY2" fmla="*/ 638483 h 2583061"/>
                  <a:gd name="connsiteX3" fmla="*/ 2303647 w 2672400"/>
                  <a:gd name="connsiteY3" fmla="*/ 2446263 h 2583061"/>
                  <a:gd name="connsiteX4" fmla="*/ 33412 w 2672400"/>
                  <a:gd name="connsiteY4" fmla="*/ 1636967 h 2583061"/>
                  <a:gd name="connsiteX5" fmla="*/ 811178 w 2672400"/>
                  <a:gd name="connsiteY5" fmla="*/ 7864 h 2583061"/>
                  <a:gd name="connsiteX0" fmla="*/ 811178 w 3223026"/>
                  <a:gd name="connsiteY0" fmla="*/ 5596 h 2477281"/>
                  <a:gd name="connsiteX1" fmla="*/ 1318755 w 3223026"/>
                  <a:gd name="connsiteY1" fmla="*/ 1089907 h 2477281"/>
                  <a:gd name="connsiteX2" fmla="*/ 3192488 w 3223026"/>
                  <a:gd name="connsiteY2" fmla="*/ 802600 h 2477281"/>
                  <a:gd name="connsiteX3" fmla="*/ 2303647 w 3223026"/>
                  <a:gd name="connsiteY3" fmla="*/ 2443995 h 2477281"/>
                  <a:gd name="connsiteX4" fmla="*/ 33412 w 3223026"/>
                  <a:gd name="connsiteY4" fmla="*/ 1634699 h 2477281"/>
                  <a:gd name="connsiteX5" fmla="*/ 811178 w 3223026"/>
                  <a:gd name="connsiteY5" fmla="*/ 5596 h 2477281"/>
                  <a:gd name="connsiteX0" fmla="*/ 846588 w 3330250"/>
                  <a:gd name="connsiteY0" fmla="*/ 5596 h 2432711"/>
                  <a:gd name="connsiteX1" fmla="*/ 1354165 w 3330250"/>
                  <a:gd name="connsiteY1" fmla="*/ 1089907 h 2432711"/>
                  <a:gd name="connsiteX2" fmla="*/ 3227898 w 3330250"/>
                  <a:gd name="connsiteY2" fmla="*/ 802600 h 2432711"/>
                  <a:gd name="connsiteX3" fmla="*/ 2761796 w 3330250"/>
                  <a:gd name="connsiteY3" fmla="*/ 2409553 h 2432711"/>
                  <a:gd name="connsiteX4" fmla="*/ 68822 w 3330250"/>
                  <a:gd name="connsiteY4" fmla="*/ 1634699 h 2432711"/>
                  <a:gd name="connsiteX5" fmla="*/ 846588 w 3330250"/>
                  <a:gd name="connsiteY5" fmla="*/ 5596 h 2432711"/>
                  <a:gd name="connsiteX0" fmla="*/ 846588 w 3514825"/>
                  <a:gd name="connsiteY0" fmla="*/ 5596 h 2432711"/>
                  <a:gd name="connsiteX1" fmla="*/ 1354165 w 3514825"/>
                  <a:gd name="connsiteY1" fmla="*/ 1089907 h 2432711"/>
                  <a:gd name="connsiteX2" fmla="*/ 3227898 w 3514825"/>
                  <a:gd name="connsiteY2" fmla="*/ 802600 h 2432711"/>
                  <a:gd name="connsiteX3" fmla="*/ 2761796 w 3514825"/>
                  <a:gd name="connsiteY3" fmla="*/ 2409553 h 2432711"/>
                  <a:gd name="connsiteX4" fmla="*/ 68822 w 3514825"/>
                  <a:gd name="connsiteY4" fmla="*/ 1634699 h 2432711"/>
                  <a:gd name="connsiteX5" fmla="*/ 846588 w 3514825"/>
                  <a:gd name="connsiteY5" fmla="*/ 5596 h 2432711"/>
                  <a:gd name="connsiteX0" fmla="*/ 875402 w 3543639"/>
                  <a:gd name="connsiteY0" fmla="*/ 2708 h 2429823"/>
                  <a:gd name="connsiteX1" fmla="*/ 1382979 w 3543639"/>
                  <a:gd name="connsiteY1" fmla="*/ 1087019 h 2429823"/>
                  <a:gd name="connsiteX2" fmla="*/ 3256712 w 3543639"/>
                  <a:gd name="connsiteY2" fmla="*/ 799712 h 2429823"/>
                  <a:gd name="connsiteX3" fmla="*/ 2790610 w 3543639"/>
                  <a:gd name="connsiteY3" fmla="*/ 2406665 h 2429823"/>
                  <a:gd name="connsiteX4" fmla="*/ 97636 w 3543639"/>
                  <a:gd name="connsiteY4" fmla="*/ 1631811 h 2429823"/>
                  <a:gd name="connsiteX5" fmla="*/ 875402 w 3543639"/>
                  <a:gd name="connsiteY5" fmla="*/ 2708 h 2429823"/>
                  <a:gd name="connsiteX0" fmla="*/ 1035116 w 3703353"/>
                  <a:gd name="connsiteY0" fmla="*/ 3586 h 2450893"/>
                  <a:gd name="connsiteX1" fmla="*/ 1542693 w 3703353"/>
                  <a:gd name="connsiteY1" fmla="*/ 1087897 h 2450893"/>
                  <a:gd name="connsiteX2" fmla="*/ 3416426 w 3703353"/>
                  <a:gd name="connsiteY2" fmla="*/ 800590 h 2450893"/>
                  <a:gd name="connsiteX3" fmla="*/ 2950324 w 3703353"/>
                  <a:gd name="connsiteY3" fmla="*/ 2407543 h 2450893"/>
                  <a:gd name="connsiteX4" fmla="*/ 257350 w 3703353"/>
                  <a:gd name="connsiteY4" fmla="*/ 1632689 h 2450893"/>
                  <a:gd name="connsiteX5" fmla="*/ 1035116 w 3703353"/>
                  <a:gd name="connsiteY5" fmla="*/ 3586 h 2450893"/>
                  <a:gd name="connsiteX0" fmla="*/ 991689 w 3462563"/>
                  <a:gd name="connsiteY0" fmla="*/ 10605 h 2457912"/>
                  <a:gd name="connsiteX1" fmla="*/ 1674106 w 3462563"/>
                  <a:gd name="connsiteY1" fmla="*/ 930710 h 2457912"/>
                  <a:gd name="connsiteX2" fmla="*/ 3372999 w 3462563"/>
                  <a:gd name="connsiteY2" fmla="*/ 807609 h 2457912"/>
                  <a:gd name="connsiteX3" fmla="*/ 2906897 w 3462563"/>
                  <a:gd name="connsiteY3" fmla="*/ 2414562 h 2457912"/>
                  <a:gd name="connsiteX4" fmla="*/ 213923 w 3462563"/>
                  <a:gd name="connsiteY4" fmla="*/ 1639708 h 2457912"/>
                  <a:gd name="connsiteX5" fmla="*/ 991689 w 3462563"/>
                  <a:gd name="connsiteY5" fmla="*/ 10605 h 2457912"/>
                  <a:gd name="connsiteX0" fmla="*/ 991689 w 3644113"/>
                  <a:gd name="connsiteY0" fmla="*/ 10605 h 2457912"/>
                  <a:gd name="connsiteX1" fmla="*/ 1674106 w 3644113"/>
                  <a:gd name="connsiteY1" fmla="*/ 930710 h 2457912"/>
                  <a:gd name="connsiteX2" fmla="*/ 3372999 w 3644113"/>
                  <a:gd name="connsiteY2" fmla="*/ 807609 h 2457912"/>
                  <a:gd name="connsiteX3" fmla="*/ 2906897 w 3644113"/>
                  <a:gd name="connsiteY3" fmla="*/ 2414562 h 2457912"/>
                  <a:gd name="connsiteX4" fmla="*/ 213923 w 3644113"/>
                  <a:gd name="connsiteY4" fmla="*/ 1639708 h 2457912"/>
                  <a:gd name="connsiteX5" fmla="*/ 991689 w 3644113"/>
                  <a:gd name="connsiteY5" fmla="*/ 10605 h 2457912"/>
                  <a:gd name="connsiteX0" fmla="*/ 1054352 w 3706777"/>
                  <a:gd name="connsiteY0" fmla="*/ 1046 h 2448353"/>
                  <a:gd name="connsiteX1" fmla="*/ 1736769 w 3706777"/>
                  <a:gd name="connsiteY1" fmla="*/ 921151 h 2448353"/>
                  <a:gd name="connsiteX2" fmla="*/ 3435662 w 3706777"/>
                  <a:gd name="connsiteY2" fmla="*/ 798050 h 2448353"/>
                  <a:gd name="connsiteX3" fmla="*/ 2969560 w 3706777"/>
                  <a:gd name="connsiteY3" fmla="*/ 2405003 h 2448353"/>
                  <a:gd name="connsiteX4" fmla="*/ 276586 w 3706777"/>
                  <a:gd name="connsiteY4" fmla="*/ 1630149 h 2448353"/>
                  <a:gd name="connsiteX5" fmla="*/ 1054352 w 3706777"/>
                  <a:gd name="connsiteY5" fmla="*/ 1046 h 2448353"/>
                  <a:gd name="connsiteX0" fmla="*/ 590056 w 3683836"/>
                  <a:gd name="connsiteY0" fmla="*/ 1109 h 1961431"/>
                  <a:gd name="connsiteX1" fmla="*/ 1713828 w 3683836"/>
                  <a:gd name="connsiteY1" fmla="*/ 456838 h 1961431"/>
                  <a:gd name="connsiteX2" fmla="*/ 3412721 w 3683836"/>
                  <a:gd name="connsiteY2" fmla="*/ 333737 h 1961431"/>
                  <a:gd name="connsiteX3" fmla="*/ 2946619 w 3683836"/>
                  <a:gd name="connsiteY3" fmla="*/ 1940690 h 1961431"/>
                  <a:gd name="connsiteX4" fmla="*/ 253645 w 3683836"/>
                  <a:gd name="connsiteY4" fmla="*/ 1165836 h 1961431"/>
                  <a:gd name="connsiteX5" fmla="*/ 590056 w 3683836"/>
                  <a:gd name="connsiteY5" fmla="*/ 1109 h 1961431"/>
                  <a:gd name="connsiteX0" fmla="*/ 577152 w 3670932"/>
                  <a:gd name="connsiteY0" fmla="*/ 28557 h 1988879"/>
                  <a:gd name="connsiteX1" fmla="*/ 1700924 w 3670932"/>
                  <a:gd name="connsiteY1" fmla="*/ 484286 h 1988879"/>
                  <a:gd name="connsiteX2" fmla="*/ 3399817 w 3670932"/>
                  <a:gd name="connsiteY2" fmla="*/ 361185 h 1988879"/>
                  <a:gd name="connsiteX3" fmla="*/ 2933715 w 3670932"/>
                  <a:gd name="connsiteY3" fmla="*/ 1968138 h 1988879"/>
                  <a:gd name="connsiteX4" fmla="*/ 240741 w 3670932"/>
                  <a:gd name="connsiteY4" fmla="*/ 1193284 h 1988879"/>
                  <a:gd name="connsiteX5" fmla="*/ 577152 w 3670932"/>
                  <a:gd name="connsiteY5" fmla="*/ 28557 h 1988879"/>
                  <a:gd name="connsiteX0" fmla="*/ 5660 w 3065770"/>
                  <a:gd name="connsiteY0" fmla="*/ 41752 h 2084853"/>
                  <a:gd name="connsiteX1" fmla="*/ 1129432 w 3065770"/>
                  <a:gd name="connsiteY1" fmla="*/ 497481 h 2084853"/>
                  <a:gd name="connsiteX2" fmla="*/ 2828325 w 3065770"/>
                  <a:gd name="connsiteY2" fmla="*/ 374380 h 2084853"/>
                  <a:gd name="connsiteX3" fmla="*/ 2362223 w 3065770"/>
                  <a:gd name="connsiteY3" fmla="*/ 1981333 h 2084853"/>
                  <a:gd name="connsiteX4" fmla="*/ 768571 w 3065770"/>
                  <a:gd name="connsiteY4" fmla="*/ 1718703 h 2084853"/>
                  <a:gd name="connsiteX5" fmla="*/ 5660 w 3065770"/>
                  <a:gd name="connsiteY5" fmla="*/ 41752 h 2084853"/>
                  <a:gd name="connsiteX0" fmla="*/ 12471 w 3072581"/>
                  <a:gd name="connsiteY0" fmla="*/ 41752 h 2092530"/>
                  <a:gd name="connsiteX1" fmla="*/ 1136243 w 3072581"/>
                  <a:gd name="connsiteY1" fmla="*/ 497481 h 2092530"/>
                  <a:gd name="connsiteX2" fmla="*/ 2835136 w 3072581"/>
                  <a:gd name="connsiteY2" fmla="*/ 374380 h 2092530"/>
                  <a:gd name="connsiteX3" fmla="*/ 2369034 w 3072581"/>
                  <a:gd name="connsiteY3" fmla="*/ 1981333 h 2092530"/>
                  <a:gd name="connsiteX4" fmla="*/ 775382 w 3072581"/>
                  <a:gd name="connsiteY4" fmla="*/ 1718703 h 2092530"/>
                  <a:gd name="connsiteX5" fmla="*/ 12471 w 3072581"/>
                  <a:gd name="connsiteY5" fmla="*/ 41752 h 2092530"/>
                  <a:gd name="connsiteX0" fmla="*/ 2798 w 3655173"/>
                  <a:gd name="connsiteY0" fmla="*/ 869129 h 2007317"/>
                  <a:gd name="connsiteX1" fmla="*/ 1718835 w 3655173"/>
                  <a:gd name="connsiteY1" fmla="*/ 445136 h 2007317"/>
                  <a:gd name="connsiteX2" fmla="*/ 3417728 w 3655173"/>
                  <a:gd name="connsiteY2" fmla="*/ 322035 h 2007317"/>
                  <a:gd name="connsiteX3" fmla="*/ 2951626 w 3655173"/>
                  <a:gd name="connsiteY3" fmla="*/ 1928988 h 2007317"/>
                  <a:gd name="connsiteX4" fmla="*/ 1357974 w 3655173"/>
                  <a:gd name="connsiteY4" fmla="*/ 1666358 h 2007317"/>
                  <a:gd name="connsiteX5" fmla="*/ 2798 w 3655173"/>
                  <a:gd name="connsiteY5" fmla="*/ 869129 h 2007317"/>
                  <a:gd name="connsiteX0" fmla="*/ 542 w 3652917"/>
                  <a:gd name="connsiteY0" fmla="*/ 869129 h 2007318"/>
                  <a:gd name="connsiteX1" fmla="*/ 1716579 w 3652917"/>
                  <a:gd name="connsiteY1" fmla="*/ 445136 h 2007318"/>
                  <a:gd name="connsiteX2" fmla="*/ 3415472 w 3652917"/>
                  <a:gd name="connsiteY2" fmla="*/ 322035 h 2007318"/>
                  <a:gd name="connsiteX3" fmla="*/ 2949370 w 3652917"/>
                  <a:gd name="connsiteY3" fmla="*/ 1928988 h 2007318"/>
                  <a:gd name="connsiteX4" fmla="*/ 1355718 w 3652917"/>
                  <a:gd name="connsiteY4" fmla="*/ 1666358 h 2007318"/>
                  <a:gd name="connsiteX5" fmla="*/ 542 w 3652917"/>
                  <a:gd name="connsiteY5" fmla="*/ 869129 h 2007318"/>
                  <a:gd name="connsiteX0" fmla="*/ 243 w 3639926"/>
                  <a:gd name="connsiteY0" fmla="*/ 869129 h 1955507"/>
                  <a:gd name="connsiteX1" fmla="*/ 1716280 w 3639926"/>
                  <a:gd name="connsiteY1" fmla="*/ 445136 h 1955507"/>
                  <a:gd name="connsiteX2" fmla="*/ 3415173 w 3639926"/>
                  <a:gd name="connsiteY2" fmla="*/ 322035 h 1955507"/>
                  <a:gd name="connsiteX3" fmla="*/ 2949071 w 3639926"/>
                  <a:gd name="connsiteY3" fmla="*/ 1928988 h 1955507"/>
                  <a:gd name="connsiteX4" fmla="*/ 1833458 w 3639926"/>
                  <a:gd name="connsiteY4" fmla="*/ 1291535 h 1955507"/>
                  <a:gd name="connsiteX5" fmla="*/ 243 w 3639926"/>
                  <a:gd name="connsiteY5" fmla="*/ 869129 h 1955507"/>
                  <a:gd name="connsiteX0" fmla="*/ 243 w 3639926"/>
                  <a:gd name="connsiteY0" fmla="*/ 869129 h 1947022"/>
                  <a:gd name="connsiteX1" fmla="*/ 1716280 w 3639926"/>
                  <a:gd name="connsiteY1" fmla="*/ 445136 h 1947022"/>
                  <a:gd name="connsiteX2" fmla="*/ 3415173 w 3639926"/>
                  <a:gd name="connsiteY2" fmla="*/ 322035 h 1947022"/>
                  <a:gd name="connsiteX3" fmla="*/ 2949071 w 3639926"/>
                  <a:gd name="connsiteY3" fmla="*/ 1928988 h 1947022"/>
                  <a:gd name="connsiteX4" fmla="*/ 1833458 w 3639926"/>
                  <a:gd name="connsiteY4" fmla="*/ 1291535 h 1947022"/>
                  <a:gd name="connsiteX5" fmla="*/ 243 w 3639926"/>
                  <a:gd name="connsiteY5" fmla="*/ 869129 h 1947022"/>
                  <a:gd name="connsiteX0" fmla="*/ 7345 w 3647028"/>
                  <a:gd name="connsiteY0" fmla="*/ 869129 h 1947022"/>
                  <a:gd name="connsiteX1" fmla="*/ 1723382 w 3647028"/>
                  <a:gd name="connsiteY1" fmla="*/ 445136 h 1947022"/>
                  <a:gd name="connsiteX2" fmla="*/ 3422275 w 3647028"/>
                  <a:gd name="connsiteY2" fmla="*/ 322035 h 1947022"/>
                  <a:gd name="connsiteX3" fmla="*/ 2956173 w 3647028"/>
                  <a:gd name="connsiteY3" fmla="*/ 1928988 h 1947022"/>
                  <a:gd name="connsiteX4" fmla="*/ 1840560 w 3647028"/>
                  <a:gd name="connsiteY4" fmla="*/ 1291535 h 1947022"/>
                  <a:gd name="connsiteX5" fmla="*/ 7345 w 3647028"/>
                  <a:gd name="connsiteY5" fmla="*/ 869129 h 1947022"/>
                  <a:gd name="connsiteX0" fmla="*/ 7345 w 3811052"/>
                  <a:gd name="connsiteY0" fmla="*/ 869129 h 1929159"/>
                  <a:gd name="connsiteX1" fmla="*/ 1723382 w 3811052"/>
                  <a:gd name="connsiteY1" fmla="*/ 445136 h 1929159"/>
                  <a:gd name="connsiteX2" fmla="*/ 3422275 w 3811052"/>
                  <a:gd name="connsiteY2" fmla="*/ 322035 h 1929159"/>
                  <a:gd name="connsiteX3" fmla="*/ 2956173 w 3811052"/>
                  <a:gd name="connsiteY3" fmla="*/ 1928988 h 1929159"/>
                  <a:gd name="connsiteX4" fmla="*/ 1840560 w 3811052"/>
                  <a:gd name="connsiteY4" fmla="*/ 1291535 h 1929159"/>
                  <a:gd name="connsiteX5" fmla="*/ 7345 w 3811052"/>
                  <a:gd name="connsiteY5" fmla="*/ 869129 h 1929159"/>
                  <a:gd name="connsiteX0" fmla="*/ 5264 w 3937957"/>
                  <a:gd name="connsiteY0" fmla="*/ 1155023 h 1938909"/>
                  <a:gd name="connsiteX1" fmla="*/ 1850286 w 3937957"/>
                  <a:gd name="connsiteY1" fmla="*/ 454886 h 1938909"/>
                  <a:gd name="connsiteX2" fmla="*/ 3549179 w 3937957"/>
                  <a:gd name="connsiteY2" fmla="*/ 331785 h 1938909"/>
                  <a:gd name="connsiteX3" fmla="*/ 3083077 w 3937957"/>
                  <a:gd name="connsiteY3" fmla="*/ 1938738 h 1938909"/>
                  <a:gd name="connsiteX4" fmla="*/ 1967464 w 3937957"/>
                  <a:gd name="connsiteY4" fmla="*/ 1301285 h 1938909"/>
                  <a:gd name="connsiteX5" fmla="*/ 5264 w 3937957"/>
                  <a:gd name="connsiteY5" fmla="*/ 1155023 h 1938909"/>
                  <a:gd name="connsiteX0" fmla="*/ 23607 w 3956300"/>
                  <a:gd name="connsiteY0" fmla="*/ 1155023 h 1938909"/>
                  <a:gd name="connsiteX1" fmla="*/ 1868629 w 3956300"/>
                  <a:gd name="connsiteY1" fmla="*/ 454886 h 1938909"/>
                  <a:gd name="connsiteX2" fmla="*/ 3567522 w 3956300"/>
                  <a:gd name="connsiteY2" fmla="*/ 331785 h 1938909"/>
                  <a:gd name="connsiteX3" fmla="*/ 3101420 w 3956300"/>
                  <a:gd name="connsiteY3" fmla="*/ 1938738 h 1938909"/>
                  <a:gd name="connsiteX4" fmla="*/ 1985807 w 3956300"/>
                  <a:gd name="connsiteY4" fmla="*/ 1301285 h 1938909"/>
                  <a:gd name="connsiteX5" fmla="*/ 23607 w 3956300"/>
                  <a:gd name="connsiteY5" fmla="*/ 1155023 h 1938909"/>
                  <a:gd name="connsiteX0" fmla="*/ 356 w 3775841"/>
                  <a:gd name="connsiteY0" fmla="*/ 1155023 h 1975367"/>
                  <a:gd name="connsiteX1" fmla="*/ 1845378 w 3775841"/>
                  <a:gd name="connsiteY1" fmla="*/ 454886 h 1975367"/>
                  <a:gd name="connsiteX2" fmla="*/ 3544271 w 3775841"/>
                  <a:gd name="connsiteY2" fmla="*/ 331785 h 1975367"/>
                  <a:gd name="connsiteX3" fmla="*/ 3078169 w 3775841"/>
                  <a:gd name="connsiteY3" fmla="*/ 1938738 h 1975367"/>
                  <a:gd name="connsiteX4" fmla="*/ 1700608 w 3775841"/>
                  <a:gd name="connsiteY4" fmla="*/ 1432728 h 1975367"/>
                  <a:gd name="connsiteX5" fmla="*/ 356 w 3775841"/>
                  <a:gd name="connsiteY5" fmla="*/ 1155023 h 1975367"/>
                  <a:gd name="connsiteX0" fmla="*/ 385 w 3775871"/>
                  <a:gd name="connsiteY0" fmla="*/ 1155023 h 1964875"/>
                  <a:gd name="connsiteX1" fmla="*/ 1845407 w 3775871"/>
                  <a:gd name="connsiteY1" fmla="*/ 454886 h 1964875"/>
                  <a:gd name="connsiteX2" fmla="*/ 3544300 w 3775871"/>
                  <a:gd name="connsiteY2" fmla="*/ 331785 h 1964875"/>
                  <a:gd name="connsiteX3" fmla="*/ 3078198 w 3775871"/>
                  <a:gd name="connsiteY3" fmla="*/ 1938738 h 1964875"/>
                  <a:gd name="connsiteX4" fmla="*/ 1700637 w 3775871"/>
                  <a:gd name="connsiteY4" fmla="*/ 1432728 h 1964875"/>
                  <a:gd name="connsiteX5" fmla="*/ 385 w 3775871"/>
                  <a:gd name="connsiteY5" fmla="*/ 1155023 h 1964875"/>
                  <a:gd name="connsiteX0" fmla="*/ 518 w 3310321"/>
                  <a:gd name="connsiteY0" fmla="*/ 1561197 h 1986949"/>
                  <a:gd name="connsiteX1" fmla="*/ 1379857 w 3310321"/>
                  <a:gd name="connsiteY1" fmla="*/ 469469 h 1986949"/>
                  <a:gd name="connsiteX2" fmla="*/ 3078750 w 3310321"/>
                  <a:gd name="connsiteY2" fmla="*/ 346368 h 1986949"/>
                  <a:gd name="connsiteX3" fmla="*/ 2612648 w 3310321"/>
                  <a:gd name="connsiteY3" fmla="*/ 1953321 h 1986949"/>
                  <a:gd name="connsiteX4" fmla="*/ 1235087 w 3310321"/>
                  <a:gd name="connsiteY4" fmla="*/ 1447311 h 1986949"/>
                  <a:gd name="connsiteX5" fmla="*/ 518 w 3310321"/>
                  <a:gd name="connsiteY5" fmla="*/ 1561197 h 1986949"/>
                  <a:gd name="connsiteX0" fmla="*/ 252954 w 3562757"/>
                  <a:gd name="connsiteY0" fmla="*/ 1561197 h 1986950"/>
                  <a:gd name="connsiteX1" fmla="*/ 1632293 w 3562757"/>
                  <a:gd name="connsiteY1" fmla="*/ 469469 h 1986950"/>
                  <a:gd name="connsiteX2" fmla="*/ 3331186 w 3562757"/>
                  <a:gd name="connsiteY2" fmla="*/ 346368 h 1986950"/>
                  <a:gd name="connsiteX3" fmla="*/ 2865084 w 3562757"/>
                  <a:gd name="connsiteY3" fmla="*/ 1953321 h 1986950"/>
                  <a:gd name="connsiteX4" fmla="*/ 1487523 w 3562757"/>
                  <a:gd name="connsiteY4" fmla="*/ 1447311 h 1986950"/>
                  <a:gd name="connsiteX5" fmla="*/ 252954 w 3562757"/>
                  <a:gd name="connsiteY5" fmla="*/ 1561197 h 1986950"/>
                  <a:gd name="connsiteX0" fmla="*/ 275988 w 4836894"/>
                  <a:gd name="connsiteY0" fmla="*/ 1254188 h 1664972"/>
                  <a:gd name="connsiteX1" fmla="*/ 1655327 w 4836894"/>
                  <a:gd name="connsiteY1" fmla="*/ 162460 h 1664972"/>
                  <a:gd name="connsiteX2" fmla="*/ 4715739 w 4836894"/>
                  <a:gd name="connsiteY2" fmla="*/ 494988 h 1664972"/>
                  <a:gd name="connsiteX3" fmla="*/ 2888118 w 4836894"/>
                  <a:gd name="connsiteY3" fmla="*/ 1646312 h 1664972"/>
                  <a:gd name="connsiteX4" fmla="*/ 1510557 w 4836894"/>
                  <a:gd name="connsiteY4" fmla="*/ 1140302 h 1664972"/>
                  <a:gd name="connsiteX5" fmla="*/ 275988 w 4836894"/>
                  <a:gd name="connsiteY5" fmla="*/ 1254188 h 1664972"/>
                  <a:gd name="connsiteX0" fmla="*/ 275988 w 4716813"/>
                  <a:gd name="connsiteY0" fmla="*/ 1630321 h 2049242"/>
                  <a:gd name="connsiteX1" fmla="*/ 1655327 w 4716813"/>
                  <a:gd name="connsiteY1" fmla="*/ 538593 h 2049242"/>
                  <a:gd name="connsiteX2" fmla="*/ 4715739 w 4716813"/>
                  <a:gd name="connsiteY2" fmla="*/ 871121 h 2049242"/>
                  <a:gd name="connsiteX3" fmla="*/ 2888118 w 4716813"/>
                  <a:gd name="connsiteY3" fmla="*/ 2022445 h 2049242"/>
                  <a:gd name="connsiteX4" fmla="*/ 1510557 w 4716813"/>
                  <a:gd name="connsiteY4" fmla="*/ 1516435 h 2049242"/>
                  <a:gd name="connsiteX5" fmla="*/ 275988 w 4716813"/>
                  <a:gd name="connsiteY5" fmla="*/ 1630321 h 2049242"/>
                  <a:gd name="connsiteX0" fmla="*/ 275988 w 4749030"/>
                  <a:gd name="connsiteY0" fmla="*/ 1124638 h 1545870"/>
                  <a:gd name="connsiteX1" fmla="*/ 1655327 w 4749030"/>
                  <a:gd name="connsiteY1" fmla="*/ 32910 h 1545870"/>
                  <a:gd name="connsiteX2" fmla="*/ 4715739 w 4749030"/>
                  <a:gd name="connsiteY2" fmla="*/ 365438 h 1545870"/>
                  <a:gd name="connsiteX3" fmla="*/ 3175706 w 4749030"/>
                  <a:gd name="connsiteY3" fmla="*/ 1192854 h 1545870"/>
                  <a:gd name="connsiteX4" fmla="*/ 1510557 w 4749030"/>
                  <a:gd name="connsiteY4" fmla="*/ 1010752 h 1545870"/>
                  <a:gd name="connsiteX5" fmla="*/ 275988 w 4749030"/>
                  <a:gd name="connsiteY5" fmla="*/ 1124638 h 1545870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40315"/>
                  <a:gd name="connsiteY0" fmla="*/ 1132875 h 1722803"/>
                  <a:gd name="connsiteX1" fmla="*/ 1655327 w 4740315"/>
                  <a:gd name="connsiteY1" fmla="*/ 41147 h 1722803"/>
                  <a:gd name="connsiteX2" fmla="*/ 4715739 w 4740315"/>
                  <a:gd name="connsiteY2" fmla="*/ 373675 h 1722803"/>
                  <a:gd name="connsiteX3" fmla="*/ 3012343 w 4740315"/>
                  <a:gd name="connsiteY3" fmla="*/ 1711656 h 1722803"/>
                  <a:gd name="connsiteX4" fmla="*/ 1510557 w 4740315"/>
                  <a:gd name="connsiteY4" fmla="*/ 1018989 h 1722803"/>
                  <a:gd name="connsiteX5" fmla="*/ 275988 w 4740315"/>
                  <a:gd name="connsiteY5" fmla="*/ 1132875 h 1722803"/>
                  <a:gd name="connsiteX0" fmla="*/ 275988 w 4756119"/>
                  <a:gd name="connsiteY0" fmla="*/ 1127108 h 1542684"/>
                  <a:gd name="connsiteX1" fmla="*/ 1655327 w 4756119"/>
                  <a:gd name="connsiteY1" fmla="*/ 35380 h 1542684"/>
                  <a:gd name="connsiteX2" fmla="*/ 4715739 w 4756119"/>
                  <a:gd name="connsiteY2" fmla="*/ 367908 h 1542684"/>
                  <a:gd name="connsiteX3" fmla="*/ 3285074 w 4756119"/>
                  <a:gd name="connsiteY3" fmla="*/ 1369029 h 1542684"/>
                  <a:gd name="connsiteX4" fmla="*/ 1510557 w 4756119"/>
                  <a:gd name="connsiteY4" fmla="*/ 1013222 h 1542684"/>
                  <a:gd name="connsiteX5" fmla="*/ 275988 w 4756119"/>
                  <a:gd name="connsiteY5" fmla="*/ 1127108 h 1542684"/>
                  <a:gd name="connsiteX0" fmla="*/ 275988 w 4715923"/>
                  <a:gd name="connsiteY0" fmla="*/ 1122352 h 1572226"/>
                  <a:gd name="connsiteX1" fmla="*/ 1655327 w 4715923"/>
                  <a:gd name="connsiteY1" fmla="*/ 30624 h 1572226"/>
                  <a:gd name="connsiteX2" fmla="*/ 4715739 w 4715923"/>
                  <a:gd name="connsiteY2" fmla="*/ 363152 h 1572226"/>
                  <a:gd name="connsiteX3" fmla="*/ 1510557 w 4715923"/>
                  <a:gd name="connsiteY3" fmla="*/ 1008466 h 1572226"/>
                  <a:gd name="connsiteX4" fmla="*/ 275988 w 4715923"/>
                  <a:gd name="connsiteY4" fmla="*/ 1122352 h 1572226"/>
                  <a:gd name="connsiteX0" fmla="*/ 25029 w 4476010"/>
                  <a:gd name="connsiteY0" fmla="*/ 1892393 h 2022034"/>
                  <a:gd name="connsiteX1" fmla="*/ 2236847 w 4476010"/>
                  <a:gd name="connsiteY1" fmla="*/ 11492 h 2022034"/>
                  <a:gd name="connsiteX2" fmla="*/ 4464780 w 4476010"/>
                  <a:gd name="connsiteY2" fmla="*/ 1133193 h 2022034"/>
                  <a:gd name="connsiteX3" fmla="*/ 1259598 w 4476010"/>
                  <a:gd name="connsiteY3" fmla="*/ 1778507 h 2022034"/>
                  <a:gd name="connsiteX4" fmla="*/ 25029 w 4476010"/>
                  <a:gd name="connsiteY4" fmla="*/ 1892393 h 2022034"/>
                  <a:gd name="connsiteX0" fmla="*/ 19312 w 4468531"/>
                  <a:gd name="connsiteY0" fmla="*/ 1893478 h 2350831"/>
                  <a:gd name="connsiteX1" fmla="*/ 2231130 w 4468531"/>
                  <a:gd name="connsiteY1" fmla="*/ 12577 h 2350831"/>
                  <a:gd name="connsiteX2" fmla="*/ 4459063 w 4468531"/>
                  <a:gd name="connsiteY2" fmla="*/ 1134278 h 2350831"/>
                  <a:gd name="connsiteX3" fmla="*/ 2962196 w 4468531"/>
                  <a:gd name="connsiteY3" fmla="*/ 2337807 h 2350831"/>
                  <a:gd name="connsiteX4" fmla="*/ 1253881 w 4468531"/>
                  <a:gd name="connsiteY4" fmla="*/ 1779592 h 2350831"/>
                  <a:gd name="connsiteX5" fmla="*/ 19312 w 4468531"/>
                  <a:gd name="connsiteY5" fmla="*/ 1893478 h 2350831"/>
                  <a:gd name="connsiteX0" fmla="*/ 114931 w 4564151"/>
                  <a:gd name="connsiteY0" fmla="*/ 1893478 h 2606070"/>
                  <a:gd name="connsiteX1" fmla="*/ 2326749 w 4564151"/>
                  <a:gd name="connsiteY1" fmla="*/ 12577 h 2606070"/>
                  <a:gd name="connsiteX2" fmla="*/ 4554682 w 4564151"/>
                  <a:gd name="connsiteY2" fmla="*/ 1134278 h 2606070"/>
                  <a:gd name="connsiteX3" fmla="*/ 3057815 w 4564151"/>
                  <a:gd name="connsiteY3" fmla="*/ 2337807 h 2606070"/>
                  <a:gd name="connsiteX4" fmla="*/ 602599 w 4564151"/>
                  <a:gd name="connsiteY4" fmla="*/ 2591133 h 2606070"/>
                  <a:gd name="connsiteX5" fmla="*/ 114931 w 4564151"/>
                  <a:gd name="connsiteY5" fmla="*/ 1893478 h 2606070"/>
                  <a:gd name="connsiteX0" fmla="*/ 339436 w 4163621"/>
                  <a:gd name="connsiteY0" fmla="*/ 711041 h 2677547"/>
                  <a:gd name="connsiteX1" fmla="*/ 1926219 w 4163621"/>
                  <a:gd name="connsiteY1" fmla="*/ 9118 h 2677547"/>
                  <a:gd name="connsiteX2" fmla="*/ 4154152 w 4163621"/>
                  <a:gd name="connsiteY2" fmla="*/ 1130819 h 2677547"/>
                  <a:gd name="connsiteX3" fmla="*/ 2657285 w 4163621"/>
                  <a:gd name="connsiteY3" fmla="*/ 2334348 h 2677547"/>
                  <a:gd name="connsiteX4" fmla="*/ 202069 w 4163621"/>
                  <a:gd name="connsiteY4" fmla="*/ 2587674 h 2677547"/>
                  <a:gd name="connsiteX5" fmla="*/ 339436 w 4163621"/>
                  <a:gd name="connsiteY5" fmla="*/ 711041 h 2677547"/>
                  <a:gd name="connsiteX0" fmla="*/ 8699 w 3970251"/>
                  <a:gd name="connsiteY0" fmla="*/ 2578556 h 2717756"/>
                  <a:gd name="connsiteX1" fmla="*/ 1732849 w 3970251"/>
                  <a:gd name="connsiteY1" fmla="*/ 0 h 2717756"/>
                  <a:gd name="connsiteX2" fmla="*/ 3960782 w 3970251"/>
                  <a:gd name="connsiteY2" fmla="*/ 1121701 h 2717756"/>
                  <a:gd name="connsiteX3" fmla="*/ 2463915 w 3970251"/>
                  <a:gd name="connsiteY3" fmla="*/ 2325230 h 2717756"/>
                  <a:gd name="connsiteX4" fmla="*/ 8699 w 3970251"/>
                  <a:gd name="connsiteY4" fmla="*/ 2578556 h 2717756"/>
                  <a:gd name="connsiteX0" fmla="*/ 11617 w 3584652"/>
                  <a:gd name="connsiteY0" fmla="*/ 1430838 h 2340009"/>
                  <a:gd name="connsiteX1" fmla="*/ 1347250 w 3584652"/>
                  <a:gd name="connsiteY1" fmla="*/ 2380 h 2340009"/>
                  <a:gd name="connsiteX2" fmla="*/ 3575183 w 3584652"/>
                  <a:gd name="connsiteY2" fmla="*/ 1124081 h 2340009"/>
                  <a:gd name="connsiteX3" fmla="*/ 2078316 w 3584652"/>
                  <a:gd name="connsiteY3" fmla="*/ 2327610 h 2340009"/>
                  <a:gd name="connsiteX4" fmla="*/ 11617 w 3584652"/>
                  <a:gd name="connsiteY4" fmla="*/ 1430838 h 2340009"/>
                  <a:gd name="connsiteX0" fmla="*/ 36322 w 3609357"/>
                  <a:gd name="connsiteY0" fmla="*/ 1430838 h 2532978"/>
                  <a:gd name="connsiteX1" fmla="*/ 1371955 w 3609357"/>
                  <a:gd name="connsiteY1" fmla="*/ 2380 h 2532978"/>
                  <a:gd name="connsiteX2" fmla="*/ 3599888 w 3609357"/>
                  <a:gd name="connsiteY2" fmla="*/ 1124081 h 2532978"/>
                  <a:gd name="connsiteX3" fmla="*/ 2103021 w 3609357"/>
                  <a:gd name="connsiteY3" fmla="*/ 2327610 h 2532978"/>
                  <a:gd name="connsiteX4" fmla="*/ 36322 w 3609357"/>
                  <a:gd name="connsiteY4" fmla="*/ 1430838 h 2532978"/>
                  <a:gd name="connsiteX0" fmla="*/ 3580 w 3569301"/>
                  <a:gd name="connsiteY0" fmla="*/ 1431089 h 2816320"/>
                  <a:gd name="connsiteX1" fmla="*/ 1339213 w 3569301"/>
                  <a:gd name="connsiteY1" fmla="*/ 2631 h 2816320"/>
                  <a:gd name="connsiteX2" fmla="*/ 3567146 w 3569301"/>
                  <a:gd name="connsiteY2" fmla="*/ 1124332 h 2816320"/>
                  <a:gd name="connsiteX3" fmla="*/ 1722688 w 3569301"/>
                  <a:gd name="connsiteY3" fmla="*/ 2808414 h 2816320"/>
                  <a:gd name="connsiteX4" fmla="*/ 3580 w 3569301"/>
                  <a:gd name="connsiteY4" fmla="*/ 1431089 h 2816320"/>
                  <a:gd name="connsiteX0" fmla="*/ 3579 w 3569300"/>
                  <a:gd name="connsiteY0" fmla="*/ 1431089 h 2808414"/>
                  <a:gd name="connsiteX1" fmla="*/ 1339212 w 3569300"/>
                  <a:gd name="connsiteY1" fmla="*/ 2631 h 2808414"/>
                  <a:gd name="connsiteX2" fmla="*/ 3567145 w 3569300"/>
                  <a:gd name="connsiteY2" fmla="*/ 1124332 h 2808414"/>
                  <a:gd name="connsiteX3" fmla="*/ 1722687 w 3569300"/>
                  <a:gd name="connsiteY3" fmla="*/ 2808414 h 2808414"/>
                  <a:gd name="connsiteX4" fmla="*/ 3579 w 3569300"/>
                  <a:gd name="connsiteY4" fmla="*/ 1431089 h 2808414"/>
                  <a:gd name="connsiteX0" fmla="*/ 3579 w 3570402"/>
                  <a:gd name="connsiteY0" fmla="*/ 1431089 h 2845664"/>
                  <a:gd name="connsiteX1" fmla="*/ 1339212 w 3570402"/>
                  <a:gd name="connsiteY1" fmla="*/ 2631 h 2845664"/>
                  <a:gd name="connsiteX2" fmla="*/ 3567145 w 3570402"/>
                  <a:gd name="connsiteY2" fmla="*/ 1124332 h 2845664"/>
                  <a:gd name="connsiteX3" fmla="*/ 1722687 w 3570402"/>
                  <a:gd name="connsiteY3" fmla="*/ 2808414 h 2845664"/>
                  <a:gd name="connsiteX4" fmla="*/ 3579 w 3570402"/>
                  <a:gd name="connsiteY4" fmla="*/ 1431089 h 2845664"/>
                  <a:gd name="connsiteX0" fmla="*/ 3579 w 3571531"/>
                  <a:gd name="connsiteY0" fmla="*/ 1431089 h 2809355"/>
                  <a:gd name="connsiteX1" fmla="*/ 1339212 w 3571531"/>
                  <a:gd name="connsiteY1" fmla="*/ 2631 h 2809355"/>
                  <a:gd name="connsiteX2" fmla="*/ 3567145 w 3571531"/>
                  <a:gd name="connsiteY2" fmla="*/ 1124332 h 2809355"/>
                  <a:gd name="connsiteX3" fmla="*/ 1722687 w 3571531"/>
                  <a:gd name="connsiteY3" fmla="*/ 2808414 h 2809355"/>
                  <a:gd name="connsiteX4" fmla="*/ 3579 w 3571531"/>
                  <a:gd name="connsiteY4" fmla="*/ 1431089 h 2809355"/>
                  <a:gd name="connsiteX0" fmla="*/ 3579 w 3570449"/>
                  <a:gd name="connsiteY0" fmla="*/ 1431089 h 2811091"/>
                  <a:gd name="connsiteX1" fmla="*/ 1339212 w 3570449"/>
                  <a:gd name="connsiteY1" fmla="*/ 2631 h 2811091"/>
                  <a:gd name="connsiteX2" fmla="*/ 3567145 w 3570449"/>
                  <a:gd name="connsiteY2" fmla="*/ 1124332 h 2811091"/>
                  <a:gd name="connsiteX3" fmla="*/ 1722687 w 3570449"/>
                  <a:gd name="connsiteY3" fmla="*/ 2808414 h 2811091"/>
                  <a:gd name="connsiteX4" fmla="*/ 3579 w 3570449"/>
                  <a:gd name="connsiteY4" fmla="*/ 1431089 h 2811091"/>
                  <a:gd name="connsiteX0" fmla="*/ 9477 w 3576347"/>
                  <a:gd name="connsiteY0" fmla="*/ 1454488 h 2834490"/>
                  <a:gd name="connsiteX1" fmla="*/ 1345110 w 3576347"/>
                  <a:gd name="connsiteY1" fmla="*/ 26030 h 2834490"/>
                  <a:gd name="connsiteX2" fmla="*/ 3573043 w 3576347"/>
                  <a:gd name="connsiteY2" fmla="*/ 1147731 h 2834490"/>
                  <a:gd name="connsiteX3" fmla="*/ 1728585 w 3576347"/>
                  <a:gd name="connsiteY3" fmla="*/ 2831813 h 2834490"/>
                  <a:gd name="connsiteX4" fmla="*/ 9477 w 3576347"/>
                  <a:gd name="connsiteY4" fmla="*/ 1454488 h 2834490"/>
                  <a:gd name="connsiteX0" fmla="*/ 11200 w 3578070"/>
                  <a:gd name="connsiteY0" fmla="*/ 1454488 h 2834490"/>
                  <a:gd name="connsiteX1" fmla="*/ 1346833 w 3578070"/>
                  <a:gd name="connsiteY1" fmla="*/ 26030 h 2834490"/>
                  <a:gd name="connsiteX2" fmla="*/ 3574766 w 3578070"/>
                  <a:gd name="connsiteY2" fmla="*/ 1147731 h 2834490"/>
                  <a:gd name="connsiteX3" fmla="*/ 1730308 w 3578070"/>
                  <a:gd name="connsiteY3" fmla="*/ 2831813 h 2834490"/>
                  <a:gd name="connsiteX4" fmla="*/ 11200 w 3578070"/>
                  <a:gd name="connsiteY4" fmla="*/ 1454488 h 2834490"/>
                  <a:gd name="connsiteX0" fmla="*/ 5238 w 3394494"/>
                  <a:gd name="connsiteY0" fmla="*/ 1561249 h 2815719"/>
                  <a:gd name="connsiteX1" fmla="*/ 1164359 w 3394494"/>
                  <a:gd name="connsiteY1" fmla="*/ 5027 h 2815719"/>
                  <a:gd name="connsiteX2" fmla="*/ 3392292 w 3394494"/>
                  <a:gd name="connsiteY2" fmla="*/ 1126728 h 2815719"/>
                  <a:gd name="connsiteX3" fmla="*/ 1547834 w 3394494"/>
                  <a:gd name="connsiteY3" fmla="*/ 2810810 h 2815719"/>
                  <a:gd name="connsiteX4" fmla="*/ 5238 w 3394494"/>
                  <a:gd name="connsiteY4" fmla="*/ 1561249 h 2815719"/>
                  <a:gd name="connsiteX0" fmla="*/ 1714 w 3390970"/>
                  <a:gd name="connsiteY0" fmla="*/ 1561249 h 2816846"/>
                  <a:gd name="connsiteX1" fmla="*/ 1160835 w 3390970"/>
                  <a:gd name="connsiteY1" fmla="*/ 5027 h 2816846"/>
                  <a:gd name="connsiteX2" fmla="*/ 3388768 w 3390970"/>
                  <a:gd name="connsiteY2" fmla="*/ 1126728 h 2816846"/>
                  <a:gd name="connsiteX3" fmla="*/ 1544310 w 3390970"/>
                  <a:gd name="connsiteY3" fmla="*/ 2810810 h 2816846"/>
                  <a:gd name="connsiteX4" fmla="*/ 1714 w 3390970"/>
                  <a:gd name="connsiteY4" fmla="*/ 1561249 h 2816846"/>
                  <a:gd name="connsiteX0" fmla="*/ 1714 w 3392183"/>
                  <a:gd name="connsiteY0" fmla="*/ 1561249 h 2822298"/>
                  <a:gd name="connsiteX1" fmla="*/ 1160835 w 3392183"/>
                  <a:gd name="connsiteY1" fmla="*/ 5027 h 2822298"/>
                  <a:gd name="connsiteX2" fmla="*/ 3388768 w 3392183"/>
                  <a:gd name="connsiteY2" fmla="*/ 1126728 h 2822298"/>
                  <a:gd name="connsiteX3" fmla="*/ 1544310 w 3392183"/>
                  <a:gd name="connsiteY3" fmla="*/ 2810810 h 2822298"/>
                  <a:gd name="connsiteX4" fmla="*/ 1714 w 3392183"/>
                  <a:gd name="connsiteY4" fmla="*/ 1561249 h 2822298"/>
                  <a:gd name="connsiteX0" fmla="*/ 1599 w 3099681"/>
                  <a:gd name="connsiteY0" fmla="*/ 1556274 h 2805936"/>
                  <a:gd name="connsiteX1" fmla="*/ 1160720 w 3099681"/>
                  <a:gd name="connsiteY1" fmla="*/ 52 h 2805936"/>
                  <a:gd name="connsiteX2" fmla="*/ 3097014 w 3099681"/>
                  <a:gd name="connsiteY2" fmla="*/ 1505235 h 2805936"/>
                  <a:gd name="connsiteX3" fmla="*/ 1544195 w 3099681"/>
                  <a:gd name="connsiteY3" fmla="*/ 2805835 h 2805936"/>
                  <a:gd name="connsiteX4" fmla="*/ 1599 w 3099681"/>
                  <a:gd name="connsiteY4" fmla="*/ 1556274 h 2805936"/>
                  <a:gd name="connsiteX0" fmla="*/ 1599 w 3098266"/>
                  <a:gd name="connsiteY0" fmla="*/ 1556274 h 2805936"/>
                  <a:gd name="connsiteX1" fmla="*/ 1160720 w 3098266"/>
                  <a:gd name="connsiteY1" fmla="*/ 52 h 2805936"/>
                  <a:gd name="connsiteX2" fmla="*/ 3097014 w 3098266"/>
                  <a:gd name="connsiteY2" fmla="*/ 1505235 h 2805936"/>
                  <a:gd name="connsiteX3" fmla="*/ 1544195 w 3098266"/>
                  <a:gd name="connsiteY3" fmla="*/ 2805835 h 2805936"/>
                  <a:gd name="connsiteX4" fmla="*/ 1599 w 3098266"/>
                  <a:gd name="connsiteY4" fmla="*/ 1556274 h 2805936"/>
                  <a:gd name="connsiteX0" fmla="*/ 6698 w 3107113"/>
                  <a:gd name="connsiteY0" fmla="*/ 1556268 h 1995204"/>
                  <a:gd name="connsiteX1" fmla="*/ 1165819 w 3107113"/>
                  <a:gd name="connsiteY1" fmla="*/ 46 h 1995204"/>
                  <a:gd name="connsiteX2" fmla="*/ 3102113 w 3107113"/>
                  <a:gd name="connsiteY2" fmla="*/ 1505229 h 1995204"/>
                  <a:gd name="connsiteX3" fmla="*/ 1670895 w 3107113"/>
                  <a:gd name="connsiteY3" fmla="*/ 1994767 h 1995204"/>
                  <a:gd name="connsiteX4" fmla="*/ 6698 w 3107113"/>
                  <a:gd name="connsiteY4" fmla="*/ 1556268 h 1995204"/>
                  <a:gd name="connsiteX0" fmla="*/ 6698 w 3107610"/>
                  <a:gd name="connsiteY0" fmla="*/ 1556268 h 2094159"/>
                  <a:gd name="connsiteX1" fmla="*/ 1165819 w 3107610"/>
                  <a:gd name="connsiteY1" fmla="*/ 46 h 2094159"/>
                  <a:gd name="connsiteX2" fmla="*/ 3102113 w 3107610"/>
                  <a:gd name="connsiteY2" fmla="*/ 1505229 h 2094159"/>
                  <a:gd name="connsiteX3" fmla="*/ 1670895 w 3107610"/>
                  <a:gd name="connsiteY3" fmla="*/ 1994767 h 2094159"/>
                  <a:gd name="connsiteX4" fmla="*/ 6698 w 3107610"/>
                  <a:gd name="connsiteY4" fmla="*/ 1556268 h 2094159"/>
                  <a:gd name="connsiteX0" fmla="*/ 6698 w 3108326"/>
                  <a:gd name="connsiteY0" fmla="*/ 1556268 h 2032117"/>
                  <a:gd name="connsiteX1" fmla="*/ 1165819 w 3108326"/>
                  <a:gd name="connsiteY1" fmla="*/ 46 h 2032117"/>
                  <a:gd name="connsiteX2" fmla="*/ 3102113 w 3108326"/>
                  <a:gd name="connsiteY2" fmla="*/ 1505229 h 2032117"/>
                  <a:gd name="connsiteX3" fmla="*/ 1670895 w 3108326"/>
                  <a:gd name="connsiteY3" fmla="*/ 1994767 h 2032117"/>
                  <a:gd name="connsiteX4" fmla="*/ 6698 w 3108326"/>
                  <a:gd name="connsiteY4" fmla="*/ 1556268 h 2032117"/>
                  <a:gd name="connsiteX0" fmla="*/ 2700 w 3101149"/>
                  <a:gd name="connsiteY0" fmla="*/ 1588985 h 2065259"/>
                  <a:gd name="connsiteX1" fmla="*/ 1324169 w 3101149"/>
                  <a:gd name="connsiteY1" fmla="*/ 44 h 2065259"/>
                  <a:gd name="connsiteX2" fmla="*/ 3098115 w 3101149"/>
                  <a:gd name="connsiteY2" fmla="*/ 1537946 h 2065259"/>
                  <a:gd name="connsiteX3" fmla="*/ 1666897 w 3101149"/>
                  <a:gd name="connsiteY3" fmla="*/ 2027484 h 2065259"/>
                  <a:gd name="connsiteX4" fmla="*/ 2700 w 3101149"/>
                  <a:gd name="connsiteY4" fmla="*/ 1588985 h 2065259"/>
                  <a:gd name="connsiteX0" fmla="*/ 2700 w 3100106"/>
                  <a:gd name="connsiteY0" fmla="*/ 1588985 h 2163738"/>
                  <a:gd name="connsiteX1" fmla="*/ 1324169 w 3100106"/>
                  <a:gd name="connsiteY1" fmla="*/ 44 h 2163738"/>
                  <a:gd name="connsiteX2" fmla="*/ 3098115 w 3100106"/>
                  <a:gd name="connsiteY2" fmla="*/ 1537946 h 2163738"/>
                  <a:gd name="connsiteX3" fmla="*/ 1666897 w 3100106"/>
                  <a:gd name="connsiteY3" fmla="*/ 2027484 h 2163738"/>
                  <a:gd name="connsiteX4" fmla="*/ 2700 w 3100106"/>
                  <a:gd name="connsiteY4" fmla="*/ 1588985 h 2163738"/>
                  <a:gd name="connsiteX0" fmla="*/ 2700 w 3100834"/>
                  <a:gd name="connsiteY0" fmla="*/ 1588985 h 2056082"/>
                  <a:gd name="connsiteX1" fmla="*/ 1324169 w 3100834"/>
                  <a:gd name="connsiteY1" fmla="*/ 44 h 2056082"/>
                  <a:gd name="connsiteX2" fmla="*/ 3098115 w 3100834"/>
                  <a:gd name="connsiteY2" fmla="*/ 1537946 h 2056082"/>
                  <a:gd name="connsiteX3" fmla="*/ 1666897 w 3100834"/>
                  <a:gd name="connsiteY3" fmla="*/ 2027484 h 2056082"/>
                  <a:gd name="connsiteX4" fmla="*/ 2700 w 3100834"/>
                  <a:gd name="connsiteY4" fmla="*/ 1588985 h 2056082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01100" h="2041075">
                    <a:moveTo>
                      <a:pt x="2700" y="1588985"/>
                    </a:moveTo>
                    <a:cubicBezTo>
                      <a:pt x="-54421" y="1251078"/>
                      <a:pt x="808267" y="8550"/>
                      <a:pt x="1324169" y="44"/>
                    </a:cubicBezTo>
                    <a:cubicBezTo>
                      <a:pt x="1840071" y="-8462"/>
                      <a:pt x="3040994" y="1200039"/>
                      <a:pt x="3098115" y="1537946"/>
                    </a:cubicBezTo>
                    <a:cubicBezTo>
                      <a:pt x="3155236" y="1875853"/>
                      <a:pt x="2382291" y="1963492"/>
                      <a:pt x="1666897" y="2027484"/>
                    </a:cubicBezTo>
                    <a:cubicBezTo>
                      <a:pt x="951503" y="2091476"/>
                      <a:pt x="59821" y="1926892"/>
                      <a:pt x="2700" y="1588985"/>
                    </a:cubicBezTo>
                    <a:close/>
                  </a:path>
                </a:pathLst>
              </a:custGeom>
              <a:noFill/>
              <a:ln w="50800">
                <a:solidFill>
                  <a:srgbClr val="647A8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E741F060-DF1B-02C1-AADF-5F486B3E731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51859" y="6045499"/>
                <a:ext cx="2276638" cy="489887"/>
              </a:xfrm>
              <a:prstGeom prst="rect">
                <a:avLst/>
              </a:prstGeom>
            </p:spPr>
            <p:txBody>
              <a:bodyPr anchor="ctr"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r"/>
                <a:r>
                  <a:rPr lang="de-DE" sz="1200" b="0" dirty="0">
                    <a:solidFill>
                      <a:schemeClr val="bg1"/>
                    </a:solidFill>
                    <a:latin typeface="TheSans Plain" pitchFamily="2" charset="0"/>
                    <a:cs typeface="Kannada Sangam MN" pitchFamily="2" charset="0"/>
                  </a:rPr>
                  <a:t>Fachschule</a:t>
                </a:r>
              </a:p>
            </p:txBody>
          </p:sp>
        </p:grpSp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72C787CD-1A6F-6C6D-0C6B-C16F57640F8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425451" y="6045531"/>
              <a:ext cx="480356" cy="6216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81027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T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ihandform 17">
            <a:extLst>
              <a:ext uri="{FF2B5EF4-FFF2-40B4-BE49-F238E27FC236}">
                <a16:creationId xmlns:a16="http://schemas.microsoft.com/office/drawing/2014/main" id="{CEAD9B20-91CB-AE47-12BA-AB1C886877EF}"/>
              </a:ext>
            </a:extLst>
          </p:cNvPr>
          <p:cNvSpPr/>
          <p:nvPr userDrawn="1"/>
        </p:nvSpPr>
        <p:spPr>
          <a:xfrm rot="12664814" flipV="1">
            <a:off x="8029177" y="301128"/>
            <a:ext cx="5610720" cy="8294818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7676" h="3588900">
                <a:moveTo>
                  <a:pt x="829578" y="1013703"/>
                </a:moveTo>
                <a:cubicBezTo>
                  <a:pt x="1397137" y="530228"/>
                  <a:pt x="2942157" y="-328119"/>
                  <a:pt x="3141854" y="130833"/>
                </a:cubicBezTo>
                <a:cubicBezTo>
                  <a:pt x="3341551" y="589785"/>
                  <a:pt x="2644367" y="1160846"/>
                  <a:pt x="2574297" y="1644322"/>
                </a:cubicBezTo>
                <a:cubicBezTo>
                  <a:pt x="2504227" y="2127798"/>
                  <a:pt x="2788005" y="3045702"/>
                  <a:pt x="2322047" y="3452102"/>
                </a:cubicBezTo>
                <a:cubicBezTo>
                  <a:pt x="1856089" y="3858502"/>
                  <a:pt x="253064" y="3291335"/>
                  <a:pt x="51812" y="2642806"/>
                </a:cubicBezTo>
                <a:cubicBezTo>
                  <a:pt x="-149440" y="1994277"/>
                  <a:pt x="262019" y="1497178"/>
                  <a:pt x="829578" y="1013703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02BA19-22BB-9749-A27A-7E43EF05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1223AABF-8467-4E9F-86F5-1F1ECB8048B1}"/>
              </a:ext>
            </a:extLst>
          </p:cNvPr>
          <p:cNvSpPr/>
          <p:nvPr userDrawn="1"/>
        </p:nvSpPr>
        <p:spPr>
          <a:xfrm rot="19240800">
            <a:off x="-3534515" y="-2092408"/>
            <a:ext cx="6636396" cy="4457866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  <a:gd name="connsiteX0" fmla="*/ 1599 w 3099681"/>
              <a:gd name="connsiteY0" fmla="*/ 1556274 h 2805936"/>
              <a:gd name="connsiteX1" fmla="*/ 1160720 w 3099681"/>
              <a:gd name="connsiteY1" fmla="*/ 52 h 2805936"/>
              <a:gd name="connsiteX2" fmla="*/ 3097014 w 3099681"/>
              <a:gd name="connsiteY2" fmla="*/ 1505235 h 2805936"/>
              <a:gd name="connsiteX3" fmla="*/ 1544195 w 3099681"/>
              <a:gd name="connsiteY3" fmla="*/ 2805835 h 2805936"/>
              <a:gd name="connsiteX4" fmla="*/ 1599 w 3099681"/>
              <a:gd name="connsiteY4" fmla="*/ 1556274 h 2805936"/>
              <a:gd name="connsiteX0" fmla="*/ 1599 w 3098266"/>
              <a:gd name="connsiteY0" fmla="*/ 1556274 h 2805936"/>
              <a:gd name="connsiteX1" fmla="*/ 1160720 w 3098266"/>
              <a:gd name="connsiteY1" fmla="*/ 52 h 2805936"/>
              <a:gd name="connsiteX2" fmla="*/ 3097014 w 3098266"/>
              <a:gd name="connsiteY2" fmla="*/ 1505235 h 2805936"/>
              <a:gd name="connsiteX3" fmla="*/ 1544195 w 3098266"/>
              <a:gd name="connsiteY3" fmla="*/ 2805835 h 2805936"/>
              <a:gd name="connsiteX4" fmla="*/ 1599 w 3098266"/>
              <a:gd name="connsiteY4" fmla="*/ 1556274 h 2805936"/>
              <a:gd name="connsiteX0" fmla="*/ 6698 w 3107113"/>
              <a:gd name="connsiteY0" fmla="*/ 1556268 h 1995204"/>
              <a:gd name="connsiteX1" fmla="*/ 1165819 w 3107113"/>
              <a:gd name="connsiteY1" fmla="*/ 46 h 1995204"/>
              <a:gd name="connsiteX2" fmla="*/ 3102113 w 3107113"/>
              <a:gd name="connsiteY2" fmla="*/ 1505229 h 1995204"/>
              <a:gd name="connsiteX3" fmla="*/ 1670895 w 3107113"/>
              <a:gd name="connsiteY3" fmla="*/ 1994767 h 1995204"/>
              <a:gd name="connsiteX4" fmla="*/ 6698 w 3107113"/>
              <a:gd name="connsiteY4" fmla="*/ 1556268 h 1995204"/>
              <a:gd name="connsiteX0" fmla="*/ 6698 w 3107610"/>
              <a:gd name="connsiteY0" fmla="*/ 1556268 h 2094159"/>
              <a:gd name="connsiteX1" fmla="*/ 1165819 w 3107610"/>
              <a:gd name="connsiteY1" fmla="*/ 46 h 2094159"/>
              <a:gd name="connsiteX2" fmla="*/ 3102113 w 3107610"/>
              <a:gd name="connsiteY2" fmla="*/ 1505229 h 2094159"/>
              <a:gd name="connsiteX3" fmla="*/ 1670895 w 3107610"/>
              <a:gd name="connsiteY3" fmla="*/ 1994767 h 2094159"/>
              <a:gd name="connsiteX4" fmla="*/ 6698 w 3107610"/>
              <a:gd name="connsiteY4" fmla="*/ 1556268 h 2094159"/>
              <a:gd name="connsiteX0" fmla="*/ 6698 w 3108326"/>
              <a:gd name="connsiteY0" fmla="*/ 1556268 h 2032117"/>
              <a:gd name="connsiteX1" fmla="*/ 1165819 w 3108326"/>
              <a:gd name="connsiteY1" fmla="*/ 46 h 2032117"/>
              <a:gd name="connsiteX2" fmla="*/ 3102113 w 3108326"/>
              <a:gd name="connsiteY2" fmla="*/ 1505229 h 2032117"/>
              <a:gd name="connsiteX3" fmla="*/ 1670895 w 3108326"/>
              <a:gd name="connsiteY3" fmla="*/ 1994767 h 2032117"/>
              <a:gd name="connsiteX4" fmla="*/ 6698 w 3108326"/>
              <a:gd name="connsiteY4" fmla="*/ 1556268 h 2032117"/>
              <a:gd name="connsiteX0" fmla="*/ 2700 w 3101149"/>
              <a:gd name="connsiteY0" fmla="*/ 1588985 h 2065259"/>
              <a:gd name="connsiteX1" fmla="*/ 1324169 w 3101149"/>
              <a:gd name="connsiteY1" fmla="*/ 44 h 2065259"/>
              <a:gd name="connsiteX2" fmla="*/ 3098115 w 3101149"/>
              <a:gd name="connsiteY2" fmla="*/ 1537946 h 2065259"/>
              <a:gd name="connsiteX3" fmla="*/ 1666897 w 3101149"/>
              <a:gd name="connsiteY3" fmla="*/ 2027484 h 2065259"/>
              <a:gd name="connsiteX4" fmla="*/ 2700 w 3101149"/>
              <a:gd name="connsiteY4" fmla="*/ 1588985 h 2065259"/>
              <a:gd name="connsiteX0" fmla="*/ 2700 w 3100106"/>
              <a:gd name="connsiteY0" fmla="*/ 1588985 h 2163738"/>
              <a:gd name="connsiteX1" fmla="*/ 1324169 w 3100106"/>
              <a:gd name="connsiteY1" fmla="*/ 44 h 2163738"/>
              <a:gd name="connsiteX2" fmla="*/ 3098115 w 3100106"/>
              <a:gd name="connsiteY2" fmla="*/ 1537946 h 2163738"/>
              <a:gd name="connsiteX3" fmla="*/ 1666897 w 3100106"/>
              <a:gd name="connsiteY3" fmla="*/ 2027484 h 2163738"/>
              <a:gd name="connsiteX4" fmla="*/ 2700 w 3100106"/>
              <a:gd name="connsiteY4" fmla="*/ 1588985 h 2163738"/>
              <a:gd name="connsiteX0" fmla="*/ 2700 w 3100834"/>
              <a:gd name="connsiteY0" fmla="*/ 1588985 h 2056082"/>
              <a:gd name="connsiteX1" fmla="*/ 1324169 w 3100834"/>
              <a:gd name="connsiteY1" fmla="*/ 44 h 2056082"/>
              <a:gd name="connsiteX2" fmla="*/ 3098115 w 3100834"/>
              <a:gd name="connsiteY2" fmla="*/ 1537946 h 2056082"/>
              <a:gd name="connsiteX3" fmla="*/ 1666897 w 3100834"/>
              <a:gd name="connsiteY3" fmla="*/ 2027484 h 2056082"/>
              <a:gd name="connsiteX4" fmla="*/ 2700 w 3100834"/>
              <a:gd name="connsiteY4" fmla="*/ 1588985 h 2056082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1100" h="2041075">
                <a:moveTo>
                  <a:pt x="2700" y="1588985"/>
                </a:moveTo>
                <a:cubicBezTo>
                  <a:pt x="-54421" y="1251078"/>
                  <a:pt x="808267" y="8550"/>
                  <a:pt x="1324169" y="44"/>
                </a:cubicBezTo>
                <a:cubicBezTo>
                  <a:pt x="1840071" y="-8462"/>
                  <a:pt x="3040994" y="1200039"/>
                  <a:pt x="3098115" y="1537946"/>
                </a:cubicBezTo>
                <a:cubicBezTo>
                  <a:pt x="3155236" y="1875853"/>
                  <a:pt x="2382291" y="1963492"/>
                  <a:pt x="1666897" y="2027484"/>
                </a:cubicBezTo>
                <a:cubicBezTo>
                  <a:pt x="951503" y="2091476"/>
                  <a:pt x="59821" y="1926892"/>
                  <a:pt x="2700" y="1588985"/>
                </a:cubicBezTo>
                <a:close/>
              </a:path>
            </a:pathLst>
          </a:custGeom>
          <a:solidFill>
            <a:srgbClr val="F07F3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4B41898A-F8F9-4A92-44E7-C6856EDDF897}"/>
              </a:ext>
            </a:extLst>
          </p:cNvPr>
          <p:cNvSpPr/>
          <p:nvPr userDrawn="1"/>
        </p:nvSpPr>
        <p:spPr>
          <a:xfrm rot="18508693">
            <a:off x="-3762534" y="-3706289"/>
            <a:ext cx="6589168" cy="62760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noFill/>
          <a:ln w="76200">
            <a:solidFill>
              <a:srgbClr val="F07F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BC239B9-97EB-8147-A4B5-809E65FFB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2861"/>
            <a:ext cx="9144000" cy="1767223"/>
          </a:xfrm>
        </p:spPr>
        <p:txBody>
          <a:bodyPr anchor="b">
            <a:normAutofit/>
          </a:bodyPr>
          <a:lstStyle>
            <a:lvl1pPr algn="ctr">
              <a:defRPr sz="48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607B9D97-45D6-2E45-6F24-F1A04C2406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81150" y="2465388"/>
            <a:ext cx="9086850" cy="3890962"/>
          </a:xfrm>
        </p:spPr>
        <p:txBody>
          <a:bodyPr/>
          <a:lstStyle>
            <a:lvl1pPr marL="0" indent="0" algn="ctr">
              <a:buNone/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52D0D56-C509-3DFF-19F7-E0666DDDFD9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98C62A5-C458-9AF0-7E22-D578BCD73D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9721" y="6093676"/>
            <a:ext cx="431554" cy="55848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B6EFBF2-1106-553F-47A3-7781EA1B392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F570B224-0750-461E-270C-21E5C47D128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25451" y="6038569"/>
            <a:ext cx="485673" cy="628517"/>
          </a:xfrm>
          <a:prstGeom prst="rect">
            <a:avLst/>
          </a:prstGeom>
        </p:spPr>
      </p:pic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56025BD0-DFC7-9370-5F39-C4EE04AB27D2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8372798" y="5651780"/>
            <a:chExt cx="5498261" cy="2530969"/>
          </a:xfrm>
        </p:grpSpPr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2CD07D8F-CB3A-3B22-C5A4-BABDAD157337}"/>
                </a:ext>
              </a:extLst>
            </p:cNvPr>
            <p:cNvGrpSpPr/>
            <p:nvPr userDrawn="1"/>
          </p:nvGrpSpPr>
          <p:grpSpPr>
            <a:xfrm>
              <a:off x="8372798" y="5651780"/>
              <a:ext cx="5498261" cy="2530969"/>
              <a:chOff x="6265416" y="5268016"/>
              <a:chExt cx="7318186" cy="3368719"/>
            </a:xfrm>
          </p:grpSpPr>
          <p:sp>
            <p:nvSpPr>
              <p:cNvPr id="15" name="Freihandform 14">
                <a:extLst>
                  <a:ext uri="{FF2B5EF4-FFF2-40B4-BE49-F238E27FC236}">
                    <a16:creationId xmlns:a16="http://schemas.microsoft.com/office/drawing/2014/main" id="{59190A98-71F0-E3EA-E28A-A615FF51D475}"/>
                  </a:ext>
                </a:extLst>
              </p:cNvPr>
              <p:cNvSpPr/>
              <p:nvPr/>
            </p:nvSpPr>
            <p:spPr>
              <a:xfrm rot="19708695">
                <a:off x="6265416" y="5268016"/>
                <a:ext cx="6636396" cy="3214341"/>
              </a:xfrm>
              <a:custGeom>
                <a:avLst/>
                <a:gdLst>
                  <a:gd name="connsiteX0" fmla="*/ 346842 w 3373821"/>
                  <a:gd name="connsiteY0" fmla="*/ 283779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346842 w 3373821"/>
                  <a:gd name="connsiteY5" fmla="*/ 283779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882870 h 3310759"/>
                  <a:gd name="connsiteX1" fmla="*/ 3090042 w 3373821"/>
                  <a:gd name="connsiteY1" fmla="*/ 0 h 3310759"/>
                  <a:gd name="connsiteX2" fmla="*/ 3373821 w 3373821"/>
                  <a:gd name="connsiteY2" fmla="*/ 1849821 h 3310759"/>
                  <a:gd name="connsiteX3" fmla="*/ 1902373 w 3373821"/>
                  <a:gd name="connsiteY3" fmla="*/ 3310759 h 3310759"/>
                  <a:gd name="connsiteX4" fmla="*/ 0 w 3373821"/>
                  <a:gd name="connsiteY4" fmla="*/ 2511973 h 3310759"/>
                  <a:gd name="connsiteX5" fmla="*/ 777766 w 3373821"/>
                  <a:gd name="connsiteY5" fmla="*/ 882870 h 3310759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35451 h 3463340"/>
                  <a:gd name="connsiteX1" fmla="*/ 3090042 w 3373821"/>
                  <a:gd name="connsiteY1" fmla="*/ 152581 h 3463340"/>
                  <a:gd name="connsiteX2" fmla="*/ 3373821 w 3373821"/>
                  <a:gd name="connsiteY2" fmla="*/ 2002402 h 3463340"/>
                  <a:gd name="connsiteX3" fmla="*/ 1902373 w 3373821"/>
                  <a:gd name="connsiteY3" fmla="*/ 3463340 h 3463340"/>
                  <a:gd name="connsiteX4" fmla="*/ 0 w 3373821"/>
                  <a:gd name="connsiteY4" fmla="*/ 2664554 h 3463340"/>
                  <a:gd name="connsiteX5" fmla="*/ 777766 w 3373821"/>
                  <a:gd name="connsiteY5" fmla="*/ 1035451 h 3463340"/>
                  <a:gd name="connsiteX0" fmla="*/ 777766 w 3468415"/>
                  <a:gd name="connsiteY0" fmla="*/ 1035451 h 3463340"/>
                  <a:gd name="connsiteX1" fmla="*/ 3090042 w 3468415"/>
                  <a:gd name="connsiteY1" fmla="*/ 152581 h 3463340"/>
                  <a:gd name="connsiteX2" fmla="*/ 3468415 w 3468415"/>
                  <a:gd name="connsiteY2" fmla="*/ 2202098 h 3463340"/>
                  <a:gd name="connsiteX3" fmla="*/ 1902373 w 3468415"/>
                  <a:gd name="connsiteY3" fmla="*/ 3463340 h 3463340"/>
                  <a:gd name="connsiteX4" fmla="*/ 0 w 3468415"/>
                  <a:gd name="connsiteY4" fmla="*/ 2664554 h 3463340"/>
                  <a:gd name="connsiteX5" fmla="*/ 777766 w 3468415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3748"/>
                  <a:gd name="connsiteX1" fmla="*/ 3090042 w 3520921"/>
                  <a:gd name="connsiteY1" fmla="*/ 152581 h 3463748"/>
                  <a:gd name="connsiteX2" fmla="*/ 3468415 w 3520921"/>
                  <a:gd name="connsiteY2" fmla="*/ 2202098 h 3463748"/>
                  <a:gd name="connsiteX3" fmla="*/ 1902373 w 3520921"/>
                  <a:gd name="connsiteY3" fmla="*/ 3463340 h 3463748"/>
                  <a:gd name="connsiteX4" fmla="*/ 0 w 3520921"/>
                  <a:gd name="connsiteY4" fmla="*/ 2664554 h 3463748"/>
                  <a:gd name="connsiteX5" fmla="*/ 777766 w 3520921"/>
                  <a:gd name="connsiteY5" fmla="*/ 1035451 h 3463748"/>
                  <a:gd name="connsiteX0" fmla="*/ 815379 w 3558534"/>
                  <a:gd name="connsiteY0" fmla="*/ 1035451 h 3463748"/>
                  <a:gd name="connsiteX1" fmla="*/ 3127655 w 3558534"/>
                  <a:gd name="connsiteY1" fmla="*/ 152581 h 3463748"/>
                  <a:gd name="connsiteX2" fmla="*/ 3506028 w 3558534"/>
                  <a:gd name="connsiteY2" fmla="*/ 2202098 h 3463748"/>
                  <a:gd name="connsiteX3" fmla="*/ 1939986 w 3558534"/>
                  <a:gd name="connsiteY3" fmla="*/ 3463340 h 3463748"/>
                  <a:gd name="connsiteX4" fmla="*/ 37613 w 3558534"/>
                  <a:gd name="connsiteY4" fmla="*/ 2664554 h 3463748"/>
                  <a:gd name="connsiteX5" fmla="*/ 815379 w 3558534"/>
                  <a:gd name="connsiteY5" fmla="*/ 1035451 h 3463748"/>
                  <a:gd name="connsiteX0" fmla="*/ 815379 w 3558534"/>
                  <a:gd name="connsiteY0" fmla="*/ 1035451 h 3464371"/>
                  <a:gd name="connsiteX1" fmla="*/ 3127655 w 3558534"/>
                  <a:gd name="connsiteY1" fmla="*/ 152581 h 3464371"/>
                  <a:gd name="connsiteX2" fmla="*/ 3506028 w 3558534"/>
                  <a:gd name="connsiteY2" fmla="*/ 2202098 h 3464371"/>
                  <a:gd name="connsiteX3" fmla="*/ 1939986 w 3558534"/>
                  <a:gd name="connsiteY3" fmla="*/ 3463340 h 3464371"/>
                  <a:gd name="connsiteX4" fmla="*/ 37613 w 3558534"/>
                  <a:gd name="connsiteY4" fmla="*/ 2664554 h 3464371"/>
                  <a:gd name="connsiteX5" fmla="*/ 815379 w 3558534"/>
                  <a:gd name="connsiteY5" fmla="*/ 1035451 h 3464371"/>
                  <a:gd name="connsiteX0" fmla="*/ 815379 w 3150376"/>
                  <a:gd name="connsiteY0" fmla="*/ 1035451 h 3464371"/>
                  <a:gd name="connsiteX1" fmla="*/ 3127655 w 3150376"/>
                  <a:gd name="connsiteY1" fmla="*/ 152581 h 3464371"/>
                  <a:gd name="connsiteX2" fmla="*/ 1961008 w 3150376"/>
                  <a:gd name="connsiteY2" fmla="*/ 1655560 h 3464371"/>
                  <a:gd name="connsiteX3" fmla="*/ 1939986 w 3150376"/>
                  <a:gd name="connsiteY3" fmla="*/ 3463340 h 3464371"/>
                  <a:gd name="connsiteX4" fmla="*/ 37613 w 3150376"/>
                  <a:gd name="connsiteY4" fmla="*/ 2664554 h 3464371"/>
                  <a:gd name="connsiteX5" fmla="*/ 815379 w 3150376"/>
                  <a:gd name="connsiteY5" fmla="*/ 1035451 h 3464371"/>
                  <a:gd name="connsiteX0" fmla="*/ 815379 w 3162532"/>
                  <a:gd name="connsiteY0" fmla="*/ 1035451 h 3464371"/>
                  <a:gd name="connsiteX1" fmla="*/ 3127655 w 3162532"/>
                  <a:gd name="connsiteY1" fmla="*/ 152581 h 3464371"/>
                  <a:gd name="connsiteX2" fmla="*/ 2423463 w 3162532"/>
                  <a:gd name="connsiteY2" fmla="*/ 1645049 h 3464371"/>
                  <a:gd name="connsiteX3" fmla="*/ 1939986 w 3162532"/>
                  <a:gd name="connsiteY3" fmla="*/ 3463340 h 3464371"/>
                  <a:gd name="connsiteX4" fmla="*/ 37613 w 3162532"/>
                  <a:gd name="connsiteY4" fmla="*/ 2664554 h 3464371"/>
                  <a:gd name="connsiteX5" fmla="*/ 815379 w 3162532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606310"/>
                  <a:gd name="connsiteX1" fmla="*/ 3127655 w 3171514"/>
                  <a:gd name="connsiteY1" fmla="*/ 152581 h 3606310"/>
                  <a:gd name="connsiteX2" fmla="*/ 2423463 w 3171514"/>
                  <a:gd name="connsiteY2" fmla="*/ 1645049 h 3606310"/>
                  <a:gd name="connsiteX3" fmla="*/ 2307848 w 3171514"/>
                  <a:gd name="connsiteY3" fmla="*/ 3473850 h 3606310"/>
                  <a:gd name="connsiteX4" fmla="*/ 37613 w 3171514"/>
                  <a:gd name="connsiteY4" fmla="*/ 2664554 h 3606310"/>
                  <a:gd name="connsiteX5" fmla="*/ 815379 w 3171514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64502"/>
                  <a:gd name="connsiteY0" fmla="*/ 1035451 h 3606310"/>
                  <a:gd name="connsiteX1" fmla="*/ 3127655 w 3164502"/>
                  <a:gd name="connsiteY1" fmla="*/ 152581 h 3606310"/>
                  <a:gd name="connsiteX2" fmla="*/ 2560098 w 3164502"/>
                  <a:gd name="connsiteY2" fmla="*/ 1666070 h 3606310"/>
                  <a:gd name="connsiteX3" fmla="*/ 2307848 w 3164502"/>
                  <a:gd name="connsiteY3" fmla="*/ 3473850 h 3606310"/>
                  <a:gd name="connsiteX4" fmla="*/ 37613 w 3164502"/>
                  <a:gd name="connsiteY4" fmla="*/ 2664554 h 3606310"/>
                  <a:gd name="connsiteX5" fmla="*/ 815379 w 3164502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29312 w 3176710"/>
                  <a:gd name="connsiteY0" fmla="*/ 1035451 h 3606310"/>
                  <a:gd name="connsiteX1" fmla="*/ 3141588 w 3176710"/>
                  <a:gd name="connsiteY1" fmla="*/ 152581 h 3606310"/>
                  <a:gd name="connsiteX2" fmla="*/ 2574031 w 3176710"/>
                  <a:gd name="connsiteY2" fmla="*/ 1666070 h 3606310"/>
                  <a:gd name="connsiteX3" fmla="*/ 2321781 w 3176710"/>
                  <a:gd name="connsiteY3" fmla="*/ 3473850 h 3606310"/>
                  <a:gd name="connsiteX4" fmla="*/ 51546 w 3176710"/>
                  <a:gd name="connsiteY4" fmla="*/ 2664554 h 3606310"/>
                  <a:gd name="connsiteX5" fmla="*/ 829312 w 3176710"/>
                  <a:gd name="connsiteY5" fmla="*/ 1035451 h 3606310"/>
                  <a:gd name="connsiteX0" fmla="*/ 829312 w 3177410"/>
                  <a:gd name="connsiteY0" fmla="*/ 1035451 h 3606310"/>
                  <a:gd name="connsiteX1" fmla="*/ 3141588 w 3177410"/>
                  <a:gd name="connsiteY1" fmla="*/ 152581 h 3606310"/>
                  <a:gd name="connsiteX2" fmla="*/ 2574031 w 3177410"/>
                  <a:gd name="connsiteY2" fmla="*/ 1666070 h 3606310"/>
                  <a:gd name="connsiteX3" fmla="*/ 2321781 w 3177410"/>
                  <a:gd name="connsiteY3" fmla="*/ 3473850 h 3606310"/>
                  <a:gd name="connsiteX4" fmla="*/ 51546 w 3177410"/>
                  <a:gd name="connsiteY4" fmla="*/ 2664554 h 3606310"/>
                  <a:gd name="connsiteX5" fmla="*/ 829312 w 3177410"/>
                  <a:gd name="connsiteY5" fmla="*/ 1035451 h 3606310"/>
                  <a:gd name="connsiteX0" fmla="*/ 829312 w 3177410"/>
                  <a:gd name="connsiteY0" fmla="*/ 1013703 h 3584562"/>
                  <a:gd name="connsiteX1" fmla="*/ 3141588 w 3177410"/>
                  <a:gd name="connsiteY1" fmla="*/ 130833 h 3584562"/>
                  <a:gd name="connsiteX2" fmla="*/ 2574031 w 3177410"/>
                  <a:gd name="connsiteY2" fmla="*/ 1644322 h 3584562"/>
                  <a:gd name="connsiteX3" fmla="*/ 2321781 w 3177410"/>
                  <a:gd name="connsiteY3" fmla="*/ 3452102 h 3584562"/>
                  <a:gd name="connsiteX4" fmla="*/ 51546 w 3177410"/>
                  <a:gd name="connsiteY4" fmla="*/ 2642806 h 3584562"/>
                  <a:gd name="connsiteX5" fmla="*/ 829312 w 3177410"/>
                  <a:gd name="connsiteY5" fmla="*/ 1013703 h 3584562"/>
                  <a:gd name="connsiteX0" fmla="*/ 829578 w 3177676"/>
                  <a:gd name="connsiteY0" fmla="*/ 1013703 h 3584562"/>
                  <a:gd name="connsiteX1" fmla="*/ 3141854 w 3177676"/>
                  <a:gd name="connsiteY1" fmla="*/ 130833 h 3584562"/>
                  <a:gd name="connsiteX2" fmla="*/ 2574297 w 3177676"/>
                  <a:gd name="connsiteY2" fmla="*/ 1644322 h 3584562"/>
                  <a:gd name="connsiteX3" fmla="*/ 2322047 w 3177676"/>
                  <a:gd name="connsiteY3" fmla="*/ 3452102 h 3584562"/>
                  <a:gd name="connsiteX4" fmla="*/ 51812 w 3177676"/>
                  <a:gd name="connsiteY4" fmla="*/ 2642806 h 3584562"/>
                  <a:gd name="connsiteX5" fmla="*/ 829578 w 3177676"/>
                  <a:gd name="connsiteY5" fmla="*/ 1013703 h 3584562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11178 w 2672400"/>
                  <a:gd name="connsiteY0" fmla="*/ 7864 h 2583061"/>
                  <a:gd name="connsiteX1" fmla="*/ 1318755 w 2672400"/>
                  <a:gd name="connsiteY1" fmla="*/ 1092175 h 2583061"/>
                  <a:gd name="connsiteX2" fmla="*/ 2555897 w 2672400"/>
                  <a:gd name="connsiteY2" fmla="*/ 638483 h 2583061"/>
                  <a:gd name="connsiteX3" fmla="*/ 2303647 w 2672400"/>
                  <a:gd name="connsiteY3" fmla="*/ 2446263 h 2583061"/>
                  <a:gd name="connsiteX4" fmla="*/ 33412 w 2672400"/>
                  <a:gd name="connsiteY4" fmla="*/ 1636967 h 2583061"/>
                  <a:gd name="connsiteX5" fmla="*/ 811178 w 2672400"/>
                  <a:gd name="connsiteY5" fmla="*/ 7864 h 2583061"/>
                  <a:gd name="connsiteX0" fmla="*/ 811178 w 3223026"/>
                  <a:gd name="connsiteY0" fmla="*/ 5596 h 2477281"/>
                  <a:gd name="connsiteX1" fmla="*/ 1318755 w 3223026"/>
                  <a:gd name="connsiteY1" fmla="*/ 1089907 h 2477281"/>
                  <a:gd name="connsiteX2" fmla="*/ 3192488 w 3223026"/>
                  <a:gd name="connsiteY2" fmla="*/ 802600 h 2477281"/>
                  <a:gd name="connsiteX3" fmla="*/ 2303647 w 3223026"/>
                  <a:gd name="connsiteY3" fmla="*/ 2443995 h 2477281"/>
                  <a:gd name="connsiteX4" fmla="*/ 33412 w 3223026"/>
                  <a:gd name="connsiteY4" fmla="*/ 1634699 h 2477281"/>
                  <a:gd name="connsiteX5" fmla="*/ 811178 w 3223026"/>
                  <a:gd name="connsiteY5" fmla="*/ 5596 h 2477281"/>
                  <a:gd name="connsiteX0" fmla="*/ 846588 w 3330250"/>
                  <a:gd name="connsiteY0" fmla="*/ 5596 h 2432711"/>
                  <a:gd name="connsiteX1" fmla="*/ 1354165 w 3330250"/>
                  <a:gd name="connsiteY1" fmla="*/ 1089907 h 2432711"/>
                  <a:gd name="connsiteX2" fmla="*/ 3227898 w 3330250"/>
                  <a:gd name="connsiteY2" fmla="*/ 802600 h 2432711"/>
                  <a:gd name="connsiteX3" fmla="*/ 2761796 w 3330250"/>
                  <a:gd name="connsiteY3" fmla="*/ 2409553 h 2432711"/>
                  <a:gd name="connsiteX4" fmla="*/ 68822 w 3330250"/>
                  <a:gd name="connsiteY4" fmla="*/ 1634699 h 2432711"/>
                  <a:gd name="connsiteX5" fmla="*/ 846588 w 3330250"/>
                  <a:gd name="connsiteY5" fmla="*/ 5596 h 2432711"/>
                  <a:gd name="connsiteX0" fmla="*/ 846588 w 3514825"/>
                  <a:gd name="connsiteY0" fmla="*/ 5596 h 2432711"/>
                  <a:gd name="connsiteX1" fmla="*/ 1354165 w 3514825"/>
                  <a:gd name="connsiteY1" fmla="*/ 1089907 h 2432711"/>
                  <a:gd name="connsiteX2" fmla="*/ 3227898 w 3514825"/>
                  <a:gd name="connsiteY2" fmla="*/ 802600 h 2432711"/>
                  <a:gd name="connsiteX3" fmla="*/ 2761796 w 3514825"/>
                  <a:gd name="connsiteY3" fmla="*/ 2409553 h 2432711"/>
                  <a:gd name="connsiteX4" fmla="*/ 68822 w 3514825"/>
                  <a:gd name="connsiteY4" fmla="*/ 1634699 h 2432711"/>
                  <a:gd name="connsiteX5" fmla="*/ 846588 w 3514825"/>
                  <a:gd name="connsiteY5" fmla="*/ 5596 h 2432711"/>
                  <a:gd name="connsiteX0" fmla="*/ 875402 w 3543639"/>
                  <a:gd name="connsiteY0" fmla="*/ 2708 h 2429823"/>
                  <a:gd name="connsiteX1" fmla="*/ 1382979 w 3543639"/>
                  <a:gd name="connsiteY1" fmla="*/ 1087019 h 2429823"/>
                  <a:gd name="connsiteX2" fmla="*/ 3256712 w 3543639"/>
                  <a:gd name="connsiteY2" fmla="*/ 799712 h 2429823"/>
                  <a:gd name="connsiteX3" fmla="*/ 2790610 w 3543639"/>
                  <a:gd name="connsiteY3" fmla="*/ 2406665 h 2429823"/>
                  <a:gd name="connsiteX4" fmla="*/ 97636 w 3543639"/>
                  <a:gd name="connsiteY4" fmla="*/ 1631811 h 2429823"/>
                  <a:gd name="connsiteX5" fmla="*/ 875402 w 3543639"/>
                  <a:gd name="connsiteY5" fmla="*/ 2708 h 2429823"/>
                  <a:gd name="connsiteX0" fmla="*/ 1035116 w 3703353"/>
                  <a:gd name="connsiteY0" fmla="*/ 3586 h 2450893"/>
                  <a:gd name="connsiteX1" fmla="*/ 1542693 w 3703353"/>
                  <a:gd name="connsiteY1" fmla="*/ 1087897 h 2450893"/>
                  <a:gd name="connsiteX2" fmla="*/ 3416426 w 3703353"/>
                  <a:gd name="connsiteY2" fmla="*/ 800590 h 2450893"/>
                  <a:gd name="connsiteX3" fmla="*/ 2950324 w 3703353"/>
                  <a:gd name="connsiteY3" fmla="*/ 2407543 h 2450893"/>
                  <a:gd name="connsiteX4" fmla="*/ 257350 w 3703353"/>
                  <a:gd name="connsiteY4" fmla="*/ 1632689 h 2450893"/>
                  <a:gd name="connsiteX5" fmla="*/ 1035116 w 3703353"/>
                  <a:gd name="connsiteY5" fmla="*/ 3586 h 2450893"/>
                  <a:gd name="connsiteX0" fmla="*/ 991689 w 3462563"/>
                  <a:gd name="connsiteY0" fmla="*/ 10605 h 2457912"/>
                  <a:gd name="connsiteX1" fmla="*/ 1674106 w 3462563"/>
                  <a:gd name="connsiteY1" fmla="*/ 930710 h 2457912"/>
                  <a:gd name="connsiteX2" fmla="*/ 3372999 w 3462563"/>
                  <a:gd name="connsiteY2" fmla="*/ 807609 h 2457912"/>
                  <a:gd name="connsiteX3" fmla="*/ 2906897 w 3462563"/>
                  <a:gd name="connsiteY3" fmla="*/ 2414562 h 2457912"/>
                  <a:gd name="connsiteX4" fmla="*/ 213923 w 3462563"/>
                  <a:gd name="connsiteY4" fmla="*/ 1639708 h 2457912"/>
                  <a:gd name="connsiteX5" fmla="*/ 991689 w 3462563"/>
                  <a:gd name="connsiteY5" fmla="*/ 10605 h 2457912"/>
                  <a:gd name="connsiteX0" fmla="*/ 991689 w 3644113"/>
                  <a:gd name="connsiteY0" fmla="*/ 10605 h 2457912"/>
                  <a:gd name="connsiteX1" fmla="*/ 1674106 w 3644113"/>
                  <a:gd name="connsiteY1" fmla="*/ 930710 h 2457912"/>
                  <a:gd name="connsiteX2" fmla="*/ 3372999 w 3644113"/>
                  <a:gd name="connsiteY2" fmla="*/ 807609 h 2457912"/>
                  <a:gd name="connsiteX3" fmla="*/ 2906897 w 3644113"/>
                  <a:gd name="connsiteY3" fmla="*/ 2414562 h 2457912"/>
                  <a:gd name="connsiteX4" fmla="*/ 213923 w 3644113"/>
                  <a:gd name="connsiteY4" fmla="*/ 1639708 h 2457912"/>
                  <a:gd name="connsiteX5" fmla="*/ 991689 w 3644113"/>
                  <a:gd name="connsiteY5" fmla="*/ 10605 h 2457912"/>
                  <a:gd name="connsiteX0" fmla="*/ 1054352 w 3706777"/>
                  <a:gd name="connsiteY0" fmla="*/ 1046 h 2448353"/>
                  <a:gd name="connsiteX1" fmla="*/ 1736769 w 3706777"/>
                  <a:gd name="connsiteY1" fmla="*/ 921151 h 2448353"/>
                  <a:gd name="connsiteX2" fmla="*/ 3435662 w 3706777"/>
                  <a:gd name="connsiteY2" fmla="*/ 798050 h 2448353"/>
                  <a:gd name="connsiteX3" fmla="*/ 2969560 w 3706777"/>
                  <a:gd name="connsiteY3" fmla="*/ 2405003 h 2448353"/>
                  <a:gd name="connsiteX4" fmla="*/ 276586 w 3706777"/>
                  <a:gd name="connsiteY4" fmla="*/ 1630149 h 2448353"/>
                  <a:gd name="connsiteX5" fmla="*/ 1054352 w 3706777"/>
                  <a:gd name="connsiteY5" fmla="*/ 1046 h 2448353"/>
                  <a:gd name="connsiteX0" fmla="*/ 590056 w 3683836"/>
                  <a:gd name="connsiteY0" fmla="*/ 1109 h 1961431"/>
                  <a:gd name="connsiteX1" fmla="*/ 1713828 w 3683836"/>
                  <a:gd name="connsiteY1" fmla="*/ 456838 h 1961431"/>
                  <a:gd name="connsiteX2" fmla="*/ 3412721 w 3683836"/>
                  <a:gd name="connsiteY2" fmla="*/ 333737 h 1961431"/>
                  <a:gd name="connsiteX3" fmla="*/ 2946619 w 3683836"/>
                  <a:gd name="connsiteY3" fmla="*/ 1940690 h 1961431"/>
                  <a:gd name="connsiteX4" fmla="*/ 253645 w 3683836"/>
                  <a:gd name="connsiteY4" fmla="*/ 1165836 h 1961431"/>
                  <a:gd name="connsiteX5" fmla="*/ 590056 w 3683836"/>
                  <a:gd name="connsiteY5" fmla="*/ 1109 h 1961431"/>
                  <a:gd name="connsiteX0" fmla="*/ 577152 w 3670932"/>
                  <a:gd name="connsiteY0" fmla="*/ 28557 h 1988879"/>
                  <a:gd name="connsiteX1" fmla="*/ 1700924 w 3670932"/>
                  <a:gd name="connsiteY1" fmla="*/ 484286 h 1988879"/>
                  <a:gd name="connsiteX2" fmla="*/ 3399817 w 3670932"/>
                  <a:gd name="connsiteY2" fmla="*/ 361185 h 1988879"/>
                  <a:gd name="connsiteX3" fmla="*/ 2933715 w 3670932"/>
                  <a:gd name="connsiteY3" fmla="*/ 1968138 h 1988879"/>
                  <a:gd name="connsiteX4" fmla="*/ 240741 w 3670932"/>
                  <a:gd name="connsiteY4" fmla="*/ 1193284 h 1988879"/>
                  <a:gd name="connsiteX5" fmla="*/ 577152 w 3670932"/>
                  <a:gd name="connsiteY5" fmla="*/ 28557 h 1988879"/>
                  <a:gd name="connsiteX0" fmla="*/ 5660 w 3065770"/>
                  <a:gd name="connsiteY0" fmla="*/ 41752 h 2084853"/>
                  <a:gd name="connsiteX1" fmla="*/ 1129432 w 3065770"/>
                  <a:gd name="connsiteY1" fmla="*/ 497481 h 2084853"/>
                  <a:gd name="connsiteX2" fmla="*/ 2828325 w 3065770"/>
                  <a:gd name="connsiteY2" fmla="*/ 374380 h 2084853"/>
                  <a:gd name="connsiteX3" fmla="*/ 2362223 w 3065770"/>
                  <a:gd name="connsiteY3" fmla="*/ 1981333 h 2084853"/>
                  <a:gd name="connsiteX4" fmla="*/ 768571 w 3065770"/>
                  <a:gd name="connsiteY4" fmla="*/ 1718703 h 2084853"/>
                  <a:gd name="connsiteX5" fmla="*/ 5660 w 3065770"/>
                  <a:gd name="connsiteY5" fmla="*/ 41752 h 2084853"/>
                  <a:gd name="connsiteX0" fmla="*/ 12471 w 3072581"/>
                  <a:gd name="connsiteY0" fmla="*/ 41752 h 2092530"/>
                  <a:gd name="connsiteX1" fmla="*/ 1136243 w 3072581"/>
                  <a:gd name="connsiteY1" fmla="*/ 497481 h 2092530"/>
                  <a:gd name="connsiteX2" fmla="*/ 2835136 w 3072581"/>
                  <a:gd name="connsiteY2" fmla="*/ 374380 h 2092530"/>
                  <a:gd name="connsiteX3" fmla="*/ 2369034 w 3072581"/>
                  <a:gd name="connsiteY3" fmla="*/ 1981333 h 2092530"/>
                  <a:gd name="connsiteX4" fmla="*/ 775382 w 3072581"/>
                  <a:gd name="connsiteY4" fmla="*/ 1718703 h 2092530"/>
                  <a:gd name="connsiteX5" fmla="*/ 12471 w 3072581"/>
                  <a:gd name="connsiteY5" fmla="*/ 41752 h 2092530"/>
                  <a:gd name="connsiteX0" fmla="*/ 2798 w 3655173"/>
                  <a:gd name="connsiteY0" fmla="*/ 869129 h 2007317"/>
                  <a:gd name="connsiteX1" fmla="*/ 1718835 w 3655173"/>
                  <a:gd name="connsiteY1" fmla="*/ 445136 h 2007317"/>
                  <a:gd name="connsiteX2" fmla="*/ 3417728 w 3655173"/>
                  <a:gd name="connsiteY2" fmla="*/ 322035 h 2007317"/>
                  <a:gd name="connsiteX3" fmla="*/ 2951626 w 3655173"/>
                  <a:gd name="connsiteY3" fmla="*/ 1928988 h 2007317"/>
                  <a:gd name="connsiteX4" fmla="*/ 1357974 w 3655173"/>
                  <a:gd name="connsiteY4" fmla="*/ 1666358 h 2007317"/>
                  <a:gd name="connsiteX5" fmla="*/ 2798 w 3655173"/>
                  <a:gd name="connsiteY5" fmla="*/ 869129 h 2007317"/>
                  <a:gd name="connsiteX0" fmla="*/ 542 w 3652917"/>
                  <a:gd name="connsiteY0" fmla="*/ 869129 h 2007318"/>
                  <a:gd name="connsiteX1" fmla="*/ 1716579 w 3652917"/>
                  <a:gd name="connsiteY1" fmla="*/ 445136 h 2007318"/>
                  <a:gd name="connsiteX2" fmla="*/ 3415472 w 3652917"/>
                  <a:gd name="connsiteY2" fmla="*/ 322035 h 2007318"/>
                  <a:gd name="connsiteX3" fmla="*/ 2949370 w 3652917"/>
                  <a:gd name="connsiteY3" fmla="*/ 1928988 h 2007318"/>
                  <a:gd name="connsiteX4" fmla="*/ 1355718 w 3652917"/>
                  <a:gd name="connsiteY4" fmla="*/ 1666358 h 2007318"/>
                  <a:gd name="connsiteX5" fmla="*/ 542 w 3652917"/>
                  <a:gd name="connsiteY5" fmla="*/ 869129 h 2007318"/>
                  <a:gd name="connsiteX0" fmla="*/ 243 w 3639926"/>
                  <a:gd name="connsiteY0" fmla="*/ 869129 h 1955507"/>
                  <a:gd name="connsiteX1" fmla="*/ 1716280 w 3639926"/>
                  <a:gd name="connsiteY1" fmla="*/ 445136 h 1955507"/>
                  <a:gd name="connsiteX2" fmla="*/ 3415173 w 3639926"/>
                  <a:gd name="connsiteY2" fmla="*/ 322035 h 1955507"/>
                  <a:gd name="connsiteX3" fmla="*/ 2949071 w 3639926"/>
                  <a:gd name="connsiteY3" fmla="*/ 1928988 h 1955507"/>
                  <a:gd name="connsiteX4" fmla="*/ 1833458 w 3639926"/>
                  <a:gd name="connsiteY4" fmla="*/ 1291535 h 1955507"/>
                  <a:gd name="connsiteX5" fmla="*/ 243 w 3639926"/>
                  <a:gd name="connsiteY5" fmla="*/ 869129 h 1955507"/>
                  <a:gd name="connsiteX0" fmla="*/ 243 w 3639926"/>
                  <a:gd name="connsiteY0" fmla="*/ 869129 h 1947022"/>
                  <a:gd name="connsiteX1" fmla="*/ 1716280 w 3639926"/>
                  <a:gd name="connsiteY1" fmla="*/ 445136 h 1947022"/>
                  <a:gd name="connsiteX2" fmla="*/ 3415173 w 3639926"/>
                  <a:gd name="connsiteY2" fmla="*/ 322035 h 1947022"/>
                  <a:gd name="connsiteX3" fmla="*/ 2949071 w 3639926"/>
                  <a:gd name="connsiteY3" fmla="*/ 1928988 h 1947022"/>
                  <a:gd name="connsiteX4" fmla="*/ 1833458 w 3639926"/>
                  <a:gd name="connsiteY4" fmla="*/ 1291535 h 1947022"/>
                  <a:gd name="connsiteX5" fmla="*/ 243 w 3639926"/>
                  <a:gd name="connsiteY5" fmla="*/ 869129 h 1947022"/>
                  <a:gd name="connsiteX0" fmla="*/ 7345 w 3647028"/>
                  <a:gd name="connsiteY0" fmla="*/ 869129 h 1947022"/>
                  <a:gd name="connsiteX1" fmla="*/ 1723382 w 3647028"/>
                  <a:gd name="connsiteY1" fmla="*/ 445136 h 1947022"/>
                  <a:gd name="connsiteX2" fmla="*/ 3422275 w 3647028"/>
                  <a:gd name="connsiteY2" fmla="*/ 322035 h 1947022"/>
                  <a:gd name="connsiteX3" fmla="*/ 2956173 w 3647028"/>
                  <a:gd name="connsiteY3" fmla="*/ 1928988 h 1947022"/>
                  <a:gd name="connsiteX4" fmla="*/ 1840560 w 3647028"/>
                  <a:gd name="connsiteY4" fmla="*/ 1291535 h 1947022"/>
                  <a:gd name="connsiteX5" fmla="*/ 7345 w 3647028"/>
                  <a:gd name="connsiteY5" fmla="*/ 869129 h 1947022"/>
                  <a:gd name="connsiteX0" fmla="*/ 7345 w 3811052"/>
                  <a:gd name="connsiteY0" fmla="*/ 869129 h 1929159"/>
                  <a:gd name="connsiteX1" fmla="*/ 1723382 w 3811052"/>
                  <a:gd name="connsiteY1" fmla="*/ 445136 h 1929159"/>
                  <a:gd name="connsiteX2" fmla="*/ 3422275 w 3811052"/>
                  <a:gd name="connsiteY2" fmla="*/ 322035 h 1929159"/>
                  <a:gd name="connsiteX3" fmla="*/ 2956173 w 3811052"/>
                  <a:gd name="connsiteY3" fmla="*/ 1928988 h 1929159"/>
                  <a:gd name="connsiteX4" fmla="*/ 1840560 w 3811052"/>
                  <a:gd name="connsiteY4" fmla="*/ 1291535 h 1929159"/>
                  <a:gd name="connsiteX5" fmla="*/ 7345 w 3811052"/>
                  <a:gd name="connsiteY5" fmla="*/ 869129 h 1929159"/>
                  <a:gd name="connsiteX0" fmla="*/ 5264 w 3937957"/>
                  <a:gd name="connsiteY0" fmla="*/ 1155023 h 1938909"/>
                  <a:gd name="connsiteX1" fmla="*/ 1850286 w 3937957"/>
                  <a:gd name="connsiteY1" fmla="*/ 454886 h 1938909"/>
                  <a:gd name="connsiteX2" fmla="*/ 3549179 w 3937957"/>
                  <a:gd name="connsiteY2" fmla="*/ 331785 h 1938909"/>
                  <a:gd name="connsiteX3" fmla="*/ 3083077 w 3937957"/>
                  <a:gd name="connsiteY3" fmla="*/ 1938738 h 1938909"/>
                  <a:gd name="connsiteX4" fmla="*/ 1967464 w 3937957"/>
                  <a:gd name="connsiteY4" fmla="*/ 1301285 h 1938909"/>
                  <a:gd name="connsiteX5" fmla="*/ 5264 w 3937957"/>
                  <a:gd name="connsiteY5" fmla="*/ 1155023 h 1938909"/>
                  <a:gd name="connsiteX0" fmla="*/ 23607 w 3956300"/>
                  <a:gd name="connsiteY0" fmla="*/ 1155023 h 1938909"/>
                  <a:gd name="connsiteX1" fmla="*/ 1868629 w 3956300"/>
                  <a:gd name="connsiteY1" fmla="*/ 454886 h 1938909"/>
                  <a:gd name="connsiteX2" fmla="*/ 3567522 w 3956300"/>
                  <a:gd name="connsiteY2" fmla="*/ 331785 h 1938909"/>
                  <a:gd name="connsiteX3" fmla="*/ 3101420 w 3956300"/>
                  <a:gd name="connsiteY3" fmla="*/ 1938738 h 1938909"/>
                  <a:gd name="connsiteX4" fmla="*/ 1985807 w 3956300"/>
                  <a:gd name="connsiteY4" fmla="*/ 1301285 h 1938909"/>
                  <a:gd name="connsiteX5" fmla="*/ 23607 w 3956300"/>
                  <a:gd name="connsiteY5" fmla="*/ 1155023 h 1938909"/>
                  <a:gd name="connsiteX0" fmla="*/ 356 w 3775841"/>
                  <a:gd name="connsiteY0" fmla="*/ 1155023 h 1975367"/>
                  <a:gd name="connsiteX1" fmla="*/ 1845378 w 3775841"/>
                  <a:gd name="connsiteY1" fmla="*/ 454886 h 1975367"/>
                  <a:gd name="connsiteX2" fmla="*/ 3544271 w 3775841"/>
                  <a:gd name="connsiteY2" fmla="*/ 331785 h 1975367"/>
                  <a:gd name="connsiteX3" fmla="*/ 3078169 w 3775841"/>
                  <a:gd name="connsiteY3" fmla="*/ 1938738 h 1975367"/>
                  <a:gd name="connsiteX4" fmla="*/ 1700608 w 3775841"/>
                  <a:gd name="connsiteY4" fmla="*/ 1432728 h 1975367"/>
                  <a:gd name="connsiteX5" fmla="*/ 356 w 3775841"/>
                  <a:gd name="connsiteY5" fmla="*/ 1155023 h 1975367"/>
                  <a:gd name="connsiteX0" fmla="*/ 385 w 3775871"/>
                  <a:gd name="connsiteY0" fmla="*/ 1155023 h 1964875"/>
                  <a:gd name="connsiteX1" fmla="*/ 1845407 w 3775871"/>
                  <a:gd name="connsiteY1" fmla="*/ 454886 h 1964875"/>
                  <a:gd name="connsiteX2" fmla="*/ 3544300 w 3775871"/>
                  <a:gd name="connsiteY2" fmla="*/ 331785 h 1964875"/>
                  <a:gd name="connsiteX3" fmla="*/ 3078198 w 3775871"/>
                  <a:gd name="connsiteY3" fmla="*/ 1938738 h 1964875"/>
                  <a:gd name="connsiteX4" fmla="*/ 1700637 w 3775871"/>
                  <a:gd name="connsiteY4" fmla="*/ 1432728 h 1964875"/>
                  <a:gd name="connsiteX5" fmla="*/ 385 w 3775871"/>
                  <a:gd name="connsiteY5" fmla="*/ 1155023 h 1964875"/>
                  <a:gd name="connsiteX0" fmla="*/ 518 w 3310321"/>
                  <a:gd name="connsiteY0" fmla="*/ 1561197 h 1986949"/>
                  <a:gd name="connsiteX1" fmla="*/ 1379857 w 3310321"/>
                  <a:gd name="connsiteY1" fmla="*/ 469469 h 1986949"/>
                  <a:gd name="connsiteX2" fmla="*/ 3078750 w 3310321"/>
                  <a:gd name="connsiteY2" fmla="*/ 346368 h 1986949"/>
                  <a:gd name="connsiteX3" fmla="*/ 2612648 w 3310321"/>
                  <a:gd name="connsiteY3" fmla="*/ 1953321 h 1986949"/>
                  <a:gd name="connsiteX4" fmla="*/ 1235087 w 3310321"/>
                  <a:gd name="connsiteY4" fmla="*/ 1447311 h 1986949"/>
                  <a:gd name="connsiteX5" fmla="*/ 518 w 3310321"/>
                  <a:gd name="connsiteY5" fmla="*/ 1561197 h 1986949"/>
                  <a:gd name="connsiteX0" fmla="*/ 252954 w 3562757"/>
                  <a:gd name="connsiteY0" fmla="*/ 1561197 h 1986950"/>
                  <a:gd name="connsiteX1" fmla="*/ 1632293 w 3562757"/>
                  <a:gd name="connsiteY1" fmla="*/ 469469 h 1986950"/>
                  <a:gd name="connsiteX2" fmla="*/ 3331186 w 3562757"/>
                  <a:gd name="connsiteY2" fmla="*/ 346368 h 1986950"/>
                  <a:gd name="connsiteX3" fmla="*/ 2865084 w 3562757"/>
                  <a:gd name="connsiteY3" fmla="*/ 1953321 h 1986950"/>
                  <a:gd name="connsiteX4" fmla="*/ 1487523 w 3562757"/>
                  <a:gd name="connsiteY4" fmla="*/ 1447311 h 1986950"/>
                  <a:gd name="connsiteX5" fmla="*/ 252954 w 3562757"/>
                  <a:gd name="connsiteY5" fmla="*/ 1561197 h 1986950"/>
                  <a:gd name="connsiteX0" fmla="*/ 275988 w 4836894"/>
                  <a:gd name="connsiteY0" fmla="*/ 1254188 h 1664972"/>
                  <a:gd name="connsiteX1" fmla="*/ 1655327 w 4836894"/>
                  <a:gd name="connsiteY1" fmla="*/ 162460 h 1664972"/>
                  <a:gd name="connsiteX2" fmla="*/ 4715739 w 4836894"/>
                  <a:gd name="connsiteY2" fmla="*/ 494988 h 1664972"/>
                  <a:gd name="connsiteX3" fmla="*/ 2888118 w 4836894"/>
                  <a:gd name="connsiteY3" fmla="*/ 1646312 h 1664972"/>
                  <a:gd name="connsiteX4" fmla="*/ 1510557 w 4836894"/>
                  <a:gd name="connsiteY4" fmla="*/ 1140302 h 1664972"/>
                  <a:gd name="connsiteX5" fmla="*/ 275988 w 4836894"/>
                  <a:gd name="connsiteY5" fmla="*/ 1254188 h 1664972"/>
                  <a:gd name="connsiteX0" fmla="*/ 275988 w 4716813"/>
                  <a:gd name="connsiteY0" fmla="*/ 1630321 h 2049242"/>
                  <a:gd name="connsiteX1" fmla="*/ 1655327 w 4716813"/>
                  <a:gd name="connsiteY1" fmla="*/ 538593 h 2049242"/>
                  <a:gd name="connsiteX2" fmla="*/ 4715739 w 4716813"/>
                  <a:gd name="connsiteY2" fmla="*/ 871121 h 2049242"/>
                  <a:gd name="connsiteX3" fmla="*/ 2888118 w 4716813"/>
                  <a:gd name="connsiteY3" fmla="*/ 2022445 h 2049242"/>
                  <a:gd name="connsiteX4" fmla="*/ 1510557 w 4716813"/>
                  <a:gd name="connsiteY4" fmla="*/ 1516435 h 2049242"/>
                  <a:gd name="connsiteX5" fmla="*/ 275988 w 4716813"/>
                  <a:gd name="connsiteY5" fmla="*/ 1630321 h 2049242"/>
                  <a:gd name="connsiteX0" fmla="*/ 275988 w 4749030"/>
                  <a:gd name="connsiteY0" fmla="*/ 1124638 h 1545870"/>
                  <a:gd name="connsiteX1" fmla="*/ 1655327 w 4749030"/>
                  <a:gd name="connsiteY1" fmla="*/ 32910 h 1545870"/>
                  <a:gd name="connsiteX2" fmla="*/ 4715739 w 4749030"/>
                  <a:gd name="connsiteY2" fmla="*/ 365438 h 1545870"/>
                  <a:gd name="connsiteX3" fmla="*/ 3175706 w 4749030"/>
                  <a:gd name="connsiteY3" fmla="*/ 1192854 h 1545870"/>
                  <a:gd name="connsiteX4" fmla="*/ 1510557 w 4749030"/>
                  <a:gd name="connsiteY4" fmla="*/ 1010752 h 1545870"/>
                  <a:gd name="connsiteX5" fmla="*/ 275988 w 4749030"/>
                  <a:gd name="connsiteY5" fmla="*/ 1124638 h 1545870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40315"/>
                  <a:gd name="connsiteY0" fmla="*/ 1132875 h 1722803"/>
                  <a:gd name="connsiteX1" fmla="*/ 1655327 w 4740315"/>
                  <a:gd name="connsiteY1" fmla="*/ 41147 h 1722803"/>
                  <a:gd name="connsiteX2" fmla="*/ 4715739 w 4740315"/>
                  <a:gd name="connsiteY2" fmla="*/ 373675 h 1722803"/>
                  <a:gd name="connsiteX3" fmla="*/ 3012343 w 4740315"/>
                  <a:gd name="connsiteY3" fmla="*/ 1711656 h 1722803"/>
                  <a:gd name="connsiteX4" fmla="*/ 1510557 w 4740315"/>
                  <a:gd name="connsiteY4" fmla="*/ 1018989 h 1722803"/>
                  <a:gd name="connsiteX5" fmla="*/ 275988 w 4740315"/>
                  <a:gd name="connsiteY5" fmla="*/ 1132875 h 1722803"/>
                  <a:gd name="connsiteX0" fmla="*/ 275988 w 4756119"/>
                  <a:gd name="connsiteY0" fmla="*/ 1127108 h 1542684"/>
                  <a:gd name="connsiteX1" fmla="*/ 1655327 w 4756119"/>
                  <a:gd name="connsiteY1" fmla="*/ 35380 h 1542684"/>
                  <a:gd name="connsiteX2" fmla="*/ 4715739 w 4756119"/>
                  <a:gd name="connsiteY2" fmla="*/ 367908 h 1542684"/>
                  <a:gd name="connsiteX3" fmla="*/ 3285074 w 4756119"/>
                  <a:gd name="connsiteY3" fmla="*/ 1369029 h 1542684"/>
                  <a:gd name="connsiteX4" fmla="*/ 1510557 w 4756119"/>
                  <a:gd name="connsiteY4" fmla="*/ 1013222 h 1542684"/>
                  <a:gd name="connsiteX5" fmla="*/ 275988 w 4756119"/>
                  <a:gd name="connsiteY5" fmla="*/ 1127108 h 1542684"/>
                  <a:gd name="connsiteX0" fmla="*/ 275988 w 4715923"/>
                  <a:gd name="connsiteY0" fmla="*/ 1122352 h 1572226"/>
                  <a:gd name="connsiteX1" fmla="*/ 1655327 w 4715923"/>
                  <a:gd name="connsiteY1" fmla="*/ 30624 h 1572226"/>
                  <a:gd name="connsiteX2" fmla="*/ 4715739 w 4715923"/>
                  <a:gd name="connsiteY2" fmla="*/ 363152 h 1572226"/>
                  <a:gd name="connsiteX3" fmla="*/ 1510557 w 4715923"/>
                  <a:gd name="connsiteY3" fmla="*/ 1008466 h 1572226"/>
                  <a:gd name="connsiteX4" fmla="*/ 275988 w 4715923"/>
                  <a:gd name="connsiteY4" fmla="*/ 1122352 h 1572226"/>
                  <a:gd name="connsiteX0" fmla="*/ 25029 w 4476010"/>
                  <a:gd name="connsiteY0" fmla="*/ 1892393 h 2022034"/>
                  <a:gd name="connsiteX1" fmla="*/ 2236847 w 4476010"/>
                  <a:gd name="connsiteY1" fmla="*/ 11492 h 2022034"/>
                  <a:gd name="connsiteX2" fmla="*/ 4464780 w 4476010"/>
                  <a:gd name="connsiteY2" fmla="*/ 1133193 h 2022034"/>
                  <a:gd name="connsiteX3" fmla="*/ 1259598 w 4476010"/>
                  <a:gd name="connsiteY3" fmla="*/ 1778507 h 2022034"/>
                  <a:gd name="connsiteX4" fmla="*/ 25029 w 4476010"/>
                  <a:gd name="connsiteY4" fmla="*/ 1892393 h 2022034"/>
                  <a:gd name="connsiteX0" fmla="*/ 19312 w 4468531"/>
                  <a:gd name="connsiteY0" fmla="*/ 1893478 h 2350831"/>
                  <a:gd name="connsiteX1" fmla="*/ 2231130 w 4468531"/>
                  <a:gd name="connsiteY1" fmla="*/ 12577 h 2350831"/>
                  <a:gd name="connsiteX2" fmla="*/ 4459063 w 4468531"/>
                  <a:gd name="connsiteY2" fmla="*/ 1134278 h 2350831"/>
                  <a:gd name="connsiteX3" fmla="*/ 2962196 w 4468531"/>
                  <a:gd name="connsiteY3" fmla="*/ 2337807 h 2350831"/>
                  <a:gd name="connsiteX4" fmla="*/ 1253881 w 4468531"/>
                  <a:gd name="connsiteY4" fmla="*/ 1779592 h 2350831"/>
                  <a:gd name="connsiteX5" fmla="*/ 19312 w 4468531"/>
                  <a:gd name="connsiteY5" fmla="*/ 1893478 h 2350831"/>
                  <a:gd name="connsiteX0" fmla="*/ 114931 w 4564151"/>
                  <a:gd name="connsiteY0" fmla="*/ 1893478 h 2606070"/>
                  <a:gd name="connsiteX1" fmla="*/ 2326749 w 4564151"/>
                  <a:gd name="connsiteY1" fmla="*/ 12577 h 2606070"/>
                  <a:gd name="connsiteX2" fmla="*/ 4554682 w 4564151"/>
                  <a:gd name="connsiteY2" fmla="*/ 1134278 h 2606070"/>
                  <a:gd name="connsiteX3" fmla="*/ 3057815 w 4564151"/>
                  <a:gd name="connsiteY3" fmla="*/ 2337807 h 2606070"/>
                  <a:gd name="connsiteX4" fmla="*/ 602599 w 4564151"/>
                  <a:gd name="connsiteY4" fmla="*/ 2591133 h 2606070"/>
                  <a:gd name="connsiteX5" fmla="*/ 114931 w 4564151"/>
                  <a:gd name="connsiteY5" fmla="*/ 1893478 h 2606070"/>
                  <a:gd name="connsiteX0" fmla="*/ 339436 w 4163621"/>
                  <a:gd name="connsiteY0" fmla="*/ 711041 h 2677547"/>
                  <a:gd name="connsiteX1" fmla="*/ 1926219 w 4163621"/>
                  <a:gd name="connsiteY1" fmla="*/ 9118 h 2677547"/>
                  <a:gd name="connsiteX2" fmla="*/ 4154152 w 4163621"/>
                  <a:gd name="connsiteY2" fmla="*/ 1130819 h 2677547"/>
                  <a:gd name="connsiteX3" fmla="*/ 2657285 w 4163621"/>
                  <a:gd name="connsiteY3" fmla="*/ 2334348 h 2677547"/>
                  <a:gd name="connsiteX4" fmla="*/ 202069 w 4163621"/>
                  <a:gd name="connsiteY4" fmla="*/ 2587674 h 2677547"/>
                  <a:gd name="connsiteX5" fmla="*/ 339436 w 4163621"/>
                  <a:gd name="connsiteY5" fmla="*/ 711041 h 2677547"/>
                  <a:gd name="connsiteX0" fmla="*/ 8699 w 3970251"/>
                  <a:gd name="connsiteY0" fmla="*/ 2578556 h 2717756"/>
                  <a:gd name="connsiteX1" fmla="*/ 1732849 w 3970251"/>
                  <a:gd name="connsiteY1" fmla="*/ 0 h 2717756"/>
                  <a:gd name="connsiteX2" fmla="*/ 3960782 w 3970251"/>
                  <a:gd name="connsiteY2" fmla="*/ 1121701 h 2717756"/>
                  <a:gd name="connsiteX3" fmla="*/ 2463915 w 3970251"/>
                  <a:gd name="connsiteY3" fmla="*/ 2325230 h 2717756"/>
                  <a:gd name="connsiteX4" fmla="*/ 8699 w 3970251"/>
                  <a:gd name="connsiteY4" fmla="*/ 2578556 h 2717756"/>
                  <a:gd name="connsiteX0" fmla="*/ 11617 w 3584652"/>
                  <a:gd name="connsiteY0" fmla="*/ 1430838 h 2340009"/>
                  <a:gd name="connsiteX1" fmla="*/ 1347250 w 3584652"/>
                  <a:gd name="connsiteY1" fmla="*/ 2380 h 2340009"/>
                  <a:gd name="connsiteX2" fmla="*/ 3575183 w 3584652"/>
                  <a:gd name="connsiteY2" fmla="*/ 1124081 h 2340009"/>
                  <a:gd name="connsiteX3" fmla="*/ 2078316 w 3584652"/>
                  <a:gd name="connsiteY3" fmla="*/ 2327610 h 2340009"/>
                  <a:gd name="connsiteX4" fmla="*/ 11617 w 3584652"/>
                  <a:gd name="connsiteY4" fmla="*/ 1430838 h 2340009"/>
                  <a:gd name="connsiteX0" fmla="*/ 36322 w 3609357"/>
                  <a:gd name="connsiteY0" fmla="*/ 1430838 h 2532978"/>
                  <a:gd name="connsiteX1" fmla="*/ 1371955 w 3609357"/>
                  <a:gd name="connsiteY1" fmla="*/ 2380 h 2532978"/>
                  <a:gd name="connsiteX2" fmla="*/ 3599888 w 3609357"/>
                  <a:gd name="connsiteY2" fmla="*/ 1124081 h 2532978"/>
                  <a:gd name="connsiteX3" fmla="*/ 2103021 w 3609357"/>
                  <a:gd name="connsiteY3" fmla="*/ 2327610 h 2532978"/>
                  <a:gd name="connsiteX4" fmla="*/ 36322 w 3609357"/>
                  <a:gd name="connsiteY4" fmla="*/ 1430838 h 2532978"/>
                  <a:gd name="connsiteX0" fmla="*/ 3580 w 3569301"/>
                  <a:gd name="connsiteY0" fmla="*/ 1431089 h 2816320"/>
                  <a:gd name="connsiteX1" fmla="*/ 1339213 w 3569301"/>
                  <a:gd name="connsiteY1" fmla="*/ 2631 h 2816320"/>
                  <a:gd name="connsiteX2" fmla="*/ 3567146 w 3569301"/>
                  <a:gd name="connsiteY2" fmla="*/ 1124332 h 2816320"/>
                  <a:gd name="connsiteX3" fmla="*/ 1722688 w 3569301"/>
                  <a:gd name="connsiteY3" fmla="*/ 2808414 h 2816320"/>
                  <a:gd name="connsiteX4" fmla="*/ 3580 w 3569301"/>
                  <a:gd name="connsiteY4" fmla="*/ 1431089 h 2816320"/>
                  <a:gd name="connsiteX0" fmla="*/ 3579 w 3569300"/>
                  <a:gd name="connsiteY0" fmla="*/ 1431089 h 2808414"/>
                  <a:gd name="connsiteX1" fmla="*/ 1339212 w 3569300"/>
                  <a:gd name="connsiteY1" fmla="*/ 2631 h 2808414"/>
                  <a:gd name="connsiteX2" fmla="*/ 3567145 w 3569300"/>
                  <a:gd name="connsiteY2" fmla="*/ 1124332 h 2808414"/>
                  <a:gd name="connsiteX3" fmla="*/ 1722687 w 3569300"/>
                  <a:gd name="connsiteY3" fmla="*/ 2808414 h 2808414"/>
                  <a:gd name="connsiteX4" fmla="*/ 3579 w 3569300"/>
                  <a:gd name="connsiteY4" fmla="*/ 1431089 h 2808414"/>
                  <a:gd name="connsiteX0" fmla="*/ 3579 w 3570402"/>
                  <a:gd name="connsiteY0" fmla="*/ 1431089 h 2845664"/>
                  <a:gd name="connsiteX1" fmla="*/ 1339212 w 3570402"/>
                  <a:gd name="connsiteY1" fmla="*/ 2631 h 2845664"/>
                  <a:gd name="connsiteX2" fmla="*/ 3567145 w 3570402"/>
                  <a:gd name="connsiteY2" fmla="*/ 1124332 h 2845664"/>
                  <a:gd name="connsiteX3" fmla="*/ 1722687 w 3570402"/>
                  <a:gd name="connsiteY3" fmla="*/ 2808414 h 2845664"/>
                  <a:gd name="connsiteX4" fmla="*/ 3579 w 3570402"/>
                  <a:gd name="connsiteY4" fmla="*/ 1431089 h 2845664"/>
                  <a:gd name="connsiteX0" fmla="*/ 3579 w 3571531"/>
                  <a:gd name="connsiteY0" fmla="*/ 1431089 h 2809355"/>
                  <a:gd name="connsiteX1" fmla="*/ 1339212 w 3571531"/>
                  <a:gd name="connsiteY1" fmla="*/ 2631 h 2809355"/>
                  <a:gd name="connsiteX2" fmla="*/ 3567145 w 3571531"/>
                  <a:gd name="connsiteY2" fmla="*/ 1124332 h 2809355"/>
                  <a:gd name="connsiteX3" fmla="*/ 1722687 w 3571531"/>
                  <a:gd name="connsiteY3" fmla="*/ 2808414 h 2809355"/>
                  <a:gd name="connsiteX4" fmla="*/ 3579 w 3571531"/>
                  <a:gd name="connsiteY4" fmla="*/ 1431089 h 2809355"/>
                  <a:gd name="connsiteX0" fmla="*/ 3579 w 3570449"/>
                  <a:gd name="connsiteY0" fmla="*/ 1431089 h 2811091"/>
                  <a:gd name="connsiteX1" fmla="*/ 1339212 w 3570449"/>
                  <a:gd name="connsiteY1" fmla="*/ 2631 h 2811091"/>
                  <a:gd name="connsiteX2" fmla="*/ 3567145 w 3570449"/>
                  <a:gd name="connsiteY2" fmla="*/ 1124332 h 2811091"/>
                  <a:gd name="connsiteX3" fmla="*/ 1722687 w 3570449"/>
                  <a:gd name="connsiteY3" fmla="*/ 2808414 h 2811091"/>
                  <a:gd name="connsiteX4" fmla="*/ 3579 w 3570449"/>
                  <a:gd name="connsiteY4" fmla="*/ 1431089 h 2811091"/>
                  <a:gd name="connsiteX0" fmla="*/ 9477 w 3576347"/>
                  <a:gd name="connsiteY0" fmla="*/ 1454488 h 2834490"/>
                  <a:gd name="connsiteX1" fmla="*/ 1345110 w 3576347"/>
                  <a:gd name="connsiteY1" fmla="*/ 26030 h 2834490"/>
                  <a:gd name="connsiteX2" fmla="*/ 3573043 w 3576347"/>
                  <a:gd name="connsiteY2" fmla="*/ 1147731 h 2834490"/>
                  <a:gd name="connsiteX3" fmla="*/ 1728585 w 3576347"/>
                  <a:gd name="connsiteY3" fmla="*/ 2831813 h 2834490"/>
                  <a:gd name="connsiteX4" fmla="*/ 9477 w 3576347"/>
                  <a:gd name="connsiteY4" fmla="*/ 1454488 h 2834490"/>
                  <a:gd name="connsiteX0" fmla="*/ 11200 w 3578070"/>
                  <a:gd name="connsiteY0" fmla="*/ 1454488 h 2834490"/>
                  <a:gd name="connsiteX1" fmla="*/ 1346833 w 3578070"/>
                  <a:gd name="connsiteY1" fmla="*/ 26030 h 2834490"/>
                  <a:gd name="connsiteX2" fmla="*/ 3574766 w 3578070"/>
                  <a:gd name="connsiteY2" fmla="*/ 1147731 h 2834490"/>
                  <a:gd name="connsiteX3" fmla="*/ 1730308 w 3578070"/>
                  <a:gd name="connsiteY3" fmla="*/ 2831813 h 2834490"/>
                  <a:gd name="connsiteX4" fmla="*/ 11200 w 3578070"/>
                  <a:gd name="connsiteY4" fmla="*/ 1454488 h 2834490"/>
                  <a:gd name="connsiteX0" fmla="*/ 5238 w 3394494"/>
                  <a:gd name="connsiteY0" fmla="*/ 1561249 h 2815719"/>
                  <a:gd name="connsiteX1" fmla="*/ 1164359 w 3394494"/>
                  <a:gd name="connsiteY1" fmla="*/ 5027 h 2815719"/>
                  <a:gd name="connsiteX2" fmla="*/ 3392292 w 3394494"/>
                  <a:gd name="connsiteY2" fmla="*/ 1126728 h 2815719"/>
                  <a:gd name="connsiteX3" fmla="*/ 1547834 w 3394494"/>
                  <a:gd name="connsiteY3" fmla="*/ 2810810 h 2815719"/>
                  <a:gd name="connsiteX4" fmla="*/ 5238 w 3394494"/>
                  <a:gd name="connsiteY4" fmla="*/ 1561249 h 2815719"/>
                  <a:gd name="connsiteX0" fmla="*/ 1714 w 3390970"/>
                  <a:gd name="connsiteY0" fmla="*/ 1561249 h 2816846"/>
                  <a:gd name="connsiteX1" fmla="*/ 1160835 w 3390970"/>
                  <a:gd name="connsiteY1" fmla="*/ 5027 h 2816846"/>
                  <a:gd name="connsiteX2" fmla="*/ 3388768 w 3390970"/>
                  <a:gd name="connsiteY2" fmla="*/ 1126728 h 2816846"/>
                  <a:gd name="connsiteX3" fmla="*/ 1544310 w 3390970"/>
                  <a:gd name="connsiteY3" fmla="*/ 2810810 h 2816846"/>
                  <a:gd name="connsiteX4" fmla="*/ 1714 w 3390970"/>
                  <a:gd name="connsiteY4" fmla="*/ 1561249 h 2816846"/>
                  <a:gd name="connsiteX0" fmla="*/ 1714 w 3392183"/>
                  <a:gd name="connsiteY0" fmla="*/ 1561249 h 2822298"/>
                  <a:gd name="connsiteX1" fmla="*/ 1160835 w 3392183"/>
                  <a:gd name="connsiteY1" fmla="*/ 5027 h 2822298"/>
                  <a:gd name="connsiteX2" fmla="*/ 3388768 w 3392183"/>
                  <a:gd name="connsiteY2" fmla="*/ 1126728 h 2822298"/>
                  <a:gd name="connsiteX3" fmla="*/ 1544310 w 3392183"/>
                  <a:gd name="connsiteY3" fmla="*/ 2810810 h 2822298"/>
                  <a:gd name="connsiteX4" fmla="*/ 1714 w 3392183"/>
                  <a:gd name="connsiteY4" fmla="*/ 1561249 h 2822298"/>
                  <a:gd name="connsiteX0" fmla="*/ 1599 w 3099681"/>
                  <a:gd name="connsiteY0" fmla="*/ 1556274 h 2805936"/>
                  <a:gd name="connsiteX1" fmla="*/ 1160720 w 3099681"/>
                  <a:gd name="connsiteY1" fmla="*/ 52 h 2805936"/>
                  <a:gd name="connsiteX2" fmla="*/ 3097014 w 3099681"/>
                  <a:gd name="connsiteY2" fmla="*/ 1505235 h 2805936"/>
                  <a:gd name="connsiteX3" fmla="*/ 1544195 w 3099681"/>
                  <a:gd name="connsiteY3" fmla="*/ 2805835 h 2805936"/>
                  <a:gd name="connsiteX4" fmla="*/ 1599 w 3099681"/>
                  <a:gd name="connsiteY4" fmla="*/ 1556274 h 2805936"/>
                  <a:gd name="connsiteX0" fmla="*/ 1599 w 3098266"/>
                  <a:gd name="connsiteY0" fmla="*/ 1556274 h 2805936"/>
                  <a:gd name="connsiteX1" fmla="*/ 1160720 w 3098266"/>
                  <a:gd name="connsiteY1" fmla="*/ 52 h 2805936"/>
                  <a:gd name="connsiteX2" fmla="*/ 3097014 w 3098266"/>
                  <a:gd name="connsiteY2" fmla="*/ 1505235 h 2805936"/>
                  <a:gd name="connsiteX3" fmla="*/ 1544195 w 3098266"/>
                  <a:gd name="connsiteY3" fmla="*/ 2805835 h 2805936"/>
                  <a:gd name="connsiteX4" fmla="*/ 1599 w 3098266"/>
                  <a:gd name="connsiteY4" fmla="*/ 1556274 h 2805936"/>
                  <a:gd name="connsiteX0" fmla="*/ 6698 w 3107113"/>
                  <a:gd name="connsiteY0" fmla="*/ 1556268 h 1995204"/>
                  <a:gd name="connsiteX1" fmla="*/ 1165819 w 3107113"/>
                  <a:gd name="connsiteY1" fmla="*/ 46 h 1995204"/>
                  <a:gd name="connsiteX2" fmla="*/ 3102113 w 3107113"/>
                  <a:gd name="connsiteY2" fmla="*/ 1505229 h 1995204"/>
                  <a:gd name="connsiteX3" fmla="*/ 1670895 w 3107113"/>
                  <a:gd name="connsiteY3" fmla="*/ 1994767 h 1995204"/>
                  <a:gd name="connsiteX4" fmla="*/ 6698 w 3107113"/>
                  <a:gd name="connsiteY4" fmla="*/ 1556268 h 1995204"/>
                  <a:gd name="connsiteX0" fmla="*/ 6698 w 3107610"/>
                  <a:gd name="connsiteY0" fmla="*/ 1556268 h 2094159"/>
                  <a:gd name="connsiteX1" fmla="*/ 1165819 w 3107610"/>
                  <a:gd name="connsiteY1" fmla="*/ 46 h 2094159"/>
                  <a:gd name="connsiteX2" fmla="*/ 3102113 w 3107610"/>
                  <a:gd name="connsiteY2" fmla="*/ 1505229 h 2094159"/>
                  <a:gd name="connsiteX3" fmla="*/ 1670895 w 3107610"/>
                  <a:gd name="connsiteY3" fmla="*/ 1994767 h 2094159"/>
                  <a:gd name="connsiteX4" fmla="*/ 6698 w 3107610"/>
                  <a:gd name="connsiteY4" fmla="*/ 1556268 h 2094159"/>
                  <a:gd name="connsiteX0" fmla="*/ 6698 w 3108326"/>
                  <a:gd name="connsiteY0" fmla="*/ 1556268 h 2032117"/>
                  <a:gd name="connsiteX1" fmla="*/ 1165819 w 3108326"/>
                  <a:gd name="connsiteY1" fmla="*/ 46 h 2032117"/>
                  <a:gd name="connsiteX2" fmla="*/ 3102113 w 3108326"/>
                  <a:gd name="connsiteY2" fmla="*/ 1505229 h 2032117"/>
                  <a:gd name="connsiteX3" fmla="*/ 1670895 w 3108326"/>
                  <a:gd name="connsiteY3" fmla="*/ 1994767 h 2032117"/>
                  <a:gd name="connsiteX4" fmla="*/ 6698 w 3108326"/>
                  <a:gd name="connsiteY4" fmla="*/ 1556268 h 2032117"/>
                  <a:gd name="connsiteX0" fmla="*/ 2700 w 3101149"/>
                  <a:gd name="connsiteY0" fmla="*/ 1588985 h 2065259"/>
                  <a:gd name="connsiteX1" fmla="*/ 1324169 w 3101149"/>
                  <a:gd name="connsiteY1" fmla="*/ 44 h 2065259"/>
                  <a:gd name="connsiteX2" fmla="*/ 3098115 w 3101149"/>
                  <a:gd name="connsiteY2" fmla="*/ 1537946 h 2065259"/>
                  <a:gd name="connsiteX3" fmla="*/ 1666897 w 3101149"/>
                  <a:gd name="connsiteY3" fmla="*/ 2027484 h 2065259"/>
                  <a:gd name="connsiteX4" fmla="*/ 2700 w 3101149"/>
                  <a:gd name="connsiteY4" fmla="*/ 1588985 h 2065259"/>
                  <a:gd name="connsiteX0" fmla="*/ 2700 w 3100106"/>
                  <a:gd name="connsiteY0" fmla="*/ 1588985 h 2163738"/>
                  <a:gd name="connsiteX1" fmla="*/ 1324169 w 3100106"/>
                  <a:gd name="connsiteY1" fmla="*/ 44 h 2163738"/>
                  <a:gd name="connsiteX2" fmla="*/ 3098115 w 3100106"/>
                  <a:gd name="connsiteY2" fmla="*/ 1537946 h 2163738"/>
                  <a:gd name="connsiteX3" fmla="*/ 1666897 w 3100106"/>
                  <a:gd name="connsiteY3" fmla="*/ 2027484 h 2163738"/>
                  <a:gd name="connsiteX4" fmla="*/ 2700 w 3100106"/>
                  <a:gd name="connsiteY4" fmla="*/ 1588985 h 2163738"/>
                  <a:gd name="connsiteX0" fmla="*/ 2700 w 3100834"/>
                  <a:gd name="connsiteY0" fmla="*/ 1588985 h 2056082"/>
                  <a:gd name="connsiteX1" fmla="*/ 1324169 w 3100834"/>
                  <a:gd name="connsiteY1" fmla="*/ 44 h 2056082"/>
                  <a:gd name="connsiteX2" fmla="*/ 3098115 w 3100834"/>
                  <a:gd name="connsiteY2" fmla="*/ 1537946 h 2056082"/>
                  <a:gd name="connsiteX3" fmla="*/ 1666897 w 3100834"/>
                  <a:gd name="connsiteY3" fmla="*/ 2027484 h 2056082"/>
                  <a:gd name="connsiteX4" fmla="*/ 2700 w 3100834"/>
                  <a:gd name="connsiteY4" fmla="*/ 1588985 h 2056082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01100" h="2041075">
                    <a:moveTo>
                      <a:pt x="2700" y="1588985"/>
                    </a:moveTo>
                    <a:cubicBezTo>
                      <a:pt x="-54421" y="1251078"/>
                      <a:pt x="808267" y="8550"/>
                      <a:pt x="1324169" y="44"/>
                    </a:cubicBezTo>
                    <a:cubicBezTo>
                      <a:pt x="1840071" y="-8462"/>
                      <a:pt x="3040994" y="1200039"/>
                      <a:pt x="3098115" y="1537946"/>
                    </a:cubicBezTo>
                    <a:cubicBezTo>
                      <a:pt x="3155236" y="1875853"/>
                      <a:pt x="2382291" y="1963492"/>
                      <a:pt x="1666897" y="2027484"/>
                    </a:cubicBezTo>
                    <a:cubicBezTo>
                      <a:pt x="951503" y="2091476"/>
                      <a:pt x="59821" y="1926892"/>
                      <a:pt x="2700" y="1588985"/>
                    </a:cubicBezTo>
                    <a:close/>
                  </a:path>
                </a:pathLst>
              </a:custGeom>
              <a:solidFill>
                <a:srgbClr val="F07F3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20" name="Freihandform 19">
                <a:extLst>
                  <a:ext uri="{FF2B5EF4-FFF2-40B4-BE49-F238E27FC236}">
                    <a16:creationId xmlns:a16="http://schemas.microsoft.com/office/drawing/2014/main" id="{601D30AC-CD57-3CDD-7FFF-82B176E8B657}"/>
                  </a:ext>
                </a:extLst>
              </p:cNvPr>
              <p:cNvSpPr/>
              <p:nvPr/>
            </p:nvSpPr>
            <p:spPr>
              <a:xfrm rot="20823310" flipV="1">
                <a:off x="6947206" y="5460057"/>
                <a:ext cx="6636396" cy="3176678"/>
              </a:xfrm>
              <a:custGeom>
                <a:avLst/>
                <a:gdLst>
                  <a:gd name="connsiteX0" fmla="*/ 346842 w 3373821"/>
                  <a:gd name="connsiteY0" fmla="*/ 283779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346842 w 3373821"/>
                  <a:gd name="connsiteY5" fmla="*/ 283779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882870 h 3310759"/>
                  <a:gd name="connsiteX1" fmla="*/ 3090042 w 3373821"/>
                  <a:gd name="connsiteY1" fmla="*/ 0 h 3310759"/>
                  <a:gd name="connsiteX2" fmla="*/ 3373821 w 3373821"/>
                  <a:gd name="connsiteY2" fmla="*/ 1849821 h 3310759"/>
                  <a:gd name="connsiteX3" fmla="*/ 1902373 w 3373821"/>
                  <a:gd name="connsiteY3" fmla="*/ 3310759 h 3310759"/>
                  <a:gd name="connsiteX4" fmla="*/ 0 w 3373821"/>
                  <a:gd name="connsiteY4" fmla="*/ 2511973 h 3310759"/>
                  <a:gd name="connsiteX5" fmla="*/ 777766 w 3373821"/>
                  <a:gd name="connsiteY5" fmla="*/ 882870 h 3310759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35451 h 3463340"/>
                  <a:gd name="connsiteX1" fmla="*/ 3090042 w 3373821"/>
                  <a:gd name="connsiteY1" fmla="*/ 152581 h 3463340"/>
                  <a:gd name="connsiteX2" fmla="*/ 3373821 w 3373821"/>
                  <a:gd name="connsiteY2" fmla="*/ 2002402 h 3463340"/>
                  <a:gd name="connsiteX3" fmla="*/ 1902373 w 3373821"/>
                  <a:gd name="connsiteY3" fmla="*/ 3463340 h 3463340"/>
                  <a:gd name="connsiteX4" fmla="*/ 0 w 3373821"/>
                  <a:gd name="connsiteY4" fmla="*/ 2664554 h 3463340"/>
                  <a:gd name="connsiteX5" fmla="*/ 777766 w 3373821"/>
                  <a:gd name="connsiteY5" fmla="*/ 1035451 h 3463340"/>
                  <a:gd name="connsiteX0" fmla="*/ 777766 w 3468415"/>
                  <a:gd name="connsiteY0" fmla="*/ 1035451 h 3463340"/>
                  <a:gd name="connsiteX1" fmla="*/ 3090042 w 3468415"/>
                  <a:gd name="connsiteY1" fmla="*/ 152581 h 3463340"/>
                  <a:gd name="connsiteX2" fmla="*/ 3468415 w 3468415"/>
                  <a:gd name="connsiteY2" fmla="*/ 2202098 h 3463340"/>
                  <a:gd name="connsiteX3" fmla="*/ 1902373 w 3468415"/>
                  <a:gd name="connsiteY3" fmla="*/ 3463340 h 3463340"/>
                  <a:gd name="connsiteX4" fmla="*/ 0 w 3468415"/>
                  <a:gd name="connsiteY4" fmla="*/ 2664554 h 3463340"/>
                  <a:gd name="connsiteX5" fmla="*/ 777766 w 3468415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3748"/>
                  <a:gd name="connsiteX1" fmla="*/ 3090042 w 3520921"/>
                  <a:gd name="connsiteY1" fmla="*/ 152581 h 3463748"/>
                  <a:gd name="connsiteX2" fmla="*/ 3468415 w 3520921"/>
                  <a:gd name="connsiteY2" fmla="*/ 2202098 h 3463748"/>
                  <a:gd name="connsiteX3" fmla="*/ 1902373 w 3520921"/>
                  <a:gd name="connsiteY3" fmla="*/ 3463340 h 3463748"/>
                  <a:gd name="connsiteX4" fmla="*/ 0 w 3520921"/>
                  <a:gd name="connsiteY4" fmla="*/ 2664554 h 3463748"/>
                  <a:gd name="connsiteX5" fmla="*/ 777766 w 3520921"/>
                  <a:gd name="connsiteY5" fmla="*/ 1035451 h 3463748"/>
                  <a:gd name="connsiteX0" fmla="*/ 815379 w 3558534"/>
                  <a:gd name="connsiteY0" fmla="*/ 1035451 h 3463748"/>
                  <a:gd name="connsiteX1" fmla="*/ 3127655 w 3558534"/>
                  <a:gd name="connsiteY1" fmla="*/ 152581 h 3463748"/>
                  <a:gd name="connsiteX2" fmla="*/ 3506028 w 3558534"/>
                  <a:gd name="connsiteY2" fmla="*/ 2202098 h 3463748"/>
                  <a:gd name="connsiteX3" fmla="*/ 1939986 w 3558534"/>
                  <a:gd name="connsiteY3" fmla="*/ 3463340 h 3463748"/>
                  <a:gd name="connsiteX4" fmla="*/ 37613 w 3558534"/>
                  <a:gd name="connsiteY4" fmla="*/ 2664554 h 3463748"/>
                  <a:gd name="connsiteX5" fmla="*/ 815379 w 3558534"/>
                  <a:gd name="connsiteY5" fmla="*/ 1035451 h 3463748"/>
                  <a:gd name="connsiteX0" fmla="*/ 815379 w 3558534"/>
                  <a:gd name="connsiteY0" fmla="*/ 1035451 h 3464371"/>
                  <a:gd name="connsiteX1" fmla="*/ 3127655 w 3558534"/>
                  <a:gd name="connsiteY1" fmla="*/ 152581 h 3464371"/>
                  <a:gd name="connsiteX2" fmla="*/ 3506028 w 3558534"/>
                  <a:gd name="connsiteY2" fmla="*/ 2202098 h 3464371"/>
                  <a:gd name="connsiteX3" fmla="*/ 1939986 w 3558534"/>
                  <a:gd name="connsiteY3" fmla="*/ 3463340 h 3464371"/>
                  <a:gd name="connsiteX4" fmla="*/ 37613 w 3558534"/>
                  <a:gd name="connsiteY4" fmla="*/ 2664554 h 3464371"/>
                  <a:gd name="connsiteX5" fmla="*/ 815379 w 3558534"/>
                  <a:gd name="connsiteY5" fmla="*/ 1035451 h 3464371"/>
                  <a:gd name="connsiteX0" fmla="*/ 815379 w 3150376"/>
                  <a:gd name="connsiteY0" fmla="*/ 1035451 h 3464371"/>
                  <a:gd name="connsiteX1" fmla="*/ 3127655 w 3150376"/>
                  <a:gd name="connsiteY1" fmla="*/ 152581 h 3464371"/>
                  <a:gd name="connsiteX2" fmla="*/ 1961008 w 3150376"/>
                  <a:gd name="connsiteY2" fmla="*/ 1655560 h 3464371"/>
                  <a:gd name="connsiteX3" fmla="*/ 1939986 w 3150376"/>
                  <a:gd name="connsiteY3" fmla="*/ 3463340 h 3464371"/>
                  <a:gd name="connsiteX4" fmla="*/ 37613 w 3150376"/>
                  <a:gd name="connsiteY4" fmla="*/ 2664554 h 3464371"/>
                  <a:gd name="connsiteX5" fmla="*/ 815379 w 3150376"/>
                  <a:gd name="connsiteY5" fmla="*/ 1035451 h 3464371"/>
                  <a:gd name="connsiteX0" fmla="*/ 815379 w 3162532"/>
                  <a:gd name="connsiteY0" fmla="*/ 1035451 h 3464371"/>
                  <a:gd name="connsiteX1" fmla="*/ 3127655 w 3162532"/>
                  <a:gd name="connsiteY1" fmla="*/ 152581 h 3464371"/>
                  <a:gd name="connsiteX2" fmla="*/ 2423463 w 3162532"/>
                  <a:gd name="connsiteY2" fmla="*/ 1645049 h 3464371"/>
                  <a:gd name="connsiteX3" fmla="*/ 1939986 w 3162532"/>
                  <a:gd name="connsiteY3" fmla="*/ 3463340 h 3464371"/>
                  <a:gd name="connsiteX4" fmla="*/ 37613 w 3162532"/>
                  <a:gd name="connsiteY4" fmla="*/ 2664554 h 3464371"/>
                  <a:gd name="connsiteX5" fmla="*/ 815379 w 3162532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606310"/>
                  <a:gd name="connsiteX1" fmla="*/ 3127655 w 3171514"/>
                  <a:gd name="connsiteY1" fmla="*/ 152581 h 3606310"/>
                  <a:gd name="connsiteX2" fmla="*/ 2423463 w 3171514"/>
                  <a:gd name="connsiteY2" fmla="*/ 1645049 h 3606310"/>
                  <a:gd name="connsiteX3" fmla="*/ 2307848 w 3171514"/>
                  <a:gd name="connsiteY3" fmla="*/ 3473850 h 3606310"/>
                  <a:gd name="connsiteX4" fmla="*/ 37613 w 3171514"/>
                  <a:gd name="connsiteY4" fmla="*/ 2664554 h 3606310"/>
                  <a:gd name="connsiteX5" fmla="*/ 815379 w 3171514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64502"/>
                  <a:gd name="connsiteY0" fmla="*/ 1035451 h 3606310"/>
                  <a:gd name="connsiteX1" fmla="*/ 3127655 w 3164502"/>
                  <a:gd name="connsiteY1" fmla="*/ 152581 h 3606310"/>
                  <a:gd name="connsiteX2" fmla="*/ 2560098 w 3164502"/>
                  <a:gd name="connsiteY2" fmla="*/ 1666070 h 3606310"/>
                  <a:gd name="connsiteX3" fmla="*/ 2307848 w 3164502"/>
                  <a:gd name="connsiteY3" fmla="*/ 3473850 h 3606310"/>
                  <a:gd name="connsiteX4" fmla="*/ 37613 w 3164502"/>
                  <a:gd name="connsiteY4" fmla="*/ 2664554 h 3606310"/>
                  <a:gd name="connsiteX5" fmla="*/ 815379 w 3164502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29312 w 3176710"/>
                  <a:gd name="connsiteY0" fmla="*/ 1035451 h 3606310"/>
                  <a:gd name="connsiteX1" fmla="*/ 3141588 w 3176710"/>
                  <a:gd name="connsiteY1" fmla="*/ 152581 h 3606310"/>
                  <a:gd name="connsiteX2" fmla="*/ 2574031 w 3176710"/>
                  <a:gd name="connsiteY2" fmla="*/ 1666070 h 3606310"/>
                  <a:gd name="connsiteX3" fmla="*/ 2321781 w 3176710"/>
                  <a:gd name="connsiteY3" fmla="*/ 3473850 h 3606310"/>
                  <a:gd name="connsiteX4" fmla="*/ 51546 w 3176710"/>
                  <a:gd name="connsiteY4" fmla="*/ 2664554 h 3606310"/>
                  <a:gd name="connsiteX5" fmla="*/ 829312 w 3176710"/>
                  <a:gd name="connsiteY5" fmla="*/ 1035451 h 3606310"/>
                  <a:gd name="connsiteX0" fmla="*/ 829312 w 3177410"/>
                  <a:gd name="connsiteY0" fmla="*/ 1035451 h 3606310"/>
                  <a:gd name="connsiteX1" fmla="*/ 3141588 w 3177410"/>
                  <a:gd name="connsiteY1" fmla="*/ 152581 h 3606310"/>
                  <a:gd name="connsiteX2" fmla="*/ 2574031 w 3177410"/>
                  <a:gd name="connsiteY2" fmla="*/ 1666070 h 3606310"/>
                  <a:gd name="connsiteX3" fmla="*/ 2321781 w 3177410"/>
                  <a:gd name="connsiteY3" fmla="*/ 3473850 h 3606310"/>
                  <a:gd name="connsiteX4" fmla="*/ 51546 w 3177410"/>
                  <a:gd name="connsiteY4" fmla="*/ 2664554 h 3606310"/>
                  <a:gd name="connsiteX5" fmla="*/ 829312 w 3177410"/>
                  <a:gd name="connsiteY5" fmla="*/ 1035451 h 3606310"/>
                  <a:gd name="connsiteX0" fmla="*/ 829312 w 3177410"/>
                  <a:gd name="connsiteY0" fmla="*/ 1013703 h 3584562"/>
                  <a:gd name="connsiteX1" fmla="*/ 3141588 w 3177410"/>
                  <a:gd name="connsiteY1" fmla="*/ 130833 h 3584562"/>
                  <a:gd name="connsiteX2" fmla="*/ 2574031 w 3177410"/>
                  <a:gd name="connsiteY2" fmla="*/ 1644322 h 3584562"/>
                  <a:gd name="connsiteX3" fmla="*/ 2321781 w 3177410"/>
                  <a:gd name="connsiteY3" fmla="*/ 3452102 h 3584562"/>
                  <a:gd name="connsiteX4" fmla="*/ 51546 w 3177410"/>
                  <a:gd name="connsiteY4" fmla="*/ 2642806 h 3584562"/>
                  <a:gd name="connsiteX5" fmla="*/ 829312 w 3177410"/>
                  <a:gd name="connsiteY5" fmla="*/ 1013703 h 3584562"/>
                  <a:gd name="connsiteX0" fmla="*/ 829578 w 3177676"/>
                  <a:gd name="connsiteY0" fmla="*/ 1013703 h 3584562"/>
                  <a:gd name="connsiteX1" fmla="*/ 3141854 w 3177676"/>
                  <a:gd name="connsiteY1" fmla="*/ 130833 h 3584562"/>
                  <a:gd name="connsiteX2" fmla="*/ 2574297 w 3177676"/>
                  <a:gd name="connsiteY2" fmla="*/ 1644322 h 3584562"/>
                  <a:gd name="connsiteX3" fmla="*/ 2322047 w 3177676"/>
                  <a:gd name="connsiteY3" fmla="*/ 3452102 h 3584562"/>
                  <a:gd name="connsiteX4" fmla="*/ 51812 w 3177676"/>
                  <a:gd name="connsiteY4" fmla="*/ 2642806 h 3584562"/>
                  <a:gd name="connsiteX5" fmla="*/ 829578 w 3177676"/>
                  <a:gd name="connsiteY5" fmla="*/ 1013703 h 3584562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11178 w 2672400"/>
                  <a:gd name="connsiteY0" fmla="*/ 7864 h 2583061"/>
                  <a:gd name="connsiteX1" fmla="*/ 1318755 w 2672400"/>
                  <a:gd name="connsiteY1" fmla="*/ 1092175 h 2583061"/>
                  <a:gd name="connsiteX2" fmla="*/ 2555897 w 2672400"/>
                  <a:gd name="connsiteY2" fmla="*/ 638483 h 2583061"/>
                  <a:gd name="connsiteX3" fmla="*/ 2303647 w 2672400"/>
                  <a:gd name="connsiteY3" fmla="*/ 2446263 h 2583061"/>
                  <a:gd name="connsiteX4" fmla="*/ 33412 w 2672400"/>
                  <a:gd name="connsiteY4" fmla="*/ 1636967 h 2583061"/>
                  <a:gd name="connsiteX5" fmla="*/ 811178 w 2672400"/>
                  <a:gd name="connsiteY5" fmla="*/ 7864 h 2583061"/>
                  <a:gd name="connsiteX0" fmla="*/ 811178 w 3223026"/>
                  <a:gd name="connsiteY0" fmla="*/ 5596 h 2477281"/>
                  <a:gd name="connsiteX1" fmla="*/ 1318755 w 3223026"/>
                  <a:gd name="connsiteY1" fmla="*/ 1089907 h 2477281"/>
                  <a:gd name="connsiteX2" fmla="*/ 3192488 w 3223026"/>
                  <a:gd name="connsiteY2" fmla="*/ 802600 h 2477281"/>
                  <a:gd name="connsiteX3" fmla="*/ 2303647 w 3223026"/>
                  <a:gd name="connsiteY3" fmla="*/ 2443995 h 2477281"/>
                  <a:gd name="connsiteX4" fmla="*/ 33412 w 3223026"/>
                  <a:gd name="connsiteY4" fmla="*/ 1634699 h 2477281"/>
                  <a:gd name="connsiteX5" fmla="*/ 811178 w 3223026"/>
                  <a:gd name="connsiteY5" fmla="*/ 5596 h 2477281"/>
                  <a:gd name="connsiteX0" fmla="*/ 846588 w 3330250"/>
                  <a:gd name="connsiteY0" fmla="*/ 5596 h 2432711"/>
                  <a:gd name="connsiteX1" fmla="*/ 1354165 w 3330250"/>
                  <a:gd name="connsiteY1" fmla="*/ 1089907 h 2432711"/>
                  <a:gd name="connsiteX2" fmla="*/ 3227898 w 3330250"/>
                  <a:gd name="connsiteY2" fmla="*/ 802600 h 2432711"/>
                  <a:gd name="connsiteX3" fmla="*/ 2761796 w 3330250"/>
                  <a:gd name="connsiteY3" fmla="*/ 2409553 h 2432711"/>
                  <a:gd name="connsiteX4" fmla="*/ 68822 w 3330250"/>
                  <a:gd name="connsiteY4" fmla="*/ 1634699 h 2432711"/>
                  <a:gd name="connsiteX5" fmla="*/ 846588 w 3330250"/>
                  <a:gd name="connsiteY5" fmla="*/ 5596 h 2432711"/>
                  <a:gd name="connsiteX0" fmla="*/ 846588 w 3514825"/>
                  <a:gd name="connsiteY0" fmla="*/ 5596 h 2432711"/>
                  <a:gd name="connsiteX1" fmla="*/ 1354165 w 3514825"/>
                  <a:gd name="connsiteY1" fmla="*/ 1089907 h 2432711"/>
                  <a:gd name="connsiteX2" fmla="*/ 3227898 w 3514825"/>
                  <a:gd name="connsiteY2" fmla="*/ 802600 h 2432711"/>
                  <a:gd name="connsiteX3" fmla="*/ 2761796 w 3514825"/>
                  <a:gd name="connsiteY3" fmla="*/ 2409553 h 2432711"/>
                  <a:gd name="connsiteX4" fmla="*/ 68822 w 3514825"/>
                  <a:gd name="connsiteY4" fmla="*/ 1634699 h 2432711"/>
                  <a:gd name="connsiteX5" fmla="*/ 846588 w 3514825"/>
                  <a:gd name="connsiteY5" fmla="*/ 5596 h 2432711"/>
                  <a:gd name="connsiteX0" fmla="*/ 875402 w 3543639"/>
                  <a:gd name="connsiteY0" fmla="*/ 2708 h 2429823"/>
                  <a:gd name="connsiteX1" fmla="*/ 1382979 w 3543639"/>
                  <a:gd name="connsiteY1" fmla="*/ 1087019 h 2429823"/>
                  <a:gd name="connsiteX2" fmla="*/ 3256712 w 3543639"/>
                  <a:gd name="connsiteY2" fmla="*/ 799712 h 2429823"/>
                  <a:gd name="connsiteX3" fmla="*/ 2790610 w 3543639"/>
                  <a:gd name="connsiteY3" fmla="*/ 2406665 h 2429823"/>
                  <a:gd name="connsiteX4" fmla="*/ 97636 w 3543639"/>
                  <a:gd name="connsiteY4" fmla="*/ 1631811 h 2429823"/>
                  <a:gd name="connsiteX5" fmla="*/ 875402 w 3543639"/>
                  <a:gd name="connsiteY5" fmla="*/ 2708 h 2429823"/>
                  <a:gd name="connsiteX0" fmla="*/ 1035116 w 3703353"/>
                  <a:gd name="connsiteY0" fmla="*/ 3586 h 2450893"/>
                  <a:gd name="connsiteX1" fmla="*/ 1542693 w 3703353"/>
                  <a:gd name="connsiteY1" fmla="*/ 1087897 h 2450893"/>
                  <a:gd name="connsiteX2" fmla="*/ 3416426 w 3703353"/>
                  <a:gd name="connsiteY2" fmla="*/ 800590 h 2450893"/>
                  <a:gd name="connsiteX3" fmla="*/ 2950324 w 3703353"/>
                  <a:gd name="connsiteY3" fmla="*/ 2407543 h 2450893"/>
                  <a:gd name="connsiteX4" fmla="*/ 257350 w 3703353"/>
                  <a:gd name="connsiteY4" fmla="*/ 1632689 h 2450893"/>
                  <a:gd name="connsiteX5" fmla="*/ 1035116 w 3703353"/>
                  <a:gd name="connsiteY5" fmla="*/ 3586 h 2450893"/>
                  <a:gd name="connsiteX0" fmla="*/ 991689 w 3462563"/>
                  <a:gd name="connsiteY0" fmla="*/ 10605 h 2457912"/>
                  <a:gd name="connsiteX1" fmla="*/ 1674106 w 3462563"/>
                  <a:gd name="connsiteY1" fmla="*/ 930710 h 2457912"/>
                  <a:gd name="connsiteX2" fmla="*/ 3372999 w 3462563"/>
                  <a:gd name="connsiteY2" fmla="*/ 807609 h 2457912"/>
                  <a:gd name="connsiteX3" fmla="*/ 2906897 w 3462563"/>
                  <a:gd name="connsiteY3" fmla="*/ 2414562 h 2457912"/>
                  <a:gd name="connsiteX4" fmla="*/ 213923 w 3462563"/>
                  <a:gd name="connsiteY4" fmla="*/ 1639708 h 2457912"/>
                  <a:gd name="connsiteX5" fmla="*/ 991689 w 3462563"/>
                  <a:gd name="connsiteY5" fmla="*/ 10605 h 2457912"/>
                  <a:gd name="connsiteX0" fmla="*/ 991689 w 3644113"/>
                  <a:gd name="connsiteY0" fmla="*/ 10605 h 2457912"/>
                  <a:gd name="connsiteX1" fmla="*/ 1674106 w 3644113"/>
                  <a:gd name="connsiteY1" fmla="*/ 930710 h 2457912"/>
                  <a:gd name="connsiteX2" fmla="*/ 3372999 w 3644113"/>
                  <a:gd name="connsiteY2" fmla="*/ 807609 h 2457912"/>
                  <a:gd name="connsiteX3" fmla="*/ 2906897 w 3644113"/>
                  <a:gd name="connsiteY3" fmla="*/ 2414562 h 2457912"/>
                  <a:gd name="connsiteX4" fmla="*/ 213923 w 3644113"/>
                  <a:gd name="connsiteY4" fmla="*/ 1639708 h 2457912"/>
                  <a:gd name="connsiteX5" fmla="*/ 991689 w 3644113"/>
                  <a:gd name="connsiteY5" fmla="*/ 10605 h 2457912"/>
                  <a:gd name="connsiteX0" fmla="*/ 1054352 w 3706777"/>
                  <a:gd name="connsiteY0" fmla="*/ 1046 h 2448353"/>
                  <a:gd name="connsiteX1" fmla="*/ 1736769 w 3706777"/>
                  <a:gd name="connsiteY1" fmla="*/ 921151 h 2448353"/>
                  <a:gd name="connsiteX2" fmla="*/ 3435662 w 3706777"/>
                  <a:gd name="connsiteY2" fmla="*/ 798050 h 2448353"/>
                  <a:gd name="connsiteX3" fmla="*/ 2969560 w 3706777"/>
                  <a:gd name="connsiteY3" fmla="*/ 2405003 h 2448353"/>
                  <a:gd name="connsiteX4" fmla="*/ 276586 w 3706777"/>
                  <a:gd name="connsiteY4" fmla="*/ 1630149 h 2448353"/>
                  <a:gd name="connsiteX5" fmla="*/ 1054352 w 3706777"/>
                  <a:gd name="connsiteY5" fmla="*/ 1046 h 2448353"/>
                  <a:gd name="connsiteX0" fmla="*/ 590056 w 3683836"/>
                  <a:gd name="connsiteY0" fmla="*/ 1109 h 1961431"/>
                  <a:gd name="connsiteX1" fmla="*/ 1713828 w 3683836"/>
                  <a:gd name="connsiteY1" fmla="*/ 456838 h 1961431"/>
                  <a:gd name="connsiteX2" fmla="*/ 3412721 w 3683836"/>
                  <a:gd name="connsiteY2" fmla="*/ 333737 h 1961431"/>
                  <a:gd name="connsiteX3" fmla="*/ 2946619 w 3683836"/>
                  <a:gd name="connsiteY3" fmla="*/ 1940690 h 1961431"/>
                  <a:gd name="connsiteX4" fmla="*/ 253645 w 3683836"/>
                  <a:gd name="connsiteY4" fmla="*/ 1165836 h 1961431"/>
                  <a:gd name="connsiteX5" fmla="*/ 590056 w 3683836"/>
                  <a:gd name="connsiteY5" fmla="*/ 1109 h 1961431"/>
                  <a:gd name="connsiteX0" fmla="*/ 577152 w 3670932"/>
                  <a:gd name="connsiteY0" fmla="*/ 28557 h 1988879"/>
                  <a:gd name="connsiteX1" fmla="*/ 1700924 w 3670932"/>
                  <a:gd name="connsiteY1" fmla="*/ 484286 h 1988879"/>
                  <a:gd name="connsiteX2" fmla="*/ 3399817 w 3670932"/>
                  <a:gd name="connsiteY2" fmla="*/ 361185 h 1988879"/>
                  <a:gd name="connsiteX3" fmla="*/ 2933715 w 3670932"/>
                  <a:gd name="connsiteY3" fmla="*/ 1968138 h 1988879"/>
                  <a:gd name="connsiteX4" fmla="*/ 240741 w 3670932"/>
                  <a:gd name="connsiteY4" fmla="*/ 1193284 h 1988879"/>
                  <a:gd name="connsiteX5" fmla="*/ 577152 w 3670932"/>
                  <a:gd name="connsiteY5" fmla="*/ 28557 h 1988879"/>
                  <a:gd name="connsiteX0" fmla="*/ 5660 w 3065770"/>
                  <a:gd name="connsiteY0" fmla="*/ 41752 h 2084853"/>
                  <a:gd name="connsiteX1" fmla="*/ 1129432 w 3065770"/>
                  <a:gd name="connsiteY1" fmla="*/ 497481 h 2084853"/>
                  <a:gd name="connsiteX2" fmla="*/ 2828325 w 3065770"/>
                  <a:gd name="connsiteY2" fmla="*/ 374380 h 2084853"/>
                  <a:gd name="connsiteX3" fmla="*/ 2362223 w 3065770"/>
                  <a:gd name="connsiteY3" fmla="*/ 1981333 h 2084853"/>
                  <a:gd name="connsiteX4" fmla="*/ 768571 w 3065770"/>
                  <a:gd name="connsiteY4" fmla="*/ 1718703 h 2084853"/>
                  <a:gd name="connsiteX5" fmla="*/ 5660 w 3065770"/>
                  <a:gd name="connsiteY5" fmla="*/ 41752 h 2084853"/>
                  <a:gd name="connsiteX0" fmla="*/ 12471 w 3072581"/>
                  <a:gd name="connsiteY0" fmla="*/ 41752 h 2092530"/>
                  <a:gd name="connsiteX1" fmla="*/ 1136243 w 3072581"/>
                  <a:gd name="connsiteY1" fmla="*/ 497481 h 2092530"/>
                  <a:gd name="connsiteX2" fmla="*/ 2835136 w 3072581"/>
                  <a:gd name="connsiteY2" fmla="*/ 374380 h 2092530"/>
                  <a:gd name="connsiteX3" fmla="*/ 2369034 w 3072581"/>
                  <a:gd name="connsiteY3" fmla="*/ 1981333 h 2092530"/>
                  <a:gd name="connsiteX4" fmla="*/ 775382 w 3072581"/>
                  <a:gd name="connsiteY4" fmla="*/ 1718703 h 2092530"/>
                  <a:gd name="connsiteX5" fmla="*/ 12471 w 3072581"/>
                  <a:gd name="connsiteY5" fmla="*/ 41752 h 2092530"/>
                  <a:gd name="connsiteX0" fmla="*/ 2798 w 3655173"/>
                  <a:gd name="connsiteY0" fmla="*/ 869129 h 2007317"/>
                  <a:gd name="connsiteX1" fmla="*/ 1718835 w 3655173"/>
                  <a:gd name="connsiteY1" fmla="*/ 445136 h 2007317"/>
                  <a:gd name="connsiteX2" fmla="*/ 3417728 w 3655173"/>
                  <a:gd name="connsiteY2" fmla="*/ 322035 h 2007317"/>
                  <a:gd name="connsiteX3" fmla="*/ 2951626 w 3655173"/>
                  <a:gd name="connsiteY3" fmla="*/ 1928988 h 2007317"/>
                  <a:gd name="connsiteX4" fmla="*/ 1357974 w 3655173"/>
                  <a:gd name="connsiteY4" fmla="*/ 1666358 h 2007317"/>
                  <a:gd name="connsiteX5" fmla="*/ 2798 w 3655173"/>
                  <a:gd name="connsiteY5" fmla="*/ 869129 h 2007317"/>
                  <a:gd name="connsiteX0" fmla="*/ 542 w 3652917"/>
                  <a:gd name="connsiteY0" fmla="*/ 869129 h 2007318"/>
                  <a:gd name="connsiteX1" fmla="*/ 1716579 w 3652917"/>
                  <a:gd name="connsiteY1" fmla="*/ 445136 h 2007318"/>
                  <a:gd name="connsiteX2" fmla="*/ 3415472 w 3652917"/>
                  <a:gd name="connsiteY2" fmla="*/ 322035 h 2007318"/>
                  <a:gd name="connsiteX3" fmla="*/ 2949370 w 3652917"/>
                  <a:gd name="connsiteY3" fmla="*/ 1928988 h 2007318"/>
                  <a:gd name="connsiteX4" fmla="*/ 1355718 w 3652917"/>
                  <a:gd name="connsiteY4" fmla="*/ 1666358 h 2007318"/>
                  <a:gd name="connsiteX5" fmla="*/ 542 w 3652917"/>
                  <a:gd name="connsiteY5" fmla="*/ 869129 h 2007318"/>
                  <a:gd name="connsiteX0" fmla="*/ 243 w 3639926"/>
                  <a:gd name="connsiteY0" fmla="*/ 869129 h 1955507"/>
                  <a:gd name="connsiteX1" fmla="*/ 1716280 w 3639926"/>
                  <a:gd name="connsiteY1" fmla="*/ 445136 h 1955507"/>
                  <a:gd name="connsiteX2" fmla="*/ 3415173 w 3639926"/>
                  <a:gd name="connsiteY2" fmla="*/ 322035 h 1955507"/>
                  <a:gd name="connsiteX3" fmla="*/ 2949071 w 3639926"/>
                  <a:gd name="connsiteY3" fmla="*/ 1928988 h 1955507"/>
                  <a:gd name="connsiteX4" fmla="*/ 1833458 w 3639926"/>
                  <a:gd name="connsiteY4" fmla="*/ 1291535 h 1955507"/>
                  <a:gd name="connsiteX5" fmla="*/ 243 w 3639926"/>
                  <a:gd name="connsiteY5" fmla="*/ 869129 h 1955507"/>
                  <a:gd name="connsiteX0" fmla="*/ 243 w 3639926"/>
                  <a:gd name="connsiteY0" fmla="*/ 869129 h 1947022"/>
                  <a:gd name="connsiteX1" fmla="*/ 1716280 w 3639926"/>
                  <a:gd name="connsiteY1" fmla="*/ 445136 h 1947022"/>
                  <a:gd name="connsiteX2" fmla="*/ 3415173 w 3639926"/>
                  <a:gd name="connsiteY2" fmla="*/ 322035 h 1947022"/>
                  <a:gd name="connsiteX3" fmla="*/ 2949071 w 3639926"/>
                  <a:gd name="connsiteY3" fmla="*/ 1928988 h 1947022"/>
                  <a:gd name="connsiteX4" fmla="*/ 1833458 w 3639926"/>
                  <a:gd name="connsiteY4" fmla="*/ 1291535 h 1947022"/>
                  <a:gd name="connsiteX5" fmla="*/ 243 w 3639926"/>
                  <a:gd name="connsiteY5" fmla="*/ 869129 h 1947022"/>
                  <a:gd name="connsiteX0" fmla="*/ 7345 w 3647028"/>
                  <a:gd name="connsiteY0" fmla="*/ 869129 h 1947022"/>
                  <a:gd name="connsiteX1" fmla="*/ 1723382 w 3647028"/>
                  <a:gd name="connsiteY1" fmla="*/ 445136 h 1947022"/>
                  <a:gd name="connsiteX2" fmla="*/ 3422275 w 3647028"/>
                  <a:gd name="connsiteY2" fmla="*/ 322035 h 1947022"/>
                  <a:gd name="connsiteX3" fmla="*/ 2956173 w 3647028"/>
                  <a:gd name="connsiteY3" fmla="*/ 1928988 h 1947022"/>
                  <a:gd name="connsiteX4" fmla="*/ 1840560 w 3647028"/>
                  <a:gd name="connsiteY4" fmla="*/ 1291535 h 1947022"/>
                  <a:gd name="connsiteX5" fmla="*/ 7345 w 3647028"/>
                  <a:gd name="connsiteY5" fmla="*/ 869129 h 1947022"/>
                  <a:gd name="connsiteX0" fmla="*/ 7345 w 3811052"/>
                  <a:gd name="connsiteY0" fmla="*/ 869129 h 1929159"/>
                  <a:gd name="connsiteX1" fmla="*/ 1723382 w 3811052"/>
                  <a:gd name="connsiteY1" fmla="*/ 445136 h 1929159"/>
                  <a:gd name="connsiteX2" fmla="*/ 3422275 w 3811052"/>
                  <a:gd name="connsiteY2" fmla="*/ 322035 h 1929159"/>
                  <a:gd name="connsiteX3" fmla="*/ 2956173 w 3811052"/>
                  <a:gd name="connsiteY3" fmla="*/ 1928988 h 1929159"/>
                  <a:gd name="connsiteX4" fmla="*/ 1840560 w 3811052"/>
                  <a:gd name="connsiteY4" fmla="*/ 1291535 h 1929159"/>
                  <a:gd name="connsiteX5" fmla="*/ 7345 w 3811052"/>
                  <a:gd name="connsiteY5" fmla="*/ 869129 h 1929159"/>
                  <a:gd name="connsiteX0" fmla="*/ 5264 w 3937957"/>
                  <a:gd name="connsiteY0" fmla="*/ 1155023 h 1938909"/>
                  <a:gd name="connsiteX1" fmla="*/ 1850286 w 3937957"/>
                  <a:gd name="connsiteY1" fmla="*/ 454886 h 1938909"/>
                  <a:gd name="connsiteX2" fmla="*/ 3549179 w 3937957"/>
                  <a:gd name="connsiteY2" fmla="*/ 331785 h 1938909"/>
                  <a:gd name="connsiteX3" fmla="*/ 3083077 w 3937957"/>
                  <a:gd name="connsiteY3" fmla="*/ 1938738 h 1938909"/>
                  <a:gd name="connsiteX4" fmla="*/ 1967464 w 3937957"/>
                  <a:gd name="connsiteY4" fmla="*/ 1301285 h 1938909"/>
                  <a:gd name="connsiteX5" fmla="*/ 5264 w 3937957"/>
                  <a:gd name="connsiteY5" fmla="*/ 1155023 h 1938909"/>
                  <a:gd name="connsiteX0" fmla="*/ 23607 w 3956300"/>
                  <a:gd name="connsiteY0" fmla="*/ 1155023 h 1938909"/>
                  <a:gd name="connsiteX1" fmla="*/ 1868629 w 3956300"/>
                  <a:gd name="connsiteY1" fmla="*/ 454886 h 1938909"/>
                  <a:gd name="connsiteX2" fmla="*/ 3567522 w 3956300"/>
                  <a:gd name="connsiteY2" fmla="*/ 331785 h 1938909"/>
                  <a:gd name="connsiteX3" fmla="*/ 3101420 w 3956300"/>
                  <a:gd name="connsiteY3" fmla="*/ 1938738 h 1938909"/>
                  <a:gd name="connsiteX4" fmla="*/ 1985807 w 3956300"/>
                  <a:gd name="connsiteY4" fmla="*/ 1301285 h 1938909"/>
                  <a:gd name="connsiteX5" fmla="*/ 23607 w 3956300"/>
                  <a:gd name="connsiteY5" fmla="*/ 1155023 h 1938909"/>
                  <a:gd name="connsiteX0" fmla="*/ 356 w 3775841"/>
                  <a:gd name="connsiteY0" fmla="*/ 1155023 h 1975367"/>
                  <a:gd name="connsiteX1" fmla="*/ 1845378 w 3775841"/>
                  <a:gd name="connsiteY1" fmla="*/ 454886 h 1975367"/>
                  <a:gd name="connsiteX2" fmla="*/ 3544271 w 3775841"/>
                  <a:gd name="connsiteY2" fmla="*/ 331785 h 1975367"/>
                  <a:gd name="connsiteX3" fmla="*/ 3078169 w 3775841"/>
                  <a:gd name="connsiteY3" fmla="*/ 1938738 h 1975367"/>
                  <a:gd name="connsiteX4" fmla="*/ 1700608 w 3775841"/>
                  <a:gd name="connsiteY4" fmla="*/ 1432728 h 1975367"/>
                  <a:gd name="connsiteX5" fmla="*/ 356 w 3775841"/>
                  <a:gd name="connsiteY5" fmla="*/ 1155023 h 1975367"/>
                  <a:gd name="connsiteX0" fmla="*/ 385 w 3775871"/>
                  <a:gd name="connsiteY0" fmla="*/ 1155023 h 1964875"/>
                  <a:gd name="connsiteX1" fmla="*/ 1845407 w 3775871"/>
                  <a:gd name="connsiteY1" fmla="*/ 454886 h 1964875"/>
                  <a:gd name="connsiteX2" fmla="*/ 3544300 w 3775871"/>
                  <a:gd name="connsiteY2" fmla="*/ 331785 h 1964875"/>
                  <a:gd name="connsiteX3" fmla="*/ 3078198 w 3775871"/>
                  <a:gd name="connsiteY3" fmla="*/ 1938738 h 1964875"/>
                  <a:gd name="connsiteX4" fmla="*/ 1700637 w 3775871"/>
                  <a:gd name="connsiteY4" fmla="*/ 1432728 h 1964875"/>
                  <a:gd name="connsiteX5" fmla="*/ 385 w 3775871"/>
                  <a:gd name="connsiteY5" fmla="*/ 1155023 h 1964875"/>
                  <a:gd name="connsiteX0" fmla="*/ 518 w 3310321"/>
                  <a:gd name="connsiteY0" fmla="*/ 1561197 h 1986949"/>
                  <a:gd name="connsiteX1" fmla="*/ 1379857 w 3310321"/>
                  <a:gd name="connsiteY1" fmla="*/ 469469 h 1986949"/>
                  <a:gd name="connsiteX2" fmla="*/ 3078750 w 3310321"/>
                  <a:gd name="connsiteY2" fmla="*/ 346368 h 1986949"/>
                  <a:gd name="connsiteX3" fmla="*/ 2612648 w 3310321"/>
                  <a:gd name="connsiteY3" fmla="*/ 1953321 h 1986949"/>
                  <a:gd name="connsiteX4" fmla="*/ 1235087 w 3310321"/>
                  <a:gd name="connsiteY4" fmla="*/ 1447311 h 1986949"/>
                  <a:gd name="connsiteX5" fmla="*/ 518 w 3310321"/>
                  <a:gd name="connsiteY5" fmla="*/ 1561197 h 1986949"/>
                  <a:gd name="connsiteX0" fmla="*/ 252954 w 3562757"/>
                  <a:gd name="connsiteY0" fmla="*/ 1561197 h 1986950"/>
                  <a:gd name="connsiteX1" fmla="*/ 1632293 w 3562757"/>
                  <a:gd name="connsiteY1" fmla="*/ 469469 h 1986950"/>
                  <a:gd name="connsiteX2" fmla="*/ 3331186 w 3562757"/>
                  <a:gd name="connsiteY2" fmla="*/ 346368 h 1986950"/>
                  <a:gd name="connsiteX3" fmla="*/ 2865084 w 3562757"/>
                  <a:gd name="connsiteY3" fmla="*/ 1953321 h 1986950"/>
                  <a:gd name="connsiteX4" fmla="*/ 1487523 w 3562757"/>
                  <a:gd name="connsiteY4" fmla="*/ 1447311 h 1986950"/>
                  <a:gd name="connsiteX5" fmla="*/ 252954 w 3562757"/>
                  <a:gd name="connsiteY5" fmla="*/ 1561197 h 1986950"/>
                  <a:gd name="connsiteX0" fmla="*/ 275988 w 4836894"/>
                  <a:gd name="connsiteY0" fmla="*/ 1254188 h 1664972"/>
                  <a:gd name="connsiteX1" fmla="*/ 1655327 w 4836894"/>
                  <a:gd name="connsiteY1" fmla="*/ 162460 h 1664972"/>
                  <a:gd name="connsiteX2" fmla="*/ 4715739 w 4836894"/>
                  <a:gd name="connsiteY2" fmla="*/ 494988 h 1664972"/>
                  <a:gd name="connsiteX3" fmla="*/ 2888118 w 4836894"/>
                  <a:gd name="connsiteY3" fmla="*/ 1646312 h 1664972"/>
                  <a:gd name="connsiteX4" fmla="*/ 1510557 w 4836894"/>
                  <a:gd name="connsiteY4" fmla="*/ 1140302 h 1664972"/>
                  <a:gd name="connsiteX5" fmla="*/ 275988 w 4836894"/>
                  <a:gd name="connsiteY5" fmla="*/ 1254188 h 1664972"/>
                  <a:gd name="connsiteX0" fmla="*/ 275988 w 4716813"/>
                  <a:gd name="connsiteY0" fmla="*/ 1630321 h 2049242"/>
                  <a:gd name="connsiteX1" fmla="*/ 1655327 w 4716813"/>
                  <a:gd name="connsiteY1" fmla="*/ 538593 h 2049242"/>
                  <a:gd name="connsiteX2" fmla="*/ 4715739 w 4716813"/>
                  <a:gd name="connsiteY2" fmla="*/ 871121 h 2049242"/>
                  <a:gd name="connsiteX3" fmla="*/ 2888118 w 4716813"/>
                  <a:gd name="connsiteY3" fmla="*/ 2022445 h 2049242"/>
                  <a:gd name="connsiteX4" fmla="*/ 1510557 w 4716813"/>
                  <a:gd name="connsiteY4" fmla="*/ 1516435 h 2049242"/>
                  <a:gd name="connsiteX5" fmla="*/ 275988 w 4716813"/>
                  <a:gd name="connsiteY5" fmla="*/ 1630321 h 2049242"/>
                  <a:gd name="connsiteX0" fmla="*/ 275988 w 4749030"/>
                  <a:gd name="connsiteY0" fmla="*/ 1124638 h 1545870"/>
                  <a:gd name="connsiteX1" fmla="*/ 1655327 w 4749030"/>
                  <a:gd name="connsiteY1" fmla="*/ 32910 h 1545870"/>
                  <a:gd name="connsiteX2" fmla="*/ 4715739 w 4749030"/>
                  <a:gd name="connsiteY2" fmla="*/ 365438 h 1545870"/>
                  <a:gd name="connsiteX3" fmla="*/ 3175706 w 4749030"/>
                  <a:gd name="connsiteY3" fmla="*/ 1192854 h 1545870"/>
                  <a:gd name="connsiteX4" fmla="*/ 1510557 w 4749030"/>
                  <a:gd name="connsiteY4" fmla="*/ 1010752 h 1545870"/>
                  <a:gd name="connsiteX5" fmla="*/ 275988 w 4749030"/>
                  <a:gd name="connsiteY5" fmla="*/ 1124638 h 1545870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40315"/>
                  <a:gd name="connsiteY0" fmla="*/ 1132875 h 1722803"/>
                  <a:gd name="connsiteX1" fmla="*/ 1655327 w 4740315"/>
                  <a:gd name="connsiteY1" fmla="*/ 41147 h 1722803"/>
                  <a:gd name="connsiteX2" fmla="*/ 4715739 w 4740315"/>
                  <a:gd name="connsiteY2" fmla="*/ 373675 h 1722803"/>
                  <a:gd name="connsiteX3" fmla="*/ 3012343 w 4740315"/>
                  <a:gd name="connsiteY3" fmla="*/ 1711656 h 1722803"/>
                  <a:gd name="connsiteX4" fmla="*/ 1510557 w 4740315"/>
                  <a:gd name="connsiteY4" fmla="*/ 1018989 h 1722803"/>
                  <a:gd name="connsiteX5" fmla="*/ 275988 w 4740315"/>
                  <a:gd name="connsiteY5" fmla="*/ 1132875 h 1722803"/>
                  <a:gd name="connsiteX0" fmla="*/ 275988 w 4756119"/>
                  <a:gd name="connsiteY0" fmla="*/ 1127108 h 1542684"/>
                  <a:gd name="connsiteX1" fmla="*/ 1655327 w 4756119"/>
                  <a:gd name="connsiteY1" fmla="*/ 35380 h 1542684"/>
                  <a:gd name="connsiteX2" fmla="*/ 4715739 w 4756119"/>
                  <a:gd name="connsiteY2" fmla="*/ 367908 h 1542684"/>
                  <a:gd name="connsiteX3" fmla="*/ 3285074 w 4756119"/>
                  <a:gd name="connsiteY3" fmla="*/ 1369029 h 1542684"/>
                  <a:gd name="connsiteX4" fmla="*/ 1510557 w 4756119"/>
                  <a:gd name="connsiteY4" fmla="*/ 1013222 h 1542684"/>
                  <a:gd name="connsiteX5" fmla="*/ 275988 w 4756119"/>
                  <a:gd name="connsiteY5" fmla="*/ 1127108 h 1542684"/>
                  <a:gd name="connsiteX0" fmla="*/ 275988 w 4715923"/>
                  <a:gd name="connsiteY0" fmla="*/ 1122352 h 1572226"/>
                  <a:gd name="connsiteX1" fmla="*/ 1655327 w 4715923"/>
                  <a:gd name="connsiteY1" fmla="*/ 30624 h 1572226"/>
                  <a:gd name="connsiteX2" fmla="*/ 4715739 w 4715923"/>
                  <a:gd name="connsiteY2" fmla="*/ 363152 h 1572226"/>
                  <a:gd name="connsiteX3" fmla="*/ 1510557 w 4715923"/>
                  <a:gd name="connsiteY3" fmla="*/ 1008466 h 1572226"/>
                  <a:gd name="connsiteX4" fmla="*/ 275988 w 4715923"/>
                  <a:gd name="connsiteY4" fmla="*/ 1122352 h 1572226"/>
                  <a:gd name="connsiteX0" fmla="*/ 25029 w 4476010"/>
                  <a:gd name="connsiteY0" fmla="*/ 1892393 h 2022034"/>
                  <a:gd name="connsiteX1" fmla="*/ 2236847 w 4476010"/>
                  <a:gd name="connsiteY1" fmla="*/ 11492 h 2022034"/>
                  <a:gd name="connsiteX2" fmla="*/ 4464780 w 4476010"/>
                  <a:gd name="connsiteY2" fmla="*/ 1133193 h 2022034"/>
                  <a:gd name="connsiteX3" fmla="*/ 1259598 w 4476010"/>
                  <a:gd name="connsiteY3" fmla="*/ 1778507 h 2022034"/>
                  <a:gd name="connsiteX4" fmla="*/ 25029 w 4476010"/>
                  <a:gd name="connsiteY4" fmla="*/ 1892393 h 2022034"/>
                  <a:gd name="connsiteX0" fmla="*/ 19312 w 4468531"/>
                  <a:gd name="connsiteY0" fmla="*/ 1893478 h 2350831"/>
                  <a:gd name="connsiteX1" fmla="*/ 2231130 w 4468531"/>
                  <a:gd name="connsiteY1" fmla="*/ 12577 h 2350831"/>
                  <a:gd name="connsiteX2" fmla="*/ 4459063 w 4468531"/>
                  <a:gd name="connsiteY2" fmla="*/ 1134278 h 2350831"/>
                  <a:gd name="connsiteX3" fmla="*/ 2962196 w 4468531"/>
                  <a:gd name="connsiteY3" fmla="*/ 2337807 h 2350831"/>
                  <a:gd name="connsiteX4" fmla="*/ 1253881 w 4468531"/>
                  <a:gd name="connsiteY4" fmla="*/ 1779592 h 2350831"/>
                  <a:gd name="connsiteX5" fmla="*/ 19312 w 4468531"/>
                  <a:gd name="connsiteY5" fmla="*/ 1893478 h 2350831"/>
                  <a:gd name="connsiteX0" fmla="*/ 114931 w 4564151"/>
                  <a:gd name="connsiteY0" fmla="*/ 1893478 h 2606070"/>
                  <a:gd name="connsiteX1" fmla="*/ 2326749 w 4564151"/>
                  <a:gd name="connsiteY1" fmla="*/ 12577 h 2606070"/>
                  <a:gd name="connsiteX2" fmla="*/ 4554682 w 4564151"/>
                  <a:gd name="connsiteY2" fmla="*/ 1134278 h 2606070"/>
                  <a:gd name="connsiteX3" fmla="*/ 3057815 w 4564151"/>
                  <a:gd name="connsiteY3" fmla="*/ 2337807 h 2606070"/>
                  <a:gd name="connsiteX4" fmla="*/ 602599 w 4564151"/>
                  <a:gd name="connsiteY4" fmla="*/ 2591133 h 2606070"/>
                  <a:gd name="connsiteX5" fmla="*/ 114931 w 4564151"/>
                  <a:gd name="connsiteY5" fmla="*/ 1893478 h 2606070"/>
                  <a:gd name="connsiteX0" fmla="*/ 339436 w 4163621"/>
                  <a:gd name="connsiteY0" fmla="*/ 711041 h 2677547"/>
                  <a:gd name="connsiteX1" fmla="*/ 1926219 w 4163621"/>
                  <a:gd name="connsiteY1" fmla="*/ 9118 h 2677547"/>
                  <a:gd name="connsiteX2" fmla="*/ 4154152 w 4163621"/>
                  <a:gd name="connsiteY2" fmla="*/ 1130819 h 2677547"/>
                  <a:gd name="connsiteX3" fmla="*/ 2657285 w 4163621"/>
                  <a:gd name="connsiteY3" fmla="*/ 2334348 h 2677547"/>
                  <a:gd name="connsiteX4" fmla="*/ 202069 w 4163621"/>
                  <a:gd name="connsiteY4" fmla="*/ 2587674 h 2677547"/>
                  <a:gd name="connsiteX5" fmla="*/ 339436 w 4163621"/>
                  <a:gd name="connsiteY5" fmla="*/ 711041 h 2677547"/>
                  <a:gd name="connsiteX0" fmla="*/ 8699 w 3970251"/>
                  <a:gd name="connsiteY0" fmla="*/ 2578556 h 2717756"/>
                  <a:gd name="connsiteX1" fmla="*/ 1732849 w 3970251"/>
                  <a:gd name="connsiteY1" fmla="*/ 0 h 2717756"/>
                  <a:gd name="connsiteX2" fmla="*/ 3960782 w 3970251"/>
                  <a:gd name="connsiteY2" fmla="*/ 1121701 h 2717756"/>
                  <a:gd name="connsiteX3" fmla="*/ 2463915 w 3970251"/>
                  <a:gd name="connsiteY3" fmla="*/ 2325230 h 2717756"/>
                  <a:gd name="connsiteX4" fmla="*/ 8699 w 3970251"/>
                  <a:gd name="connsiteY4" fmla="*/ 2578556 h 2717756"/>
                  <a:gd name="connsiteX0" fmla="*/ 11617 w 3584652"/>
                  <a:gd name="connsiteY0" fmla="*/ 1430838 h 2340009"/>
                  <a:gd name="connsiteX1" fmla="*/ 1347250 w 3584652"/>
                  <a:gd name="connsiteY1" fmla="*/ 2380 h 2340009"/>
                  <a:gd name="connsiteX2" fmla="*/ 3575183 w 3584652"/>
                  <a:gd name="connsiteY2" fmla="*/ 1124081 h 2340009"/>
                  <a:gd name="connsiteX3" fmla="*/ 2078316 w 3584652"/>
                  <a:gd name="connsiteY3" fmla="*/ 2327610 h 2340009"/>
                  <a:gd name="connsiteX4" fmla="*/ 11617 w 3584652"/>
                  <a:gd name="connsiteY4" fmla="*/ 1430838 h 2340009"/>
                  <a:gd name="connsiteX0" fmla="*/ 36322 w 3609357"/>
                  <a:gd name="connsiteY0" fmla="*/ 1430838 h 2532978"/>
                  <a:gd name="connsiteX1" fmla="*/ 1371955 w 3609357"/>
                  <a:gd name="connsiteY1" fmla="*/ 2380 h 2532978"/>
                  <a:gd name="connsiteX2" fmla="*/ 3599888 w 3609357"/>
                  <a:gd name="connsiteY2" fmla="*/ 1124081 h 2532978"/>
                  <a:gd name="connsiteX3" fmla="*/ 2103021 w 3609357"/>
                  <a:gd name="connsiteY3" fmla="*/ 2327610 h 2532978"/>
                  <a:gd name="connsiteX4" fmla="*/ 36322 w 3609357"/>
                  <a:gd name="connsiteY4" fmla="*/ 1430838 h 2532978"/>
                  <a:gd name="connsiteX0" fmla="*/ 3580 w 3569301"/>
                  <a:gd name="connsiteY0" fmla="*/ 1431089 h 2816320"/>
                  <a:gd name="connsiteX1" fmla="*/ 1339213 w 3569301"/>
                  <a:gd name="connsiteY1" fmla="*/ 2631 h 2816320"/>
                  <a:gd name="connsiteX2" fmla="*/ 3567146 w 3569301"/>
                  <a:gd name="connsiteY2" fmla="*/ 1124332 h 2816320"/>
                  <a:gd name="connsiteX3" fmla="*/ 1722688 w 3569301"/>
                  <a:gd name="connsiteY3" fmla="*/ 2808414 h 2816320"/>
                  <a:gd name="connsiteX4" fmla="*/ 3580 w 3569301"/>
                  <a:gd name="connsiteY4" fmla="*/ 1431089 h 2816320"/>
                  <a:gd name="connsiteX0" fmla="*/ 3579 w 3569300"/>
                  <a:gd name="connsiteY0" fmla="*/ 1431089 h 2808414"/>
                  <a:gd name="connsiteX1" fmla="*/ 1339212 w 3569300"/>
                  <a:gd name="connsiteY1" fmla="*/ 2631 h 2808414"/>
                  <a:gd name="connsiteX2" fmla="*/ 3567145 w 3569300"/>
                  <a:gd name="connsiteY2" fmla="*/ 1124332 h 2808414"/>
                  <a:gd name="connsiteX3" fmla="*/ 1722687 w 3569300"/>
                  <a:gd name="connsiteY3" fmla="*/ 2808414 h 2808414"/>
                  <a:gd name="connsiteX4" fmla="*/ 3579 w 3569300"/>
                  <a:gd name="connsiteY4" fmla="*/ 1431089 h 2808414"/>
                  <a:gd name="connsiteX0" fmla="*/ 3579 w 3570402"/>
                  <a:gd name="connsiteY0" fmla="*/ 1431089 h 2845664"/>
                  <a:gd name="connsiteX1" fmla="*/ 1339212 w 3570402"/>
                  <a:gd name="connsiteY1" fmla="*/ 2631 h 2845664"/>
                  <a:gd name="connsiteX2" fmla="*/ 3567145 w 3570402"/>
                  <a:gd name="connsiteY2" fmla="*/ 1124332 h 2845664"/>
                  <a:gd name="connsiteX3" fmla="*/ 1722687 w 3570402"/>
                  <a:gd name="connsiteY3" fmla="*/ 2808414 h 2845664"/>
                  <a:gd name="connsiteX4" fmla="*/ 3579 w 3570402"/>
                  <a:gd name="connsiteY4" fmla="*/ 1431089 h 2845664"/>
                  <a:gd name="connsiteX0" fmla="*/ 3579 w 3571531"/>
                  <a:gd name="connsiteY0" fmla="*/ 1431089 h 2809355"/>
                  <a:gd name="connsiteX1" fmla="*/ 1339212 w 3571531"/>
                  <a:gd name="connsiteY1" fmla="*/ 2631 h 2809355"/>
                  <a:gd name="connsiteX2" fmla="*/ 3567145 w 3571531"/>
                  <a:gd name="connsiteY2" fmla="*/ 1124332 h 2809355"/>
                  <a:gd name="connsiteX3" fmla="*/ 1722687 w 3571531"/>
                  <a:gd name="connsiteY3" fmla="*/ 2808414 h 2809355"/>
                  <a:gd name="connsiteX4" fmla="*/ 3579 w 3571531"/>
                  <a:gd name="connsiteY4" fmla="*/ 1431089 h 2809355"/>
                  <a:gd name="connsiteX0" fmla="*/ 3579 w 3570449"/>
                  <a:gd name="connsiteY0" fmla="*/ 1431089 h 2811091"/>
                  <a:gd name="connsiteX1" fmla="*/ 1339212 w 3570449"/>
                  <a:gd name="connsiteY1" fmla="*/ 2631 h 2811091"/>
                  <a:gd name="connsiteX2" fmla="*/ 3567145 w 3570449"/>
                  <a:gd name="connsiteY2" fmla="*/ 1124332 h 2811091"/>
                  <a:gd name="connsiteX3" fmla="*/ 1722687 w 3570449"/>
                  <a:gd name="connsiteY3" fmla="*/ 2808414 h 2811091"/>
                  <a:gd name="connsiteX4" fmla="*/ 3579 w 3570449"/>
                  <a:gd name="connsiteY4" fmla="*/ 1431089 h 2811091"/>
                  <a:gd name="connsiteX0" fmla="*/ 9477 w 3576347"/>
                  <a:gd name="connsiteY0" fmla="*/ 1454488 h 2834490"/>
                  <a:gd name="connsiteX1" fmla="*/ 1345110 w 3576347"/>
                  <a:gd name="connsiteY1" fmla="*/ 26030 h 2834490"/>
                  <a:gd name="connsiteX2" fmla="*/ 3573043 w 3576347"/>
                  <a:gd name="connsiteY2" fmla="*/ 1147731 h 2834490"/>
                  <a:gd name="connsiteX3" fmla="*/ 1728585 w 3576347"/>
                  <a:gd name="connsiteY3" fmla="*/ 2831813 h 2834490"/>
                  <a:gd name="connsiteX4" fmla="*/ 9477 w 3576347"/>
                  <a:gd name="connsiteY4" fmla="*/ 1454488 h 2834490"/>
                  <a:gd name="connsiteX0" fmla="*/ 11200 w 3578070"/>
                  <a:gd name="connsiteY0" fmla="*/ 1454488 h 2834490"/>
                  <a:gd name="connsiteX1" fmla="*/ 1346833 w 3578070"/>
                  <a:gd name="connsiteY1" fmla="*/ 26030 h 2834490"/>
                  <a:gd name="connsiteX2" fmla="*/ 3574766 w 3578070"/>
                  <a:gd name="connsiteY2" fmla="*/ 1147731 h 2834490"/>
                  <a:gd name="connsiteX3" fmla="*/ 1730308 w 3578070"/>
                  <a:gd name="connsiteY3" fmla="*/ 2831813 h 2834490"/>
                  <a:gd name="connsiteX4" fmla="*/ 11200 w 3578070"/>
                  <a:gd name="connsiteY4" fmla="*/ 1454488 h 2834490"/>
                  <a:gd name="connsiteX0" fmla="*/ 5238 w 3394494"/>
                  <a:gd name="connsiteY0" fmla="*/ 1561249 h 2815719"/>
                  <a:gd name="connsiteX1" fmla="*/ 1164359 w 3394494"/>
                  <a:gd name="connsiteY1" fmla="*/ 5027 h 2815719"/>
                  <a:gd name="connsiteX2" fmla="*/ 3392292 w 3394494"/>
                  <a:gd name="connsiteY2" fmla="*/ 1126728 h 2815719"/>
                  <a:gd name="connsiteX3" fmla="*/ 1547834 w 3394494"/>
                  <a:gd name="connsiteY3" fmla="*/ 2810810 h 2815719"/>
                  <a:gd name="connsiteX4" fmla="*/ 5238 w 3394494"/>
                  <a:gd name="connsiteY4" fmla="*/ 1561249 h 2815719"/>
                  <a:gd name="connsiteX0" fmla="*/ 1714 w 3390970"/>
                  <a:gd name="connsiteY0" fmla="*/ 1561249 h 2816846"/>
                  <a:gd name="connsiteX1" fmla="*/ 1160835 w 3390970"/>
                  <a:gd name="connsiteY1" fmla="*/ 5027 h 2816846"/>
                  <a:gd name="connsiteX2" fmla="*/ 3388768 w 3390970"/>
                  <a:gd name="connsiteY2" fmla="*/ 1126728 h 2816846"/>
                  <a:gd name="connsiteX3" fmla="*/ 1544310 w 3390970"/>
                  <a:gd name="connsiteY3" fmla="*/ 2810810 h 2816846"/>
                  <a:gd name="connsiteX4" fmla="*/ 1714 w 3390970"/>
                  <a:gd name="connsiteY4" fmla="*/ 1561249 h 2816846"/>
                  <a:gd name="connsiteX0" fmla="*/ 1714 w 3392183"/>
                  <a:gd name="connsiteY0" fmla="*/ 1561249 h 2822298"/>
                  <a:gd name="connsiteX1" fmla="*/ 1160835 w 3392183"/>
                  <a:gd name="connsiteY1" fmla="*/ 5027 h 2822298"/>
                  <a:gd name="connsiteX2" fmla="*/ 3388768 w 3392183"/>
                  <a:gd name="connsiteY2" fmla="*/ 1126728 h 2822298"/>
                  <a:gd name="connsiteX3" fmla="*/ 1544310 w 3392183"/>
                  <a:gd name="connsiteY3" fmla="*/ 2810810 h 2822298"/>
                  <a:gd name="connsiteX4" fmla="*/ 1714 w 3392183"/>
                  <a:gd name="connsiteY4" fmla="*/ 1561249 h 2822298"/>
                  <a:gd name="connsiteX0" fmla="*/ 1599 w 3099681"/>
                  <a:gd name="connsiteY0" fmla="*/ 1556274 h 2805936"/>
                  <a:gd name="connsiteX1" fmla="*/ 1160720 w 3099681"/>
                  <a:gd name="connsiteY1" fmla="*/ 52 h 2805936"/>
                  <a:gd name="connsiteX2" fmla="*/ 3097014 w 3099681"/>
                  <a:gd name="connsiteY2" fmla="*/ 1505235 h 2805936"/>
                  <a:gd name="connsiteX3" fmla="*/ 1544195 w 3099681"/>
                  <a:gd name="connsiteY3" fmla="*/ 2805835 h 2805936"/>
                  <a:gd name="connsiteX4" fmla="*/ 1599 w 3099681"/>
                  <a:gd name="connsiteY4" fmla="*/ 1556274 h 2805936"/>
                  <a:gd name="connsiteX0" fmla="*/ 1599 w 3098266"/>
                  <a:gd name="connsiteY0" fmla="*/ 1556274 h 2805936"/>
                  <a:gd name="connsiteX1" fmla="*/ 1160720 w 3098266"/>
                  <a:gd name="connsiteY1" fmla="*/ 52 h 2805936"/>
                  <a:gd name="connsiteX2" fmla="*/ 3097014 w 3098266"/>
                  <a:gd name="connsiteY2" fmla="*/ 1505235 h 2805936"/>
                  <a:gd name="connsiteX3" fmla="*/ 1544195 w 3098266"/>
                  <a:gd name="connsiteY3" fmla="*/ 2805835 h 2805936"/>
                  <a:gd name="connsiteX4" fmla="*/ 1599 w 3098266"/>
                  <a:gd name="connsiteY4" fmla="*/ 1556274 h 2805936"/>
                  <a:gd name="connsiteX0" fmla="*/ 6698 w 3107113"/>
                  <a:gd name="connsiteY0" fmla="*/ 1556268 h 1995204"/>
                  <a:gd name="connsiteX1" fmla="*/ 1165819 w 3107113"/>
                  <a:gd name="connsiteY1" fmla="*/ 46 h 1995204"/>
                  <a:gd name="connsiteX2" fmla="*/ 3102113 w 3107113"/>
                  <a:gd name="connsiteY2" fmla="*/ 1505229 h 1995204"/>
                  <a:gd name="connsiteX3" fmla="*/ 1670895 w 3107113"/>
                  <a:gd name="connsiteY3" fmla="*/ 1994767 h 1995204"/>
                  <a:gd name="connsiteX4" fmla="*/ 6698 w 3107113"/>
                  <a:gd name="connsiteY4" fmla="*/ 1556268 h 1995204"/>
                  <a:gd name="connsiteX0" fmla="*/ 6698 w 3107610"/>
                  <a:gd name="connsiteY0" fmla="*/ 1556268 h 2094159"/>
                  <a:gd name="connsiteX1" fmla="*/ 1165819 w 3107610"/>
                  <a:gd name="connsiteY1" fmla="*/ 46 h 2094159"/>
                  <a:gd name="connsiteX2" fmla="*/ 3102113 w 3107610"/>
                  <a:gd name="connsiteY2" fmla="*/ 1505229 h 2094159"/>
                  <a:gd name="connsiteX3" fmla="*/ 1670895 w 3107610"/>
                  <a:gd name="connsiteY3" fmla="*/ 1994767 h 2094159"/>
                  <a:gd name="connsiteX4" fmla="*/ 6698 w 3107610"/>
                  <a:gd name="connsiteY4" fmla="*/ 1556268 h 2094159"/>
                  <a:gd name="connsiteX0" fmla="*/ 6698 w 3108326"/>
                  <a:gd name="connsiteY0" fmla="*/ 1556268 h 2032117"/>
                  <a:gd name="connsiteX1" fmla="*/ 1165819 w 3108326"/>
                  <a:gd name="connsiteY1" fmla="*/ 46 h 2032117"/>
                  <a:gd name="connsiteX2" fmla="*/ 3102113 w 3108326"/>
                  <a:gd name="connsiteY2" fmla="*/ 1505229 h 2032117"/>
                  <a:gd name="connsiteX3" fmla="*/ 1670895 w 3108326"/>
                  <a:gd name="connsiteY3" fmla="*/ 1994767 h 2032117"/>
                  <a:gd name="connsiteX4" fmla="*/ 6698 w 3108326"/>
                  <a:gd name="connsiteY4" fmla="*/ 1556268 h 2032117"/>
                  <a:gd name="connsiteX0" fmla="*/ 2700 w 3101149"/>
                  <a:gd name="connsiteY0" fmla="*/ 1588985 h 2065259"/>
                  <a:gd name="connsiteX1" fmla="*/ 1324169 w 3101149"/>
                  <a:gd name="connsiteY1" fmla="*/ 44 h 2065259"/>
                  <a:gd name="connsiteX2" fmla="*/ 3098115 w 3101149"/>
                  <a:gd name="connsiteY2" fmla="*/ 1537946 h 2065259"/>
                  <a:gd name="connsiteX3" fmla="*/ 1666897 w 3101149"/>
                  <a:gd name="connsiteY3" fmla="*/ 2027484 h 2065259"/>
                  <a:gd name="connsiteX4" fmla="*/ 2700 w 3101149"/>
                  <a:gd name="connsiteY4" fmla="*/ 1588985 h 2065259"/>
                  <a:gd name="connsiteX0" fmla="*/ 2700 w 3100106"/>
                  <a:gd name="connsiteY0" fmla="*/ 1588985 h 2163738"/>
                  <a:gd name="connsiteX1" fmla="*/ 1324169 w 3100106"/>
                  <a:gd name="connsiteY1" fmla="*/ 44 h 2163738"/>
                  <a:gd name="connsiteX2" fmla="*/ 3098115 w 3100106"/>
                  <a:gd name="connsiteY2" fmla="*/ 1537946 h 2163738"/>
                  <a:gd name="connsiteX3" fmla="*/ 1666897 w 3100106"/>
                  <a:gd name="connsiteY3" fmla="*/ 2027484 h 2163738"/>
                  <a:gd name="connsiteX4" fmla="*/ 2700 w 3100106"/>
                  <a:gd name="connsiteY4" fmla="*/ 1588985 h 2163738"/>
                  <a:gd name="connsiteX0" fmla="*/ 2700 w 3100834"/>
                  <a:gd name="connsiteY0" fmla="*/ 1588985 h 2056082"/>
                  <a:gd name="connsiteX1" fmla="*/ 1324169 w 3100834"/>
                  <a:gd name="connsiteY1" fmla="*/ 44 h 2056082"/>
                  <a:gd name="connsiteX2" fmla="*/ 3098115 w 3100834"/>
                  <a:gd name="connsiteY2" fmla="*/ 1537946 h 2056082"/>
                  <a:gd name="connsiteX3" fmla="*/ 1666897 w 3100834"/>
                  <a:gd name="connsiteY3" fmla="*/ 2027484 h 2056082"/>
                  <a:gd name="connsiteX4" fmla="*/ 2700 w 3100834"/>
                  <a:gd name="connsiteY4" fmla="*/ 1588985 h 2056082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01100" h="2041075">
                    <a:moveTo>
                      <a:pt x="2700" y="1588985"/>
                    </a:moveTo>
                    <a:cubicBezTo>
                      <a:pt x="-54421" y="1251078"/>
                      <a:pt x="808267" y="8550"/>
                      <a:pt x="1324169" y="44"/>
                    </a:cubicBezTo>
                    <a:cubicBezTo>
                      <a:pt x="1840071" y="-8462"/>
                      <a:pt x="3040994" y="1200039"/>
                      <a:pt x="3098115" y="1537946"/>
                    </a:cubicBezTo>
                    <a:cubicBezTo>
                      <a:pt x="3155236" y="1875853"/>
                      <a:pt x="2382291" y="1963492"/>
                      <a:pt x="1666897" y="2027484"/>
                    </a:cubicBezTo>
                    <a:cubicBezTo>
                      <a:pt x="951503" y="2091476"/>
                      <a:pt x="59821" y="1926892"/>
                      <a:pt x="2700" y="1588985"/>
                    </a:cubicBezTo>
                    <a:close/>
                  </a:path>
                </a:pathLst>
              </a:custGeom>
              <a:noFill/>
              <a:ln w="50800">
                <a:solidFill>
                  <a:srgbClr val="647A8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21" name="Titel 1">
                <a:extLst>
                  <a:ext uri="{FF2B5EF4-FFF2-40B4-BE49-F238E27FC236}">
                    <a16:creationId xmlns:a16="http://schemas.microsoft.com/office/drawing/2014/main" id="{8C0E83FF-3856-E911-1AF5-DA1E1D7CD76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51859" y="6045499"/>
                <a:ext cx="2276638" cy="489887"/>
              </a:xfrm>
              <a:prstGeom prst="rect">
                <a:avLst/>
              </a:prstGeom>
            </p:spPr>
            <p:txBody>
              <a:bodyPr anchor="ctr"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r"/>
                <a:r>
                  <a:rPr lang="de-DE" sz="1200" b="0" dirty="0">
                    <a:solidFill>
                      <a:schemeClr val="bg1"/>
                    </a:solidFill>
                    <a:latin typeface="TheSans Plain" pitchFamily="2" charset="0"/>
                    <a:cs typeface="Kannada Sangam MN" pitchFamily="2" charset="0"/>
                  </a:rPr>
                  <a:t>Fachschule</a:t>
                </a:r>
              </a:p>
            </p:txBody>
          </p:sp>
        </p:grpSp>
        <p:pic>
          <p:nvPicPr>
            <p:cNvPr id="12" name="Grafik 11">
              <a:extLst>
                <a:ext uri="{FF2B5EF4-FFF2-40B4-BE49-F238E27FC236}">
                  <a16:creationId xmlns:a16="http://schemas.microsoft.com/office/drawing/2014/main" id="{8F200E25-86C0-1AE4-026E-64F44C974E9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425451" y="6045531"/>
              <a:ext cx="480356" cy="6216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60294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T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ihandform 13">
            <a:extLst>
              <a:ext uri="{FF2B5EF4-FFF2-40B4-BE49-F238E27FC236}">
                <a16:creationId xmlns:a16="http://schemas.microsoft.com/office/drawing/2014/main" id="{44E8D287-3E84-0CEF-FE7D-A2F5ACFCCE39}"/>
              </a:ext>
            </a:extLst>
          </p:cNvPr>
          <p:cNvSpPr/>
          <p:nvPr userDrawn="1"/>
        </p:nvSpPr>
        <p:spPr>
          <a:xfrm rot="12964706">
            <a:off x="7061387" y="-688096"/>
            <a:ext cx="5830459" cy="673024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F07F3E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Freihandform 14">
            <a:extLst>
              <a:ext uri="{FF2B5EF4-FFF2-40B4-BE49-F238E27FC236}">
                <a16:creationId xmlns:a16="http://schemas.microsoft.com/office/drawing/2014/main" id="{DE57907C-840A-5BB1-5D69-DE4552E00CDF}"/>
              </a:ext>
            </a:extLst>
          </p:cNvPr>
          <p:cNvSpPr/>
          <p:nvPr userDrawn="1"/>
        </p:nvSpPr>
        <p:spPr>
          <a:xfrm rot="12433821">
            <a:off x="6943358" y="-1183844"/>
            <a:ext cx="6379201" cy="7374662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noFill/>
          <a:ln w="76200">
            <a:solidFill>
              <a:srgbClr val="F07F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53FEF7C6-490A-61FF-48B8-041F69BF613C}"/>
              </a:ext>
            </a:extLst>
          </p:cNvPr>
          <p:cNvSpPr/>
          <p:nvPr userDrawn="1"/>
        </p:nvSpPr>
        <p:spPr>
          <a:xfrm rot="10129930">
            <a:off x="-2360171" y="-819992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7F148FD-7C9D-0747-859F-DDCBE8F99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22E125-465D-814E-8AE3-3334AE7168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buClr>
                <a:srgbClr val="F07F3E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>
              <a:buClr>
                <a:srgbClr val="F07F3E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2pPr>
            <a:lvl3pPr>
              <a:buClr>
                <a:srgbClr val="F07F3E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3pPr>
            <a:lvl4pPr>
              <a:buClr>
                <a:srgbClr val="F07F3E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4pPr>
            <a:lvl5pPr>
              <a:buClr>
                <a:srgbClr val="F07F3E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517CC0-3827-824C-BD82-5D524FC77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EE3AA6B-514B-3F5F-22E3-B489C71C8E0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3FAEB419-CE0E-A2C1-CF13-6F8BF8F0875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2202" y="1825625"/>
            <a:ext cx="5456236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342B8641-C365-B86B-0AE0-4A02F5406E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E80B2872-9C79-6E78-5E0A-A273C671538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25451" y="6038569"/>
            <a:ext cx="485673" cy="628517"/>
          </a:xfrm>
          <a:prstGeom prst="rect">
            <a:avLst/>
          </a:prstGeom>
        </p:spPr>
      </p:pic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5DBF30F4-5B84-B9FE-9731-A49C4021552E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8372798" y="5651780"/>
            <a:chExt cx="5498261" cy="2530969"/>
          </a:xfrm>
        </p:grpSpPr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D6F2A23F-5DA5-FBC2-6F5E-E411C24151AF}"/>
                </a:ext>
              </a:extLst>
            </p:cNvPr>
            <p:cNvGrpSpPr/>
            <p:nvPr userDrawn="1"/>
          </p:nvGrpSpPr>
          <p:grpSpPr>
            <a:xfrm>
              <a:off x="8372798" y="5651780"/>
              <a:ext cx="5498261" cy="2530969"/>
              <a:chOff x="6265416" y="5268016"/>
              <a:chExt cx="7318186" cy="3368719"/>
            </a:xfrm>
          </p:grpSpPr>
          <p:sp>
            <p:nvSpPr>
              <p:cNvPr id="11" name="Freihandform 10">
                <a:extLst>
                  <a:ext uri="{FF2B5EF4-FFF2-40B4-BE49-F238E27FC236}">
                    <a16:creationId xmlns:a16="http://schemas.microsoft.com/office/drawing/2014/main" id="{73455C59-6DFE-398F-0A49-3E19A7CD5AFE}"/>
                  </a:ext>
                </a:extLst>
              </p:cNvPr>
              <p:cNvSpPr/>
              <p:nvPr/>
            </p:nvSpPr>
            <p:spPr>
              <a:xfrm rot="19708695">
                <a:off x="6265416" y="5268016"/>
                <a:ext cx="6636396" cy="3214341"/>
              </a:xfrm>
              <a:custGeom>
                <a:avLst/>
                <a:gdLst>
                  <a:gd name="connsiteX0" fmla="*/ 346842 w 3373821"/>
                  <a:gd name="connsiteY0" fmla="*/ 283779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346842 w 3373821"/>
                  <a:gd name="connsiteY5" fmla="*/ 283779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882870 h 3310759"/>
                  <a:gd name="connsiteX1" fmla="*/ 3090042 w 3373821"/>
                  <a:gd name="connsiteY1" fmla="*/ 0 h 3310759"/>
                  <a:gd name="connsiteX2" fmla="*/ 3373821 w 3373821"/>
                  <a:gd name="connsiteY2" fmla="*/ 1849821 h 3310759"/>
                  <a:gd name="connsiteX3" fmla="*/ 1902373 w 3373821"/>
                  <a:gd name="connsiteY3" fmla="*/ 3310759 h 3310759"/>
                  <a:gd name="connsiteX4" fmla="*/ 0 w 3373821"/>
                  <a:gd name="connsiteY4" fmla="*/ 2511973 h 3310759"/>
                  <a:gd name="connsiteX5" fmla="*/ 777766 w 3373821"/>
                  <a:gd name="connsiteY5" fmla="*/ 882870 h 3310759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35451 h 3463340"/>
                  <a:gd name="connsiteX1" fmla="*/ 3090042 w 3373821"/>
                  <a:gd name="connsiteY1" fmla="*/ 152581 h 3463340"/>
                  <a:gd name="connsiteX2" fmla="*/ 3373821 w 3373821"/>
                  <a:gd name="connsiteY2" fmla="*/ 2002402 h 3463340"/>
                  <a:gd name="connsiteX3" fmla="*/ 1902373 w 3373821"/>
                  <a:gd name="connsiteY3" fmla="*/ 3463340 h 3463340"/>
                  <a:gd name="connsiteX4" fmla="*/ 0 w 3373821"/>
                  <a:gd name="connsiteY4" fmla="*/ 2664554 h 3463340"/>
                  <a:gd name="connsiteX5" fmla="*/ 777766 w 3373821"/>
                  <a:gd name="connsiteY5" fmla="*/ 1035451 h 3463340"/>
                  <a:gd name="connsiteX0" fmla="*/ 777766 w 3468415"/>
                  <a:gd name="connsiteY0" fmla="*/ 1035451 h 3463340"/>
                  <a:gd name="connsiteX1" fmla="*/ 3090042 w 3468415"/>
                  <a:gd name="connsiteY1" fmla="*/ 152581 h 3463340"/>
                  <a:gd name="connsiteX2" fmla="*/ 3468415 w 3468415"/>
                  <a:gd name="connsiteY2" fmla="*/ 2202098 h 3463340"/>
                  <a:gd name="connsiteX3" fmla="*/ 1902373 w 3468415"/>
                  <a:gd name="connsiteY3" fmla="*/ 3463340 h 3463340"/>
                  <a:gd name="connsiteX4" fmla="*/ 0 w 3468415"/>
                  <a:gd name="connsiteY4" fmla="*/ 2664554 h 3463340"/>
                  <a:gd name="connsiteX5" fmla="*/ 777766 w 3468415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3748"/>
                  <a:gd name="connsiteX1" fmla="*/ 3090042 w 3520921"/>
                  <a:gd name="connsiteY1" fmla="*/ 152581 h 3463748"/>
                  <a:gd name="connsiteX2" fmla="*/ 3468415 w 3520921"/>
                  <a:gd name="connsiteY2" fmla="*/ 2202098 h 3463748"/>
                  <a:gd name="connsiteX3" fmla="*/ 1902373 w 3520921"/>
                  <a:gd name="connsiteY3" fmla="*/ 3463340 h 3463748"/>
                  <a:gd name="connsiteX4" fmla="*/ 0 w 3520921"/>
                  <a:gd name="connsiteY4" fmla="*/ 2664554 h 3463748"/>
                  <a:gd name="connsiteX5" fmla="*/ 777766 w 3520921"/>
                  <a:gd name="connsiteY5" fmla="*/ 1035451 h 3463748"/>
                  <a:gd name="connsiteX0" fmla="*/ 815379 w 3558534"/>
                  <a:gd name="connsiteY0" fmla="*/ 1035451 h 3463748"/>
                  <a:gd name="connsiteX1" fmla="*/ 3127655 w 3558534"/>
                  <a:gd name="connsiteY1" fmla="*/ 152581 h 3463748"/>
                  <a:gd name="connsiteX2" fmla="*/ 3506028 w 3558534"/>
                  <a:gd name="connsiteY2" fmla="*/ 2202098 h 3463748"/>
                  <a:gd name="connsiteX3" fmla="*/ 1939986 w 3558534"/>
                  <a:gd name="connsiteY3" fmla="*/ 3463340 h 3463748"/>
                  <a:gd name="connsiteX4" fmla="*/ 37613 w 3558534"/>
                  <a:gd name="connsiteY4" fmla="*/ 2664554 h 3463748"/>
                  <a:gd name="connsiteX5" fmla="*/ 815379 w 3558534"/>
                  <a:gd name="connsiteY5" fmla="*/ 1035451 h 3463748"/>
                  <a:gd name="connsiteX0" fmla="*/ 815379 w 3558534"/>
                  <a:gd name="connsiteY0" fmla="*/ 1035451 h 3464371"/>
                  <a:gd name="connsiteX1" fmla="*/ 3127655 w 3558534"/>
                  <a:gd name="connsiteY1" fmla="*/ 152581 h 3464371"/>
                  <a:gd name="connsiteX2" fmla="*/ 3506028 w 3558534"/>
                  <a:gd name="connsiteY2" fmla="*/ 2202098 h 3464371"/>
                  <a:gd name="connsiteX3" fmla="*/ 1939986 w 3558534"/>
                  <a:gd name="connsiteY3" fmla="*/ 3463340 h 3464371"/>
                  <a:gd name="connsiteX4" fmla="*/ 37613 w 3558534"/>
                  <a:gd name="connsiteY4" fmla="*/ 2664554 h 3464371"/>
                  <a:gd name="connsiteX5" fmla="*/ 815379 w 3558534"/>
                  <a:gd name="connsiteY5" fmla="*/ 1035451 h 3464371"/>
                  <a:gd name="connsiteX0" fmla="*/ 815379 w 3150376"/>
                  <a:gd name="connsiteY0" fmla="*/ 1035451 h 3464371"/>
                  <a:gd name="connsiteX1" fmla="*/ 3127655 w 3150376"/>
                  <a:gd name="connsiteY1" fmla="*/ 152581 h 3464371"/>
                  <a:gd name="connsiteX2" fmla="*/ 1961008 w 3150376"/>
                  <a:gd name="connsiteY2" fmla="*/ 1655560 h 3464371"/>
                  <a:gd name="connsiteX3" fmla="*/ 1939986 w 3150376"/>
                  <a:gd name="connsiteY3" fmla="*/ 3463340 h 3464371"/>
                  <a:gd name="connsiteX4" fmla="*/ 37613 w 3150376"/>
                  <a:gd name="connsiteY4" fmla="*/ 2664554 h 3464371"/>
                  <a:gd name="connsiteX5" fmla="*/ 815379 w 3150376"/>
                  <a:gd name="connsiteY5" fmla="*/ 1035451 h 3464371"/>
                  <a:gd name="connsiteX0" fmla="*/ 815379 w 3162532"/>
                  <a:gd name="connsiteY0" fmla="*/ 1035451 h 3464371"/>
                  <a:gd name="connsiteX1" fmla="*/ 3127655 w 3162532"/>
                  <a:gd name="connsiteY1" fmla="*/ 152581 h 3464371"/>
                  <a:gd name="connsiteX2" fmla="*/ 2423463 w 3162532"/>
                  <a:gd name="connsiteY2" fmla="*/ 1645049 h 3464371"/>
                  <a:gd name="connsiteX3" fmla="*/ 1939986 w 3162532"/>
                  <a:gd name="connsiteY3" fmla="*/ 3463340 h 3464371"/>
                  <a:gd name="connsiteX4" fmla="*/ 37613 w 3162532"/>
                  <a:gd name="connsiteY4" fmla="*/ 2664554 h 3464371"/>
                  <a:gd name="connsiteX5" fmla="*/ 815379 w 3162532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606310"/>
                  <a:gd name="connsiteX1" fmla="*/ 3127655 w 3171514"/>
                  <a:gd name="connsiteY1" fmla="*/ 152581 h 3606310"/>
                  <a:gd name="connsiteX2" fmla="*/ 2423463 w 3171514"/>
                  <a:gd name="connsiteY2" fmla="*/ 1645049 h 3606310"/>
                  <a:gd name="connsiteX3" fmla="*/ 2307848 w 3171514"/>
                  <a:gd name="connsiteY3" fmla="*/ 3473850 h 3606310"/>
                  <a:gd name="connsiteX4" fmla="*/ 37613 w 3171514"/>
                  <a:gd name="connsiteY4" fmla="*/ 2664554 h 3606310"/>
                  <a:gd name="connsiteX5" fmla="*/ 815379 w 3171514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64502"/>
                  <a:gd name="connsiteY0" fmla="*/ 1035451 h 3606310"/>
                  <a:gd name="connsiteX1" fmla="*/ 3127655 w 3164502"/>
                  <a:gd name="connsiteY1" fmla="*/ 152581 h 3606310"/>
                  <a:gd name="connsiteX2" fmla="*/ 2560098 w 3164502"/>
                  <a:gd name="connsiteY2" fmla="*/ 1666070 h 3606310"/>
                  <a:gd name="connsiteX3" fmla="*/ 2307848 w 3164502"/>
                  <a:gd name="connsiteY3" fmla="*/ 3473850 h 3606310"/>
                  <a:gd name="connsiteX4" fmla="*/ 37613 w 3164502"/>
                  <a:gd name="connsiteY4" fmla="*/ 2664554 h 3606310"/>
                  <a:gd name="connsiteX5" fmla="*/ 815379 w 3164502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29312 w 3176710"/>
                  <a:gd name="connsiteY0" fmla="*/ 1035451 h 3606310"/>
                  <a:gd name="connsiteX1" fmla="*/ 3141588 w 3176710"/>
                  <a:gd name="connsiteY1" fmla="*/ 152581 h 3606310"/>
                  <a:gd name="connsiteX2" fmla="*/ 2574031 w 3176710"/>
                  <a:gd name="connsiteY2" fmla="*/ 1666070 h 3606310"/>
                  <a:gd name="connsiteX3" fmla="*/ 2321781 w 3176710"/>
                  <a:gd name="connsiteY3" fmla="*/ 3473850 h 3606310"/>
                  <a:gd name="connsiteX4" fmla="*/ 51546 w 3176710"/>
                  <a:gd name="connsiteY4" fmla="*/ 2664554 h 3606310"/>
                  <a:gd name="connsiteX5" fmla="*/ 829312 w 3176710"/>
                  <a:gd name="connsiteY5" fmla="*/ 1035451 h 3606310"/>
                  <a:gd name="connsiteX0" fmla="*/ 829312 w 3177410"/>
                  <a:gd name="connsiteY0" fmla="*/ 1035451 h 3606310"/>
                  <a:gd name="connsiteX1" fmla="*/ 3141588 w 3177410"/>
                  <a:gd name="connsiteY1" fmla="*/ 152581 h 3606310"/>
                  <a:gd name="connsiteX2" fmla="*/ 2574031 w 3177410"/>
                  <a:gd name="connsiteY2" fmla="*/ 1666070 h 3606310"/>
                  <a:gd name="connsiteX3" fmla="*/ 2321781 w 3177410"/>
                  <a:gd name="connsiteY3" fmla="*/ 3473850 h 3606310"/>
                  <a:gd name="connsiteX4" fmla="*/ 51546 w 3177410"/>
                  <a:gd name="connsiteY4" fmla="*/ 2664554 h 3606310"/>
                  <a:gd name="connsiteX5" fmla="*/ 829312 w 3177410"/>
                  <a:gd name="connsiteY5" fmla="*/ 1035451 h 3606310"/>
                  <a:gd name="connsiteX0" fmla="*/ 829312 w 3177410"/>
                  <a:gd name="connsiteY0" fmla="*/ 1013703 h 3584562"/>
                  <a:gd name="connsiteX1" fmla="*/ 3141588 w 3177410"/>
                  <a:gd name="connsiteY1" fmla="*/ 130833 h 3584562"/>
                  <a:gd name="connsiteX2" fmla="*/ 2574031 w 3177410"/>
                  <a:gd name="connsiteY2" fmla="*/ 1644322 h 3584562"/>
                  <a:gd name="connsiteX3" fmla="*/ 2321781 w 3177410"/>
                  <a:gd name="connsiteY3" fmla="*/ 3452102 h 3584562"/>
                  <a:gd name="connsiteX4" fmla="*/ 51546 w 3177410"/>
                  <a:gd name="connsiteY4" fmla="*/ 2642806 h 3584562"/>
                  <a:gd name="connsiteX5" fmla="*/ 829312 w 3177410"/>
                  <a:gd name="connsiteY5" fmla="*/ 1013703 h 3584562"/>
                  <a:gd name="connsiteX0" fmla="*/ 829578 w 3177676"/>
                  <a:gd name="connsiteY0" fmla="*/ 1013703 h 3584562"/>
                  <a:gd name="connsiteX1" fmla="*/ 3141854 w 3177676"/>
                  <a:gd name="connsiteY1" fmla="*/ 130833 h 3584562"/>
                  <a:gd name="connsiteX2" fmla="*/ 2574297 w 3177676"/>
                  <a:gd name="connsiteY2" fmla="*/ 1644322 h 3584562"/>
                  <a:gd name="connsiteX3" fmla="*/ 2322047 w 3177676"/>
                  <a:gd name="connsiteY3" fmla="*/ 3452102 h 3584562"/>
                  <a:gd name="connsiteX4" fmla="*/ 51812 w 3177676"/>
                  <a:gd name="connsiteY4" fmla="*/ 2642806 h 3584562"/>
                  <a:gd name="connsiteX5" fmla="*/ 829578 w 3177676"/>
                  <a:gd name="connsiteY5" fmla="*/ 1013703 h 3584562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11178 w 2672400"/>
                  <a:gd name="connsiteY0" fmla="*/ 7864 h 2583061"/>
                  <a:gd name="connsiteX1" fmla="*/ 1318755 w 2672400"/>
                  <a:gd name="connsiteY1" fmla="*/ 1092175 h 2583061"/>
                  <a:gd name="connsiteX2" fmla="*/ 2555897 w 2672400"/>
                  <a:gd name="connsiteY2" fmla="*/ 638483 h 2583061"/>
                  <a:gd name="connsiteX3" fmla="*/ 2303647 w 2672400"/>
                  <a:gd name="connsiteY3" fmla="*/ 2446263 h 2583061"/>
                  <a:gd name="connsiteX4" fmla="*/ 33412 w 2672400"/>
                  <a:gd name="connsiteY4" fmla="*/ 1636967 h 2583061"/>
                  <a:gd name="connsiteX5" fmla="*/ 811178 w 2672400"/>
                  <a:gd name="connsiteY5" fmla="*/ 7864 h 2583061"/>
                  <a:gd name="connsiteX0" fmla="*/ 811178 w 3223026"/>
                  <a:gd name="connsiteY0" fmla="*/ 5596 h 2477281"/>
                  <a:gd name="connsiteX1" fmla="*/ 1318755 w 3223026"/>
                  <a:gd name="connsiteY1" fmla="*/ 1089907 h 2477281"/>
                  <a:gd name="connsiteX2" fmla="*/ 3192488 w 3223026"/>
                  <a:gd name="connsiteY2" fmla="*/ 802600 h 2477281"/>
                  <a:gd name="connsiteX3" fmla="*/ 2303647 w 3223026"/>
                  <a:gd name="connsiteY3" fmla="*/ 2443995 h 2477281"/>
                  <a:gd name="connsiteX4" fmla="*/ 33412 w 3223026"/>
                  <a:gd name="connsiteY4" fmla="*/ 1634699 h 2477281"/>
                  <a:gd name="connsiteX5" fmla="*/ 811178 w 3223026"/>
                  <a:gd name="connsiteY5" fmla="*/ 5596 h 2477281"/>
                  <a:gd name="connsiteX0" fmla="*/ 846588 w 3330250"/>
                  <a:gd name="connsiteY0" fmla="*/ 5596 h 2432711"/>
                  <a:gd name="connsiteX1" fmla="*/ 1354165 w 3330250"/>
                  <a:gd name="connsiteY1" fmla="*/ 1089907 h 2432711"/>
                  <a:gd name="connsiteX2" fmla="*/ 3227898 w 3330250"/>
                  <a:gd name="connsiteY2" fmla="*/ 802600 h 2432711"/>
                  <a:gd name="connsiteX3" fmla="*/ 2761796 w 3330250"/>
                  <a:gd name="connsiteY3" fmla="*/ 2409553 h 2432711"/>
                  <a:gd name="connsiteX4" fmla="*/ 68822 w 3330250"/>
                  <a:gd name="connsiteY4" fmla="*/ 1634699 h 2432711"/>
                  <a:gd name="connsiteX5" fmla="*/ 846588 w 3330250"/>
                  <a:gd name="connsiteY5" fmla="*/ 5596 h 2432711"/>
                  <a:gd name="connsiteX0" fmla="*/ 846588 w 3514825"/>
                  <a:gd name="connsiteY0" fmla="*/ 5596 h 2432711"/>
                  <a:gd name="connsiteX1" fmla="*/ 1354165 w 3514825"/>
                  <a:gd name="connsiteY1" fmla="*/ 1089907 h 2432711"/>
                  <a:gd name="connsiteX2" fmla="*/ 3227898 w 3514825"/>
                  <a:gd name="connsiteY2" fmla="*/ 802600 h 2432711"/>
                  <a:gd name="connsiteX3" fmla="*/ 2761796 w 3514825"/>
                  <a:gd name="connsiteY3" fmla="*/ 2409553 h 2432711"/>
                  <a:gd name="connsiteX4" fmla="*/ 68822 w 3514825"/>
                  <a:gd name="connsiteY4" fmla="*/ 1634699 h 2432711"/>
                  <a:gd name="connsiteX5" fmla="*/ 846588 w 3514825"/>
                  <a:gd name="connsiteY5" fmla="*/ 5596 h 2432711"/>
                  <a:gd name="connsiteX0" fmla="*/ 875402 w 3543639"/>
                  <a:gd name="connsiteY0" fmla="*/ 2708 h 2429823"/>
                  <a:gd name="connsiteX1" fmla="*/ 1382979 w 3543639"/>
                  <a:gd name="connsiteY1" fmla="*/ 1087019 h 2429823"/>
                  <a:gd name="connsiteX2" fmla="*/ 3256712 w 3543639"/>
                  <a:gd name="connsiteY2" fmla="*/ 799712 h 2429823"/>
                  <a:gd name="connsiteX3" fmla="*/ 2790610 w 3543639"/>
                  <a:gd name="connsiteY3" fmla="*/ 2406665 h 2429823"/>
                  <a:gd name="connsiteX4" fmla="*/ 97636 w 3543639"/>
                  <a:gd name="connsiteY4" fmla="*/ 1631811 h 2429823"/>
                  <a:gd name="connsiteX5" fmla="*/ 875402 w 3543639"/>
                  <a:gd name="connsiteY5" fmla="*/ 2708 h 2429823"/>
                  <a:gd name="connsiteX0" fmla="*/ 1035116 w 3703353"/>
                  <a:gd name="connsiteY0" fmla="*/ 3586 h 2450893"/>
                  <a:gd name="connsiteX1" fmla="*/ 1542693 w 3703353"/>
                  <a:gd name="connsiteY1" fmla="*/ 1087897 h 2450893"/>
                  <a:gd name="connsiteX2" fmla="*/ 3416426 w 3703353"/>
                  <a:gd name="connsiteY2" fmla="*/ 800590 h 2450893"/>
                  <a:gd name="connsiteX3" fmla="*/ 2950324 w 3703353"/>
                  <a:gd name="connsiteY3" fmla="*/ 2407543 h 2450893"/>
                  <a:gd name="connsiteX4" fmla="*/ 257350 w 3703353"/>
                  <a:gd name="connsiteY4" fmla="*/ 1632689 h 2450893"/>
                  <a:gd name="connsiteX5" fmla="*/ 1035116 w 3703353"/>
                  <a:gd name="connsiteY5" fmla="*/ 3586 h 2450893"/>
                  <a:gd name="connsiteX0" fmla="*/ 991689 w 3462563"/>
                  <a:gd name="connsiteY0" fmla="*/ 10605 h 2457912"/>
                  <a:gd name="connsiteX1" fmla="*/ 1674106 w 3462563"/>
                  <a:gd name="connsiteY1" fmla="*/ 930710 h 2457912"/>
                  <a:gd name="connsiteX2" fmla="*/ 3372999 w 3462563"/>
                  <a:gd name="connsiteY2" fmla="*/ 807609 h 2457912"/>
                  <a:gd name="connsiteX3" fmla="*/ 2906897 w 3462563"/>
                  <a:gd name="connsiteY3" fmla="*/ 2414562 h 2457912"/>
                  <a:gd name="connsiteX4" fmla="*/ 213923 w 3462563"/>
                  <a:gd name="connsiteY4" fmla="*/ 1639708 h 2457912"/>
                  <a:gd name="connsiteX5" fmla="*/ 991689 w 3462563"/>
                  <a:gd name="connsiteY5" fmla="*/ 10605 h 2457912"/>
                  <a:gd name="connsiteX0" fmla="*/ 991689 w 3644113"/>
                  <a:gd name="connsiteY0" fmla="*/ 10605 h 2457912"/>
                  <a:gd name="connsiteX1" fmla="*/ 1674106 w 3644113"/>
                  <a:gd name="connsiteY1" fmla="*/ 930710 h 2457912"/>
                  <a:gd name="connsiteX2" fmla="*/ 3372999 w 3644113"/>
                  <a:gd name="connsiteY2" fmla="*/ 807609 h 2457912"/>
                  <a:gd name="connsiteX3" fmla="*/ 2906897 w 3644113"/>
                  <a:gd name="connsiteY3" fmla="*/ 2414562 h 2457912"/>
                  <a:gd name="connsiteX4" fmla="*/ 213923 w 3644113"/>
                  <a:gd name="connsiteY4" fmla="*/ 1639708 h 2457912"/>
                  <a:gd name="connsiteX5" fmla="*/ 991689 w 3644113"/>
                  <a:gd name="connsiteY5" fmla="*/ 10605 h 2457912"/>
                  <a:gd name="connsiteX0" fmla="*/ 1054352 w 3706777"/>
                  <a:gd name="connsiteY0" fmla="*/ 1046 h 2448353"/>
                  <a:gd name="connsiteX1" fmla="*/ 1736769 w 3706777"/>
                  <a:gd name="connsiteY1" fmla="*/ 921151 h 2448353"/>
                  <a:gd name="connsiteX2" fmla="*/ 3435662 w 3706777"/>
                  <a:gd name="connsiteY2" fmla="*/ 798050 h 2448353"/>
                  <a:gd name="connsiteX3" fmla="*/ 2969560 w 3706777"/>
                  <a:gd name="connsiteY3" fmla="*/ 2405003 h 2448353"/>
                  <a:gd name="connsiteX4" fmla="*/ 276586 w 3706777"/>
                  <a:gd name="connsiteY4" fmla="*/ 1630149 h 2448353"/>
                  <a:gd name="connsiteX5" fmla="*/ 1054352 w 3706777"/>
                  <a:gd name="connsiteY5" fmla="*/ 1046 h 2448353"/>
                  <a:gd name="connsiteX0" fmla="*/ 590056 w 3683836"/>
                  <a:gd name="connsiteY0" fmla="*/ 1109 h 1961431"/>
                  <a:gd name="connsiteX1" fmla="*/ 1713828 w 3683836"/>
                  <a:gd name="connsiteY1" fmla="*/ 456838 h 1961431"/>
                  <a:gd name="connsiteX2" fmla="*/ 3412721 w 3683836"/>
                  <a:gd name="connsiteY2" fmla="*/ 333737 h 1961431"/>
                  <a:gd name="connsiteX3" fmla="*/ 2946619 w 3683836"/>
                  <a:gd name="connsiteY3" fmla="*/ 1940690 h 1961431"/>
                  <a:gd name="connsiteX4" fmla="*/ 253645 w 3683836"/>
                  <a:gd name="connsiteY4" fmla="*/ 1165836 h 1961431"/>
                  <a:gd name="connsiteX5" fmla="*/ 590056 w 3683836"/>
                  <a:gd name="connsiteY5" fmla="*/ 1109 h 1961431"/>
                  <a:gd name="connsiteX0" fmla="*/ 577152 w 3670932"/>
                  <a:gd name="connsiteY0" fmla="*/ 28557 h 1988879"/>
                  <a:gd name="connsiteX1" fmla="*/ 1700924 w 3670932"/>
                  <a:gd name="connsiteY1" fmla="*/ 484286 h 1988879"/>
                  <a:gd name="connsiteX2" fmla="*/ 3399817 w 3670932"/>
                  <a:gd name="connsiteY2" fmla="*/ 361185 h 1988879"/>
                  <a:gd name="connsiteX3" fmla="*/ 2933715 w 3670932"/>
                  <a:gd name="connsiteY3" fmla="*/ 1968138 h 1988879"/>
                  <a:gd name="connsiteX4" fmla="*/ 240741 w 3670932"/>
                  <a:gd name="connsiteY4" fmla="*/ 1193284 h 1988879"/>
                  <a:gd name="connsiteX5" fmla="*/ 577152 w 3670932"/>
                  <a:gd name="connsiteY5" fmla="*/ 28557 h 1988879"/>
                  <a:gd name="connsiteX0" fmla="*/ 5660 w 3065770"/>
                  <a:gd name="connsiteY0" fmla="*/ 41752 h 2084853"/>
                  <a:gd name="connsiteX1" fmla="*/ 1129432 w 3065770"/>
                  <a:gd name="connsiteY1" fmla="*/ 497481 h 2084853"/>
                  <a:gd name="connsiteX2" fmla="*/ 2828325 w 3065770"/>
                  <a:gd name="connsiteY2" fmla="*/ 374380 h 2084853"/>
                  <a:gd name="connsiteX3" fmla="*/ 2362223 w 3065770"/>
                  <a:gd name="connsiteY3" fmla="*/ 1981333 h 2084853"/>
                  <a:gd name="connsiteX4" fmla="*/ 768571 w 3065770"/>
                  <a:gd name="connsiteY4" fmla="*/ 1718703 h 2084853"/>
                  <a:gd name="connsiteX5" fmla="*/ 5660 w 3065770"/>
                  <a:gd name="connsiteY5" fmla="*/ 41752 h 2084853"/>
                  <a:gd name="connsiteX0" fmla="*/ 12471 w 3072581"/>
                  <a:gd name="connsiteY0" fmla="*/ 41752 h 2092530"/>
                  <a:gd name="connsiteX1" fmla="*/ 1136243 w 3072581"/>
                  <a:gd name="connsiteY1" fmla="*/ 497481 h 2092530"/>
                  <a:gd name="connsiteX2" fmla="*/ 2835136 w 3072581"/>
                  <a:gd name="connsiteY2" fmla="*/ 374380 h 2092530"/>
                  <a:gd name="connsiteX3" fmla="*/ 2369034 w 3072581"/>
                  <a:gd name="connsiteY3" fmla="*/ 1981333 h 2092530"/>
                  <a:gd name="connsiteX4" fmla="*/ 775382 w 3072581"/>
                  <a:gd name="connsiteY4" fmla="*/ 1718703 h 2092530"/>
                  <a:gd name="connsiteX5" fmla="*/ 12471 w 3072581"/>
                  <a:gd name="connsiteY5" fmla="*/ 41752 h 2092530"/>
                  <a:gd name="connsiteX0" fmla="*/ 2798 w 3655173"/>
                  <a:gd name="connsiteY0" fmla="*/ 869129 h 2007317"/>
                  <a:gd name="connsiteX1" fmla="*/ 1718835 w 3655173"/>
                  <a:gd name="connsiteY1" fmla="*/ 445136 h 2007317"/>
                  <a:gd name="connsiteX2" fmla="*/ 3417728 w 3655173"/>
                  <a:gd name="connsiteY2" fmla="*/ 322035 h 2007317"/>
                  <a:gd name="connsiteX3" fmla="*/ 2951626 w 3655173"/>
                  <a:gd name="connsiteY3" fmla="*/ 1928988 h 2007317"/>
                  <a:gd name="connsiteX4" fmla="*/ 1357974 w 3655173"/>
                  <a:gd name="connsiteY4" fmla="*/ 1666358 h 2007317"/>
                  <a:gd name="connsiteX5" fmla="*/ 2798 w 3655173"/>
                  <a:gd name="connsiteY5" fmla="*/ 869129 h 2007317"/>
                  <a:gd name="connsiteX0" fmla="*/ 542 w 3652917"/>
                  <a:gd name="connsiteY0" fmla="*/ 869129 h 2007318"/>
                  <a:gd name="connsiteX1" fmla="*/ 1716579 w 3652917"/>
                  <a:gd name="connsiteY1" fmla="*/ 445136 h 2007318"/>
                  <a:gd name="connsiteX2" fmla="*/ 3415472 w 3652917"/>
                  <a:gd name="connsiteY2" fmla="*/ 322035 h 2007318"/>
                  <a:gd name="connsiteX3" fmla="*/ 2949370 w 3652917"/>
                  <a:gd name="connsiteY3" fmla="*/ 1928988 h 2007318"/>
                  <a:gd name="connsiteX4" fmla="*/ 1355718 w 3652917"/>
                  <a:gd name="connsiteY4" fmla="*/ 1666358 h 2007318"/>
                  <a:gd name="connsiteX5" fmla="*/ 542 w 3652917"/>
                  <a:gd name="connsiteY5" fmla="*/ 869129 h 2007318"/>
                  <a:gd name="connsiteX0" fmla="*/ 243 w 3639926"/>
                  <a:gd name="connsiteY0" fmla="*/ 869129 h 1955507"/>
                  <a:gd name="connsiteX1" fmla="*/ 1716280 w 3639926"/>
                  <a:gd name="connsiteY1" fmla="*/ 445136 h 1955507"/>
                  <a:gd name="connsiteX2" fmla="*/ 3415173 w 3639926"/>
                  <a:gd name="connsiteY2" fmla="*/ 322035 h 1955507"/>
                  <a:gd name="connsiteX3" fmla="*/ 2949071 w 3639926"/>
                  <a:gd name="connsiteY3" fmla="*/ 1928988 h 1955507"/>
                  <a:gd name="connsiteX4" fmla="*/ 1833458 w 3639926"/>
                  <a:gd name="connsiteY4" fmla="*/ 1291535 h 1955507"/>
                  <a:gd name="connsiteX5" fmla="*/ 243 w 3639926"/>
                  <a:gd name="connsiteY5" fmla="*/ 869129 h 1955507"/>
                  <a:gd name="connsiteX0" fmla="*/ 243 w 3639926"/>
                  <a:gd name="connsiteY0" fmla="*/ 869129 h 1947022"/>
                  <a:gd name="connsiteX1" fmla="*/ 1716280 w 3639926"/>
                  <a:gd name="connsiteY1" fmla="*/ 445136 h 1947022"/>
                  <a:gd name="connsiteX2" fmla="*/ 3415173 w 3639926"/>
                  <a:gd name="connsiteY2" fmla="*/ 322035 h 1947022"/>
                  <a:gd name="connsiteX3" fmla="*/ 2949071 w 3639926"/>
                  <a:gd name="connsiteY3" fmla="*/ 1928988 h 1947022"/>
                  <a:gd name="connsiteX4" fmla="*/ 1833458 w 3639926"/>
                  <a:gd name="connsiteY4" fmla="*/ 1291535 h 1947022"/>
                  <a:gd name="connsiteX5" fmla="*/ 243 w 3639926"/>
                  <a:gd name="connsiteY5" fmla="*/ 869129 h 1947022"/>
                  <a:gd name="connsiteX0" fmla="*/ 7345 w 3647028"/>
                  <a:gd name="connsiteY0" fmla="*/ 869129 h 1947022"/>
                  <a:gd name="connsiteX1" fmla="*/ 1723382 w 3647028"/>
                  <a:gd name="connsiteY1" fmla="*/ 445136 h 1947022"/>
                  <a:gd name="connsiteX2" fmla="*/ 3422275 w 3647028"/>
                  <a:gd name="connsiteY2" fmla="*/ 322035 h 1947022"/>
                  <a:gd name="connsiteX3" fmla="*/ 2956173 w 3647028"/>
                  <a:gd name="connsiteY3" fmla="*/ 1928988 h 1947022"/>
                  <a:gd name="connsiteX4" fmla="*/ 1840560 w 3647028"/>
                  <a:gd name="connsiteY4" fmla="*/ 1291535 h 1947022"/>
                  <a:gd name="connsiteX5" fmla="*/ 7345 w 3647028"/>
                  <a:gd name="connsiteY5" fmla="*/ 869129 h 1947022"/>
                  <a:gd name="connsiteX0" fmla="*/ 7345 w 3811052"/>
                  <a:gd name="connsiteY0" fmla="*/ 869129 h 1929159"/>
                  <a:gd name="connsiteX1" fmla="*/ 1723382 w 3811052"/>
                  <a:gd name="connsiteY1" fmla="*/ 445136 h 1929159"/>
                  <a:gd name="connsiteX2" fmla="*/ 3422275 w 3811052"/>
                  <a:gd name="connsiteY2" fmla="*/ 322035 h 1929159"/>
                  <a:gd name="connsiteX3" fmla="*/ 2956173 w 3811052"/>
                  <a:gd name="connsiteY3" fmla="*/ 1928988 h 1929159"/>
                  <a:gd name="connsiteX4" fmla="*/ 1840560 w 3811052"/>
                  <a:gd name="connsiteY4" fmla="*/ 1291535 h 1929159"/>
                  <a:gd name="connsiteX5" fmla="*/ 7345 w 3811052"/>
                  <a:gd name="connsiteY5" fmla="*/ 869129 h 1929159"/>
                  <a:gd name="connsiteX0" fmla="*/ 5264 w 3937957"/>
                  <a:gd name="connsiteY0" fmla="*/ 1155023 h 1938909"/>
                  <a:gd name="connsiteX1" fmla="*/ 1850286 w 3937957"/>
                  <a:gd name="connsiteY1" fmla="*/ 454886 h 1938909"/>
                  <a:gd name="connsiteX2" fmla="*/ 3549179 w 3937957"/>
                  <a:gd name="connsiteY2" fmla="*/ 331785 h 1938909"/>
                  <a:gd name="connsiteX3" fmla="*/ 3083077 w 3937957"/>
                  <a:gd name="connsiteY3" fmla="*/ 1938738 h 1938909"/>
                  <a:gd name="connsiteX4" fmla="*/ 1967464 w 3937957"/>
                  <a:gd name="connsiteY4" fmla="*/ 1301285 h 1938909"/>
                  <a:gd name="connsiteX5" fmla="*/ 5264 w 3937957"/>
                  <a:gd name="connsiteY5" fmla="*/ 1155023 h 1938909"/>
                  <a:gd name="connsiteX0" fmla="*/ 23607 w 3956300"/>
                  <a:gd name="connsiteY0" fmla="*/ 1155023 h 1938909"/>
                  <a:gd name="connsiteX1" fmla="*/ 1868629 w 3956300"/>
                  <a:gd name="connsiteY1" fmla="*/ 454886 h 1938909"/>
                  <a:gd name="connsiteX2" fmla="*/ 3567522 w 3956300"/>
                  <a:gd name="connsiteY2" fmla="*/ 331785 h 1938909"/>
                  <a:gd name="connsiteX3" fmla="*/ 3101420 w 3956300"/>
                  <a:gd name="connsiteY3" fmla="*/ 1938738 h 1938909"/>
                  <a:gd name="connsiteX4" fmla="*/ 1985807 w 3956300"/>
                  <a:gd name="connsiteY4" fmla="*/ 1301285 h 1938909"/>
                  <a:gd name="connsiteX5" fmla="*/ 23607 w 3956300"/>
                  <a:gd name="connsiteY5" fmla="*/ 1155023 h 1938909"/>
                  <a:gd name="connsiteX0" fmla="*/ 356 w 3775841"/>
                  <a:gd name="connsiteY0" fmla="*/ 1155023 h 1975367"/>
                  <a:gd name="connsiteX1" fmla="*/ 1845378 w 3775841"/>
                  <a:gd name="connsiteY1" fmla="*/ 454886 h 1975367"/>
                  <a:gd name="connsiteX2" fmla="*/ 3544271 w 3775841"/>
                  <a:gd name="connsiteY2" fmla="*/ 331785 h 1975367"/>
                  <a:gd name="connsiteX3" fmla="*/ 3078169 w 3775841"/>
                  <a:gd name="connsiteY3" fmla="*/ 1938738 h 1975367"/>
                  <a:gd name="connsiteX4" fmla="*/ 1700608 w 3775841"/>
                  <a:gd name="connsiteY4" fmla="*/ 1432728 h 1975367"/>
                  <a:gd name="connsiteX5" fmla="*/ 356 w 3775841"/>
                  <a:gd name="connsiteY5" fmla="*/ 1155023 h 1975367"/>
                  <a:gd name="connsiteX0" fmla="*/ 385 w 3775871"/>
                  <a:gd name="connsiteY0" fmla="*/ 1155023 h 1964875"/>
                  <a:gd name="connsiteX1" fmla="*/ 1845407 w 3775871"/>
                  <a:gd name="connsiteY1" fmla="*/ 454886 h 1964875"/>
                  <a:gd name="connsiteX2" fmla="*/ 3544300 w 3775871"/>
                  <a:gd name="connsiteY2" fmla="*/ 331785 h 1964875"/>
                  <a:gd name="connsiteX3" fmla="*/ 3078198 w 3775871"/>
                  <a:gd name="connsiteY3" fmla="*/ 1938738 h 1964875"/>
                  <a:gd name="connsiteX4" fmla="*/ 1700637 w 3775871"/>
                  <a:gd name="connsiteY4" fmla="*/ 1432728 h 1964875"/>
                  <a:gd name="connsiteX5" fmla="*/ 385 w 3775871"/>
                  <a:gd name="connsiteY5" fmla="*/ 1155023 h 1964875"/>
                  <a:gd name="connsiteX0" fmla="*/ 518 w 3310321"/>
                  <a:gd name="connsiteY0" fmla="*/ 1561197 h 1986949"/>
                  <a:gd name="connsiteX1" fmla="*/ 1379857 w 3310321"/>
                  <a:gd name="connsiteY1" fmla="*/ 469469 h 1986949"/>
                  <a:gd name="connsiteX2" fmla="*/ 3078750 w 3310321"/>
                  <a:gd name="connsiteY2" fmla="*/ 346368 h 1986949"/>
                  <a:gd name="connsiteX3" fmla="*/ 2612648 w 3310321"/>
                  <a:gd name="connsiteY3" fmla="*/ 1953321 h 1986949"/>
                  <a:gd name="connsiteX4" fmla="*/ 1235087 w 3310321"/>
                  <a:gd name="connsiteY4" fmla="*/ 1447311 h 1986949"/>
                  <a:gd name="connsiteX5" fmla="*/ 518 w 3310321"/>
                  <a:gd name="connsiteY5" fmla="*/ 1561197 h 1986949"/>
                  <a:gd name="connsiteX0" fmla="*/ 252954 w 3562757"/>
                  <a:gd name="connsiteY0" fmla="*/ 1561197 h 1986950"/>
                  <a:gd name="connsiteX1" fmla="*/ 1632293 w 3562757"/>
                  <a:gd name="connsiteY1" fmla="*/ 469469 h 1986950"/>
                  <a:gd name="connsiteX2" fmla="*/ 3331186 w 3562757"/>
                  <a:gd name="connsiteY2" fmla="*/ 346368 h 1986950"/>
                  <a:gd name="connsiteX3" fmla="*/ 2865084 w 3562757"/>
                  <a:gd name="connsiteY3" fmla="*/ 1953321 h 1986950"/>
                  <a:gd name="connsiteX4" fmla="*/ 1487523 w 3562757"/>
                  <a:gd name="connsiteY4" fmla="*/ 1447311 h 1986950"/>
                  <a:gd name="connsiteX5" fmla="*/ 252954 w 3562757"/>
                  <a:gd name="connsiteY5" fmla="*/ 1561197 h 1986950"/>
                  <a:gd name="connsiteX0" fmla="*/ 275988 w 4836894"/>
                  <a:gd name="connsiteY0" fmla="*/ 1254188 h 1664972"/>
                  <a:gd name="connsiteX1" fmla="*/ 1655327 w 4836894"/>
                  <a:gd name="connsiteY1" fmla="*/ 162460 h 1664972"/>
                  <a:gd name="connsiteX2" fmla="*/ 4715739 w 4836894"/>
                  <a:gd name="connsiteY2" fmla="*/ 494988 h 1664972"/>
                  <a:gd name="connsiteX3" fmla="*/ 2888118 w 4836894"/>
                  <a:gd name="connsiteY3" fmla="*/ 1646312 h 1664972"/>
                  <a:gd name="connsiteX4" fmla="*/ 1510557 w 4836894"/>
                  <a:gd name="connsiteY4" fmla="*/ 1140302 h 1664972"/>
                  <a:gd name="connsiteX5" fmla="*/ 275988 w 4836894"/>
                  <a:gd name="connsiteY5" fmla="*/ 1254188 h 1664972"/>
                  <a:gd name="connsiteX0" fmla="*/ 275988 w 4716813"/>
                  <a:gd name="connsiteY0" fmla="*/ 1630321 h 2049242"/>
                  <a:gd name="connsiteX1" fmla="*/ 1655327 w 4716813"/>
                  <a:gd name="connsiteY1" fmla="*/ 538593 h 2049242"/>
                  <a:gd name="connsiteX2" fmla="*/ 4715739 w 4716813"/>
                  <a:gd name="connsiteY2" fmla="*/ 871121 h 2049242"/>
                  <a:gd name="connsiteX3" fmla="*/ 2888118 w 4716813"/>
                  <a:gd name="connsiteY3" fmla="*/ 2022445 h 2049242"/>
                  <a:gd name="connsiteX4" fmla="*/ 1510557 w 4716813"/>
                  <a:gd name="connsiteY4" fmla="*/ 1516435 h 2049242"/>
                  <a:gd name="connsiteX5" fmla="*/ 275988 w 4716813"/>
                  <a:gd name="connsiteY5" fmla="*/ 1630321 h 2049242"/>
                  <a:gd name="connsiteX0" fmla="*/ 275988 w 4749030"/>
                  <a:gd name="connsiteY0" fmla="*/ 1124638 h 1545870"/>
                  <a:gd name="connsiteX1" fmla="*/ 1655327 w 4749030"/>
                  <a:gd name="connsiteY1" fmla="*/ 32910 h 1545870"/>
                  <a:gd name="connsiteX2" fmla="*/ 4715739 w 4749030"/>
                  <a:gd name="connsiteY2" fmla="*/ 365438 h 1545870"/>
                  <a:gd name="connsiteX3" fmla="*/ 3175706 w 4749030"/>
                  <a:gd name="connsiteY3" fmla="*/ 1192854 h 1545870"/>
                  <a:gd name="connsiteX4" fmla="*/ 1510557 w 4749030"/>
                  <a:gd name="connsiteY4" fmla="*/ 1010752 h 1545870"/>
                  <a:gd name="connsiteX5" fmla="*/ 275988 w 4749030"/>
                  <a:gd name="connsiteY5" fmla="*/ 1124638 h 1545870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40315"/>
                  <a:gd name="connsiteY0" fmla="*/ 1132875 h 1722803"/>
                  <a:gd name="connsiteX1" fmla="*/ 1655327 w 4740315"/>
                  <a:gd name="connsiteY1" fmla="*/ 41147 h 1722803"/>
                  <a:gd name="connsiteX2" fmla="*/ 4715739 w 4740315"/>
                  <a:gd name="connsiteY2" fmla="*/ 373675 h 1722803"/>
                  <a:gd name="connsiteX3" fmla="*/ 3012343 w 4740315"/>
                  <a:gd name="connsiteY3" fmla="*/ 1711656 h 1722803"/>
                  <a:gd name="connsiteX4" fmla="*/ 1510557 w 4740315"/>
                  <a:gd name="connsiteY4" fmla="*/ 1018989 h 1722803"/>
                  <a:gd name="connsiteX5" fmla="*/ 275988 w 4740315"/>
                  <a:gd name="connsiteY5" fmla="*/ 1132875 h 1722803"/>
                  <a:gd name="connsiteX0" fmla="*/ 275988 w 4756119"/>
                  <a:gd name="connsiteY0" fmla="*/ 1127108 h 1542684"/>
                  <a:gd name="connsiteX1" fmla="*/ 1655327 w 4756119"/>
                  <a:gd name="connsiteY1" fmla="*/ 35380 h 1542684"/>
                  <a:gd name="connsiteX2" fmla="*/ 4715739 w 4756119"/>
                  <a:gd name="connsiteY2" fmla="*/ 367908 h 1542684"/>
                  <a:gd name="connsiteX3" fmla="*/ 3285074 w 4756119"/>
                  <a:gd name="connsiteY3" fmla="*/ 1369029 h 1542684"/>
                  <a:gd name="connsiteX4" fmla="*/ 1510557 w 4756119"/>
                  <a:gd name="connsiteY4" fmla="*/ 1013222 h 1542684"/>
                  <a:gd name="connsiteX5" fmla="*/ 275988 w 4756119"/>
                  <a:gd name="connsiteY5" fmla="*/ 1127108 h 1542684"/>
                  <a:gd name="connsiteX0" fmla="*/ 275988 w 4715923"/>
                  <a:gd name="connsiteY0" fmla="*/ 1122352 h 1572226"/>
                  <a:gd name="connsiteX1" fmla="*/ 1655327 w 4715923"/>
                  <a:gd name="connsiteY1" fmla="*/ 30624 h 1572226"/>
                  <a:gd name="connsiteX2" fmla="*/ 4715739 w 4715923"/>
                  <a:gd name="connsiteY2" fmla="*/ 363152 h 1572226"/>
                  <a:gd name="connsiteX3" fmla="*/ 1510557 w 4715923"/>
                  <a:gd name="connsiteY3" fmla="*/ 1008466 h 1572226"/>
                  <a:gd name="connsiteX4" fmla="*/ 275988 w 4715923"/>
                  <a:gd name="connsiteY4" fmla="*/ 1122352 h 1572226"/>
                  <a:gd name="connsiteX0" fmla="*/ 25029 w 4476010"/>
                  <a:gd name="connsiteY0" fmla="*/ 1892393 h 2022034"/>
                  <a:gd name="connsiteX1" fmla="*/ 2236847 w 4476010"/>
                  <a:gd name="connsiteY1" fmla="*/ 11492 h 2022034"/>
                  <a:gd name="connsiteX2" fmla="*/ 4464780 w 4476010"/>
                  <a:gd name="connsiteY2" fmla="*/ 1133193 h 2022034"/>
                  <a:gd name="connsiteX3" fmla="*/ 1259598 w 4476010"/>
                  <a:gd name="connsiteY3" fmla="*/ 1778507 h 2022034"/>
                  <a:gd name="connsiteX4" fmla="*/ 25029 w 4476010"/>
                  <a:gd name="connsiteY4" fmla="*/ 1892393 h 2022034"/>
                  <a:gd name="connsiteX0" fmla="*/ 19312 w 4468531"/>
                  <a:gd name="connsiteY0" fmla="*/ 1893478 h 2350831"/>
                  <a:gd name="connsiteX1" fmla="*/ 2231130 w 4468531"/>
                  <a:gd name="connsiteY1" fmla="*/ 12577 h 2350831"/>
                  <a:gd name="connsiteX2" fmla="*/ 4459063 w 4468531"/>
                  <a:gd name="connsiteY2" fmla="*/ 1134278 h 2350831"/>
                  <a:gd name="connsiteX3" fmla="*/ 2962196 w 4468531"/>
                  <a:gd name="connsiteY3" fmla="*/ 2337807 h 2350831"/>
                  <a:gd name="connsiteX4" fmla="*/ 1253881 w 4468531"/>
                  <a:gd name="connsiteY4" fmla="*/ 1779592 h 2350831"/>
                  <a:gd name="connsiteX5" fmla="*/ 19312 w 4468531"/>
                  <a:gd name="connsiteY5" fmla="*/ 1893478 h 2350831"/>
                  <a:gd name="connsiteX0" fmla="*/ 114931 w 4564151"/>
                  <a:gd name="connsiteY0" fmla="*/ 1893478 h 2606070"/>
                  <a:gd name="connsiteX1" fmla="*/ 2326749 w 4564151"/>
                  <a:gd name="connsiteY1" fmla="*/ 12577 h 2606070"/>
                  <a:gd name="connsiteX2" fmla="*/ 4554682 w 4564151"/>
                  <a:gd name="connsiteY2" fmla="*/ 1134278 h 2606070"/>
                  <a:gd name="connsiteX3" fmla="*/ 3057815 w 4564151"/>
                  <a:gd name="connsiteY3" fmla="*/ 2337807 h 2606070"/>
                  <a:gd name="connsiteX4" fmla="*/ 602599 w 4564151"/>
                  <a:gd name="connsiteY4" fmla="*/ 2591133 h 2606070"/>
                  <a:gd name="connsiteX5" fmla="*/ 114931 w 4564151"/>
                  <a:gd name="connsiteY5" fmla="*/ 1893478 h 2606070"/>
                  <a:gd name="connsiteX0" fmla="*/ 339436 w 4163621"/>
                  <a:gd name="connsiteY0" fmla="*/ 711041 h 2677547"/>
                  <a:gd name="connsiteX1" fmla="*/ 1926219 w 4163621"/>
                  <a:gd name="connsiteY1" fmla="*/ 9118 h 2677547"/>
                  <a:gd name="connsiteX2" fmla="*/ 4154152 w 4163621"/>
                  <a:gd name="connsiteY2" fmla="*/ 1130819 h 2677547"/>
                  <a:gd name="connsiteX3" fmla="*/ 2657285 w 4163621"/>
                  <a:gd name="connsiteY3" fmla="*/ 2334348 h 2677547"/>
                  <a:gd name="connsiteX4" fmla="*/ 202069 w 4163621"/>
                  <a:gd name="connsiteY4" fmla="*/ 2587674 h 2677547"/>
                  <a:gd name="connsiteX5" fmla="*/ 339436 w 4163621"/>
                  <a:gd name="connsiteY5" fmla="*/ 711041 h 2677547"/>
                  <a:gd name="connsiteX0" fmla="*/ 8699 w 3970251"/>
                  <a:gd name="connsiteY0" fmla="*/ 2578556 h 2717756"/>
                  <a:gd name="connsiteX1" fmla="*/ 1732849 w 3970251"/>
                  <a:gd name="connsiteY1" fmla="*/ 0 h 2717756"/>
                  <a:gd name="connsiteX2" fmla="*/ 3960782 w 3970251"/>
                  <a:gd name="connsiteY2" fmla="*/ 1121701 h 2717756"/>
                  <a:gd name="connsiteX3" fmla="*/ 2463915 w 3970251"/>
                  <a:gd name="connsiteY3" fmla="*/ 2325230 h 2717756"/>
                  <a:gd name="connsiteX4" fmla="*/ 8699 w 3970251"/>
                  <a:gd name="connsiteY4" fmla="*/ 2578556 h 2717756"/>
                  <a:gd name="connsiteX0" fmla="*/ 11617 w 3584652"/>
                  <a:gd name="connsiteY0" fmla="*/ 1430838 h 2340009"/>
                  <a:gd name="connsiteX1" fmla="*/ 1347250 w 3584652"/>
                  <a:gd name="connsiteY1" fmla="*/ 2380 h 2340009"/>
                  <a:gd name="connsiteX2" fmla="*/ 3575183 w 3584652"/>
                  <a:gd name="connsiteY2" fmla="*/ 1124081 h 2340009"/>
                  <a:gd name="connsiteX3" fmla="*/ 2078316 w 3584652"/>
                  <a:gd name="connsiteY3" fmla="*/ 2327610 h 2340009"/>
                  <a:gd name="connsiteX4" fmla="*/ 11617 w 3584652"/>
                  <a:gd name="connsiteY4" fmla="*/ 1430838 h 2340009"/>
                  <a:gd name="connsiteX0" fmla="*/ 36322 w 3609357"/>
                  <a:gd name="connsiteY0" fmla="*/ 1430838 h 2532978"/>
                  <a:gd name="connsiteX1" fmla="*/ 1371955 w 3609357"/>
                  <a:gd name="connsiteY1" fmla="*/ 2380 h 2532978"/>
                  <a:gd name="connsiteX2" fmla="*/ 3599888 w 3609357"/>
                  <a:gd name="connsiteY2" fmla="*/ 1124081 h 2532978"/>
                  <a:gd name="connsiteX3" fmla="*/ 2103021 w 3609357"/>
                  <a:gd name="connsiteY3" fmla="*/ 2327610 h 2532978"/>
                  <a:gd name="connsiteX4" fmla="*/ 36322 w 3609357"/>
                  <a:gd name="connsiteY4" fmla="*/ 1430838 h 2532978"/>
                  <a:gd name="connsiteX0" fmla="*/ 3580 w 3569301"/>
                  <a:gd name="connsiteY0" fmla="*/ 1431089 h 2816320"/>
                  <a:gd name="connsiteX1" fmla="*/ 1339213 w 3569301"/>
                  <a:gd name="connsiteY1" fmla="*/ 2631 h 2816320"/>
                  <a:gd name="connsiteX2" fmla="*/ 3567146 w 3569301"/>
                  <a:gd name="connsiteY2" fmla="*/ 1124332 h 2816320"/>
                  <a:gd name="connsiteX3" fmla="*/ 1722688 w 3569301"/>
                  <a:gd name="connsiteY3" fmla="*/ 2808414 h 2816320"/>
                  <a:gd name="connsiteX4" fmla="*/ 3580 w 3569301"/>
                  <a:gd name="connsiteY4" fmla="*/ 1431089 h 2816320"/>
                  <a:gd name="connsiteX0" fmla="*/ 3579 w 3569300"/>
                  <a:gd name="connsiteY0" fmla="*/ 1431089 h 2808414"/>
                  <a:gd name="connsiteX1" fmla="*/ 1339212 w 3569300"/>
                  <a:gd name="connsiteY1" fmla="*/ 2631 h 2808414"/>
                  <a:gd name="connsiteX2" fmla="*/ 3567145 w 3569300"/>
                  <a:gd name="connsiteY2" fmla="*/ 1124332 h 2808414"/>
                  <a:gd name="connsiteX3" fmla="*/ 1722687 w 3569300"/>
                  <a:gd name="connsiteY3" fmla="*/ 2808414 h 2808414"/>
                  <a:gd name="connsiteX4" fmla="*/ 3579 w 3569300"/>
                  <a:gd name="connsiteY4" fmla="*/ 1431089 h 2808414"/>
                  <a:gd name="connsiteX0" fmla="*/ 3579 w 3570402"/>
                  <a:gd name="connsiteY0" fmla="*/ 1431089 h 2845664"/>
                  <a:gd name="connsiteX1" fmla="*/ 1339212 w 3570402"/>
                  <a:gd name="connsiteY1" fmla="*/ 2631 h 2845664"/>
                  <a:gd name="connsiteX2" fmla="*/ 3567145 w 3570402"/>
                  <a:gd name="connsiteY2" fmla="*/ 1124332 h 2845664"/>
                  <a:gd name="connsiteX3" fmla="*/ 1722687 w 3570402"/>
                  <a:gd name="connsiteY3" fmla="*/ 2808414 h 2845664"/>
                  <a:gd name="connsiteX4" fmla="*/ 3579 w 3570402"/>
                  <a:gd name="connsiteY4" fmla="*/ 1431089 h 2845664"/>
                  <a:gd name="connsiteX0" fmla="*/ 3579 w 3571531"/>
                  <a:gd name="connsiteY0" fmla="*/ 1431089 h 2809355"/>
                  <a:gd name="connsiteX1" fmla="*/ 1339212 w 3571531"/>
                  <a:gd name="connsiteY1" fmla="*/ 2631 h 2809355"/>
                  <a:gd name="connsiteX2" fmla="*/ 3567145 w 3571531"/>
                  <a:gd name="connsiteY2" fmla="*/ 1124332 h 2809355"/>
                  <a:gd name="connsiteX3" fmla="*/ 1722687 w 3571531"/>
                  <a:gd name="connsiteY3" fmla="*/ 2808414 h 2809355"/>
                  <a:gd name="connsiteX4" fmla="*/ 3579 w 3571531"/>
                  <a:gd name="connsiteY4" fmla="*/ 1431089 h 2809355"/>
                  <a:gd name="connsiteX0" fmla="*/ 3579 w 3570449"/>
                  <a:gd name="connsiteY0" fmla="*/ 1431089 h 2811091"/>
                  <a:gd name="connsiteX1" fmla="*/ 1339212 w 3570449"/>
                  <a:gd name="connsiteY1" fmla="*/ 2631 h 2811091"/>
                  <a:gd name="connsiteX2" fmla="*/ 3567145 w 3570449"/>
                  <a:gd name="connsiteY2" fmla="*/ 1124332 h 2811091"/>
                  <a:gd name="connsiteX3" fmla="*/ 1722687 w 3570449"/>
                  <a:gd name="connsiteY3" fmla="*/ 2808414 h 2811091"/>
                  <a:gd name="connsiteX4" fmla="*/ 3579 w 3570449"/>
                  <a:gd name="connsiteY4" fmla="*/ 1431089 h 2811091"/>
                  <a:gd name="connsiteX0" fmla="*/ 9477 w 3576347"/>
                  <a:gd name="connsiteY0" fmla="*/ 1454488 h 2834490"/>
                  <a:gd name="connsiteX1" fmla="*/ 1345110 w 3576347"/>
                  <a:gd name="connsiteY1" fmla="*/ 26030 h 2834490"/>
                  <a:gd name="connsiteX2" fmla="*/ 3573043 w 3576347"/>
                  <a:gd name="connsiteY2" fmla="*/ 1147731 h 2834490"/>
                  <a:gd name="connsiteX3" fmla="*/ 1728585 w 3576347"/>
                  <a:gd name="connsiteY3" fmla="*/ 2831813 h 2834490"/>
                  <a:gd name="connsiteX4" fmla="*/ 9477 w 3576347"/>
                  <a:gd name="connsiteY4" fmla="*/ 1454488 h 2834490"/>
                  <a:gd name="connsiteX0" fmla="*/ 11200 w 3578070"/>
                  <a:gd name="connsiteY0" fmla="*/ 1454488 h 2834490"/>
                  <a:gd name="connsiteX1" fmla="*/ 1346833 w 3578070"/>
                  <a:gd name="connsiteY1" fmla="*/ 26030 h 2834490"/>
                  <a:gd name="connsiteX2" fmla="*/ 3574766 w 3578070"/>
                  <a:gd name="connsiteY2" fmla="*/ 1147731 h 2834490"/>
                  <a:gd name="connsiteX3" fmla="*/ 1730308 w 3578070"/>
                  <a:gd name="connsiteY3" fmla="*/ 2831813 h 2834490"/>
                  <a:gd name="connsiteX4" fmla="*/ 11200 w 3578070"/>
                  <a:gd name="connsiteY4" fmla="*/ 1454488 h 2834490"/>
                  <a:gd name="connsiteX0" fmla="*/ 5238 w 3394494"/>
                  <a:gd name="connsiteY0" fmla="*/ 1561249 h 2815719"/>
                  <a:gd name="connsiteX1" fmla="*/ 1164359 w 3394494"/>
                  <a:gd name="connsiteY1" fmla="*/ 5027 h 2815719"/>
                  <a:gd name="connsiteX2" fmla="*/ 3392292 w 3394494"/>
                  <a:gd name="connsiteY2" fmla="*/ 1126728 h 2815719"/>
                  <a:gd name="connsiteX3" fmla="*/ 1547834 w 3394494"/>
                  <a:gd name="connsiteY3" fmla="*/ 2810810 h 2815719"/>
                  <a:gd name="connsiteX4" fmla="*/ 5238 w 3394494"/>
                  <a:gd name="connsiteY4" fmla="*/ 1561249 h 2815719"/>
                  <a:gd name="connsiteX0" fmla="*/ 1714 w 3390970"/>
                  <a:gd name="connsiteY0" fmla="*/ 1561249 h 2816846"/>
                  <a:gd name="connsiteX1" fmla="*/ 1160835 w 3390970"/>
                  <a:gd name="connsiteY1" fmla="*/ 5027 h 2816846"/>
                  <a:gd name="connsiteX2" fmla="*/ 3388768 w 3390970"/>
                  <a:gd name="connsiteY2" fmla="*/ 1126728 h 2816846"/>
                  <a:gd name="connsiteX3" fmla="*/ 1544310 w 3390970"/>
                  <a:gd name="connsiteY3" fmla="*/ 2810810 h 2816846"/>
                  <a:gd name="connsiteX4" fmla="*/ 1714 w 3390970"/>
                  <a:gd name="connsiteY4" fmla="*/ 1561249 h 2816846"/>
                  <a:gd name="connsiteX0" fmla="*/ 1714 w 3392183"/>
                  <a:gd name="connsiteY0" fmla="*/ 1561249 h 2822298"/>
                  <a:gd name="connsiteX1" fmla="*/ 1160835 w 3392183"/>
                  <a:gd name="connsiteY1" fmla="*/ 5027 h 2822298"/>
                  <a:gd name="connsiteX2" fmla="*/ 3388768 w 3392183"/>
                  <a:gd name="connsiteY2" fmla="*/ 1126728 h 2822298"/>
                  <a:gd name="connsiteX3" fmla="*/ 1544310 w 3392183"/>
                  <a:gd name="connsiteY3" fmla="*/ 2810810 h 2822298"/>
                  <a:gd name="connsiteX4" fmla="*/ 1714 w 3392183"/>
                  <a:gd name="connsiteY4" fmla="*/ 1561249 h 2822298"/>
                  <a:gd name="connsiteX0" fmla="*/ 1599 w 3099681"/>
                  <a:gd name="connsiteY0" fmla="*/ 1556274 h 2805936"/>
                  <a:gd name="connsiteX1" fmla="*/ 1160720 w 3099681"/>
                  <a:gd name="connsiteY1" fmla="*/ 52 h 2805936"/>
                  <a:gd name="connsiteX2" fmla="*/ 3097014 w 3099681"/>
                  <a:gd name="connsiteY2" fmla="*/ 1505235 h 2805936"/>
                  <a:gd name="connsiteX3" fmla="*/ 1544195 w 3099681"/>
                  <a:gd name="connsiteY3" fmla="*/ 2805835 h 2805936"/>
                  <a:gd name="connsiteX4" fmla="*/ 1599 w 3099681"/>
                  <a:gd name="connsiteY4" fmla="*/ 1556274 h 2805936"/>
                  <a:gd name="connsiteX0" fmla="*/ 1599 w 3098266"/>
                  <a:gd name="connsiteY0" fmla="*/ 1556274 h 2805936"/>
                  <a:gd name="connsiteX1" fmla="*/ 1160720 w 3098266"/>
                  <a:gd name="connsiteY1" fmla="*/ 52 h 2805936"/>
                  <a:gd name="connsiteX2" fmla="*/ 3097014 w 3098266"/>
                  <a:gd name="connsiteY2" fmla="*/ 1505235 h 2805936"/>
                  <a:gd name="connsiteX3" fmla="*/ 1544195 w 3098266"/>
                  <a:gd name="connsiteY3" fmla="*/ 2805835 h 2805936"/>
                  <a:gd name="connsiteX4" fmla="*/ 1599 w 3098266"/>
                  <a:gd name="connsiteY4" fmla="*/ 1556274 h 2805936"/>
                  <a:gd name="connsiteX0" fmla="*/ 6698 w 3107113"/>
                  <a:gd name="connsiteY0" fmla="*/ 1556268 h 1995204"/>
                  <a:gd name="connsiteX1" fmla="*/ 1165819 w 3107113"/>
                  <a:gd name="connsiteY1" fmla="*/ 46 h 1995204"/>
                  <a:gd name="connsiteX2" fmla="*/ 3102113 w 3107113"/>
                  <a:gd name="connsiteY2" fmla="*/ 1505229 h 1995204"/>
                  <a:gd name="connsiteX3" fmla="*/ 1670895 w 3107113"/>
                  <a:gd name="connsiteY3" fmla="*/ 1994767 h 1995204"/>
                  <a:gd name="connsiteX4" fmla="*/ 6698 w 3107113"/>
                  <a:gd name="connsiteY4" fmla="*/ 1556268 h 1995204"/>
                  <a:gd name="connsiteX0" fmla="*/ 6698 w 3107610"/>
                  <a:gd name="connsiteY0" fmla="*/ 1556268 h 2094159"/>
                  <a:gd name="connsiteX1" fmla="*/ 1165819 w 3107610"/>
                  <a:gd name="connsiteY1" fmla="*/ 46 h 2094159"/>
                  <a:gd name="connsiteX2" fmla="*/ 3102113 w 3107610"/>
                  <a:gd name="connsiteY2" fmla="*/ 1505229 h 2094159"/>
                  <a:gd name="connsiteX3" fmla="*/ 1670895 w 3107610"/>
                  <a:gd name="connsiteY3" fmla="*/ 1994767 h 2094159"/>
                  <a:gd name="connsiteX4" fmla="*/ 6698 w 3107610"/>
                  <a:gd name="connsiteY4" fmla="*/ 1556268 h 2094159"/>
                  <a:gd name="connsiteX0" fmla="*/ 6698 w 3108326"/>
                  <a:gd name="connsiteY0" fmla="*/ 1556268 h 2032117"/>
                  <a:gd name="connsiteX1" fmla="*/ 1165819 w 3108326"/>
                  <a:gd name="connsiteY1" fmla="*/ 46 h 2032117"/>
                  <a:gd name="connsiteX2" fmla="*/ 3102113 w 3108326"/>
                  <a:gd name="connsiteY2" fmla="*/ 1505229 h 2032117"/>
                  <a:gd name="connsiteX3" fmla="*/ 1670895 w 3108326"/>
                  <a:gd name="connsiteY3" fmla="*/ 1994767 h 2032117"/>
                  <a:gd name="connsiteX4" fmla="*/ 6698 w 3108326"/>
                  <a:gd name="connsiteY4" fmla="*/ 1556268 h 2032117"/>
                  <a:gd name="connsiteX0" fmla="*/ 2700 w 3101149"/>
                  <a:gd name="connsiteY0" fmla="*/ 1588985 h 2065259"/>
                  <a:gd name="connsiteX1" fmla="*/ 1324169 w 3101149"/>
                  <a:gd name="connsiteY1" fmla="*/ 44 h 2065259"/>
                  <a:gd name="connsiteX2" fmla="*/ 3098115 w 3101149"/>
                  <a:gd name="connsiteY2" fmla="*/ 1537946 h 2065259"/>
                  <a:gd name="connsiteX3" fmla="*/ 1666897 w 3101149"/>
                  <a:gd name="connsiteY3" fmla="*/ 2027484 h 2065259"/>
                  <a:gd name="connsiteX4" fmla="*/ 2700 w 3101149"/>
                  <a:gd name="connsiteY4" fmla="*/ 1588985 h 2065259"/>
                  <a:gd name="connsiteX0" fmla="*/ 2700 w 3100106"/>
                  <a:gd name="connsiteY0" fmla="*/ 1588985 h 2163738"/>
                  <a:gd name="connsiteX1" fmla="*/ 1324169 w 3100106"/>
                  <a:gd name="connsiteY1" fmla="*/ 44 h 2163738"/>
                  <a:gd name="connsiteX2" fmla="*/ 3098115 w 3100106"/>
                  <a:gd name="connsiteY2" fmla="*/ 1537946 h 2163738"/>
                  <a:gd name="connsiteX3" fmla="*/ 1666897 w 3100106"/>
                  <a:gd name="connsiteY3" fmla="*/ 2027484 h 2163738"/>
                  <a:gd name="connsiteX4" fmla="*/ 2700 w 3100106"/>
                  <a:gd name="connsiteY4" fmla="*/ 1588985 h 2163738"/>
                  <a:gd name="connsiteX0" fmla="*/ 2700 w 3100834"/>
                  <a:gd name="connsiteY0" fmla="*/ 1588985 h 2056082"/>
                  <a:gd name="connsiteX1" fmla="*/ 1324169 w 3100834"/>
                  <a:gd name="connsiteY1" fmla="*/ 44 h 2056082"/>
                  <a:gd name="connsiteX2" fmla="*/ 3098115 w 3100834"/>
                  <a:gd name="connsiteY2" fmla="*/ 1537946 h 2056082"/>
                  <a:gd name="connsiteX3" fmla="*/ 1666897 w 3100834"/>
                  <a:gd name="connsiteY3" fmla="*/ 2027484 h 2056082"/>
                  <a:gd name="connsiteX4" fmla="*/ 2700 w 3100834"/>
                  <a:gd name="connsiteY4" fmla="*/ 1588985 h 2056082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01100" h="2041075">
                    <a:moveTo>
                      <a:pt x="2700" y="1588985"/>
                    </a:moveTo>
                    <a:cubicBezTo>
                      <a:pt x="-54421" y="1251078"/>
                      <a:pt x="808267" y="8550"/>
                      <a:pt x="1324169" y="44"/>
                    </a:cubicBezTo>
                    <a:cubicBezTo>
                      <a:pt x="1840071" y="-8462"/>
                      <a:pt x="3040994" y="1200039"/>
                      <a:pt x="3098115" y="1537946"/>
                    </a:cubicBezTo>
                    <a:cubicBezTo>
                      <a:pt x="3155236" y="1875853"/>
                      <a:pt x="2382291" y="1963492"/>
                      <a:pt x="1666897" y="2027484"/>
                    </a:cubicBezTo>
                    <a:cubicBezTo>
                      <a:pt x="951503" y="2091476"/>
                      <a:pt x="59821" y="1926892"/>
                      <a:pt x="2700" y="1588985"/>
                    </a:cubicBezTo>
                    <a:close/>
                  </a:path>
                </a:pathLst>
              </a:custGeom>
              <a:solidFill>
                <a:srgbClr val="F07F3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13" name="Freihandform 12">
                <a:extLst>
                  <a:ext uri="{FF2B5EF4-FFF2-40B4-BE49-F238E27FC236}">
                    <a16:creationId xmlns:a16="http://schemas.microsoft.com/office/drawing/2014/main" id="{CE3A32F1-BFD1-EDE9-FE9A-4F90D62501AD}"/>
                  </a:ext>
                </a:extLst>
              </p:cNvPr>
              <p:cNvSpPr/>
              <p:nvPr/>
            </p:nvSpPr>
            <p:spPr>
              <a:xfrm rot="20823310" flipV="1">
                <a:off x="6947206" y="5460057"/>
                <a:ext cx="6636396" cy="3176678"/>
              </a:xfrm>
              <a:custGeom>
                <a:avLst/>
                <a:gdLst>
                  <a:gd name="connsiteX0" fmla="*/ 346842 w 3373821"/>
                  <a:gd name="connsiteY0" fmla="*/ 283779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346842 w 3373821"/>
                  <a:gd name="connsiteY5" fmla="*/ 283779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882870 h 3310759"/>
                  <a:gd name="connsiteX1" fmla="*/ 3090042 w 3373821"/>
                  <a:gd name="connsiteY1" fmla="*/ 0 h 3310759"/>
                  <a:gd name="connsiteX2" fmla="*/ 3373821 w 3373821"/>
                  <a:gd name="connsiteY2" fmla="*/ 1849821 h 3310759"/>
                  <a:gd name="connsiteX3" fmla="*/ 1902373 w 3373821"/>
                  <a:gd name="connsiteY3" fmla="*/ 3310759 h 3310759"/>
                  <a:gd name="connsiteX4" fmla="*/ 0 w 3373821"/>
                  <a:gd name="connsiteY4" fmla="*/ 2511973 h 3310759"/>
                  <a:gd name="connsiteX5" fmla="*/ 777766 w 3373821"/>
                  <a:gd name="connsiteY5" fmla="*/ 882870 h 3310759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35451 h 3463340"/>
                  <a:gd name="connsiteX1" fmla="*/ 3090042 w 3373821"/>
                  <a:gd name="connsiteY1" fmla="*/ 152581 h 3463340"/>
                  <a:gd name="connsiteX2" fmla="*/ 3373821 w 3373821"/>
                  <a:gd name="connsiteY2" fmla="*/ 2002402 h 3463340"/>
                  <a:gd name="connsiteX3" fmla="*/ 1902373 w 3373821"/>
                  <a:gd name="connsiteY3" fmla="*/ 3463340 h 3463340"/>
                  <a:gd name="connsiteX4" fmla="*/ 0 w 3373821"/>
                  <a:gd name="connsiteY4" fmla="*/ 2664554 h 3463340"/>
                  <a:gd name="connsiteX5" fmla="*/ 777766 w 3373821"/>
                  <a:gd name="connsiteY5" fmla="*/ 1035451 h 3463340"/>
                  <a:gd name="connsiteX0" fmla="*/ 777766 w 3468415"/>
                  <a:gd name="connsiteY0" fmla="*/ 1035451 h 3463340"/>
                  <a:gd name="connsiteX1" fmla="*/ 3090042 w 3468415"/>
                  <a:gd name="connsiteY1" fmla="*/ 152581 h 3463340"/>
                  <a:gd name="connsiteX2" fmla="*/ 3468415 w 3468415"/>
                  <a:gd name="connsiteY2" fmla="*/ 2202098 h 3463340"/>
                  <a:gd name="connsiteX3" fmla="*/ 1902373 w 3468415"/>
                  <a:gd name="connsiteY3" fmla="*/ 3463340 h 3463340"/>
                  <a:gd name="connsiteX4" fmla="*/ 0 w 3468415"/>
                  <a:gd name="connsiteY4" fmla="*/ 2664554 h 3463340"/>
                  <a:gd name="connsiteX5" fmla="*/ 777766 w 3468415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3748"/>
                  <a:gd name="connsiteX1" fmla="*/ 3090042 w 3520921"/>
                  <a:gd name="connsiteY1" fmla="*/ 152581 h 3463748"/>
                  <a:gd name="connsiteX2" fmla="*/ 3468415 w 3520921"/>
                  <a:gd name="connsiteY2" fmla="*/ 2202098 h 3463748"/>
                  <a:gd name="connsiteX3" fmla="*/ 1902373 w 3520921"/>
                  <a:gd name="connsiteY3" fmla="*/ 3463340 h 3463748"/>
                  <a:gd name="connsiteX4" fmla="*/ 0 w 3520921"/>
                  <a:gd name="connsiteY4" fmla="*/ 2664554 h 3463748"/>
                  <a:gd name="connsiteX5" fmla="*/ 777766 w 3520921"/>
                  <a:gd name="connsiteY5" fmla="*/ 1035451 h 3463748"/>
                  <a:gd name="connsiteX0" fmla="*/ 815379 w 3558534"/>
                  <a:gd name="connsiteY0" fmla="*/ 1035451 h 3463748"/>
                  <a:gd name="connsiteX1" fmla="*/ 3127655 w 3558534"/>
                  <a:gd name="connsiteY1" fmla="*/ 152581 h 3463748"/>
                  <a:gd name="connsiteX2" fmla="*/ 3506028 w 3558534"/>
                  <a:gd name="connsiteY2" fmla="*/ 2202098 h 3463748"/>
                  <a:gd name="connsiteX3" fmla="*/ 1939986 w 3558534"/>
                  <a:gd name="connsiteY3" fmla="*/ 3463340 h 3463748"/>
                  <a:gd name="connsiteX4" fmla="*/ 37613 w 3558534"/>
                  <a:gd name="connsiteY4" fmla="*/ 2664554 h 3463748"/>
                  <a:gd name="connsiteX5" fmla="*/ 815379 w 3558534"/>
                  <a:gd name="connsiteY5" fmla="*/ 1035451 h 3463748"/>
                  <a:gd name="connsiteX0" fmla="*/ 815379 w 3558534"/>
                  <a:gd name="connsiteY0" fmla="*/ 1035451 h 3464371"/>
                  <a:gd name="connsiteX1" fmla="*/ 3127655 w 3558534"/>
                  <a:gd name="connsiteY1" fmla="*/ 152581 h 3464371"/>
                  <a:gd name="connsiteX2" fmla="*/ 3506028 w 3558534"/>
                  <a:gd name="connsiteY2" fmla="*/ 2202098 h 3464371"/>
                  <a:gd name="connsiteX3" fmla="*/ 1939986 w 3558534"/>
                  <a:gd name="connsiteY3" fmla="*/ 3463340 h 3464371"/>
                  <a:gd name="connsiteX4" fmla="*/ 37613 w 3558534"/>
                  <a:gd name="connsiteY4" fmla="*/ 2664554 h 3464371"/>
                  <a:gd name="connsiteX5" fmla="*/ 815379 w 3558534"/>
                  <a:gd name="connsiteY5" fmla="*/ 1035451 h 3464371"/>
                  <a:gd name="connsiteX0" fmla="*/ 815379 w 3150376"/>
                  <a:gd name="connsiteY0" fmla="*/ 1035451 h 3464371"/>
                  <a:gd name="connsiteX1" fmla="*/ 3127655 w 3150376"/>
                  <a:gd name="connsiteY1" fmla="*/ 152581 h 3464371"/>
                  <a:gd name="connsiteX2" fmla="*/ 1961008 w 3150376"/>
                  <a:gd name="connsiteY2" fmla="*/ 1655560 h 3464371"/>
                  <a:gd name="connsiteX3" fmla="*/ 1939986 w 3150376"/>
                  <a:gd name="connsiteY3" fmla="*/ 3463340 h 3464371"/>
                  <a:gd name="connsiteX4" fmla="*/ 37613 w 3150376"/>
                  <a:gd name="connsiteY4" fmla="*/ 2664554 h 3464371"/>
                  <a:gd name="connsiteX5" fmla="*/ 815379 w 3150376"/>
                  <a:gd name="connsiteY5" fmla="*/ 1035451 h 3464371"/>
                  <a:gd name="connsiteX0" fmla="*/ 815379 w 3162532"/>
                  <a:gd name="connsiteY0" fmla="*/ 1035451 h 3464371"/>
                  <a:gd name="connsiteX1" fmla="*/ 3127655 w 3162532"/>
                  <a:gd name="connsiteY1" fmla="*/ 152581 h 3464371"/>
                  <a:gd name="connsiteX2" fmla="*/ 2423463 w 3162532"/>
                  <a:gd name="connsiteY2" fmla="*/ 1645049 h 3464371"/>
                  <a:gd name="connsiteX3" fmla="*/ 1939986 w 3162532"/>
                  <a:gd name="connsiteY3" fmla="*/ 3463340 h 3464371"/>
                  <a:gd name="connsiteX4" fmla="*/ 37613 w 3162532"/>
                  <a:gd name="connsiteY4" fmla="*/ 2664554 h 3464371"/>
                  <a:gd name="connsiteX5" fmla="*/ 815379 w 3162532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606310"/>
                  <a:gd name="connsiteX1" fmla="*/ 3127655 w 3171514"/>
                  <a:gd name="connsiteY1" fmla="*/ 152581 h 3606310"/>
                  <a:gd name="connsiteX2" fmla="*/ 2423463 w 3171514"/>
                  <a:gd name="connsiteY2" fmla="*/ 1645049 h 3606310"/>
                  <a:gd name="connsiteX3" fmla="*/ 2307848 w 3171514"/>
                  <a:gd name="connsiteY3" fmla="*/ 3473850 h 3606310"/>
                  <a:gd name="connsiteX4" fmla="*/ 37613 w 3171514"/>
                  <a:gd name="connsiteY4" fmla="*/ 2664554 h 3606310"/>
                  <a:gd name="connsiteX5" fmla="*/ 815379 w 3171514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64502"/>
                  <a:gd name="connsiteY0" fmla="*/ 1035451 h 3606310"/>
                  <a:gd name="connsiteX1" fmla="*/ 3127655 w 3164502"/>
                  <a:gd name="connsiteY1" fmla="*/ 152581 h 3606310"/>
                  <a:gd name="connsiteX2" fmla="*/ 2560098 w 3164502"/>
                  <a:gd name="connsiteY2" fmla="*/ 1666070 h 3606310"/>
                  <a:gd name="connsiteX3" fmla="*/ 2307848 w 3164502"/>
                  <a:gd name="connsiteY3" fmla="*/ 3473850 h 3606310"/>
                  <a:gd name="connsiteX4" fmla="*/ 37613 w 3164502"/>
                  <a:gd name="connsiteY4" fmla="*/ 2664554 h 3606310"/>
                  <a:gd name="connsiteX5" fmla="*/ 815379 w 3164502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29312 w 3176710"/>
                  <a:gd name="connsiteY0" fmla="*/ 1035451 h 3606310"/>
                  <a:gd name="connsiteX1" fmla="*/ 3141588 w 3176710"/>
                  <a:gd name="connsiteY1" fmla="*/ 152581 h 3606310"/>
                  <a:gd name="connsiteX2" fmla="*/ 2574031 w 3176710"/>
                  <a:gd name="connsiteY2" fmla="*/ 1666070 h 3606310"/>
                  <a:gd name="connsiteX3" fmla="*/ 2321781 w 3176710"/>
                  <a:gd name="connsiteY3" fmla="*/ 3473850 h 3606310"/>
                  <a:gd name="connsiteX4" fmla="*/ 51546 w 3176710"/>
                  <a:gd name="connsiteY4" fmla="*/ 2664554 h 3606310"/>
                  <a:gd name="connsiteX5" fmla="*/ 829312 w 3176710"/>
                  <a:gd name="connsiteY5" fmla="*/ 1035451 h 3606310"/>
                  <a:gd name="connsiteX0" fmla="*/ 829312 w 3177410"/>
                  <a:gd name="connsiteY0" fmla="*/ 1035451 h 3606310"/>
                  <a:gd name="connsiteX1" fmla="*/ 3141588 w 3177410"/>
                  <a:gd name="connsiteY1" fmla="*/ 152581 h 3606310"/>
                  <a:gd name="connsiteX2" fmla="*/ 2574031 w 3177410"/>
                  <a:gd name="connsiteY2" fmla="*/ 1666070 h 3606310"/>
                  <a:gd name="connsiteX3" fmla="*/ 2321781 w 3177410"/>
                  <a:gd name="connsiteY3" fmla="*/ 3473850 h 3606310"/>
                  <a:gd name="connsiteX4" fmla="*/ 51546 w 3177410"/>
                  <a:gd name="connsiteY4" fmla="*/ 2664554 h 3606310"/>
                  <a:gd name="connsiteX5" fmla="*/ 829312 w 3177410"/>
                  <a:gd name="connsiteY5" fmla="*/ 1035451 h 3606310"/>
                  <a:gd name="connsiteX0" fmla="*/ 829312 w 3177410"/>
                  <a:gd name="connsiteY0" fmla="*/ 1013703 h 3584562"/>
                  <a:gd name="connsiteX1" fmla="*/ 3141588 w 3177410"/>
                  <a:gd name="connsiteY1" fmla="*/ 130833 h 3584562"/>
                  <a:gd name="connsiteX2" fmla="*/ 2574031 w 3177410"/>
                  <a:gd name="connsiteY2" fmla="*/ 1644322 h 3584562"/>
                  <a:gd name="connsiteX3" fmla="*/ 2321781 w 3177410"/>
                  <a:gd name="connsiteY3" fmla="*/ 3452102 h 3584562"/>
                  <a:gd name="connsiteX4" fmla="*/ 51546 w 3177410"/>
                  <a:gd name="connsiteY4" fmla="*/ 2642806 h 3584562"/>
                  <a:gd name="connsiteX5" fmla="*/ 829312 w 3177410"/>
                  <a:gd name="connsiteY5" fmla="*/ 1013703 h 3584562"/>
                  <a:gd name="connsiteX0" fmla="*/ 829578 w 3177676"/>
                  <a:gd name="connsiteY0" fmla="*/ 1013703 h 3584562"/>
                  <a:gd name="connsiteX1" fmla="*/ 3141854 w 3177676"/>
                  <a:gd name="connsiteY1" fmla="*/ 130833 h 3584562"/>
                  <a:gd name="connsiteX2" fmla="*/ 2574297 w 3177676"/>
                  <a:gd name="connsiteY2" fmla="*/ 1644322 h 3584562"/>
                  <a:gd name="connsiteX3" fmla="*/ 2322047 w 3177676"/>
                  <a:gd name="connsiteY3" fmla="*/ 3452102 h 3584562"/>
                  <a:gd name="connsiteX4" fmla="*/ 51812 w 3177676"/>
                  <a:gd name="connsiteY4" fmla="*/ 2642806 h 3584562"/>
                  <a:gd name="connsiteX5" fmla="*/ 829578 w 3177676"/>
                  <a:gd name="connsiteY5" fmla="*/ 1013703 h 3584562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11178 w 2672400"/>
                  <a:gd name="connsiteY0" fmla="*/ 7864 h 2583061"/>
                  <a:gd name="connsiteX1" fmla="*/ 1318755 w 2672400"/>
                  <a:gd name="connsiteY1" fmla="*/ 1092175 h 2583061"/>
                  <a:gd name="connsiteX2" fmla="*/ 2555897 w 2672400"/>
                  <a:gd name="connsiteY2" fmla="*/ 638483 h 2583061"/>
                  <a:gd name="connsiteX3" fmla="*/ 2303647 w 2672400"/>
                  <a:gd name="connsiteY3" fmla="*/ 2446263 h 2583061"/>
                  <a:gd name="connsiteX4" fmla="*/ 33412 w 2672400"/>
                  <a:gd name="connsiteY4" fmla="*/ 1636967 h 2583061"/>
                  <a:gd name="connsiteX5" fmla="*/ 811178 w 2672400"/>
                  <a:gd name="connsiteY5" fmla="*/ 7864 h 2583061"/>
                  <a:gd name="connsiteX0" fmla="*/ 811178 w 3223026"/>
                  <a:gd name="connsiteY0" fmla="*/ 5596 h 2477281"/>
                  <a:gd name="connsiteX1" fmla="*/ 1318755 w 3223026"/>
                  <a:gd name="connsiteY1" fmla="*/ 1089907 h 2477281"/>
                  <a:gd name="connsiteX2" fmla="*/ 3192488 w 3223026"/>
                  <a:gd name="connsiteY2" fmla="*/ 802600 h 2477281"/>
                  <a:gd name="connsiteX3" fmla="*/ 2303647 w 3223026"/>
                  <a:gd name="connsiteY3" fmla="*/ 2443995 h 2477281"/>
                  <a:gd name="connsiteX4" fmla="*/ 33412 w 3223026"/>
                  <a:gd name="connsiteY4" fmla="*/ 1634699 h 2477281"/>
                  <a:gd name="connsiteX5" fmla="*/ 811178 w 3223026"/>
                  <a:gd name="connsiteY5" fmla="*/ 5596 h 2477281"/>
                  <a:gd name="connsiteX0" fmla="*/ 846588 w 3330250"/>
                  <a:gd name="connsiteY0" fmla="*/ 5596 h 2432711"/>
                  <a:gd name="connsiteX1" fmla="*/ 1354165 w 3330250"/>
                  <a:gd name="connsiteY1" fmla="*/ 1089907 h 2432711"/>
                  <a:gd name="connsiteX2" fmla="*/ 3227898 w 3330250"/>
                  <a:gd name="connsiteY2" fmla="*/ 802600 h 2432711"/>
                  <a:gd name="connsiteX3" fmla="*/ 2761796 w 3330250"/>
                  <a:gd name="connsiteY3" fmla="*/ 2409553 h 2432711"/>
                  <a:gd name="connsiteX4" fmla="*/ 68822 w 3330250"/>
                  <a:gd name="connsiteY4" fmla="*/ 1634699 h 2432711"/>
                  <a:gd name="connsiteX5" fmla="*/ 846588 w 3330250"/>
                  <a:gd name="connsiteY5" fmla="*/ 5596 h 2432711"/>
                  <a:gd name="connsiteX0" fmla="*/ 846588 w 3514825"/>
                  <a:gd name="connsiteY0" fmla="*/ 5596 h 2432711"/>
                  <a:gd name="connsiteX1" fmla="*/ 1354165 w 3514825"/>
                  <a:gd name="connsiteY1" fmla="*/ 1089907 h 2432711"/>
                  <a:gd name="connsiteX2" fmla="*/ 3227898 w 3514825"/>
                  <a:gd name="connsiteY2" fmla="*/ 802600 h 2432711"/>
                  <a:gd name="connsiteX3" fmla="*/ 2761796 w 3514825"/>
                  <a:gd name="connsiteY3" fmla="*/ 2409553 h 2432711"/>
                  <a:gd name="connsiteX4" fmla="*/ 68822 w 3514825"/>
                  <a:gd name="connsiteY4" fmla="*/ 1634699 h 2432711"/>
                  <a:gd name="connsiteX5" fmla="*/ 846588 w 3514825"/>
                  <a:gd name="connsiteY5" fmla="*/ 5596 h 2432711"/>
                  <a:gd name="connsiteX0" fmla="*/ 875402 w 3543639"/>
                  <a:gd name="connsiteY0" fmla="*/ 2708 h 2429823"/>
                  <a:gd name="connsiteX1" fmla="*/ 1382979 w 3543639"/>
                  <a:gd name="connsiteY1" fmla="*/ 1087019 h 2429823"/>
                  <a:gd name="connsiteX2" fmla="*/ 3256712 w 3543639"/>
                  <a:gd name="connsiteY2" fmla="*/ 799712 h 2429823"/>
                  <a:gd name="connsiteX3" fmla="*/ 2790610 w 3543639"/>
                  <a:gd name="connsiteY3" fmla="*/ 2406665 h 2429823"/>
                  <a:gd name="connsiteX4" fmla="*/ 97636 w 3543639"/>
                  <a:gd name="connsiteY4" fmla="*/ 1631811 h 2429823"/>
                  <a:gd name="connsiteX5" fmla="*/ 875402 w 3543639"/>
                  <a:gd name="connsiteY5" fmla="*/ 2708 h 2429823"/>
                  <a:gd name="connsiteX0" fmla="*/ 1035116 w 3703353"/>
                  <a:gd name="connsiteY0" fmla="*/ 3586 h 2450893"/>
                  <a:gd name="connsiteX1" fmla="*/ 1542693 w 3703353"/>
                  <a:gd name="connsiteY1" fmla="*/ 1087897 h 2450893"/>
                  <a:gd name="connsiteX2" fmla="*/ 3416426 w 3703353"/>
                  <a:gd name="connsiteY2" fmla="*/ 800590 h 2450893"/>
                  <a:gd name="connsiteX3" fmla="*/ 2950324 w 3703353"/>
                  <a:gd name="connsiteY3" fmla="*/ 2407543 h 2450893"/>
                  <a:gd name="connsiteX4" fmla="*/ 257350 w 3703353"/>
                  <a:gd name="connsiteY4" fmla="*/ 1632689 h 2450893"/>
                  <a:gd name="connsiteX5" fmla="*/ 1035116 w 3703353"/>
                  <a:gd name="connsiteY5" fmla="*/ 3586 h 2450893"/>
                  <a:gd name="connsiteX0" fmla="*/ 991689 w 3462563"/>
                  <a:gd name="connsiteY0" fmla="*/ 10605 h 2457912"/>
                  <a:gd name="connsiteX1" fmla="*/ 1674106 w 3462563"/>
                  <a:gd name="connsiteY1" fmla="*/ 930710 h 2457912"/>
                  <a:gd name="connsiteX2" fmla="*/ 3372999 w 3462563"/>
                  <a:gd name="connsiteY2" fmla="*/ 807609 h 2457912"/>
                  <a:gd name="connsiteX3" fmla="*/ 2906897 w 3462563"/>
                  <a:gd name="connsiteY3" fmla="*/ 2414562 h 2457912"/>
                  <a:gd name="connsiteX4" fmla="*/ 213923 w 3462563"/>
                  <a:gd name="connsiteY4" fmla="*/ 1639708 h 2457912"/>
                  <a:gd name="connsiteX5" fmla="*/ 991689 w 3462563"/>
                  <a:gd name="connsiteY5" fmla="*/ 10605 h 2457912"/>
                  <a:gd name="connsiteX0" fmla="*/ 991689 w 3644113"/>
                  <a:gd name="connsiteY0" fmla="*/ 10605 h 2457912"/>
                  <a:gd name="connsiteX1" fmla="*/ 1674106 w 3644113"/>
                  <a:gd name="connsiteY1" fmla="*/ 930710 h 2457912"/>
                  <a:gd name="connsiteX2" fmla="*/ 3372999 w 3644113"/>
                  <a:gd name="connsiteY2" fmla="*/ 807609 h 2457912"/>
                  <a:gd name="connsiteX3" fmla="*/ 2906897 w 3644113"/>
                  <a:gd name="connsiteY3" fmla="*/ 2414562 h 2457912"/>
                  <a:gd name="connsiteX4" fmla="*/ 213923 w 3644113"/>
                  <a:gd name="connsiteY4" fmla="*/ 1639708 h 2457912"/>
                  <a:gd name="connsiteX5" fmla="*/ 991689 w 3644113"/>
                  <a:gd name="connsiteY5" fmla="*/ 10605 h 2457912"/>
                  <a:gd name="connsiteX0" fmla="*/ 1054352 w 3706777"/>
                  <a:gd name="connsiteY0" fmla="*/ 1046 h 2448353"/>
                  <a:gd name="connsiteX1" fmla="*/ 1736769 w 3706777"/>
                  <a:gd name="connsiteY1" fmla="*/ 921151 h 2448353"/>
                  <a:gd name="connsiteX2" fmla="*/ 3435662 w 3706777"/>
                  <a:gd name="connsiteY2" fmla="*/ 798050 h 2448353"/>
                  <a:gd name="connsiteX3" fmla="*/ 2969560 w 3706777"/>
                  <a:gd name="connsiteY3" fmla="*/ 2405003 h 2448353"/>
                  <a:gd name="connsiteX4" fmla="*/ 276586 w 3706777"/>
                  <a:gd name="connsiteY4" fmla="*/ 1630149 h 2448353"/>
                  <a:gd name="connsiteX5" fmla="*/ 1054352 w 3706777"/>
                  <a:gd name="connsiteY5" fmla="*/ 1046 h 2448353"/>
                  <a:gd name="connsiteX0" fmla="*/ 590056 w 3683836"/>
                  <a:gd name="connsiteY0" fmla="*/ 1109 h 1961431"/>
                  <a:gd name="connsiteX1" fmla="*/ 1713828 w 3683836"/>
                  <a:gd name="connsiteY1" fmla="*/ 456838 h 1961431"/>
                  <a:gd name="connsiteX2" fmla="*/ 3412721 w 3683836"/>
                  <a:gd name="connsiteY2" fmla="*/ 333737 h 1961431"/>
                  <a:gd name="connsiteX3" fmla="*/ 2946619 w 3683836"/>
                  <a:gd name="connsiteY3" fmla="*/ 1940690 h 1961431"/>
                  <a:gd name="connsiteX4" fmla="*/ 253645 w 3683836"/>
                  <a:gd name="connsiteY4" fmla="*/ 1165836 h 1961431"/>
                  <a:gd name="connsiteX5" fmla="*/ 590056 w 3683836"/>
                  <a:gd name="connsiteY5" fmla="*/ 1109 h 1961431"/>
                  <a:gd name="connsiteX0" fmla="*/ 577152 w 3670932"/>
                  <a:gd name="connsiteY0" fmla="*/ 28557 h 1988879"/>
                  <a:gd name="connsiteX1" fmla="*/ 1700924 w 3670932"/>
                  <a:gd name="connsiteY1" fmla="*/ 484286 h 1988879"/>
                  <a:gd name="connsiteX2" fmla="*/ 3399817 w 3670932"/>
                  <a:gd name="connsiteY2" fmla="*/ 361185 h 1988879"/>
                  <a:gd name="connsiteX3" fmla="*/ 2933715 w 3670932"/>
                  <a:gd name="connsiteY3" fmla="*/ 1968138 h 1988879"/>
                  <a:gd name="connsiteX4" fmla="*/ 240741 w 3670932"/>
                  <a:gd name="connsiteY4" fmla="*/ 1193284 h 1988879"/>
                  <a:gd name="connsiteX5" fmla="*/ 577152 w 3670932"/>
                  <a:gd name="connsiteY5" fmla="*/ 28557 h 1988879"/>
                  <a:gd name="connsiteX0" fmla="*/ 5660 w 3065770"/>
                  <a:gd name="connsiteY0" fmla="*/ 41752 h 2084853"/>
                  <a:gd name="connsiteX1" fmla="*/ 1129432 w 3065770"/>
                  <a:gd name="connsiteY1" fmla="*/ 497481 h 2084853"/>
                  <a:gd name="connsiteX2" fmla="*/ 2828325 w 3065770"/>
                  <a:gd name="connsiteY2" fmla="*/ 374380 h 2084853"/>
                  <a:gd name="connsiteX3" fmla="*/ 2362223 w 3065770"/>
                  <a:gd name="connsiteY3" fmla="*/ 1981333 h 2084853"/>
                  <a:gd name="connsiteX4" fmla="*/ 768571 w 3065770"/>
                  <a:gd name="connsiteY4" fmla="*/ 1718703 h 2084853"/>
                  <a:gd name="connsiteX5" fmla="*/ 5660 w 3065770"/>
                  <a:gd name="connsiteY5" fmla="*/ 41752 h 2084853"/>
                  <a:gd name="connsiteX0" fmla="*/ 12471 w 3072581"/>
                  <a:gd name="connsiteY0" fmla="*/ 41752 h 2092530"/>
                  <a:gd name="connsiteX1" fmla="*/ 1136243 w 3072581"/>
                  <a:gd name="connsiteY1" fmla="*/ 497481 h 2092530"/>
                  <a:gd name="connsiteX2" fmla="*/ 2835136 w 3072581"/>
                  <a:gd name="connsiteY2" fmla="*/ 374380 h 2092530"/>
                  <a:gd name="connsiteX3" fmla="*/ 2369034 w 3072581"/>
                  <a:gd name="connsiteY3" fmla="*/ 1981333 h 2092530"/>
                  <a:gd name="connsiteX4" fmla="*/ 775382 w 3072581"/>
                  <a:gd name="connsiteY4" fmla="*/ 1718703 h 2092530"/>
                  <a:gd name="connsiteX5" fmla="*/ 12471 w 3072581"/>
                  <a:gd name="connsiteY5" fmla="*/ 41752 h 2092530"/>
                  <a:gd name="connsiteX0" fmla="*/ 2798 w 3655173"/>
                  <a:gd name="connsiteY0" fmla="*/ 869129 h 2007317"/>
                  <a:gd name="connsiteX1" fmla="*/ 1718835 w 3655173"/>
                  <a:gd name="connsiteY1" fmla="*/ 445136 h 2007317"/>
                  <a:gd name="connsiteX2" fmla="*/ 3417728 w 3655173"/>
                  <a:gd name="connsiteY2" fmla="*/ 322035 h 2007317"/>
                  <a:gd name="connsiteX3" fmla="*/ 2951626 w 3655173"/>
                  <a:gd name="connsiteY3" fmla="*/ 1928988 h 2007317"/>
                  <a:gd name="connsiteX4" fmla="*/ 1357974 w 3655173"/>
                  <a:gd name="connsiteY4" fmla="*/ 1666358 h 2007317"/>
                  <a:gd name="connsiteX5" fmla="*/ 2798 w 3655173"/>
                  <a:gd name="connsiteY5" fmla="*/ 869129 h 2007317"/>
                  <a:gd name="connsiteX0" fmla="*/ 542 w 3652917"/>
                  <a:gd name="connsiteY0" fmla="*/ 869129 h 2007318"/>
                  <a:gd name="connsiteX1" fmla="*/ 1716579 w 3652917"/>
                  <a:gd name="connsiteY1" fmla="*/ 445136 h 2007318"/>
                  <a:gd name="connsiteX2" fmla="*/ 3415472 w 3652917"/>
                  <a:gd name="connsiteY2" fmla="*/ 322035 h 2007318"/>
                  <a:gd name="connsiteX3" fmla="*/ 2949370 w 3652917"/>
                  <a:gd name="connsiteY3" fmla="*/ 1928988 h 2007318"/>
                  <a:gd name="connsiteX4" fmla="*/ 1355718 w 3652917"/>
                  <a:gd name="connsiteY4" fmla="*/ 1666358 h 2007318"/>
                  <a:gd name="connsiteX5" fmla="*/ 542 w 3652917"/>
                  <a:gd name="connsiteY5" fmla="*/ 869129 h 2007318"/>
                  <a:gd name="connsiteX0" fmla="*/ 243 w 3639926"/>
                  <a:gd name="connsiteY0" fmla="*/ 869129 h 1955507"/>
                  <a:gd name="connsiteX1" fmla="*/ 1716280 w 3639926"/>
                  <a:gd name="connsiteY1" fmla="*/ 445136 h 1955507"/>
                  <a:gd name="connsiteX2" fmla="*/ 3415173 w 3639926"/>
                  <a:gd name="connsiteY2" fmla="*/ 322035 h 1955507"/>
                  <a:gd name="connsiteX3" fmla="*/ 2949071 w 3639926"/>
                  <a:gd name="connsiteY3" fmla="*/ 1928988 h 1955507"/>
                  <a:gd name="connsiteX4" fmla="*/ 1833458 w 3639926"/>
                  <a:gd name="connsiteY4" fmla="*/ 1291535 h 1955507"/>
                  <a:gd name="connsiteX5" fmla="*/ 243 w 3639926"/>
                  <a:gd name="connsiteY5" fmla="*/ 869129 h 1955507"/>
                  <a:gd name="connsiteX0" fmla="*/ 243 w 3639926"/>
                  <a:gd name="connsiteY0" fmla="*/ 869129 h 1947022"/>
                  <a:gd name="connsiteX1" fmla="*/ 1716280 w 3639926"/>
                  <a:gd name="connsiteY1" fmla="*/ 445136 h 1947022"/>
                  <a:gd name="connsiteX2" fmla="*/ 3415173 w 3639926"/>
                  <a:gd name="connsiteY2" fmla="*/ 322035 h 1947022"/>
                  <a:gd name="connsiteX3" fmla="*/ 2949071 w 3639926"/>
                  <a:gd name="connsiteY3" fmla="*/ 1928988 h 1947022"/>
                  <a:gd name="connsiteX4" fmla="*/ 1833458 w 3639926"/>
                  <a:gd name="connsiteY4" fmla="*/ 1291535 h 1947022"/>
                  <a:gd name="connsiteX5" fmla="*/ 243 w 3639926"/>
                  <a:gd name="connsiteY5" fmla="*/ 869129 h 1947022"/>
                  <a:gd name="connsiteX0" fmla="*/ 7345 w 3647028"/>
                  <a:gd name="connsiteY0" fmla="*/ 869129 h 1947022"/>
                  <a:gd name="connsiteX1" fmla="*/ 1723382 w 3647028"/>
                  <a:gd name="connsiteY1" fmla="*/ 445136 h 1947022"/>
                  <a:gd name="connsiteX2" fmla="*/ 3422275 w 3647028"/>
                  <a:gd name="connsiteY2" fmla="*/ 322035 h 1947022"/>
                  <a:gd name="connsiteX3" fmla="*/ 2956173 w 3647028"/>
                  <a:gd name="connsiteY3" fmla="*/ 1928988 h 1947022"/>
                  <a:gd name="connsiteX4" fmla="*/ 1840560 w 3647028"/>
                  <a:gd name="connsiteY4" fmla="*/ 1291535 h 1947022"/>
                  <a:gd name="connsiteX5" fmla="*/ 7345 w 3647028"/>
                  <a:gd name="connsiteY5" fmla="*/ 869129 h 1947022"/>
                  <a:gd name="connsiteX0" fmla="*/ 7345 w 3811052"/>
                  <a:gd name="connsiteY0" fmla="*/ 869129 h 1929159"/>
                  <a:gd name="connsiteX1" fmla="*/ 1723382 w 3811052"/>
                  <a:gd name="connsiteY1" fmla="*/ 445136 h 1929159"/>
                  <a:gd name="connsiteX2" fmla="*/ 3422275 w 3811052"/>
                  <a:gd name="connsiteY2" fmla="*/ 322035 h 1929159"/>
                  <a:gd name="connsiteX3" fmla="*/ 2956173 w 3811052"/>
                  <a:gd name="connsiteY3" fmla="*/ 1928988 h 1929159"/>
                  <a:gd name="connsiteX4" fmla="*/ 1840560 w 3811052"/>
                  <a:gd name="connsiteY4" fmla="*/ 1291535 h 1929159"/>
                  <a:gd name="connsiteX5" fmla="*/ 7345 w 3811052"/>
                  <a:gd name="connsiteY5" fmla="*/ 869129 h 1929159"/>
                  <a:gd name="connsiteX0" fmla="*/ 5264 w 3937957"/>
                  <a:gd name="connsiteY0" fmla="*/ 1155023 h 1938909"/>
                  <a:gd name="connsiteX1" fmla="*/ 1850286 w 3937957"/>
                  <a:gd name="connsiteY1" fmla="*/ 454886 h 1938909"/>
                  <a:gd name="connsiteX2" fmla="*/ 3549179 w 3937957"/>
                  <a:gd name="connsiteY2" fmla="*/ 331785 h 1938909"/>
                  <a:gd name="connsiteX3" fmla="*/ 3083077 w 3937957"/>
                  <a:gd name="connsiteY3" fmla="*/ 1938738 h 1938909"/>
                  <a:gd name="connsiteX4" fmla="*/ 1967464 w 3937957"/>
                  <a:gd name="connsiteY4" fmla="*/ 1301285 h 1938909"/>
                  <a:gd name="connsiteX5" fmla="*/ 5264 w 3937957"/>
                  <a:gd name="connsiteY5" fmla="*/ 1155023 h 1938909"/>
                  <a:gd name="connsiteX0" fmla="*/ 23607 w 3956300"/>
                  <a:gd name="connsiteY0" fmla="*/ 1155023 h 1938909"/>
                  <a:gd name="connsiteX1" fmla="*/ 1868629 w 3956300"/>
                  <a:gd name="connsiteY1" fmla="*/ 454886 h 1938909"/>
                  <a:gd name="connsiteX2" fmla="*/ 3567522 w 3956300"/>
                  <a:gd name="connsiteY2" fmla="*/ 331785 h 1938909"/>
                  <a:gd name="connsiteX3" fmla="*/ 3101420 w 3956300"/>
                  <a:gd name="connsiteY3" fmla="*/ 1938738 h 1938909"/>
                  <a:gd name="connsiteX4" fmla="*/ 1985807 w 3956300"/>
                  <a:gd name="connsiteY4" fmla="*/ 1301285 h 1938909"/>
                  <a:gd name="connsiteX5" fmla="*/ 23607 w 3956300"/>
                  <a:gd name="connsiteY5" fmla="*/ 1155023 h 1938909"/>
                  <a:gd name="connsiteX0" fmla="*/ 356 w 3775841"/>
                  <a:gd name="connsiteY0" fmla="*/ 1155023 h 1975367"/>
                  <a:gd name="connsiteX1" fmla="*/ 1845378 w 3775841"/>
                  <a:gd name="connsiteY1" fmla="*/ 454886 h 1975367"/>
                  <a:gd name="connsiteX2" fmla="*/ 3544271 w 3775841"/>
                  <a:gd name="connsiteY2" fmla="*/ 331785 h 1975367"/>
                  <a:gd name="connsiteX3" fmla="*/ 3078169 w 3775841"/>
                  <a:gd name="connsiteY3" fmla="*/ 1938738 h 1975367"/>
                  <a:gd name="connsiteX4" fmla="*/ 1700608 w 3775841"/>
                  <a:gd name="connsiteY4" fmla="*/ 1432728 h 1975367"/>
                  <a:gd name="connsiteX5" fmla="*/ 356 w 3775841"/>
                  <a:gd name="connsiteY5" fmla="*/ 1155023 h 1975367"/>
                  <a:gd name="connsiteX0" fmla="*/ 385 w 3775871"/>
                  <a:gd name="connsiteY0" fmla="*/ 1155023 h 1964875"/>
                  <a:gd name="connsiteX1" fmla="*/ 1845407 w 3775871"/>
                  <a:gd name="connsiteY1" fmla="*/ 454886 h 1964875"/>
                  <a:gd name="connsiteX2" fmla="*/ 3544300 w 3775871"/>
                  <a:gd name="connsiteY2" fmla="*/ 331785 h 1964875"/>
                  <a:gd name="connsiteX3" fmla="*/ 3078198 w 3775871"/>
                  <a:gd name="connsiteY3" fmla="*/ 1938738 h 1964875"/>
                  <a:gd name="connsiteX4" fmla="*/ 1700637 w 3775871"/>
                  <a:gd name="connsiteY4" fmla="*/ 1432728 h 1964875"/>
                  <a:gd name="connsiteX5" fmla="*/ 385 w 3775871"/>
                  <a:gd name="connsiteY5" fmla="*/ 1155023 h 1964875"/>
                  <a:gd name="connsiteX0" fmla="*/ 518 w 3310321"/>
                  <a:gd name="connsiteY0" fmla="*/ 1561197 h 1986949"/>
                  <a:gd name="connsiteX1" fmla="*/ 1379857 w 3310321"/>
                  <a:gd name="connsiteY1" fmla="*/ 469469 h 1986949"/>
                  <a:gd name="connsiteX2" fmla="*/ 3078750 w 3310321"/>
                  <a:gd name="connsiteY2" fmla="*/ 346368 h 1986949"/>
                  <a:gd name="connsiteX3" fmla="*/ 2612648 w 3310321"/>
                  <a:gd name="connsiteY3" fmla="*/ 1953321 h 1986949"/>
                  <a:gd name="connsiteX4" fmla="*/ 1235087 w 3310321"/>
                  <a:gd name="connsiteY4" fmla="*/ 1447311 h 1986949"/>
                  <a:gd name="connsiteX5" fmla="*/ 518 w 3310321"/>
                  <a:gd name="connsiteY5" fmla="*/ 1561197 h 1986949"/>
                  <a:gd name="connsiteX0" fmla="*/ 252954 w 3562757"/>
                  <a:gd name="connsiteY0" fmla="*/ 1561197 h 1986950"/>
                  <a:gd name="connsiteX1" fmla="*/ 1632293 w 3562757"/>
                  <a:gd name="connsiteY1" fmla="*/ 469469 h 1986950"/>
                  <a:gd name="connsiteX2" fmla="*/ 3331186 w 3562757"/>
                  <a:gd name="connsiteY2" fmla="*/ 346368 h 1986950"/>
                  <a:gd name="connsiteX3" fmla="*/ 2865084 w 3562757"/>
                  <a:gd name="connsiteY3" fmla="*/ 1953321 h 1986950"/>
                  <a:gd name="connsiteX4" fmla="*/ 1487523 w 3562757"/>
                  <a:gd name="connsiteY4" fmla="*/ 1447311 h 1986950"/>
                  <a:gd name="connsiteX5" fmla="*/ 252954 w 3562757"/>
                  <a:gd name="connsiteY5" fmla="*/ 1561197 h 1986950"/>
                  <a:gd name="connsiteX0" fmla="*/ 275988 w 4836894"/>
                  <a:gd name="connsiteY0" fmla="*/ 1254188 h 1664972"/>
                  <a:gd name="connsiteX1" fmla="*/ 1655327 w 4836894"/>
                  <a:gd name="connsiteY1" fmla="*/ 162460 h 1664972"/>
                  <a:gd name="connsiteX2" fmla="*/ 4715739 w 4836894"/>
                  <a:gd name="connsiteY2" fmla="*/ 494988 h 1664972"/>
                  <a:gd name="connsiteX3" fmla="*/ 2888118 w 4836894"/>
                  <a:gd name="connsiteY3" fmla="*/ 1646312 h 1664972"/>
                  <a:gd name="connsiteX4" fmla="*/ 1510557 w 4836894"/>
                  <a:gd name="connsiteY4" fmla="*/ 1140302 h 1664972"/>
                  <a:gd name="connsiteX5" fmla="*/ 275988 w 4836894"/>
                  <a:gd name="connsiteY5" fmla="*/ 1254188 h 1664972"/>
                  <a:gd name="connsiteX0" fmla="*/ 275988 w 4716813"/>
                  <a:gd name="connsiteY0" fmla="*/ 1630321 h 2049242"/>
                  <a:gd name="connsiteX1" fmla="*/ 1655327 w 4716813"/>
                  <a:gd name="connsiteY1" fmla="*/ 538593 h 2049242"/>
                  <a:gd name="connsiteX2" fmla="*/ 4715739 w 4716813"/>
                  <a:gd name="connsiteY2" fmla="*/ 871121 h 2049242"/>
                  <a:gd name="connsiteX3" fmla="*/ 2888118 w 4716813"/>
                  <a:gd name="connsiteY3" fmla="*/ 2022445 h 2049242"/>
                  <a:gd name="connsiteX4" fmla="*/ 1510557 w 4716813"/>
                  <a:gd name="connsiteY4" fmla="*/ 1516435 h 2049242"/>
                  <a:gd name="connsiteX5" fmla="*/ 275988 w 4716813"/>
                  <a:gd name="connsiteY5" fmla="*/ 1630321 h 2049242"/>
                  <a:gd name="connsiteX0" fmla="*/ 275988 w 4749030"/>
                  <a:gd name="connsiteY0" fmla="*/ 1124638 h 1545870"/>
                  <a:gd name="connsiteX1" fmla="*/ 1655327 w 4749030"/>
                  <a:gd name="connsiteY1" fmla="*/ 32910 h 1545870"/>
                  <a:gd name="connsiteX2" fmla="*/ 4715739 w 4749030"/>
                  <a:gd name="connsiteY2" fmla="*/ 365438 h 1545870"/>
                  <a:gd name="connsiteX3" fmla="*/ 3175706 w 4749030"/>
                  <a:gd name="connsiteY3" fmla="*/ 1192854 h 1545870"/>
                  <a:gd name="connsiteX4" fmla="*/ 1510557 w 4749030"/>
                  <a:gd name="connsiteY4" fmla="*/ 1010752 h 1545870"/>
                  <a:gd name="connsiteX5" fmla="*/ 275988 w 4749030"/>
                  <a:gd name="connsiteY5" fmla="*/ 1124638 h 1545870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40315"/>
                  <a:gd name="connsiteY0" fmla="*/ 1132875 h 1722803"/>
                  <a:gd name="connsiteX1" fmla="*/ 1655327 w 4740315"/>
                  <a:gd name="connsiteY1" fmla="*/ 41147 h 1722803"/>
                  <a:gd name="connsiteX2" fmla="*/ 4715739 w 4740315"/>
                  <a:gd name="connsiteY2" fmla="*/ 373675 h 1722803"/>
                  <a:gd name="connsiteX3" fmla="*/ 3012343 w 4740315"/>
                  <a:gd name="connsiteY3" fmla="*/ 1711656 h 1722803"/>
                  <a:gd name="connsiteX4" fmla="*/ 1510557 w 4740315"/>
                  <a:gd name="connsiteY4" fmla="*/ 1018989 h 1722803"/>
                  <a:gd name="connsiteX5" fmla="*/ 275988 w 4740315"/>
                  <a:gd name="connsiteY5" fmla="*/ 1132875 h 1722803"/>
                  <a:gd name="connsiteX0" fmla="*/ 275988 w 4756119"/>
                  <a:gd name="connsiteY0" fmla="*/ 1127108 h 1542684"/>
                  <a:gd name="connsiteX1" fmla="*/ 1655327 w 4756119"/>
                  <a:gd name="connsiteY1" fmla="*/ 35380 h 1542684"/>
                  <a:gd name="connsiteX2" fmla="*/ 4715739 w 4756119"/>
                  <a:gd name="connsiteY2" fmla="*/ 367908 h 1542684"/>
                  <a:gd name="connsiteX3" fmla="*/ 3285074 w 4756119"/>
                  <a:gd name="connsiteY3" fmla="*/ 1369029 h 1542684"/>
                  <a:gd name="connsiteX4" fmla="*/ 1510557 w 4756119"/>
                  <a:gd name="connsiteY4" fmla="*/ 1013222 h 1542684"/>
                  <a:gd name="connsiteX5" fmla="*/ 275988 w 4756119"/>
                  <a:gd name="connsiteY5" fmla="*/ 1127108 h 1542684"/>
                  <a:gd name="connsiteX0" fmla="*/ 275988 w 4715923"/>
                  <a:gd name="connsiteY0" fmla="*/ 1122352 h 1572226"/>
                  <a:gd name="connsiteX1" fmla="*/ 1655327 w 4715923"/>
                  <a:gd name="connsiteY1" fmla="*/ 30624 h 1572226"/>
                  <a:gd name="connsiteX2" fmla="*/ 4715739 w 4715923"/>
                  <a:gd name="connsiteY2" fmla="*/ 363152 h 1572226"/>
                  <a:gd name="connsiteX3" fmla="*/ 1510557 w 4715923"/>
                  <a:gd name="connsiteY3" fmla="*/ 1008466 h 1572226"/>
                  <a:gd name="connsiteX4" fmla="*/ 275988 w 4715923"/>
                  <a:gd name="connsiteY4" fmla="*/ 1122352 h 1572226"/>
                  <a:gd name="connsiteX0" fmla="*/ 25029 w 4476010"/>
                  <a:gd name="connsiteY0" fmla="*/ 1892393 h 2022034"/>
                  <a:gd name="connsiteX1" fmla="*/ 2236847 w 4476010"/>
                  <a:gd name="connsiteY1" fmla="*/ 11492 h 2022034"/>
                  <a:gd name="connsiteX2" fmla="*/ 4464780 w 4476010"/>
                  <a:gd name="connsiteY2" fmla="*/ 1133193 h 2022034"/>
                  <a:gd name="connsiteX3" fmla="*/ 1259598 w 4476010"/>
                  <a:gd name="connsiteY3" fmla="*/ 1778507 h 2022034"/>
                  <a:gd name="connsiteX4" fmla="*/ 25029 w 4476010"/>
                  <a:gd name="connsiteY4" fmla="*/ 1892393 h 2022034"/>
                  <a:gd name="connsiteX0" fmla="*/ 19312 w 4468531"/>
                  <a:gd name="connsiteY0" fmla="*/ 1893478 h 2350831"/>
                  <a:gd name="connsiteX1" fmla="*/ 2231130 w 4468531"/>
                  <a:gd name="connsiteY1" fmla="*/ 12577 h 2350831"/>
                  <a:gd name="connsiteX2" fmla="*/ 4459063 w 4468531"/>
                  <a:gd name="connsiteY2" fmla="*/ 1134278 h 2350831"/>
                  <a:gd name="connsiteX3" fmla="*/ 2962196 w 4468531"/>
                  <a:gd name="connsiteY3" fmla="*/ 2337807 h 2350831"/>
                  <a:gd name="connsiteX4" fmla="*/ 1253881 w 4468531"/>
                  <a:gd name="connsiteY4" fmla="*/ 1779592 h 2350831"/>
                  <a:gd name="connsiteX5" fmla="*/ 19312 w 4468531"/>
                  <a:gd name="connsiteY5" fmla="*/ 1893478 h 2350831"/>
                  <a:gd name="connsiteX0" fmla="*/ 114931 w 4564151"/>
                  <a:gd name="connsiteY0" fmla="*/ 1893478 h 2606070"/>
                  <a:gd name="connsiteX1" fmla="*/ 2326749 w 4564151"/>
                  <a:gd name="connsiteY1" fmla="*/ 12577 h 2606070"/>
                  <a:gd name="connsiteX2" fmla="*/ 4554682 w 4564151"/>
                  <a:gd name="connsiteY2" fmla="*/ 1134278 h 2606070"/>
                  <a:gd name="connsiteX3" fmla="*/ 3057815 w 4564151"/>
                  <a:gd name="connsiteY3" fmla="*/ 2337807 h 2606070"/>
                  <a:gd name="connsiteX4" fmla="*/ 602599 w 4564151"/>
                  <a:gd name="connsiteY4" fmla="*/ 2591133 h 2606070"/>
                  <a:gd name="connsiteX5" fmla="*/ 114931 w 4564151"/>
                  <a:gd name="connsiteY5" fmla="*/ 1893478 h 2606070"/>
                  <a:gd name="connsiteX0" fmla="*/ 339436 w 4163621"/>
                  <a:gd name="connsiteY0" fmla="*/ 711041 h 2677547"/>
                  <a:gd name="connsiteX1" fmla="*/ 1926219 w 4163621"/>
                  <a:gd name="connsiteY1" fmla="*/ 9118 h 2677547"/>
                  <a:gd name="connsiteX2" fmla="*/ 4154152 w 4163621"/>
                  <a:gd name="connsiteY2" fmla="*/ 1130819 h 2677547"/>
                  <a:gd name="connsiteX3" fmla="*/ 2657285 w 4163621"/>
                  <a:gd name="connsiteY3" fmla="*/ 2334348 h 2677547"/>
                  <a:gd name="connsiteX4" fmla="*/ 202069 w 4163621"/>
                  <a:gd name="connsiteY4" fmla="*/ 2587674 h 2677547"/>
                  <a:gd name="connsiteX5" fmla="*/ 339436 w 4163621"/>
                  <a:gd name="connsiteY5" fmla="*/ 711041 h 2677547"/>
                  <a:gd name="connsiteX0" fmla="*/ 8699 w 3970251"/>
                  <a:gd name="connsiteY0" fmla="*/ 2578556 h 2717756"/>
                  <a:gd name="connsiteX1" fmla="*/ 1732849 w 3970251"/>
                  <a:gd name="connsiteY1" fmla="*/ 0 h 2717756"/>
                  <a:gd name="connsiteX2" fmla="*/ 3960782 w 3970251"/>
                  <a:gd name="connsiteY2" fmla="*/ 1121701 h 2717756"/>
                  <a:gd name="connsiteX3" fmla="*/ 2463915 w 3970251"/>
                  <a:gd name="connsiteY3" fmla="*/ 2325230 h 2717756"/>
                  <a:gd name="connsiteX4" fmla="*/ 8699 w 3970251"/>
                  <a:gd name="connsiteY4" fmla="*/ 2578556 h 2717756"/>
                  <a:gd name="connsiteX0" fmla="*/ 11617 w 3584652"/>
                  <a:gd name="connsiteY0" fmla="*/ 1430838 h 2340009"/>
                  <a:gd name="connsiteX1" fmla="*/ 1347250 w 3584652"/>
                  <a:gd name="connsiteY1" fmla="*/ 2380 h 2340009"/>
                  <a:gd name="connsiteX2" fmla="*/ 3575183 w 3584652"/>
                  <a:gd name="connsiteY2" fmla="*/ 1124081 h 2340009"/>
                  <a:gd name="connsiteX3" fmla="*/ 2078316 w 3584652"/>
                  <a:gd name="connsiteY3" fmla="*/ 2327610 h 2340009"/>
                  <a:gd name="connsiteX4" fmla="*/ 11617 w 3584652"/>
                  <a:gd name="connsiteY4" fmla="*/ 1430838 h 2340009"/>
                  <a:gd name="connsiteX0" fmla="*/ 36322 w 3609357"/>
                  <a:gd name="connsiteY0" fmla="*/ 1430838 h 2532978"/>
                  <a:gd name="connsiteX1" fmla="*/ 1371955 w 3609357"/>
                  <a:gd name="connsiteY1" fmla="*/ 2380 h 2532978"/>
                  <a:gd name="connsiteX2" fmla="*/ 3599888 w 3609357"/>
                  <a:gd name="connsiteY2" fmla="*/ 1124081 h 2532978"/>
                  <a:gd name="connsiteX3" fmla="*/ 2103021 w 3609357"/>
                  <a:gd name="connsiteY3" fmla="*/ 2327610 h 2532978"/>
                  <a:gd name="connsiteX4" fmla="*/ 36322 w 3609357"/>
                  <a:gd name="connsiteY4" fmla="*/ 1430838 h 2532978"/>
                  <a:gd name="connsiteX0" fmla="*/ 3580 w 3569301"/>
                  <a:gd name="connsiteY0" fmla="*/ 1431089 h 2816320"/>
                  <a:gd name="connsiteX1" fmla="*/ 1339213 w 3569301"/>
                  <a:gd name="connsiteY1" fmla="*/ 2631 h 2816320"/>
                  <a:gd name="connsiteX2" fmla="*/ 3567146 w 3569301"/>
                  <a:gd name="connsiteY2" fmla="*/ 1124332 h 2816320"/>
                  <a:gd name="connsiteX3" fmla="*/ 1722688 w 3569301"/>
                  <a:gd name="connsiteY3" fmla="*/ 2808414 h 2816320"/>
                  <a:gd name="connsiteX4" fmla="*/ 3580 w 3569301"/>
                  <a:gd name="connsiteY4" fmla="*/ 1431089 h 2816320"/>
                  <a:gd name="connsiteX0" fmla="*/ 3579 w 3569300"/>
                  <a:gd name="connsiteY0" fmla="*/ 1431089 h 2808414"/>
                  <a:gd name="connsiteX1" fmla="*/ 1339212 w 3569300"/>
                  <a:gd name="connsiteY1" fmla="*/ 2631 h 2808414"/>
                  <a:gd name="connsiteX2" fmla="*/ 3567145 w 3569300"/>
                  <a:gd name="connsiteY2" fmla="*/ 1124332 h 2808414"/>
                  <a:gd name="connsiteX3" fmla="*/ 1722687 w 3569300"/>
                  <a:gd name="connsiteY3" fmla="*/ 2808414 h 2808414"/>
                  <a:gd name="connsiteX4" fmla="*/ 3579 w 3569300"/>
                  <a:gd name="connsiteY4" fmla="*/ 1431089 h 2808414"/>
                  <a:gd name="connsiteX0" fmla="*/ 3579 w 3570402"/>
                  <a:gd name="connsiteY0" fmla="*/ 1431089 h 2845664"/>
                  <a:gd name="connsiteX1" fmla="*/ 1339212 w 3570402"/>
                  <a:gd name="connsiteY1" fmla="*/ 2631 h 2845664"/>
                  <a:gd name="connsiteX2" fmla="*/ 3567145 w 3570402"/>
                  <a:gd name="connsiteY2" fmla="*/ 1124332 h 2845664"/>
                  <a:gd name="connsiteX3" fmla="*/ 1722687 w 3570402"/>
                  <a:gd name="connsiteY3" fmla="*/ 2808414 h 2845664"/>
                  <a:gd name="connsiteX4" fmla="*/ 3579 w 3570402"/>
                  <a:gd name="connsiteY4" fmla="*/ 1431089 h 2845664"/>
                  <a:gd name="connsiteX0" fmla="*/ 3579 w 3571531"/>
                  <a:gd name="connsiteY0" fmla="*/ 1431089 h 2809355"/>
                  <a:gd name="connsiteX1" fmla="*/ 1339212 w 3571531"/>
                  <a:gd name="connsiteY1" fmla="*/ 2631 h 2809355"/>
                  <a:gd name="connsiteX2" fmla="*/ 3567145 w 3571531"/>
                  <a:gd name="connsiteY2" fmla="*/ 1124332 h 2809355"/>
                  <a:gd name="connsiteX3" fmla="*/ 1722687 w 3571531"/>
                  <a:gd name="connsiteY3" fmla="*/ 2808414 h 2809355"/>
                  <a:gd name="connsiteX4" fmla="*/ 3579 w 3571531"/>
                  <a:gd name="connsiteY4" fmla="*/ 1431089 h 2809355"/>
                  <a:gd name="connsiteX0" fmla="*/ 3579 w 3570449"/>
                  <a:gd name="connsiteY0" fmla="*/ 1431089 h 2811091"/>
                  <a:gd name="connsiteX1" fmla="*/ 1339212 w 3570449"/>
                  <a:gd name="connsiteY1" fmla="*/ 2631 h 2811091"/>
                  <a:gd name="connsiteX2" fmla="*/ 3567145 w 3570449"/>
                  <a:gd name="connsiteY2" fmla="*/ 1124332 h 2811091"/>
                  <a:gd name="connsiteX3" fmla="*/ 1722687 w 3570449"/>
                  <a:gd name="connsiteY3" fmla="*/ 2808414 h 2811091"/>
                  <a:gd name="connsiteX4" fmla="*/ 3579 w 3570449"/>
                  <a:gd name="connsiteY4" fmla="*/ 1431089 h 2811091"/>
                  <a:gd name="connsiteX0" fmla="*/ 9477 w 3576347"/>
                  <a:gd name="connsiteY0" fmla="*/ 1454488 h 2834490"/>
                  <a:gd name="connsiteX1" fmla="*/ 1345110 w 3576347"/>
                  <a:gd name="connsiteY1" fmla="*/ 26030 h 2834490"/>
                  <a:gd name="connsiteX2" fmla="*/ 3573043 w 3576347"/>
                  <a:gd name="connsiteY2" fmla="*/ 1147731 h 2834490"/>
                  <a:gd name="connsiteX3" fmla="*/ 1728585 w 3576347"/>
                  <a:gd name="connsiteY3" fmla="*/ 2831813 h 2834490"/>
                  <a:gd name="connsiteX4" fmla="*/ 9477 w 3576347"/>
                  <a:gd name="connsiteY4" fmla="*/ 1454488 h 2834490"/>
                  <a:gd name="connsiteX0" fmla="*/ 11200 w 3578070"/>
                  <a:gd name="connsiteY0" fmla="*/ 1454488 h 2834490"/>
                  <a:gd name="connsiteX1" fmla="*/ 1346833 w 3578070"/>
                  <a:gd name="connsiteY1" fmla="*/ 26030 h 2834490"/>
                  <a:gd name="connsiteX2" fmla="*/ 3574766 w 3578070"/>
                  <a:gd name="connsiteY2" fmla="*/ 1147731 h 2834490"/>
                  <a:gd name="connsiteX3" fmla="*/ 1730308 w 3578070"/>
                  <a:gd name="connsiteY3" fmla="*/ 2831813 h 2834490"/>
                  <a:gd name="connsiteX4" fmla="*/ 11200 w 3578070"/>
                  <a:gd name="connsiteY4" fmla="*/ 1454488 h 2834490"/>
                  <a:gd name="connsiteX0" fmla="*/ 5238 w 3394494"/>
                  <a:gd name="connsiteY0" fmla="*/ 1561249 h 2815719"/>
                  <a:gd name="connsiteX1" fmla="*/ 1164359 w 3394494"/>
                  <a:gd name="connsiteY1" fmla="*/ 5027 h 2815719"/>
                  <a:gd name="connsiteX2" fmla="*/ 3392292 w 3394494"/>
                  <a:gd name="connsiteY2" fmla="*/ 1126728 h 2815719"/>
                  <a:gd name="connsiteX3" fmla="*/ 1547834 w 3394494"/>
                  <a:gd name="connsiteY3" fmla="*/ 2810810 h 2815719"/>
                  <a:gd name="connsiteX4" fmla="*/ 5238 w 3394494"/>
                  <a:gd name="connsiteY4" fmla="*/ 1561249 h 2815719"/>
                  <a:gd name="connsiteX0" fmla="*/ 1714 w 3390970"/>
                  <a:gd name="connsiteY0" fmla="*/ 1561249 h 2816846"/>
                  <a:gd name="connsiteX1" fmla="*/ 1160835 w 3390970"/>
                  <a:gd name="connsiteY1" fmla="*/ 5027 h 2816846"/>
                  <a:gd name="connsiteX2" fmla="*/ 3388768 w 3390970"/>
                  <a:gd name="connsiteY2" fmla="*/ 1126728 h 2816846"/>
                  <a:gd name="connsiteX3" fmla="*/ 1544310 w 3390970"/>
                  <a:gd name="connsiteY3" fmla="*/ 2810810 h 2816846"/>
                  <a:gd name="connsiteX4" fmla="*/ 1714 w 3390970"/>
                  <a:gd name="connsiteY4" fmla="*/ 1561249 h 2816846"/>
                  <a:gd name="connsiteX0" fmla="*/ 1714 w 3392183"/>
                  <a:gd name="connsiteY0" fmla="*/ 1561249 h 2822298"/>
                  <a:gd name="connsiteX1" fmla="*/ 1160835 w 3392183"/>
                  <a:gd name="connsiteY1" fmla="*/ 5027 h 2822298"/>
                  <a:gd name="connsiteX2" fmla="*/ 3388768 w 3392183"/>
                  <a:gd name="connsiteY2" fmla="*/ 1126728 h 2822298"/>
                  <a:gd name="connsiteX3" fmla="*/ 1544310 w 3392183"/>
                  <a:gd name="connsiteY3" fmla="*/ 2810810 h 2822298"/>
                  <a:gd name="connsiteX4" fmla="*/ 1714 w 3392183"/>
                  <a:gd name="connsiteY4" fmla="*/ 1561249 h 2822298"/>
                  <a:gd name="connsiteX0" fmla="*/ 1599 w 3099681"/>
                  <a:gd name="connsiteY0" fmla="*/ 1556274 h 2805936"/>
                  <a:gd name="connsiteX1" fmla="*/ 1160720 w 3099681"/>
                  <a:gd name="connsiteY1" fmla="*/ 52 h 2805936"/>
                  <a:gd name="connsiteX2" fmla="*/ 3097014 w 3099681"/>
                  <a:gd name="connsiteY2" fmla="*/ 1505235 h 2805936"/>
                  <a:gd name="connsiteX3" fmla="*/ 1544195 w 3099681"/>
                  <a:gd name="connsiteY3" fmla="*/ 2805835 h 2805936"/>
                  <a:gd name="connsiteX4" fmla="*/ 1599 w 3099681"/>
                  <a:gd name="connsiteY4" fmla="*/ 1556274 h 2805936"/>
                  <a:gd name="connsiteX0" fmla="*/ 1599 w 3098266"/>
                  <a:gd name="connsiteY0" fmla="*/ 1556274 h 2805936"/>
                  <a:gd name="connsiteX1" fmla="*/ 1160720 w 3098266"/>
                  <a:gd name="connsiteY1" fmla="*/ 52 h 2805936"/>
                  <a:gd name="connsiteX2" fmla="*/ 3097014 w 3098266"/>
                  <a:gd name="connsiteY2" fmla="*/ 1505235 h 2805936"/>
                  <a:gd name="connsiteX3" fmla="*/ 1544195 w 3098266"/>
                  <a:gd name="connsiteY3" fmla="*/ 2805835 h 2805936"/>
                  <a:gd name="connsiteX4" fmla="*/ 1599 w 3098266"/>
                  <a:gd name="connsiteY4" fmla="*/ 1556274 h 2805936"/>
                  <a:gd name="connsiteX0" fmla="*/ 6698 w 3107113"/>
                  <a:gd name="connsiteY0" fmla="*/ 1556268 h 1995204"/>
                  <a:gd name="connsiteX1" fmla="*/ 1165819 w 3107113"/>
                  <a:gd name="connsiteY1" fmla="*/ 46 h 1995204"/>
                  <a:gd name="connsiteX2" fmla="*/ 3102113 w 3107113"/>
                  <a:gd name="connsiteY2" fmla="*/ 1505229 h 1995204"/>
                  <a:gd name="connsiteX3" fmla="*/ 1670895 w 3107113"/>
                  <a:gd name="connsiteY3" fmla="*/ 1994767 h 1995204"/>
                  <a:gd name="connsiteX4" fmla="*/ 6698 w 3107113"/>
                  <a:gd name="connsiteY4" fmla="*/ 1556268 h 1995204"/>
                  <a:gd name="connsiteX0" fmla="*/ 6698 w 3107610"/>
                  <a:gd name="connsiteY0" fmla="*/ 1556268 h 2094159"/>
                  <a:gd name="connsiteX1" fmla="*/ 1165819 w 3107610"/>
                  <a:gd name="connsiteY1" fmla="*/ 46 h 2094159"/>
                  <a:gd name="connsiteX2" fmla="*/ 3102113 w 3107610"/>
                  <a:gd name="connsiteY2" fmla="*/ 1505229 h 2094159"/>
                  <a:gd name="connsiteX3" fmla="*/ 1670895 w 3107610"/>
                  <a:gd name="connsiteY3" fmla="*/ 1994767 h 2094159"/>
                  <a:gd name="connsiteX4" fmla="*/ 6698 w 3107610"/>
                  <a:gd name="connsiteY4" fmla="*/ 1556268 h 2094159"/>
                  <a:gd name="connsiteX0" fmla="*/ 6698 w 3108326"/>
                  <a:gd name="connsiteY0" fmla="*/ 1556268 h 2032117"/>
                  <a:gd name="connsiteX1" fmla="*/ 1165819 w 3108326"/>
                  <a:gd name="connsiteY1" fmla="*/ 46 h 2032117"/>
                  <a:gd name="connsiteX2" fmla="*/ 3102113 w 3108326"/>
                  <a:gd name="connsiteY2" fmla="*/ 1505229 h 2032117"/>
                  <a:gd name="connsiteX3" fmla="*/ 1670895 w 3108326"/>
                  <a:gd name="connsiteY3" fmla="*/ 1994767 h 2032117"/>
                  <a:gd name="connsiteX4" fmla="*/ 6698 w 3108326"/>
                  <a:gd name="connsiteY4" fmla="*/ 1556268 h 2032117"/>
                  <a:gd name="connsiteX0" fmla="*/ 2700 w 3101149"/>
                  <a:gd name="connsiteY0" fmla="*/ 1588985 h 2065259"/>
                  <a:gd name="connsiteX1" fmla="*/ 1324169 w 3101149"/>
                  <a:gd name="connsiteY1" fmla="*/ 44 h 2065259"/>
                  <a:gd name="connsiteX2" fmla="*/ 3098115 w 3101149"/>
                  <a:gd name="connsiteY2" fmla="*/ 1537946 h 2065259"/>
                  <a:gd name="connsiteX3" fmla="*/ 1666897 w 3101149"/>
                  <a:gd name="connsiteY3" fmla="*/ 2027484 h 2065259"/>
                  <a:gd name="connsiteX4" fmla="*/ 2700 w 3101149"/>
                  <a:gd name="connsiteY4" fmla="*/ 1588985 h 2065259"/>
                  <a:gd name="connsiteX0" fmla="*/ 2700 w 3100106"/>
                  <a:gd name="connsiteY0" fmla="*/ 1588985 h 2163738"/>
                  <a:gd name="connsiteX1" fmla="*/ 1324169 w 3100106"/>
                  <a:gd name="connsiteY1" fmla="*/ 44 h 2163738"/>
                  <a:gd name="connsiteX2" fmla="*/ 3098115 w 3100106"/>
                  <a:gd name="connsiteY2" fmla="*/ 1537946 h 2163738"/>
                  <a:gd name="connsiteX3" fmla="*/ 1666897 w 3100106"/>
                  <a:gd name="connsiteY3" fmla="*/ 2027484 h 2163738"/>
                  <a:gd name="connsiteX4" fmla="*/ 2700 w 3100106"/>
                  <a:gd name="connsiteY4" fmla="*/ 1588985 h 2163738"/>
                  <a:gd name="connsiteX0" fmla="*/ 2700 w 3100834"/>
                  <a:gd name="connsiteY0" fmla="*/ 1588985 h 2056082"/>
                  <a:gd name="connsiteX1" fmla="*/ 1324169 w 3100834"/>
                  <a:gd name="connsiteY1" fmla="*/ 44 h 2056082"/>
                  <a:gd name="connsiteX2" fmla="*/ 3098115 w 3100834"/>
                  <a:gd name="connsiteY2" fmla="*/ 1537946 h 2056082"/>
                  <a:gd name="connsiteX3" fmla="*/ 1666897 w 3100834"/>
                  <a:gd name="connsiteY3" fmla="*/ 2027484 h 2056082"/>
                  <a:gd name="connsiteX4" fmla="*/ 2700 w 3100834"/>
                  <a:gd name="connsiteY4" fmla="*/ 1588985 h 2056082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01100" h="2041075">
                    <a:moveTo>
                      <a:pt x="2700" y="1588985"/>
                    </a:moveTo>
                    <a:cubicBezTo>
                      <a:pt x="-54421" y="1251078"/>
                      <a:pt x="808267" y="8550"/>
                      <a:pt x="1324169" y="44"/>
                    </a:cubicBezTo>
                    <a:cubicBezTo>
                      <a:pt x="1840071" y="-8462"/>
                      <a:pt x="3040994" y="1200039"/>
                      <a:pt x="3098115" y="1537946"/>
                    </a:cubicBezTo>
                    <a:cubicBezTo>
                      <a:pt x="3155236" y="1875853"/>
                      <a:pt x="2382291" y="1963492"/>
                      <a:pt x="1666897" y="2027484"/>
                    </a:cubicBezTo>
                    <a:cubicBezTo>
                      <a:pt x="951503" y="2091476"/>
                      <a:pt x="59821" y="1926892"/>
                      <a:pt x="2700" y="1588985"/>
                    </a:cubicBezTo>
                    <a:close/>
                  </a:path>
                </a:pathLst>
              </a:custGeom>
              <a:noFill/>
              <a:ln w="50800">
                <a:solidFill>
                  <a:srgbClr val="647A8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3271CB76-F983-8C91-9D55-3D23EA171E7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51859" y="6045499"/>
                <a:ext cx="2276638" cy="489887"/>
              </a:xfrm>
              <a:prstGeom prst="rect">
                <a:avLst/>
              </a:prstGeom>
            </p:spPr>
            <p:txBody>
              <a:bodyPr anchor="ctr"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r"/>
                <a:r>
                  <a:rPr lang="de-DE" sz="1200" b="0" dirty="0">
                    <a:solidFill>
                      <a:schemeClr val="bg1"/>
                    </a:solidFill>
                    <a:latin typeface="TheSans Plain" pitchFamily="2" charset="0"/>
                    <a:cs typeface="Kannada Sangam MN" pitchFamily="2" charset="0"/>
                  </a:rPr>
                  <a:t>Fachschule</a:t>
                </a:r>
              </a:p>
            </p:txBody>
          </p:sp>
        </p:grpSp>
        <p:pic>
          <p:nvPicPr>
            <p:cNvPr id="10" name="Grafik 9">
              <a:extLst>
                <a:ext uri="{FF2B5EF4-FFF2-40B4-BE49-F238E27FC236}">
                  <a16:creationId xmlns:a16="http://schemas.microsoft.com/office/drawing/2014/main" id="{DEAAD532-9086-5FB7-DE52-3AA6223D704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425451" y="6045531"/>
              <a:ext cx="480356" cy="6216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4649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ET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ihandform 3">
            <a:extLst>
              <a:ext uri="{FF2B5EF4-FFF2-40B4-BE49-F238E27FC236}">
                <a16:creationId xmlns:a16="http://schemas.microsoft.com/office/drawing/2014/main" id="{FA1ADB5F-FA2E-7BF8-5CB9-563ADE4AE44E}"/>
              </a:ext>
            </a:extLst>
          </p:cNvPr>
          <p:cNvSpPr/>
          <p:nvPr userDrawn="1"/>
        </p:nvSpPr>
        <p:spPr>
          <a:xfrm rot="10129930">
            <a:off x="-2139048" y="-745777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BAAE065-A309-1F47-9138-75E78CD01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C6FF71-801A-FC4F-950C-4E2FF76A0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FDC21A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>
              <a:buClr>
                <a:srgbClr val="FDC21A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2pPr>
            <a:lvl3pPr>
              <a:buClr>
                <a:srgbClr val="FDC21A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3pPr>
            <a:lvl4pPr>
              <a:buClr>
                <a:srgbClr val="FDC21A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4pPr>
            <a:lvl5pPr>
              <a:buClr>
                <a:srgbClr val="FDC21A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82311A-FB2F-DA48-8C46-A29BBA46B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2BA182-0060-D786-CA61-63531BC4A4B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1C5DEFE6-A397-825F-1055-B1F1B150B9F1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8B38AB7C-8A51-CC67-C9D4-694B7494AF8A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1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FDC2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3" name="Freihandform 12">
              <a:extLst>
                <a:ext uri="{FF2B5EF4-FFF2-40B4-BE49-F238E27FC236}">
                  <a16:creationId xmlns:a16="http://schemas.microsoft.com/office/drawing/2014/main" id="{DFD1980A-3636-3326-E22D-8E9333AEC2A2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4" name="Titel 1">
              <a:extLst>
                <a:ext uri="{FF2B5EF4-FFF2-40B4-BE49-F238E27FC236}">
                  <a16:creationId xmlns:a16="http://schemas.microsoft.com/office/drawing/2014/main" id="{E741F060-DF1B-02C1-AADF-5F486B3E731E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Abend-HTL</a:t>
              </a:r>
            </a:p>
          </p:txBody>
        </p:sp>
      </p:grpSp>
      <p:pic>
        <p:nvPicPr>
          <p:cNvPr id="8" name="Grafik 7">
            <a:extLst>
              <a:ext uri="{FF2B5EF4-FFF2-40B4-BE49-F238E27FC236}">
                <a16:creationId xmlns:a16="http://schemas.microsoft.com/office/drawing/2014/main" id="{4067EC93-F18C-8487-B235-FF764ABF29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25451" y="6038569"/>
            <a:ext cx="485673" cy="62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376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T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ihandform 17">
            <a:extLst>
              <a:ext uri="{FF2B5EF4-FFF2-40B4-BE49-F238E27FC236}">
                <a16:creationId xmlns:a16="http://schemas.microsoft.com/office/drawing/2014/main" id="{CEAD9B20-91CB-AE47-12BA-AB1C886877EF}"/>
              </a:ext>
            </a:extLst>
          </p:cNvPr>
          <p:cNvSpPr/>
          <p:nvPr userDrawn="1"/>
        </p:nvSpPr>
        <p:spPr>
          <a:xfrm rot="12664814" flipV="1">
            <a:off x="8029177" y="301128"/>
            <a:ext cx="5610720" cy="8294818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7676" h="3588900">
                <a:moveTo>
                  <a:pt x="829578" y="1013703"/>
                </a:moveTo>
                <a:cubicBezTo>
                  <a:pt x="1397137" y="530228"/>
                  <a:pt x="2942157" y="-328119"/>
                  <a:pt x="3141854" y="130833"/>
                </a:cubicBezTo>
                <a:cubicBezTo>
                  <a:pt x="3341551" y="589785"/>
                  <a:pt x="2644367" y="1160846"/>
                  <a:pt x="2574297" y="1644322"/>
                </a:cubicBezTo>
                <a:cubicBezTo>
                  <a:pt x="2504227" y="2127798"/>
                  <a:pt x="2788005" y="3045702"/>
                  <a:pt x="2322047" y="3452102"/>
                </a:cubicBezTo>
                <a:cubicBezTo>
                  <a:pt x="1856089" y="3858502"/>
                  <a:pt x="253064" y="3291335"/>
                  <a:pt x="51812" y="2642806"/>
                </a:cubicBezTo>
                <a:cubicBezTo>
                  <a:pt x="-149440" y="1994277"/>
                  <a:pt x="262019" y="1497178"/>
                  <a:pt x="829578" y="1013703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02BA19-22BB-9749-A27A-7E43EF05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1223AABF-8467-4E9F-86F5-1F1ECB8048B1}"/>
              </a:ext>
            </a:extLst>
          </p:cNvPr>
          <p:cNvSpPr/>
          <p:nvPr userDrawn="1"/>
        </p:nvSpPr>
        <p:spPr>
          <a:xfrm rot="19240800">
            <a:off x="-3534515" y="-2092408"/>
            <a:ext cx="6636396" cy="4457866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  <a:gd name="connsiteX0" fmla="*/ 1599 w 3099681"/>
              <a:gd name="connsiteY0" fmla="*/ 1556274 h 2805936"/>
              <a:gd name="connsiteX1" fmla="*/ 1160720 w 3099681"/>
              <a:gd name="connsiteY1" fmla="*/ 52 h 2805936"/>
              <a:gd name="connsiteX2" fmla="*/ 3097014 w 3099681"/>
              <a:gd name="connsiteY2" fmla="*/ 1505235 h 2805936"/>
              <a:gd name="connsiteX3" fmla="*/ 1544195 w 3099681"/>
              <a:gd name="connsiteY3" fmla="*/ 2805835 h 2805936"/>
              <a:gd name="connsiteX4" fmla="*/ 1599 w 3099681"/>
              <a:gd name="connsiteY4" fmla="*/ 1556274 h 2805936"/>
              <a:gd name="connsiteX0" fmla="*/ 1599 w 3098266"/>
              <a:gd name="connsiteY0" fmla="*/ 1556274 h 2805936"/>
              <a:gd name="connsiteX1" fmla="*/ 1160720 w 3098266"/>
              <a:gd name="connsiteY1" fmla="*/ 52 h 2805936"/>
              <a:gd name="connsiteX2" fmla="*/ 3097014 w 3098266"/>
              <a:gd name="connsiteY2" fmla="*/ 1505235 h 2805936"/>
              <a:gd name="connsiteX3" fmla="*/ 1544195 w 3098266"/>
              <a:gd name="connsiteY3" fmla="*/ 2805835 h 2805936"/>
              <a:gd name="connsiteX4" fmla="*/ 1599 w 3098266"/>
              <a:gd name="connsiteY4" fmla="*/ 1556274 h 2805936"/>
              <a:gd name="connsiteX0" fmla="*/ 6698 w 3107113"/>
              <a:gd name="connsiteY0" fmla="*/ 1556268 h 1995204"/>
              <a:gd name="connsiteX1" fmla="*/ 1165819 w 3107113"/>
              <a:gd name="connsiteY1" fmla="*/ 46 h 1995204"/>
              <a:gd name="connsiteX2" fmla="*/ 3102113 w 3107113"/>
              <a:gd name="connsiteY2" fmla="*/ 1505229 h 1995204"/>
              <a:gd name="connsiteX3" fmla="*/ 1670895 w 3107113"/>
              <a:gd name="connsiteY3" fmla="*/ 1994767 h 1995204"/>
              <a:gd name="connsiteX4" fmla="*/ 6698 w 3107113"/>
              <a:gd name="connsiteY4" fmla="*/ 1556268 h 1995204"/>
              <a:gd name="connsiteX0" fmla="*/ 6698 w 3107610"/>
              <a:gd name="connsiteY0" fmla="*/ 1556268 h 2094159"/>
              <a:gd name="connsiteX1" fmla="*/ 1165819 w 3107610"/>
              <a:gd name="connsiteY1" fmla="*/ 46 h 2094159"/>
              <a:gd name="connsiteX2" fmla="*/ 3102113 w 3107610"/>
              <a:gd name="connsiteY2" fmla="*/ 1505229 h 2094159"/>
              <a:gd name="connsiteX3" fmla="*/ 1670895 w 3107610"/>
              <a:gd name="connsiteY3" fmla="*/ 1994767 h 2094159"/>
              <a:gd name="connsiteX4" fmla="*/ 6698 w 3107610"/>
              <a:gd name="connsiteY4" fmla="*/ 1556268 h 2094159"/>
              <a:gd name="connsiteX0" fmla="*/ 6698 w 3108326"/>
              <a:gd name="connsiteY0" fmla="*/ 1556268 h 2032117"/>
              <a:gd name="connsiteX1" fmla="*/ 1165819 w 3108326"/>
              <a:gd name="connsiteY1" fmla="*/ 46 h 2032117"/>
              <a:gd name="connsiteX2" fmla="*/ 3102113 w 3108326"/>
              <a:gd name="connsiteY2" fmla="*/ 1505229 h 2032117"/>
              <a:gd name="connsiteX3" fmla="*/ 1670895 w 3108326"/>
              <a:gd name="connsiteY3" fmla="*/ 1994767 h 2032117"/>
              <a:gd name="connsiteX4" fmla="*/ 6698 w 3108326"/>
              <a:gd name="connsiteY4" fmla="*/ 1556268 h 2032117"/>
              <a:gd name="connsiteX0" fmla="*/ 2700 w 3101149"/>
              <a:gd name="connsiteY0" fmla="*/ 1588985 h 2065259"/>
              <a:gd name="connsiteX1" fmla="*/ 1324169 w 3101149"/>
              <a:gd name="connsiteY1" fmla="*/ 44 h 2065259"/>
              <a:gd name="connsiteX2" fmla="*/ 3098115 w 3101149"/>
              <a:gd name="connsiteY2" fmla="*/ 1537946 h 2065259"/>
              <a:gd name="connsiteX3" fmla="*/ 1666897 w 3101149"/>
              <a:gd name="connsiteY3" fmla="*/ 2027484 h 2065259"/>
              <a:gd name="connsiteX4" fmla="*/ 2700 w 3101149"/>
              <a:gd name="connsiteY4" fmla="*/ 1588985 h 2065259"/>
              <a:gd name="connsiteX0" fmla="*/ 2700 w 3100106"/>
              <a:gd name="connsiteY0" fmla="*/ 1588985 h 2163738"/>
              <a:gd name="connsiteX1" fmla="*/ 1324169 w 3100106"/>
              <a:gd name="connsiteY1" fmla="*/ 44 h 2163738"/>
              <a:gd name="connsiteX2" fmla="*/ 3098115 w 3100106"/>
              <a:gd name="connsiteY2" fmla="*/ 1537946 h 2163738"/>
              <a:gd name="connsiteX3" fmla="*/ 1666897 w 3100106"/>
              <a:gd name="connsiteY3" fmla="*/ 2027484 h 2163738"/>
              <a:gd name="connsiteX4" fmla="*/ 2700 w 3100106"/>
              <a:gd name="connsiteY4" fmla="*/ 1588985 h 2163738"/>
              <a:gd name="connsiteX0" fmla="*/ 2700 w 3100834"/>
              <a:gd name="connsiteY0" fmla="*/ 1588985 h 2056082"/>
              <a:gd name="connsiteX1" fmla="*/ 1324169 w 3100834"/>
              <a:gd name="connsiteY1" fmla="*/ 44 h 2056082"/>
              <a:gd name="connsiteX2" fmla="*/ 3098115 w 3100834"/>
              <a:gd name="connsiteY2" fmla="*/ 1537946 h 2056082"/>
              <a:gd name="connsiteX3" fmla="*/ 1666897 w 3100834"/>
              <a:gd name="connsiteY3" fmla="*/ 2027484 h 2056082"/>
              <a:gd name="connsiteX4" fmla="*/ 2700 w 3100834"/>
              <a:gd name="connsiteY4" fmla="*/ 1588985 h 2056082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1100" h="2041075">
                <a:moveTo>
                  <a:pt x="2700" y="1588985"/>
                </a:moveTo>
                <a:cubicBezTo>
                  <a:pt x="-54421" y="1251078"/>
                  <a:pt x="808267" y="8550"/>
                  <a:pt x="1324169" y="44"/>
                </a:cubicBezTo>
                <a:cubicBezTo>
                  <a:pt x="1840071" y="-8462"/>
                  <a:pt x="3040994" y="1200039"/>
                  <a:pt x="3098115" y="1537946"/>
                </a:cubicBezTo>
                <a:cubicBezTo>
                  <a:pt x="3155236" y="1875853"/>
                  <a:pt x="2382291" y="1963492"/>
                  <a:pt x="1666897" y="2027484"/>
                </a:cubicBezTo>
                <a:cubicBezTo>
                  <a:pt x="951503" y="2091476"/>
                  <a:pt x="59821" y="1926892"/>
                  <a:pt x="2700" y="1588985"/>
                </a:cubicBezTo>
                <a:close/>
              </a:path>
            </a:pathLst>
          </a:custGeom>
          <a:solidFill>
            <a:srgbClr val="FDC21A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4B41898A-F8F9-4A92-44E7-C6856EDDF897}"/>
              </a:ext>
            </a:extLst>
          </p:cNvPr>
          <p:cNvSpPr/>
          <p:nvPr userDrawn="1"/>
        </p:nvSpPr>
        <p:spPr>
          <a:xfrm rot="18508693">
            <a:off x="-3762534" y="-3706289"/>
            <a:ext cx="6589168" cy="62760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noFill/>
          <a:ln w="76200">
            <a:solidFill>
              <a:srgbClr val="FDC2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BC239B9-97EB-8147-A4B5-809E65FFB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2861"/>
            <a:ext cx="9144000" cy="1767223"/>
          </a:xfrm>
        </p:spPr>
        <p:txBody>
          <a:bodyPr anchor="b">
            <a:normAutofit/>
          </a:bodyPr>
          <a:lstStyle>
            <a:lvl1pPr algn="ctr">
              <a:defRPr sz="48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607B9D97-45D6-2E45-6F24-F1A04C2406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81150" y="2465388"/>
            <a:ext cx="9086850" cy="3890962"/>
          </a:xfrm>
        </p:spPr>
        <p:txBody>
          <a:bodyPr/>
          <a:lstStyle>
            <a:lvl1pPr marL="0" indent="0" algn="ctr">
              <a:buNone/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52D0D56-C509-3DFF-19F7-E0666DDDFD9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98C62A5-C458-9AF0-7E22-D578BCD73D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9721" y="6093676"/>
            <a:ext cx="431554" cy="55848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B6EFBF2-1106-553F-47A3-7781EA1B392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0D2E9D08-558B-CC6D-5429-222C45A7632E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8" name="Freihandform 7">
              <a:extLst>
                <a:ext uri="{FF2B5EF4-FFF2-40B4-BE49-F238E27FC236}">
                  <a16:creationId xmlns:a16="http://schemas.microsoft.com/office/drawing/2014/main" id="{EF0F5953-246B-7D63-F877-779CE3EE6861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1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FDC2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6" name="Freihandform 15">
              <a:extLst>
                <a:ext uri="{FF2B5EF4-FFF2-40B4-BE49-F238E27FC236}">
                  <a16:creationId xmlns:a16="http://schemas.microsoft.com/office/drawing/2014/main" id="{6FAEC9A1-E7D9-9F74-A1C6-FC8D31366309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7" name="Titel 1">
              <a:extLst>
                <a:ext uri="{FF2B5EF4-FFF2-40B4-BE49-F238E27FC236}">
                  <a16:creationId xmlns:a16="http://schemas.microsoft.com/office/drawing/2014/main" id="{04AA9378-4C14-13B9-BF38-8A3953EB4868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Abend-HTL</a:t>
              </a:r>
            </a:p>
          </p:txBody>
        </p:sp>
      </p:grpSp>
      <p:pic>
        <p:nvPicPr>
          <p:cNvPr id="19" name="Grafik 18">
            <a:extLst>
              <a:ext uri="{FF2B5EF4-FFF2-40B4-BE49-F238E27FC236}">
                <a16:creationId xmlns:a16="http://schemas.microsoft.com/office/drawing/2014/main" id="{F570B224-0750-461E-270C-21E5C47D128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25451" y="6038569"/>
            <a:ext cx="485673" cy="62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974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T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ihandform 13">
            <a:extLst>
              <a:ext uri="{FF2B5EF4-FFF2-40B4-BE49-F238E27FC236}">
                <a16:creationId xmlns:a16="http://schemas.microsoft.com/office/drawing/2014/main" id="{44E8D287-3E84-0CEF-FE7D-A2F5ACFCCE39}"/>
              </a:ext>
            </a:extLst>
          </p:cNvPr>
          <p:cNvSpPr/>
          <p:nvPr userDrawn="1"/>
        </p:nvSpPr>
        <p:spPr>
          <a:xfrm rot="12964706">
            <a:off x="7061387" y="-688096"/>
            <a:ext cx="5830459" cy="673024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FDC21A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Freihandform 14">
            <a:extLst>
              <a:ext uri="{FF2B5EF4-FFF2-40B4-BE49-F238E27FC236}">
                <a16:creationId xmlns:a16="http://schemas.microsoft.com/office/drawing/2014/main" id="{DE57907C-840A-5BB1-5D69-DE4552E00CDF}"/>
              </a:ext>
            </a:extLst>
          </p:cNvPr>
          <p:cNvSpPr/>
          <p:nvPr userDrawn="1"/>
        </p:nvSpPr>
        <p:spPr>
          <a:xfrm rot="12433821">
            <a:off x="6943358" y="-1183844"/>
            <a:ext cx="6379201" cy="7374662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noFill/>
          <a:ln w="76200">
            <a:solidFill>
              <a:srgbClr val="FDC2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53FEF7C6-490A-61FF-48B8-041F69BF613C}"/>
              </a:ext>
            </a:extLst>
          </p:cNvPr>
          <p:cNvSpPr/>
          <p:nvPr userDrawn="1"/>
        </p:nvSpPr>
        <p:spPr>
          <a:xfrm rot="10129930">
            <a:off x="-2360171" y="-819992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7F148FD-7C9D-0747-859F-DDCBE8F99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22E125-465D-814E-8AE3-3334AE7168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buClr>
                <a:srgbClr val="FDC21A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>
              <a:buClr>
                <a:srgbClr val="FDC21A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2pPr>
            <a:lvl3pPr>
              <a:buClr>
                <a:srgbClr val="FDC21A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3pPr>
            <a:lvl4pPr>
              <a:buClr>
                <a:srgbClr val="FDC21A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4pPr>
            <a:lvl5pPr>
              <a:buClr>
                <a:srgbClr val="FDC21A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517CC0-3827-824C-BD82-5D524FC77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EE3AA6B-514B-3F5F-22E3-B489C71C8E0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3FAEB419-CE0E-A2C1-CF13-6F8BF8F0875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2202" y="1825625"/>
            <a:ext cx="5456236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342B8641-C365-B86B-0AE0-4A02F5406E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5F2973C9-CCE7-D25F-92CB-BD0A810DBB90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8F050C0B-C8EA-09B0-B2E2-1A2C2D2E7FDF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1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FDC2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6" name="Freihandform 15">
              <a:extLst>
                <a:ext uri="{FF2B5EF4-FFF2-40B4-BE49-F238E27FC236}">
                  <a16:creationId xmlns:a16="http://schemas.microsoft.com/office/drawing/2014/main" id="{820849D5-078C-A53B-60F3-BF6575D46887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8" name="Titel 1">
              <a:extLst>
                <a:ext uri="{FF2B5EF4-FFF2-40B4-BE49-F238E27FC236}">
                  <a16:creationId xmlns:a16="http://schemas.microsoft.com/office/drawing/2014/main" id="{7CED5819-A52E-B0F0-8580-232D52F139CC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Abend-HTL</a:t>
              </a:r>
            </a:p>
          </p:txBody>
        </p:sp>
      </p:grpSp>
      <p:pic>
        <p:nvPicPr>
          <p:cNvPr id="21" name="Grafik 20">
            <a:extLst>
              <a:ext uri="{FF2B5EF4-FFF2-40B4-BE49-F238E27FC236}">
                <a16:creationId xmlns:a16="http://schemas.microsoft.com/office/drawing/2014/main" id="{E80B2872-9C79-6E78-5E0A-A273C671538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25451" y="6038569"/>
            <a:ext cx="485673" cy="62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43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02BA19-22BB-9749-A27A-7E43EF05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Freihandform 8">
            <a:extLst>
              <a:ext uri="{FF2B5EF4-FFF2-40B4-BE49-F238E27FC236}">
                <a16:creationId xmlns:a16="http://schemas.microsoft.com/office/drawing/2014/main" id="{D47635BE-6C94-EA79-1E7E-A16BFF0B7ABB}"/>
              </a:ext>
            </a:extLst>
          </p:cNvPr>
          <p:cNvSpPr/>
          <p:nvPr userDrawn="1"/>
        </p:nvSpPr>
        <p:spPr>
          <a:xfrm rot="12664814" flipV="1">
            <a:off x="8029177" y="301128"/>
            <a:ext cx="5610720" cy="8294818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7676" h="3588900">
                <a:moveTo>
                  <a:pt x="829578" y="1013703"/>
                </a:moveTo>
                <a:cubicBezTo>
                  <a:pt x="1397137" y="530228"/>
                  <a:pt x="2942157" y="-328119"/>
                  <a:pt x="3141854" y="130833"/>
                </a:cubicBezTo>
                <a:cubicBezTo>
                  <a:pt x="3341551" y="589785"/>
                  <a:pt x="2644367" y="1160846"/>
                  <a:pt x="2574297" y="1644322"/>
                </a:cubicBezTo>
                <a:cubicBezTo>
                  <a:pt x="2504227" y="2127798"/>
                  <a:pt x="2788005" y="3045702"/>
                  <a:pt x="2322047" y="3452102"/>
                </a:cubicBezTo>
                <a:cubicBezTo>
                  <a:pt x="1856089" y="3858502"/>
                  <a:pt x="253064" y="3291335"/>
                  <a:pt x="51812" y="2642806"/>
                </a:cubicBezTo>
                <a:cubicBezTo>
                  <a:pt x="-149440" y="1994277"/>
                  <a:pt x="262019" y="1497178"/>
                  <a:pt x="829578" y="1013703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1223AABF-8467-4E9F-86F5-1F1ECB8048B1}"/>
              </a:ext>
            </a:extLst>
          </p:cNvPr>
          <p:cNvSpPr/>
          <p:nvPr userDrawn="1"/>
        </p:nvSpPr>
        <p:spPr>
          <a:xfrm rot="19240800">
            <a:off x="-2200663" y="-1069579"/>
            <a:ext cx="6636396" cy="4457866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  <a:gd name="connsiteX0" fmla="*/ 1599 w 3099681"/>
              <a:gd name="connsiteY0" fmla="*/ 1556274 h 2805936"/>
              <a:gd name="connsiteX1" fmla="*/ 1160720 w 3099681"/>
              <a:gd name="connsiteY1" fmla="*/ 52 h 2805936"/>
              <a:gd name="connsiteX2" fmla="*/ 3097014 w 3099681"/>
              <a:gd name="connsiteY2" fmla="*/ 1505235 h 2805936"/>
              <a:gd name="connsiteX3" fmla="*/ 1544195 w 3099681"/>
              <a:gd name="connsiteY3" fmla="*/ 2805835 h 2805936"/>
              <a:gd name="connsiteX4" fmla="*/ 1599 w 3099681"/>
              <a:gd name="connsiteY4" fmla="*/ 1556274 h 2805936"/>
              <a:gd name="connsiteX0" fmla="*/ 1599 w 3098266"/>
              <a:gd name="connsiteY0" fmla="*/ 1556274 h 2805936"/>
              <a:gd name="connsiteX1" fmla="*/ 1160720 w 3098266"/>
              <a:gd name="connsiteY1" fmla="*/ 52 h 2805936"/>
              <a:gd name="connsiteX2" fmla="*/ 3097014 w 3098266"/>
              <a:gd name="connsiteY2" fmla="*/ 1505235 h 2805936"/>
              <a:gd name="connsiteX3" fmla="*/ 1544195 w 3098266"/>
              <a:gd name="connsiteY3" fmla="*/ 2805835 h 2805936"/>
              <a:gd name="connsiteX4" fmla="*/ 1599 w 3098266"/>
              <a:gd name="connsiteY4" fmla="*/ 1556274 h 2805936"/>
              <a:gd name="connsiteX0" fmla="*/ 6698 w 3107113"/>
              <a:gd name="connsiteY0" fmla="*/ 1556268 h 1995204"/>
              <a:gd name="connsiteX1" fmla="*/ 1165819 w 3107113"/>
              <a:gd name="connsiteY1" fmla="*/ 46 h 1995204"/>
              <a:gd name="connsiteX2" fmla="*/ 3102113 w 3107113"/>
              <a:gd name="connsiteY2" fmla="*/ 1505229 h 1995204"/>
              <a:gd name="connsiteX3" fmla="*/ 1670895 w 3107113"/>
              <a:gd name="connsiteY3" fmla="*/ 1994767 h 1995204"/>
              <a:gd name="connsiteX4" fmla="*/ 6698 w 3107113"/>
              <a:gd name="connsiteY4" fmla="*/ 1556268 h 1995204"/>
              <a:gd name="connsiteX0" fmla="*/ 6698 w 3107610"/>
              <a:gd name="connsiteY0" fmla="*/ 1556268 h 2094159"/>
              <a:gd name="connsiteX1" fmla="*/ 1165819 w 3107610"/>
              <a:gd name="connsiteY1" fmla="*/ 46 h 2094159"/>
              <a:gd name="connsiteX2" fmla="*/ 3102113 w 3107610"/>
              <a:gd name="connsiteY2" fmla="*/ 1505229 h 2094159"/>
              <a:gd name="connsiteX3" fmla="*/ 1670895 w 3107610"/>
              <a:gd name="connsiteY3" fmla="*/ 1994767 h 2094159"/>
              <a:gd name="connsiteX4" fmla="*/ 6698 w 3107610"/>
              <a:gd name="connsiteY4" fmla="*/ 1556268 h 2094159"/>
              <a:gd name="connsiteX0" fmla="*/ 6698 w 3108326"/>
              <a:gd name="connsiteY0" fmla="*/ 1556268 h 2032117"/>
              <a:gd name="connsiteX1" fmla="*/ 1165819 w 3108326"/>
              <a:gd name="connsiteY1" fmla="*/ 46 h 2032117"/>
              <a:gd name="connsiteX2" fmla="*/ 3102113 w 3108326"/>
              <a:gd name="connsiteY2" fmla="*/ 1505229 h 2032117"/>
              <a:gd name="connsiteX3" fmla="*/ 1670895 w 3108326"/>
              <a:gd name="connsiteY3" fmla="*/ 1994767 h 2032117"/>
              <a:gd name="connsiteX4" fmla="*/ 6698 w 3108326"/>
              <a:gd name="connsiteY4" fmla="*/ 1556268 h 2032117"/>
              <a:gd name="connsiteX0" fmla="*/ 2700 w 3101149"/>
              <a:gd name="connsiteY0" fmla="*/ 1588985 h 2065259"/>
              <a:gd name="connsiteX1" fmla="*/ 1324169 w 3101149"/>
              <a:gd name="connsiteY1" fmla="*/ 44 h 2065259"/>
              <a:gd name="connsiteX2" fmla="*/ 3098115 w 3101149"/>
              <a:gd name="connsiteY2" fmla="*/ 1537946 h 2065259"/>
              <a:gd name="connsiteX3" fmla="*/ 1666897 w 3101149"/>
              <a:gd name="connsiteY3" fmla="*/ 2027484 h 2065259"/>
              <a:gd name="connsiteX4" fmla="*/ 2700 w 3101149"/>
              <a:gd name="connsiteY4" fmla="*/ 1588985 h 2065259"/>
              <a:gd name="connsiteX0" fmla="*/ 2700 w 3100106"/>
              <a:gd name="connsiteY0" fmla="*/ 1588985 h 2163738"/>
              <a:gd name="connsiteX1" fmla="*/ 1324169 w 3100106"/>
              <a:gd name="connsiteY1" fmla="*/ 44 h 2163738"/>
              <a:gd name="connsiteX2" fmla="*/ 3098115 w 3100106"/>
              <a:gd name="connsiteY2" fmla="*/ 1537946 h 2163738"/>
              <a:gd name="connsiteX3" fmla="*/ 1666897 w 3100106"/>
              <a:gd name="connsiteY3" fmla="*/ 2027484 h 2163738"/>
              <a:gd name="connsiteX4" fmla="*/ 2700 w 3100106"/>
              <a:gd name="connsiteY4" fmla="*/ 1588985 h 2163738"/>
              <a:gd name="connsiteX0" fmla="*/ 2700 w 3100834"/>
              <a:gd name="connsiteY0" fmla="*/ 1588985 h 2056082"/>
              <a:gd name="connsiteX1" fmla="*/ 1324169 w 3100834"/>
              <a:gd name="connsiteY1" fmla="*/ 44 h 2056082"/>
              <a:gd name="connsiteX2" fmla="*/ 3098115 w 3100834"/>
              <a:gd name="connsiteY2" fmla="*/ 1537946 h 2056082"/>
              <a:gd name="connsiteX3" fmla="*/ 1666897 w 3100834"/>
              <a:gd name="connsiteY3" fmla="*/ 2027484 h 2056082"/>
              <a:gd name="connsiteX4" fmla="*/ 2700 w 3100834"/>
              <a:gd name="connsiteY4" fmla="*/ 1588985 h 2056082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1100" h="2041075">
                <a:moveTo>
                  <a:pt x="2700" y="1588985"/>
                </a:moveTo>
                <a:cubicBezTo>
                  <a:pt x="-54421" y="1251078"/>
                  <a:pt x="808267" y="8550"/>
                  <a:pt x="1324169" y="44"/>
                </a:cubicBezTo>
                <a:cubicBezTo>
                  <a:pt x="1840071" y="-8462"/>
                  <a:pt x="3040994" y="1200039"/>
                  <a:pt x="3098115" y="1537946"/>
                </a:cubicBezTo>
                <a:cubicBezTo>
                  <a:pt x="3155236" y="1875853"/>
                  <a:pt x="2382291" y="1963492"/>
                  <a:pt x="1666897" y="2027484"/>
                </a:cubicBezTo>
                <a:cubicBezTo>
                  <a:pt x="951503" y="2091476"/>
                  <a:pt x="59821" y="1926892"/>
                  <a:pt x="2700" y="1588985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4B41898A-F8F9-4A92-44E7-C6856EDDF897}"/>
              </a:ext>
            </a:extLst>
          </p:cNvPr>
          <p:cNvSpPr/>
          <p:nvPr userDrawn="1"/>
        </p:nvSpPr>
        <p:spPr>
          <a:xfrm rot="18508693">
            <a:off x="-3000138" y="-4312823"/>
            <a:ext cx="6589168" cy="62760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noFill/>
          <a:ln w="76200">
            <a:solidFill>
              <a:srgbClr val="647A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3B4858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BC239B9-97EB-8147-A4B5-809E65FFB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92270"/>
            <a:ext cx="9144000" cy="2387600"/>
          </a:xfrm>
        </p:spPr>
        <p:txBody>
          <a:bodyPr anchor="ctr"/>
          <a:lstStyle>
            <a:lvl1pPr algn="ctr">
              <a:defRPr sz="6000" b="0" cap="none" spc="0" baseline="0">
                <a:solidFill>
                  <a:srgbClr val="647A84"/>
                </a:solidFill>
                <a:latin typeface="Lemon Tuesday" panose="02000506040000020004" pitchFamily="2" charset="77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5617E586-69C6-D060-BCD3-E7339DBBE1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  <p:sp>
        <p:nvSpPr>
          <p:cNvPr id="16" name="Freihandform 15">
            <a:extLst>
              <a:ext uri="{FF2B5EF4-FFF2-40B4-BE49-F238E27FC236}">
                <a16:creationId xmlns:a16="http://schemas.microsoft.com/office/drawing/2014/main" id="{5D49C0DE-A487-83AF-86B4-A6F17E79B51D}"/>
              </a:ext>
            </a:extLst>
          </p:cNvPr>
          <p:cNvSpPr/>
          <p:nvPr userDrawn="1"/>
        </p:nvSpPr>
        <p:spPr>
          <a:xfrm rot="14555770" flipV="1">
            <a:off x="8229241" y="3037134"/>
            <a:ext cx="5610720" cy="8294818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7676" h="3588900">
                <a:moveTo>
                  <a:pt x="829578" y="1013703"/>
                </a:moveTo>
                <a:cubicBezTo>
                  <a:pt x="1397137" y="530228"/>
                  <a:pt x="2942157" y="-328119"/>
                  <a:pt x="3141854" y="130833"/>
                </a:cubicBezTo>
                <a:cubicBezTo>
                  <a:pt x="3341551" y="589785"/>
                  <a:pt x="2644367" y="1160846"/>
                  <a:pt x="2574297" y="1644322"/>
                </a:cubicBezTo>
                <a:cubicBezTo>
                  <a:pt x="2504227" y="2127798"/>
                  <a:pt x="2788005" y="3045702"/>
                  <a:pt x="2322047" y="3452102"/>
                </a:cubicBezTo>
                <a:cubicBezTo>
                  <a:pt x="1856089" y="3858502"/>
                  <a:pt x="253064" y="3291335"/>
                  <a:pt x="51812" y="2642806"/>
                </a:cubicBezTo>
                <a:cubicBezTo>
                  <a:pt x="-149440" y="1994277"/>
                  <a:pt x="262019" y="1497178"/>
                  <a:pt x="829578" y="1013703"/>
                </a:cubicBezTo>
                <a:close/>
              </a:path>
            </a:pathLst>
          </a:custGeom>
          <a:noFill/>
          <a:ln w="76200">
            <a:solidFill>
              <a:srgbClr val="647A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B85D35-8E2E-1EA7-5915-0835E4F0289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54654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ohne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ihandform 3">
            <a:extLst>
              <a:ext uri="{FF2B5EF4-FFF2-40B4-BE49-F238E27FC236}">
                <a16:creationId xmlns:a16="http://schemas.microsoft.com/office/drawing/2014/main" id="{FA1ADB5F-FA2E-7BF8-5CB9-563ADE4AE44E}"/>
              </a:ext>
            </a:extLst>
          </p:cNvPr>
          <p:cNvSpPr/>
          <p:nvPr userDrawn="1"/>
        </p:nvSpPr>
        <p:spPr>
          <a:xfrm rot="10129930">
            <a:off x="-2139048" y="-745777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BAAE065-A309-1F47-9138-75E78CD01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82311A-FB2F-DA48-8C46-A29BBA46B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2BA182-0060-D786-CA61-63531BC4A4B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Artificial Hand (ARTHA) | Daniela Denk / Robert Robotti / Niko Nerd | 5XHXX</a:t>
            </a:r>
          </a:p>
        </p:txBody>
      </p:sp>
    </p:spTree>
    <p:extLst>
      <p:ext uri="{BB962C8B-B14F-4D97-AF65-F5344CB8AC3E}">
        <p14:creationId xmlns:p14="http://schemas.microsoft.com/office/powerpoint/2010/main" val="3076037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168018D-4A30-0245-A581-E357DFC59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6C02A29-A96A-854E-A75C-3232443A5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39119"/>
            <a:ext cx="10515600" cy="4185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0E845B0-A96A-1F4A-984E-2254723BC6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742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647A84"/>
                </a:solidFill>
              </a:defRPr>
            </a:lvl1pPr>
          </a:lstStyle>
          <a:p>
            <a:fld id="{12C137DF-46F0-194D-B8E6-89251B633EE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61F9CB3-A1AC-2CC2-8E52-7965B0B157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647A84"/>
                </a:solidFill>
              </a:defRPr>
            </a:lvl1pPr>
          </a:lstStyle>
          <a:p>
            <a:r>
              <a:rPr lang="de-DE"/>
              <a:t>Lukas Peter Sumann, Maximilian Wolf Leopold Lindner</a:t>
            </a:r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FCCBB944-0731-9506-EB09-BCB312E1EBDE}"/>
              </a:ext>
            </a:extLst>
          </p:cNvPr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200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4" r:id="rId3"/>
    <p:sldLayoutId id="2147483660" r:id="rId4"/>
    <p:sldLayoutId id="2147483663" r:id="rId5"/>
    <p:sldLayoutId id="2147483681" r:id="rId6"/>
    <p:sldLayoutId id="2147483682" r:id="rId7"/>
    <p:sldLayoutId id="2147483686" r:id="rId8"/>
    <p:sldLayoutId id="2147483687" r:id="rId9"/>
    <p:sldLayoutId id="2147483688" r:id="rId10"/>
    <p:sldLayoutId id="2147483652" r:id="rId11"/>
    <p:sldLayoutId id="2147483689" r:id="rId12"/>
    <p:sldLayoutId id="2147483690" r:id="rId13"/>
    <p:sldLayoutId id="2147483666" r:id="rId14"/>
    <p:sldLayoutId id="2147483694" r:id="rId15"/>
    <p:sldLayoutId id="2147483695" r:id="rId16"/>
    <p:sldLayoutId id="2147483696" r:id="rId17"/>
    <p:sldLayoutId id="2147483691" r:id="rId18"/>
    <p:sldLayoutId id="2147483692" r:id="rId19"/>
    <p:sldLayoutId id="2147483693" r:id="rId20"/>
    <p:sldLayoutId id="2147483665" r:id="rId21"/>
    <p:sldLayoutId id="2147483697" r:id="rId2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spc="600" baseline="0">
          <a:solidFill>
            <a:srgbClr val="647A84"/>
          </a:solidFill>
          <a:latin typeface="TheSans Plain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87112E"/>
        </a:buClr>
        <a:buFont typeface="Wingdings" pitchFamily="2" charset="2"/>
        <a:buChar char="§"/>
        <a:defRPr sz="2800" kern="1200">
          <a:solidFill>
            <a:srgbClr val="647A84"/>
          </a:solidFill>
          <a:latin typeface="TheSans Plain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87112E"/>
        </a:buClr>
        <a:buFont typeface="Wingdings" pitchFamily="2" charset="2"/>
        <a:buChar char="§"/>
        <a:defRPr sz="2400" kern="1200">
          <a:solidFill>
            <a:srgbClr val="647A84"/>
          </a:solidFill>
          <a:latin typeface="TheSans Plain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87112E"/>
        </a:buClr>
        <a:buFont typeface="Wingdings" pitchFamily="2" charset="2"/>
        <a:buChar char="§"/>
        <a:defRPr sz="2000" kern="1200">
          <a:solidFill>
            <a:srgbClr val="647A84"/>
          </a:solidFill>
          <a:latin typeface="TheSans Plain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87112E"/>
        </a:buClr>
        <a:buFont typeface="Wingdings" pitchFamily="2" charset="2"/>
        <a:buChar char="§"/>
        <a:defRPr sz="1800" kern="1200">
          <a:solidFill>
            <a:srgbClr val="647A84"/>
          </a:solidFill>
          <a:latin typeface="TheSans Plain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87112E"/>
        </a:buClr>
        <a:buFont typeface="Wingdings" pitchFamily="2" charset="2"/>
        <a:buChar char="§"/>
        <a:defRPr sz="1800" kern="1200">
          <a:solidFill>
            <a:srgbClr val="647A84"/>
          </a:solidFill>
          <a:latin typeface="TheSans Plain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FF56CFA-BDB3-48B8-A7BC-FC38A662F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1</a:t>
            </a:fld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1A1F810-6947-4213-8F15-1147FCCF56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4219"/>
            <a:ext cx="9144000" cy="1767223"/>
          </a:xfrm>
        </p:spPr>
        <p:txBody>
          <a:bodyPr/>
          <a:lstStyle/>
          <a:p>
            <a:r>
              <a:rPr lang="de-AT" dirty="0"/>
              <a:t>Eventinsight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5CBBB85-825F-4212-A573-B49482B7A6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3487377" y="6356350"/>
            <a:ext cx="4700155" cy="365125"/>
          </a:xfrm>
        </p:spPr>
        <p:txBody>
          <a:bodyPr/>
          <a:lstStyle/>
          <a:p>
            <a:r>
              <a:rPr lang="de-DE" dirty="0"/>
              <a:t>Lukas Peter Sumann [80,5h] / Maximilian Wolf Leopold Lindner [78h] (5AHEL)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44CC5B1A-1A4E-2FA7-3942-66129F853FA6}"/>
              </a:ext>
            </a:extLst>
          </p:cNvPr>
          <p:cNvSpPr txBox="1">
            <a:spLocks/>
          </p:cNvSpPr>
          <p:nvPr/>
        </p:nvSpPr>
        <p:spPr>
          <a:xfrm>
            <a:off x="2936297" y="5320147"/>
            <a:ext cx="6319405" cy="43405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87112E"/>
              </a:buClr>
              <a:buFont typeface="Wingdings" pitchFamily="2" charset="2"/>
              <a:buChar char="§"/>
              <a:defRPr sz="2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7112E"/>
              </a:buClr>
              <a:buFont typeface="Wingdings" pitchFamily="2" charset="2"/>
              <a:buChar char="§"/>
              <a:defRPr sz="24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7112E"/>
              </a:buClr>
              <a:buFont typeface="Wingdings" pitchFamily="2" charset="2"/>
              <a:buChar char="§"/>
              <a:defRPr sz="20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7112E"/>
              </a:buClr>
              <a:buFont typeface="Wingdings" pitchFamily="2" charset="2"/>
              <a:buChar char="§"/>
              <a:defRPr sz="1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7112E"/>
              </a:buClr>
              <a:buFont typeface="Wingdings" pitchFamily="2" charset="2"/>
              <a:buChar char="§"/>
              <a:defRPr sz="1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AT" sz="2400" b="1" dirty="0"/>
              <a:t>Projektbetreuer: </a:t>
            </a:r>
            <a:r>
              <a:rPr lang="de-AT" sz="2400" dirty="0"/>
              <a:t>Dipl.-Ing. Alexander </a:t>
            </a:r>
            <a:r>
              <a:rPr lang="de-AT" sz="2400" dirty="0" err="1"/>
              <a:t>Rodiga</a:t>
            </a:r>
            <a:endParaRPr lang="de-AT" sz="2400" dirty="0"/>
          </a:p>
          <a:p>
            <a:pPr marL="0" indent="0">
              <a:buNone/>
            </a:pPr>
            <a:endParaRPr lang="de-AT" sz="2400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BCD0204-D37B-23D5-7FFA-2F1CA0CE0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1257" y="1494462"/>
            <a:ext cx="4032396" cy="3995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819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F097D808-3417-4CB0-8751-0ACD5DAE8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1326060"/>
            <a:ext cx="6172200" cy="4205879"/>
          </a:xfrm>
          <a:prstGeom prst="rect">
            <a:avLst/>
          </a:prstGeom>
          <a:ln>
            <a:noFill/>
          </a:ln>
          <a:effectLst>
            <a:softEdge rad="127000"/>
          </a:effec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F47D3CE-2045-4A99-ADAE-3C42BD6D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Teilaufgaben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42EF45-B522-4103-A497-1C83166ECC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72200" y="1978025"/>
            <a:ext cx="5181600" cy="4351338"/>
          </a:xfrm>
        </p:spPr>
        <p:txBody>
          <a:bodyPr/>
          <a:lstStyle/>
          <a:p>
            <a:r>
              <a:rPr lang="de-AT" sz="3200" dirty="0"/>
              <a:t>Sumann:</a:t>
            </a:r>
          </a:p>
          <a:p>
            <a:pPr lvl="1"/>
            <a:r>
              <a:rPr lang="de-AT" dirty="0"/>
              <a:t>Live Tracking Applikation</a:t>
            </a:r>
          </a:p>
          <a:p>
            <a:pPr lvl="1"/>
            <a:r>
              <a:rPr lang="de-AT" dirty="0"/>
              <a:t>Verarbeitung der </a:t>
            </a:r>
            <a:r>
              <a:rPr lang="de-AT" dirty="0" err="1"/>
              <a:t>Race</a:t>
            </a:r>
            <a:r>
              <a:rPr lang="de-AT" dirty="0"/>
              <a:t> </a:t>
            </a:r>
            <a:r>
              <a:rPr lang="de-AT" dirty="0" err="1"/>
              <a:t>Result</a:t>
            </a:r>
            <a:r>
              <a:rPr lang="de-AT" dirty="0"/>
              <a:t> Daten</a:t>
            </a:r>
          </a:p>
          <a:p>
            <a:pPr lvl="1"/>
            <a:r>
              <a:rPr lang="de-AT" dirty="0"/>
              <a:t>Userinterface</a:t>
            </a:r>
          </a:p>
          <a:p>
            <a:pPr lvl="1"/>
            <a:endParaRPr lang="de-AT" sz="2000" dirty="0"/>
          </a:p>
          <a:p>
            <a:pPr lvl="1"/>
            <a:endParaRPr lang="de-AT" dirty="0"/>
          </a:p>
          <a:p>
            <a:pPr lvl="1"/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9432905-F831-4DC6-B1E2-B30480274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2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E8D95BA-7C61-42BD-8503-5FA12A5E27B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 dirty="0"/>
              <a:t>Lukas Peter Sumann / Maximilian Wolf Leopold Lindner (5AHEL)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788BF19F-FECE-4EEC-B2CB-26CE666079CA}"/>
              </a:ext>
            </a:extLst>
          </p:cNvPr>
          <p:cNvSpPr txBox="1">
            <a:spLocks/>
          </p:cNvSpPr>
          <p:nvPr/>
        </p:nvSpPr>
        <p:spPr>
          <a:xfrm>
            <a:off x="574518" y="1978025"/>
            <a:ext cx="570896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3EB19B"/>
              </a:buClr>
              <a:buFont typeface="Wingdings" pitchFamily="2" charset="2"/>
              <a:buChar char="§"/>
              <a:defRPr sz="2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24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20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1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1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AT" sz="3200" dirty="0"/>
              <a:t>Lindner:</a:t>
            </a:r>
          </a:p>
          <a:p>
            <a:pPr lvl="2"/>
            <a:r>
              <a:rPr lang="de-AT" sz="2400" dirty="0"/>
              <a:t>Admin UI </a:t>
            </a:r>
          </a:p>
          <a:p>
            <a:pPr lvl="2"/>
            <a:r>
              <a:rPr lang="de-AT" sz="2400" dirty="0"/>
              <a:t>Anzeigen von renn-relevanten Daten und Sponsorenwerbung</a:t>
            </a:r>
          </a:p>
          <a:p>
            <a:pPr lvl="2"/>
            <a:r>
              <a:rPr lang="de-AT" sz="2400" dirty="0"/>
              <a:t>Backend</a:t>
            </a:r>
          </a:p>
          <a:p>
            <a:pPr marL="914400" lvl="2" indent="0">
              <a:buNone/>
            </a:pPr>
            <a:endParaRPr lang="de-AT" dirty="0"/>
          </a:p>
          <a:p>
            <a:pPr lvl="2"/>
            <a:endParaRPr lang="de-AT" sz="2400" dirty="0"/>
          </a:p>
          <a:p>
            <a:pPr lvl="2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036283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7072BE-C3D1-4CD7-FFE4-812869CE9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Momentaner Stand: Sumann </a:t>
            </a:r>
            <a:br>
              <a:rPr lang="de-AT" dirty="0"/>
            </a:br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FBE01CC-B0E7-7DD5-DC2E-322295EA7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5536CB4-BD6B-66A7-5147-0CA80001827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 dirty="0"/>
              <a:t>Lukas Peter Sumann / Maximilian Wolf Leopold Lindner (5AHEL)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09294A43-4753-C7C2-F993-A8B99394DE03}"/>
              </a:ext>
            </a:extLst>
          </p:cNvPr>
          <p:cNvSpPr txBox="1">
            <a:spLocks/>
          </p:cNvSpPr>
          <p:nvPr/>
        </p:nvSpPr>
        <p:spPr>
          <a:xfrm>
            <a:off x="-433400" y="1039091"/>
            <a:ext cx="5708964" cy="545378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3EB19B"/>
              </a:buClr>
              <a:buFont typeface="Wingdings" pitchFamily="2" charset="2"/>
              <a:buChar char="§"/>
              <a:defRPr sz="2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24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20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1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1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de-AT" sz="3200" dirty="0"/>
          </a:p>
          <a:p>
            <a:pPr lvl="2"/>
            <a:r>
              <a:rPr lang="de-AT" sz="2400" dirty="0"/>
              <a:t>Grundstruktur der Webpages: Pro Event:</a:t>
            </a:r>
          </a:p>
          <a:p>
            <a:pPr lvl="3"/>
            <a:r>
              <a:rPr lang="de-AT" sz="2200" dirty="0"/>
              <a:t>Home</a:t>
            </a:r>
          </a:p>
          <a:p>
            <a:pPr lvl="3"/>
            <a:r>
              <a:rPr lang="de-AT" sz="2200" dirty="0"/>
              <a:t>Live </a:t>
            </a:r>
            <a:r>
              <a:rPr lang="de-AT" sz="2200" dirty="0" err="1"/>
              <a:t>Map</a:t>
            </a:r>
            <a:endParaRPr lang="de-AT" sz="2200" dirty="0"/>
          </a:p>
          <a:p>
            <a:pPr lvl="3"/>
            <a:r>
              <a:rPr lang="de-AT" sz="2200" dirty="0" err="1"/>
              <a:t>Results</a:t>
            </a:r>
            <a:endParaRPr lang="de-AT" sz="2200" dirty="0"/>
          </a:p>
          <a:p>
            <a:pPr lvl="2"/>
            <a:r>
              <a:rPr lang="de-AT" sz="2400" dirty="0"/>
              <a:t>Design diverser Komponenten (</a:t>
            </a:r>
            <a:r>
              <a:rPr lang="de-AT" sz="2400" dirty="0" err="1"/>
              <a:t>Footer</a:t>
            </a:r>
            <a:r>
              <a:rPr lang="de-AT" sz="2400" dirty="0"/>
              <a:t>, </a:t>
            </a:r>
            <a:r>
              <a:rPr lang="de-AT" sz="2400" dirty="0" err="1"/>
              <a:t>Searchbar</a:t>
            </a:r>
            <a:r>
              <a:rPr lang="de-AT" sz="2400" dirty="0"/>
              <a:t>, etc.)</a:t>
            </a:r>
          </a:p>
          <a:p>
            <a:pPr lvl="2"/>
            <a:r>
              <a:rPr lang="de-AT" sz="2400" dirty="0"/>
              <a:t>Implementierung von Ergebnis- oder Teilnehmerlisten per </a:t>
            </a:r>
            <a:r>
              <a:rPr lang="de-AT" sz="2400" dirty="0" err="1"/>
              <a:t>RaceResult</a:t>
            </a:r>
            <a:r>
              <a:rPr lang="de-AT" sz="2400" dirty="0"/>
              <a:t> API</a:t>
            </a:r>
          </a:p>
          <a:p>
            <a:pPr lvl="2"/>
            <a:r>
              <a:rPr lang="de-AT" sz="2400" dirty="0"/>
              <a:t>Ausgabe einer Rennstrecke</a:t>
            </a:r>
          </a:p>
          <a:p>
            <a:pPr lvl="2"/>
            <a:endParaRPr lang="de-AT" sz="2400" dirty="0"/>
          </a:p>
          <a:p>
            <a:pPr lvl="2"/>
            <a:r>
              <a:rPr lang="de-AT" sz="2400" dirty="0"/>
              <a:t>Bisheriger Arbeitsaufwand: 80,5h</a:t>
            </a:r>
            <a:endParaRPr lang="de-AT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28EB8CC-BF7A-4E45-D89E-FB7137D03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1125" y="1690688"/>
            <a:ext cx="5649113" cy="383911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84016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act – Wikipedia">
            <a:extLst>
              <a:ext uri="{FF2B5EF4-FFF2-40B4-BE49-F238E27FC236}">
                <a16:creationId xmlns:a16="http://schemas.microsoft.com/office/drawing/2014/main" id="{4A6D8303-0709-2E51-5CE3-41CCA308CC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7899" y="1839191"/>
            <a:ext cx="3170585" cy="2821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97072BE-C3D1-4CD7-FFE4-812869CE9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Momentaner Stand: </a:t>
            </a:r>
            <a:r>
              <a:rPr lang="en-AU" dirty="0"/>
              <a:t>Lindner</a:t>
            </a:r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FBE01CC-B0E7-7DD5-DC2E-322295EA7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5536CB4-BD6B-66A7-5147-0CA80001827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 dirty="0"/>
              <a:t>Lukas Peter Sumann / Maximilian Wolf Leopold Lindner (5AHEL)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09294A43-4753-C7C2-F993-A8B99394DE03}"/>
              </a:ext>
            </a:extLst>
          </p:cNvPr>
          <p:cNvSpPr txBox="1">
            <a:spLocks/>
          </p:cNvSpPr>
          <p:nvPr/>
        </p:nvSpPr>
        <p:spPr>
          <a:xfrm>
            <a:off x="-433401" y="1500043"/>
            <a:ext cx="586202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3EB19B"/>
              </a:buClr>
              <a:buFont typeface="Wingdings" pitchFamily="2" charset="2"/>
              <a:buChar char="§"/>
              <a:defRPr sz="2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24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20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1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1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de-AT" sz="3200" dirty="0"/>
          </a:p>
          <a:p>
            <a:pPr lvl="2"/>
            <a:r>
              <a:rPr lang="de-AT" sz="2400" dirty="0"/>
              <a:t>Datenbankstruktur mit MySQL realisiert</a:t>
            </a:r>
          </a:p>
          <a:p>
            <a:pPr lvl="2"/>
            <a:r>
              <a:rPr lang="de-AT" sz="2400" dirty="0"/>
              <a:t>Backend mit Express.js </a:t>
            </a:r>
          </a:p>
          <a:p>
            <a:pPr lvl="2"/>
            <a:r>
              <a:rPr lang="de-AT" sz="2400" dirty="0"/>
              <a:t>Daten wie GPX-Dateien können hochgeladen werden</a:t>
            </a:r>
          </a:p>
          <a:p>
            <a:pPr lvl="2"/>
            <a:r>
              <a:rPr lang="de-AT" sz="2400" dirty="0"/>
              <a:t>Bisheriger Arbeitsaufwand: 78h</a:t>
            </a:r>
          </a:p>
          <a:p>
            <a:pPr lvl="2"/>
            <a:endParaRPr lang="de-AT" sz="2400" dirty="0"/>
          </a:p>
          <a:p>
            <a:pPr lvl="2"/>
            <a:endParaRPr lang="de-AT" dirty="0"/>
          </a:p>
        </p:txBody>
      </p:sp>
      <p:pic>
        <p:nvPicPr>
          <p:cNvPr id="3" name="Picture 2" descr="Express.js">
            <a:extLst>
              <a:ext uri="{FF2B5EF4-FFF2-40B4-BE49-F238E27FC236}">
                <a16:creationId xmlns:a16="http://schemas.microsoft.com/office/drawing/2014/main" id="{98EE849D-3B9E-7150-263C-597A62ED82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248" y="4947772"/>
            <a:ext cx="4032397" cy="1156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6538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37B5C0-932D-82E0-C325-ECC58F171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Ziele für den nächsten Sprint: Sumann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E25E652-CBDA-DA47-B493-A4C71F088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42C5040-9A5D-A11D-01CF-5C6B59462E9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 dirty="0"/>
              <a:t>Lukas Peter Sumann / Maximilian Wolf Leopold Lindner (5AHEL)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685450C8-C694-CF79-F1C1-DC21DC892A0D}"/>
              </a:ext>
            </a:extLst>
          </p:cNvPr>
          <p:cNvSpPr txBox="1">
            <a:spLocks/>
          </p:cNvSpPr>
          <p:nvPr/>
        </p:nvSpPr>
        <p:spPr>
          <a:xfrm>
            <a:off x="0" y="1416916"/>
            <a:ext cx="570896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3EB19B"/>
              </a:buClr>
              <a:buFont typeface="Wingdings" pitchFamily="2" charset="2"/>
              <a:buChar char="§"/>
              <a:defRPr sz="2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24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20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1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1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de-AT" sz="3200" dirty="0"/>
          </a:p>
          <a:p>
            <a:pPr lvl="2"/>
            <a:r>
              <a:rPr lang="de-AT" sz="2400" dirty="0"/>
              <a:t>Implementieren der Tracking-Funktion</a:t>
            </a:r>
          </a:p>
          <a:p>
            <a:pPr lvl="3"/>
            <a:r>
              <a:rPr lang="de-AT" sz="2200" dirty="0" err="1"/>
              <a:t>Race</a:t>
            </a:r>
            <a:r>
              <a:rPr lang="de-AT" sz="2200" dirty="0"/>
              <a:t> </a:t>
            </a:r>
            <a:r>
              <a:rPr lang="de-AT" sz="2200" dirty="0" err="1"/>
              <a:t>Result</a:t>
            </a:r>
            <a:r>
              <a:rPr lang="de-AT" sz="2200" dirty="0"/>
              <a:t> Daten nutzen, um die Position zu ermitteln</a:t>
            </a:r>
          </a:p>
          <a:p>
            <a:pPr lvl="3"/>
            <a:r>
              <a:rPr lang="de-AT" sz="2200" dirty="0"/>
              <a:t>Graphisches anzeigen des Höhenprofils</a:t>
            </a:r>
          </a:p>
          <a:p>
            <a:pPr lvl="2"/>
            <a:r>
              <a:rPr lang="de-AT" sz="2400" dirty="0"/>
              <a:t>Designen der User-Home Webpage </a:t>
            </a:r>
          </a:p>
          <a:p>
            <a:pPr marL="914400" lvl="2" indent="0">
              <a:buNone/>
            </a:pPr>
            <a:endParaRPr lang="de-AT" sz="2400" dirty="0"/>
          </a:p>
          <a:p>
            <a:pPr lvl="3"/>
            <a:endParaRPr lang="de-AT" sz="2000" dirty="0"/>
          </a:p>
          <a:p>
            <a:pPr lvl="2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079288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37B5C0-932D-82E0-C325-ECC58F171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Ziele für den nächsten Sprint: Lindner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E25E652-CBDA-DA47-B493-A4C71F088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42C5040-9A5D-A11D-01CF-5C6B59462E9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 dirty="0"/>
              <a:t>Lukas Peter Sumann / Maximilian Wolf Leopold Lindner (5AHEL)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685450C8-C694-CF79-F1C1-DC21DC892A0D}"/>
              </a:ext>
            </a:extLst>
          </p:cNvPr>
          <p:cNvSpPr txBox="1">
            <a:spLocks/>
          </p:cNvSpPr>
          <p:nvPr/>
        </p:nvSpPr>
        <p:spPr>
          <a:xfrm>
            <a:off x="0" y="1416916"/>
            <a:ext cx="570896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3EB19B"/>
              </a:buClr>
              <a:buFont typeface="Wingdings" pitchFamily="2" charset="2"/>
              <a:buChar char="§"/>
              <a:defRPr sz="2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24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20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1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1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de-AT" sz="3200" dirty="0"/>
          </a:p>
          <a:p>
            <a:pPr lvl="2"/>
            <a:r>
              <a:rPr lang="de-AT" sz="2400" dirty="0"/>
              <a:t>Ausbauen des </a:t>
            </a:r>
            <a:r>
              <a:rPr lang="de-AT" sz="2400" dirty="0" err="1"/>
              <a:t>Backends</a:t>
            </a:r>
            <a:endParaRPr lang="de-AT" sz="2400" dirty="0"/>
          </a:p>
          <a:p>
            <a:pPr lvl="3"/>
            <a:r>
              <a:rPr lang="de-AT" sz="2000" dirty="0"/>
              <a:t>Einfaches Abgreifen der Daten jederzeit möglich</a:t>
            </a:r>
          </a:p>
          <a:p>
            <a:pPr lvl="3"/>
            <a:r>
              <a:rPr lang="de-AT" sz="2000" dirty="0"/>
              <a:t>Mögliche Verbesserung der Datenbank</a:t>
            </a:r>
          </a:p>
          <a:p>
            <a:pPr lvl="2"/>
            <a:r>
              <a:rPr lang="de-AT" sz="2200" dirty="0" err="1"/>
              <a:t>Loginportal</a:t>
            </a:r>
            <a:r>
              <a:rPr lang="de-AT" sz="2200" dirty="0"/>
              <a:t> für Admin</a:t>
            </a:r>
          </a:p>
          <a:p>
            <a:pPr lvl="2"/>
            <a:r>
              <a:rPr lang="de-AT" sz="2200" dirty="0"/>
              <a:t>Suchfunktion für Events auf der Startpage</a:t>
            </a:r>
          </a:p>
          <a:p>
            <a:pPr lvl="2"/>
            <a:endParaRPr lang="de-AT" sz="2200" dirty="0"/>
          </a:p>
          <a:p>
            <a:pPr lvl="2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36692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aesentation_Vorlage.pptx" id="{FEE4E45D-BE9B-4FD0-A3F6-AB5E47BB9175}" vid="{370469F0-C813-4DEE-A58D-5334841F9861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65144B3B9FD9F4E8701BAB6558735A5" ma:contentTypeVersion="3" ma:contentTypeDescription="Ein neues Dokument erstellen." ma:contentTypeScope="" ma:versionID="d40aa22cda282e23afc9577fc6611d97">
  <xsd:schema xmlns:xsd="http://www.w3.org/2001/XMLSchema" xmlns:xs="http://www.w3.org/2001/XMLSchema" xmlns:p="http://schemas.microsoft.com/office/2006/metadata/properties" xmlns:ns2="151b1fa9-8228-4cc5-a875-0718a187954b" targetNamespace="http://schemas.microsoft.com/office/2006/metadata/properties" ma:root="true" ma:fieldsID="086c7d07de839077bf2d2ba2d0ee8068" ns2:_="">
    <xsd:import namespace="151b1fa9-8228-4cc5-a875-0718a187954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1b1fa9-8228-4cc5-a875-0718a187954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A3EBF4C-1CBF-443D-9514-964E78E72AAE}">
  <ds:schemaRefs>
    <ds:schemaRef ds:uri="http://schemas.microsoft.com/sharepoint/v3/fields"/>
    <ds:schemaRef ds:uri="c30ccb4a-43b7-4f69-a98f-bd4c6140825e"/>
    <ds:schemaRef ds:uri="http://purl.org/dc/terms/"/>
    <ds:schemaRef ds:uri="http://schemas.microsoft.com/sharepoint/v3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015ed38d-ed67-41bf-b060-b73408b9b06c"/>
    <ds:schemaRef ds:uri="5e39c299-dc7c-4830-947e-3e53c8b924c2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FBA42D1-EBB1-443D-B3E3-5A83A7BEFE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1b1fa9-8228-4cc5-a875-0718a187954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5FB8950-32A7-4D95-8EAF-E3372C8F48E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HTL-Praesentation</Template>
  <TotalTime>0</TotalTime>
  <Words>232</Words>
  <Application>Microsoft Office PowerPoint</Application>
  <PresentationFormat>Breitbild</PresentationFormat>
  <Paragraphs>57</Paragraphs>
  <Slides>6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2" baseType="lpstr">
      <vt:lpstr>Wingdings</vt:lpstr>
      <vt:lpstr>Arial</vt:lpstr>
      <vt:lpstr>Lemon Tuesday</vt:lpstr>
      <vt:lpstr>THESANS PLAIN</vt:lpstr>
      <vt:lpstr>Calibri</vt:lpstr>
      <vt:lpstr>Office</vt:lpstr>
      <vt:lpstr>Eventinsight</vt:lpstr>
      <vt:lpstr>Teilaufgaben</vt:lpstr>
      <vt:lpstr>Momentaner Stand: Sumann  </vt:lpstr>
      <vt:lpstr>Momentaner Stand: Lindner</vt:lpstr>
      <vt:lpstr>Ziele für den nächsten Sprint: Sumann</vt:lpstr>
      <vt:lpstr>Ziele für den nächsten Sprint: Lindner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Eventinsight</dc:title>
  <dc:creator>Maximilian Wolf Lindner (4AHEL)</dc:creator>
  <cp:lastModifiedBy>Lukas Peter Sumann (5AHEL)</cp:lastModifiedBy>
  <cp:revision>27</cp:revision>
  <dcterms:created xsi:type="dcterms:W3CDTF">2024-05-07T09:38:04Z</dcterms:created>
  <dcterms:modified xsi:type="dcterms:W3CDTF">2024-11-25T12:26:53Z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0x010100BBD94A3D7FEEA041AAA5A05D97AF0E0F</vt:lpwstr>
  </property>
  <property fmtid="{D5CDD505-2E9C-101B-9397-08002B2CF9AE}" pid="3" name="MediaServiceImageTags">
    <vt:lpwstr/>
  </property>
</Properties>
</file>